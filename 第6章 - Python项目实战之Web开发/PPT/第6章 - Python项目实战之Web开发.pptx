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75"/>
  </p:notesMasterIdLst>
  <p:handoutMasterIdLst>
    <p:handoutMasterId r:id="rId76"/>
  </p:handoutMasterIdLst>
  <p:sldIdLst>
    <p:sldId id="754" r:id="rId5"/>
    <p:sldId id="1029" r:id="rId6"/>
    <p:sldId id="1030" r:id="rId7"/>
    <p:sldId id="1032" r:id="rId8"/>
    <p:sldId id="1031" r:id="rId9"/>
    <p:sldId id="1033" r:id="rId10"/>
    <p:sldId id="1046" r:id="rId11"/>
    <p:sldId id="1044" r:id="rId12"/>
    <p:sldId id="1047" r:id="rId13"/>
    <p:sldId id="1060" r:id="rId14"/>
    <p:sldId id="1035" r:id="rId15"/>
    <p:sldId id="1059" r:id="rId16"/>
    <p:sldId id="1036" r:id="rId17"/>
    <p:sldId id="1037" r:id="rId18"/>
    <p:sldId id="1038" r:id="rId19"/>
    <p:sldId id="1039" r:id="rId20"/>
    <p:sldId id="1040" r:id="rId21"/>
    <p:sldId id="1041" r:id="rId22"/>
    <p:sldId id="1042" r:id="rId23"/>
    <p:sldId id="1043" r:id="rId24"/>
    <p:sldId id="1048" r:id="rId25"/>
    <p:sldId id="1049" r:id="rId26"/>
    <p:sldId id="1051" r:id="rId27"/>
    <p:sldId id="1050" r:id="rId28"/>
    <p:sldId id="1095" r:id="rId29"/>
    <p:sldId id="1093" r:id="rId30"/>
    <p:sldId id="1094" r:id="rId31"/>
    <p:sldId id="1097" r:id="rId32"/>
    <p:sldId id="1061" r:id="rId33"/>
    <p:sldId id="1052" r:id="rId34"/>
    <p:sldId id="1053" r:id="rId35"/>
    <p:sldId id="1054" r:id="rId36"/>
    <p:sldId id="1055" r:id="rId37"/>
    <p:sldId id="1056" r:id="rId38"/>
    <p:sldId id="1062" r:id="rId39"/>
    <p:sldId id="1057" r:id="rId40"/>
    <p:sldId id="1058" r:id="rId41"/>
    <p:sldId id="1063" r:id="rId42"/>
    <p:sldId id="1079" r:id="rId43"/>
    <p:sldId id="1077" r:id="rId44"/>
    <p:sldId id="1064" r:id="rId45"/>
    <p:sldId id="1078" r:id="rId46"/>
    <p:sldId id="1065" r:id="rId47"/>
    <p:sldId id="1066" r:id="rId48"/>
    <p:sldId id="1080" r:id="rId49"/>
    <p:sldId id="1081" r:id="rId50"/>
    <p:sldId id="1100" r:id="rId51"/>
    <p:sldId id="1067" r:id="rId52"/>
    <p:sldId id="1082" r:id="rId53"/>
    <p:sldId id="1083" r:id="rId54"/>
    <p:sldId id="1099" r:id="rId55"/>
    <p:sldId id="1084" r:id="rId56"/>
    <p:sldId id="1090" r:id="rId57"/>
    <p:sldId id="1085" r:id="rId58"/>
    <p:sldId id="1101" r:id="rId59"/>
    <p:sldId id="1069" r:id="rId60"/>
    <p:sldId id="1070" r:id="rId61"/>
    <p:sldId id="1091" r:id="rId62"/>
    <p:sldId id="1102" r:id="rId63"/>
    <p:sldId id="1086" r:id="rId64"/>
    <p:sldId id="1071" r:id="rId65"/>
    <p:sldId id="1087" r:id="rId66"/>
    <p:sldId id="1072" r:id="rId67"/>
    <p:sldId id="1088" r:id="rId68"/>
    <p:sldId id="1089" r:id="rId69"/>
    <p:sldId id="1098" r:id="rId70"/>
    <p:sldId id="1092" r:id="rId71"/>
    <p:sldId id="1073" r:id="rId72"/>
    <p:sldId id="1074" r:id="rId73"/>
    <p:sldId id="288" r:id="rId74"/>
  </p:sldIdLst>
  <p:sldSz cx="12192000" cy="6858000"/>
  <p:notesSz cx="6858000" cy="9144000"/>
  <p:custDataLst>
    <p:tags r:id="rId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54"/>
            <p14:sldId id="1029"/>
            <p14:sldId id="1030"/>
            <p14:sldId id="1032"/>
            <p14:sldId id="1031"/>
            <p14:sldId id="1033"/>
            <p14:sldId id="1046"/>
            <p14:sldId id="1044"/>
            <p14:sldId id="1047"/>
            <p14:sldId id="1060"/>
            <p14:sldId id="1035"/>
            <p14:sldId id="1059"/>
            <p14:sldId id="1036"/>
            <p14:sldId id="1037"/>
            <p14:sldId id="1038"/>
            <p14:sldId id="1039"/>
            <p14:sldId id="1040"/>
            <p14:sldId id="1041"/>
            <p14:sldId id="1042"/>
            <p14:sldId id="1043"/>
            <p14:sldId id="1048"/>
            <p14:sldId id="1049"/>
            <p14:sldId id="1051"/>
            <p14:sldId id="1050"/>
            <p14:sldId id="1095"/>
            <p14:sldId id="1093"/>
            <p14:sldId id="1094"/>
            <p14:sldId id="1097"/>
            <p14:sldId id="1061"/>
            <p14:sldId id="1052"/>
            <p14:sldId id="1053"/>
            <p14:sldId id="1054"/>
            <p14:sldId id="1055"/>
            <p14:sldId id="1056"/>
            <p14:sldId id="1062"/>
            <p14:sldId id="1057"/>
            <p14:sldId id="1058"/>
            <p14:sldId id="1063"/>
            <p14:sldId id="1079"/>
            <p14:sldId id="1077"/>
            <p14:sldId id="1064"/>
            <p14:sldId id="1078"/>
            <p14:sldId id="1065"/>
            <p14:sldId id="1066"/>
            <p14:sldId id="1080"/>
            <p14:sldId id="1081"/>
            <p14:sldId id="1100"/>
            <p14:sldId id="1067"/>
            <p14:sldId id="1082"/>
            <p14:sldId id="1083"/>
            <p14:sldId id="1099"/>
            <p14:sldId id="1084"/>
            <p14:sldId id="1090"/>
            <p14:sldId id="1085"/>
            <p14:sldId id="1101"/>
            <p14:sldId id="1069"/>
            <p14:sldId id="1070"/>
            <p14:sldId id="1091"/>
            <p14:sldId id="1102"/>
            <p14:sldId id="1086"/>
            <p14:sldId id="1071"/>
            <p14:sldId id="1087"/>
            <p14:sldId id="1072"/>
            <p14:sldId id="1088"/>
            <p14:sldId id="1089"/>
            <p14:sldId id="1098"/>
            <p14:sldId id="1092"/>
            <p14:sldId id="1073"/>
            <p14:sldId id="1074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67D17"/>
    <a:srgbClr val="00B0F0"/>
    <a:srgbClr val="05988A"/>
    <a:srgbClr val="1B1E1D"/>
    <a:srgbClr val="0033B3"/>
    <a:srgbClr val="0000FF"/>
    <a:srgbClr val="92D050"/>
    <a:srgbClr val="F2F2F2"/>
    <a:srgbClr val="2A7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3" autoAdjust="0"/>
    <p:restoredTop sz="95664" autoAdjust="0"/>
  </p:normalViewPr>
  <p:slideViewPr>
    <p:cSldViewPr snapToGrid="0" showGuides="1">
      <p:cViewPr>
        <p:scale>
          <a:sx n="75" d="100"/>
          <a:sy n="75" d="100"/>
        </p:scale>
        <p:origin x="860" y="5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https://api.open-meteo.com/v1/forecast?latitude=40.060303&amp;longitude=116.343387&amp;current_weather=true&amp;timezone=Asia/Shanghai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043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A0F11-9662-60C9-EAB8-D1693B15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438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7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jpeg"/><Relationship Id="rId3" Type="http://schemas.openxmlformats.org/officeDocument/2006/relationships/image" Target="../media/image10.jpe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jpe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jpeg"/><Relationship Id="rId3" Type="http://schemas.openxmlformats.org/officeDocument/2006/relationships/image" Target="../media/image10.jpe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jpe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jpeg"/><Relationship Id="rId3" Type="http://schemas.openxmlformats.org/officeDocument/2006/relationships/image" Target="../media/image10.jpe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jpeg"/><Relationship Id="rId33" Type="http://schemas.openxmlformats.org/officeDocument/2006/relationships/image" Target="../media/image40.jpe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jpeg"/><Relationship Id="rId3" Type="http://schemas.openxmlformats.org/officeDocument/2006/relationships/image" Target="../media/image10.jpe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jpeg"/><Relationship Id="rId33" Type="http://schemas.openxmlformats.org/officeDocument/2006/relationships/image" Target="../media/image40.jpe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org.c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i.open-meteo.com/v1/forecast?latitude=40.060303&amp;longitude=116.343387&amp;current_weather=true&amp;timezone=Asia/Shanghai" TargetMode="Externa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项目实战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7006FA-DD2F-2831-0DEA-E5BE3A4213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3659809" cy="563562"/>
          </a:xfrm>
        </p:spPr>
        <p:txBody>
          <a:bodyPr/>
          <a:lstStyle/>
          <a:p>
            <a:r>
              <a:rPr lang="en-US" altLang="zh-CN"/>
              <a:t>—— Web</a:t>
            </a:r>
            <a:r>
              <a:rPr lang="zh-CN" altLang="en-US"/>
              <a:t>开发 </a:t>
            </a:r>
            <a:r>
              <a:rPr lang="en-US" altLang="zh-CN"/>
              <a:t>——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3777F3-99FD-52CA-D51C-3AF34A156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90F366-3128-509B-A004-0CCEF6F84226}"/>
              </a:ext>
            </a:extLst>
          </p:cNvPr>
          <p:cNvSpPr txBox="1"/>
          <p:nvPr/>
        </p:nvSpPr>
        <p:spPr>
          <a:xfrm>
            <a:off x="6851373" y="3006515"/>
            <a:ext cx="2206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FastAPI</a:t>
            </a:r>
            <a:r>
              <a:rPr lang="zh-CN" altLang="en-US" sz="20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基础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FE212D-8DD3-A209-C838-C2157E8EC7D8}"/>
              </a:ext>
            </a:extLst>
          </p:cNvPr>
          <p:cNvSpPr txBox="1"/>
          <p:nvPr/>
        </p:nvSpPr>
        <p:spPr>
          <a:xfrm>
            <a:off x="6851373" y="3616115"/>
            <a:ext cx="2206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汉字谜盒案例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E7B08-F3CF-55AD-9013-528A87CB52E4}"/>
              </a:ext>
            </a:extLst>
          </p:cNvPr>
          <p:cNvSpPr txBox="1"/>
          <p:nvPr/>
        </p:nvSpPr>
        <p:spPr>
          <a:xfrm>
            <a:off x="6851373" y="2321483"/>
            <a:ext cx="2206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面向对象高级</a:t>
            </a:r>
          </a:p>
        </p:txBody>
      </p:sp>
    </p:spTree>
    <p:extLst>
      <p:ext uri="{BB962C8B-B14F-4D97-AF65-F5344CB8AC3E}">
        <p14:creationId xmlns:p14="http://schemas.microsoft.com/office/powerpoint/2010/main" val="385220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A5D5B55-55EA-1425-57A6-00078B566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面向对象高级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FastAPI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汉字谜盒案例</a:t>
            </a:r>
          </a:p>
        </p:txBody>
      </p:sp>
    </p:spTree>
    <p:extLst>
      <p:ext uri="{BB962C8B-B14F-4D97-AF65-F5344CB8AC3E}">
        <p14:creationId xmlns:p14="http://schemas.microsoft.com/office/powerpoint/2010/main" val="98258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020FA19-3F5A-15BA-5F02-83DCD7E88E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1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CF71B1-905F-C783-3C91-518E83288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97" y="901932"/>
            <a:ext cx="5511228" cy="4806954"/>
          </a:xfrm>
          <a:prstGeom prst="roundRect">
            <a:avLst>
              <a:gd name="adj" fmla="val 892"/>
            </a:avLst>
          </a:prstGeom>
          <a:ln w="6350">
            <a:solidFill>
              <a:schemeClr val="bg1">
                <a:lumMod val="6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36C5CA-67F4-53C9-25BA-D67FD7E32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142" y="2105824"/>
            <a:ext cx="6200541" cy="2492680"/>
          </a:xfrm>
          <a:prstGeom prst="roundRect">
            <a:avLst>
              <a:gd name="adj" fmla="val 1997"/>
            </a:avLst>
          </a:prstGeom>
          <a:ln w="6350"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3038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E39F25-997F-A34C-736B-269889278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面向对象高级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CA9E5A-FF8E-9C8D-FA44-5B5235760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415799"/>
          </a:xfrm>
        </p:spPr>
        <p:txBody>
          <a:bodyPr/>
          <a:lstStyle/>
          <a:p>
            <a:r>
              <a:rPr lang="zh-CN" altLang="en-US"/>
              <a:t>封装</a:t>
            </a:r>
            <a:endParaRPr lang="en-US" altLang="zh-CN"/>
          </a:p>
          <a:p>
            <a:r>
              <a:rPr lang="zh-CN" altLang="en-US"/>
              <a:t>继承</a:t>
            </a:r>
            <a:endParaRPr lang="en-US" altLang="zh-CN"/>
          </a:p>
          <a:p>
            <a:r>
              <a:rPr lang="zh-CN" altLang="en-US"/>
              <a:t>多态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55BC0E-DBAF-D9C6-0A49-72818AC649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04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965DF-AA4C-D9C9-5CA9-CFD57A35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0045AE44-2A21-ED8C-A3BC-C0525DB59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2495" y="5224478"/>
            <a:ext cx="1065923" cy="799042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CB5B2C84-3442-9104-1476-BE411476E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3115" y="3733190"/>
            <a:ext cx="1065923" cy="844629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EFD887-51C9-727D-19B7-C41898BE5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990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封装就是把数据</a:t>
            </a:r>
            <a:r>
              <a:rPr lang="en-US" altLang="zh-CN"/>
              <a:t>(</a:t>
            </a:r>
            <a:r>
              <a:rPr lang="zh-CN" altLang="en-US"/>
              <a:t>属性</a:t>
            </a:r>
            <a:r>
              <a:rPr lang="en-US" altLang="zh-CN"/>
              <a:t>)</a:t>
            </a:r>
            <a:r>
              <a:rPr lang="zh-CN" altLang="en-US"/>
              <a:t>和操作数据的函数</a:t>
            </a:r>
            <a:r>
              <a:rPr lang="en-US" altLang="zh-CN"/>
              <a:t>(</a:t>
            </a:r>
            <a:r>
              <a:rPr lang="zh-CN" altLang="en-US"/>
              <a:t>方法</a:t>
            </a:r>
            <a:r>
              <a:rPr lang="en-US" altLang="zh-CN"/>
              <a:t>)</a:t>
            </a:r>
            <a:r>
              <a:rPr lang="zh-CN" altLang="en-US"/>
              <a:t>捆绑在一起，形成一个独立的单元（类），并隐藏内部的实现细节，只对外暴露必要的功能（方法）。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0146514-603D-C05C-594B-E6AFD10B8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封装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999BC0-DD41-BB91-3E19-53CB22021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7" t="22707" r="10336" b="54601"/>
          <a:stretch>
            <a:fillRect/>
          </a:stretch>
        </p:blipFill>
        <p:spPr>
          <a:xfrm>
            <a:off x="-1295794" y="3823989"/>
            <a:ext cx="1231555" cy="7709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00E0EE-7303-74AD-9B1D-D4B50FC2E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9" t="32119" r="36225" b="50064"/>
          <a:stretch>
            <a:fillRect/>
          </a:stretch>
        </p:blipFill>
        <p:spPr>
          <a:xfrm>
            <a:off x="1622638" y="7410305"/>
            <a:ext cx="712846" cy="6053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5D860A6-A121-16E3-C26D-7FA4A4162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4" t="29795" r="50221" b="50446"/>
          <a:stretch>
            <a:fillRect/>
          </a:stretch>
        </p:blipFill>
        <p:spPr>
          <a:xfrm>
            <a:off x="1848286" y="8175354"/>
            <a:ext cx="684438" cy="67129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4D6C0E7-1DD5-3BB0-D0A9-1F4A4F638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6" t="33606" r="63841" b="50489"/>
          <a:stretch>
            <a:fillRect/>
          </a:stretch>
        </p:blipFill>
        <p:spPr>
          <a:xfrm>
            <a:off x="7796264" y="7255014"/>
            <a:ext cx="589871" cy="4110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236F571-98EE-CA56-CB2B-43C7E6141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4" t="63079" r="68846" b="30664"/>
          <a:stretch>
            <a:fillRect/>
          </a:stretch>
        </p:blipFill>
        <p:spPr>
          <a:xfrm>
            <a:off x="3459897" y="8383895"/>
            <a:ext cx="424389" cy="2125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12484F8-AF0E-2237-7670-FCD888DBF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t="48870" r="68305" b="37257"/>
          <a:stretch>
            <a:fillRect/>
          </a:stretch>
        </p:blipFill>
        <p:spPr>
          <a:xfrm>
            <a:off x="576196" y="7402537"/>
            <a:ext cx="684438" cy="47131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2581F4D-0863-1CE3-1B10-F8146EBE5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69625" r="63320" b="8183"/>
          <a:stretch>
            <a:fillRect/>
          </a:stretch>
        </p:blipFill>
        <p:spPr>
          <a:xfrm>
            <a:off x="13739003" y="4513319"/>
            <a:ext cx="556986" cy="574716"/>
          </a:xfrm>
          <a:custGeom>
            <a:avLst/>
            <a:gdLst>
              <a:gd name="csX0" fmla="*/ 0 w 1215750"/>
              <a:gd name="csY0" fmla="*/ 0 h 1254449"/>
              <a:gd name="csX1" fmla="*/ 1215750 w 1215750"/>
              <a:gd name="csY1" fmla="*/ 0 h 1254449"/>
              <a:gd name="csX2" fmla="*/ 1215750 w 1215750"/>
              <a:gd name="csY2" fmla="*/ 387812 h 1254449"/>
              <a:gd name="csX3" fmla="*/ 813986 w 1215750"/>
              <a:gd name="csY3" fmla="*/ 1254449 h 1254449"/>
              <a:gd name="csX4" fmla="*/ 0 w 1215750"/>
              <a:gd name="csY4" fmla="*/ 1254449 h 125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750" h="1254449">
                <a:moveTo>
                  <a:pt x="0" y="0"/>
                </a:moveTo>
                <a:lnTo>
                  <a:pt x="1215750" y="0"/>
                </a:lnTo>
                <a:lnTo>
                  <a:pt x="1215750" y="387812"/>
                </a:lnTo>
                <a:lnTo>
                  <a:pt x="813986" y="1254449"/>
                </a:lnTo>
                <a:lnTo>
                  <a:pt x="0" y="1254449"/>
                </a:lnTo>
                <a:close/>
              </a:path>
            </a:pathLst>
          </a:cu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111C862-227A-A626-04AE-46F4912CEB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6" t="62459" r="77538" b="22439"/>
          <a:stretch>
            <a:fillRect/>
          </a:stretch>
        </p:blipFill>
        <p:spPr>
          <a:xfrm>
            <a:off x="771996" y="8081439"/>
            <a:ext cx="563972" cy="51308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5F1F7CC-201C-0ED3-4B56-A57BFA140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49803" r="50065" b="29214"/>
          <a:stretch>
            <a:fillRect/>
          </a:stretch>
        </p:blipFill>
        <p:spPr>
          <a:xfrm>
            <a:off x="3446925" y="9131908"/>
            <a:ext cx="605372" cy="475083"/>
          </a:xfrm>
          <a:custGeom>
            <a:avLst/>
            <a:gdLst>
              <a:gd name="csX0" fmla="*/ 0 w 1833520"/>
              <a:gd name="csY0" fmla="*/ 0 h 1438908"/>
              <a:gd name="csX1" fmla="*/ 1833520 w 1833520"/>
              <a:gd name="csY1" fmla="*/ 0 h 1438908"/>
              <a:gd name="csX2" fmla="*/ 1833520 w 1833520"/>
              <a:gd name="csY2" fmla="*/ 899009 h 1438908"/>
              <a:gd name="csX3" fmla="*/ 736818 w 1833520"/>
              <a:gd name="csY3" fmla="*/ 1438908 h 1438908"/>
              <a:gd name="csX4" fmla="*/ 0 w 1833520"/>
              <a:gd name="csY4" fmla="*/ 1438908 h 1438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3520" h="1438908">
                <a:moveTo>
                  <a:pt x="0" y="0"/>
                </a:moveTo>
                <a:lnTo>
                  <a:pt x="1833520" y="0"/>
                </a:lnTo>
                <a:lnTo>
                  <a:pt x="1833520" y="899009"/>
                </a:lnTo>
                <a:lnTo>
                  <a:pt x="736818" y="1438908"/>
                </a:lnTo>
                <a:lnTo>
                  <a:pt x="0" y="1438908"/>
                </a:lnTo>
                <a:close/>
              </a:path>
            </a:pathLst>
          </a:cu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B878A8F-0F1B-7934-F673-7DC59760F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0" t="65649" r="50065" b="19316"/>
          <a:stretch>
            <a:fillRect/>
          </a:stretch>
        </p:blipFill>
        <p:spPr>
          <a:xfrm>
            <a:off x="-1935370" y="6965812"/>
            <a:ext cx="770861" cy="619710"/>
          </a:xfrm>
          <a:custGeom>
            <a:avLst/>
            <a:gdLst>
              <a:gd name="csX0" fmla="*/ 853284 w 1282598"/>
              <a:gd name="csY0" fmla="*/ 0 h 1031105"/>
              <a:gd name="csX1" fmla="*/ 1282598 w 1282598"/>
              <a:gd name="csY1" fmla="*/ 0 h 1031105"/>
              <a:gd name="csX2" fmla="*/ 1282598 w 1282598"/>
              <a:gd name="csY2" fmla="*/ 1031105 h 1031105"/>
              <a:gd name="csX3" fmla="*/ 0 w 1282598"/>
              <a:gd name="csY3" fmla="*/ 1031105 h 1031105"/>
              <a:gd name="csX4" fmla="*/ 0 w 1282598"/>
              <a:gd name="csY4" fmla="*/ 440439 h 1031105"/>
              <a:gd name="csX5" fmla="*/ 972 w 1282598"/>
              <a:gd name="csY5" fmla="*/ 442470 h 1031105"/>
              <a:gd name="csX6" fmla="*/ 866740 w 1282598"/>
              <a:gd name="csY6" fmla="*/ 28115 h 1031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82598" h="1031105">
                <a:moveTo>
                  <a:pt x="853284" y="0"/>
                </a:moveTo>
                <a:lnTo>
                  <a:pt x="1282598" y="0"/>
                </a:lnTo>
                <a:lnTo>
                  <a:pt x="1282598" y="1031105"/>
                </a:lnTo>
                <a:lnTo>
                  <a:pt x="0" y="1031105"/>
                </a:lnTo>
                <a:lnTo>
                  <a:pt x="0" y="440439"/>
                </a:lnTo>
                <a:lnTo>
                  <a:pt x="972" y="442470"/>
                </a:lnTo>
                <a:lnTo>
                  <a:pt x="866740" y="28115"/>
                </a:lnTo>
                <a:close/>
              </a:path>
            </a:pathLst>
          </a:cu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8A028D0-E0B4-DBF7-748F-5BD11BBDA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79997" r="58146" b="8567"/>
          <a:stretch>
            <a:fillRect/>
          </a:stretch>
        </p:blipFill>
        <p:spPr>
          <a:xfrm>
            <a:off x="2749833" y="8336697"/>
            <a:ext cx="605447" cy="471314"/>
          </a:xfrm>
          <a:custGeom>
            <a:avLst/>
            <a:gdLst>
              <a:gd name="csX0" fmla="*/ 390160 w 1007374"/>
              <a:gd name="csY0" fmla="*/ 0 h 784197"/>
              <a:gd name="csX1" fmla="*/ 1007374 w 1007374"/>
              <a:gd name="csY1" fmla="*/ 0 h 784197"/>
              <a:gd name="csX2" fmla="*/ 1007374 w 1007374"/>
              <a:gd name="csY2" fmla="*/ 784197 h 784197"/>
              <a:gd name="csX3" fmla="*/ 0 w 1007374"/>
              <a:gd name="csY3" fmla="*/ 784197 h 784197"/>
              <a:gd name="csX4" fmla="*/ 0 w 1007374"/>
              <a:gd name="csY4" fmla="*/ 572177 h 784197"/>
              <a:gd name="csX5" fmla="*/ 502617 w 1007374"/>
              <a:gd name="csY5" fmla="*/ 126954 h 784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7374" h="784197">
                <a:moveTo>
                  <a:pt x="390160" y="0"/>
                </a:moveTo>
                <a:lnTo>
                  <a:pt x="1007374" y="0"/>
                </a:lnTo>
                <a:lnTo>
                  <a:pt x="1007374" y="784197"/>
                </a:lnTo>
                <a:lnTo>
                  <a:pt x="0" y="784197"/>
                </a:lnTo>
                <a:lnTo>
                  <a:pt x="0" y="572177"/>
                </a:lnTo>
                <a:lnTo>
                  <a:pt x="502617" y="126954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1FE3B7A-84FD-11EA-0DD8-38AD3B29F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2505" y="2627637"/>
            <a:ext cx="758893" cy="552324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AAAE5BF-E579-84F5-D055-6F9A4223EF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9856" y="6067524"/>
            <a:ext cx="784416" cy="645078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269D7C74-0249-BF68-961F-3D789DC1B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53242" y="5442996"/>
            <a:ext cx="710547" cy="673794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89AE4633-F0BE-7C9F-97CB-5FF4B5294F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766" y="7080466"/>
            <a:ext cx="621146" cy="430443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807AEE6F-17CE-5264-E409-93F9DF3833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18678" y="6987775"/>
            <a:ext cx="444437" cy="507238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37FB881A-9EF0-F48C-358A-04C56372BC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395284" y="4752967"/>
            <a:ext cx="1709859" cy="270982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4A477441-F15A-F01C-496D-12C994EDAB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747581" y="6534941"/>
            <a:ext cx="835656" cy="12640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705E8E69-D860-9298-2A84-1D35DD7164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2272" y="7380181"/>
            <a:ext cx="1341010" cy="13815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AFE08881-E478-E77F-292A-E5377F07486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06879" y="7595422"/>
            <a:ext cx="1143362" cy="289966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B68E374A-F3AC-B731-253A-8C7A47344B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1410" y="8985877"/>
            <a:ext cx="713713" cy="383573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E9980D7D-FFD9-74A5-8B4C-D6E64660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522170" y="4925384"/>
            <a:ext cx="530810" cy="547312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B4419640-2344-BE38-B0AA-8021964810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969740" y="2964971"/>
            <a:ext cx="725269" cy="429981"/>
          </a:xfrm>
          <a:prstGeom prst="roundRect">
            <a:avLst>
              <a:gd name="adj" fmla="val 33618"/>
            </a:avLst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5A3E2B4C-247B-6759-3C09-A3AE1B8B186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77880" y="7808795"/>
            <a:ext cx="625226" cy="59956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982BDD45-10CB-A7B1-6D11-B6D40CC70A4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809340" y="3420570"/>
            <a:ext cx="794935" cy="491994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9F68D009-B2D4-3472-BF7B-EB2F2E9CD5E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1700015" y="2060885"/>
            <a:ext cx="693545" cy="643761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4E75D15C-313F-133C-A4ED-9271477F20F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559463" y="7803383"/>
            <a:ext cx="556111" cy="278056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B493B6F1-E3AE-04BD-90CC-35F95739149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660921" y="5085629"/>
            <a:ext cx="560477" cy="486678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3ABB81A1-3A84-7399-81D4-CAF250DB832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63318" y="7125105"/>
            <a:ext cx="506426" cy="513089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D47947A5-8236-3685-B4FB-3A2B0F30A51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75051" y="7410305"/>
            <a:ext cx="692565" cy="475083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977EE19-CC47-5268-F81A-B8BF8A8C97F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68076" y="8490192"/>
            <a:ext cx="488589" cy="583653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FB7D537D-4DB9-C536-B7C0-853118726A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8654709"/>
            <a:ext cx="356077" cy="475083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9477BE5A-9FB5-D472-710A-F918D9C99F3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9270" y="5548437"/>
            <a:ext cx="356077" cy="475083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7EA4A6EC-C040-5803-24A8-6D28C64963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890" y="8180012"/>
            <a:ext cx="356077" cy="475083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CAA9B4A9-BA32-AC23-EB52-2BDD54916C9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145" y="7257472"/>
            <a:ext cx="356077" cy="475083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6125E330-6B5B-13A2-A39E-5F864890D5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557" y="7330323"/>
            <a:ext cx="520432" cy="520432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AFF807DB-D6CD-92CD-2589-F76F14D6E7A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56507" y="7343449"/>
            <a:ext cx="661481" cy="661481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C3AD779A-3582-F4CC-DC6F-6DE55BDF9E1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-837424" y="6125344"/>
            <a:ext cx="592953" cy="592953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83FA018C-157F-001E-33BB-6EE9A45E5F12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8502" b="13817"/>
          <a:stretch>
            <a:fillRect/>
          </a:stretch>
        </p:blipFill>
        <p:spPr>
          <a:xfrm>
            <a:off x="9187341" y="8015628"/>
            <a:ext cx="1260854" cy="1278163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4F29A2C5-95BE-B728-9ECF-CAB2C3313CD6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8342" t="11821" r="7108"/>
          <a:stretch>
            <a:fillRect/>
          </a:stretch>
        </p:blipFill>
        <p:spPr>
          <a:xfrm>
            <a:off x="-1220184" y="7117317"/>
            <a:ext cx="1542195" cy="1205686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7D82B8BF-B964-C4DA-BA0D-21F9C9F5A291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17391" t="23308" r="17500" b="13812"/>
          <a:stretch>
            <a:fillRect/>
          </a:stretch>
        </p:blipFill>
        <p:spPr>
          <a:xfrm>
            <a:off x="4000763" y="7061195"/>
            <a:ext cx="4110288" cy="223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2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A12F-A964-AC8C-E25E-7FD8AD22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11420071-814E-1B54-892E-CA50BAD7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233" y="3529765"/>
            <a:ext cx="1065923" cy="799042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440767E-D457-F8EE-F9DE-1F1F578D7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261" y="2847919"/>
            <a:ext cx="1065923" cy="844629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32161A-DC74-AC14-61E1-08EDD7312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990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封装就是把数据</a:t>
            </a:r>
            <a:r>
              <a:rPr lang="en-US" altLang="zh-CN"/>
              <a:t>(</a:t>
            </a:r>
            <a:r>
              <a:rPr lang="zh-CN" altLang="en-US"/>
              <a:t>属性</a:t>
            </a:r>
            <a:r>
              <a:rPr lang="en-US" altLang="zh-CN"/>
              <a:t>)</a:t>
            </a:r>
            <a:r>
              <a:rPr lang="zh-CN" altLang="en-US"/>
              <a:t>和操作数据的函数</a:t>
            </a:r>
            <a:r>
              <a:rPr lang="en-US" altLang="zh-CN"/>
              <a:t>(</a:t>
            </a:r>
            <a:r>
              <a:rPr lang="zh-CN" altLang="en-US"/>
              <a:t>方法</a:t>
            </a:r>
            <a:r>
              <a:rPr lang="en-US" altLang="zh-CN"/>
              <a:t>)</a:t>
            </a:r>
            <a:r>
              <a:rPr lang="zh-CN" altLang="en-US"/>
              <a:t>捆绑在一起，形成一个独立的单元（类），并隐藏内部的实现细节，只对外暴露必要的功能（方法）。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FD94F7F-3537-B5A9-BD3F-EAE4AE13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封装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6A0724-80A6-1446-DA53-778B056A2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7" t="22707" r="10336" b="54601"/>
          <a:stretch>
            <a:fillRect/>
          </a:stretch>
        </p:blipFill>
        <p:spPr>
          <a:xfrm>
            <a:off x="2707000" y="2844912"/>
            <a:ext cx="1231555" cy="7709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E0F905-0630-33D8-8FC3-3487B456A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9" t="32119" r="36225" b="50064"/>
          <a:stretch>
            <a:fillRect/>
          </a:stretch>
        </p:blipFill>
        <p:spPr>
          <a:xfrm>
            <a:off x="4115582" y="5213501"/>
            <a:ext cx="712846" cy="6053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DCC41FB-9EFC-2350-7272-CD8A2B139C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4" t="29795" r="50221" b="50446"/>
          <a:stretch>
            <a:fillRect/>
          </a:stretch>
        </p:blipFill>
        <p:spPr>
          <a:xfrm>
            <a:off x="6155062" y="5615557"/>
            <a:ext cx="684438" cy="67129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EB02443-BE75-E56E-18E6-03CF02CBF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6" t="33606" r="63841" b="50489"/>
          <a:stretch>
            <a:fillRect/>
          </a:stretch>
        </p:blipFill>
        <p:spPr>
          <a:xfrm>
            <a:off x="5831539" y="2194254"/>
            <a:ext cx="589871" cy="4110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EC68EED-E17B-E81D-6FC8-B7FE67D6A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4" t="63079" r="68846" b="30664"/>
          <a:stretch>
            <a:fillRect/>
          </a:stretch>
        </p:blipFill>
        <p:spPr>
          <a:xfrm>
            <a:off x="5134879" y="5231291"/>
            <a:ext cx="424389" cy="2125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465A799-2E5D-1871-3E46-A3D8A9D18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t="48870" r="68305" b="37257"/>
          <a:stretch>
            <a:fillRect/>
          </a:stretch>
        </p:blipFill>
        <p:spPr>
          <a:xfrm>
            <a:off x="3171470" y="5565350"/>
            <a:ext cx="684438" cy="47131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F868367-FB60-64B6-7AB1-82E0CE8D0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69625" r="63320" b="8183"/>
          <a:stretch>
            <a:fillRect/>
          </a:stretch>
        </p:blipFill>
        <p:spPr>
          <a:xfrm>
            <a:off x="10254899" y="2813172"/>
            <a:ext cx="556986" cy="574716"/>
          </a:xfrm>
          <a:custGeom>
            <a:avLst/>
            <a:gdLst>
              <a:gd name="csX0" fmla="*/ 0 w 1215750"/>
              <a:gd name="csY0" fmla="*/ 0 h 1254449"/>
              <a:gd name="csX1" fmla="*/ 1215750 w 1215750"/>
              <a:gd name="csY1" fmla="*/ 0 h 1254449"/>
              <a:gd name="csX2" fmla="*/ 1215750 w 1215750"/>
              <a:gd name="csY2" fmla="*/ 387812 h 1254449"/>
              <a:gd name="csX3" fmla="*/ 813986 w 1215750"/>
              <a:gd name="csY3" fmla="*/ 1254449 h 1254449"/>
              <a:gd name="csX4" fmla="*/ 0 w 1215750"/>
              <a:gd name="csY4" fmla="*/ 1254449 h 125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750" h="1254449">
                <a:moveTo>
                  <a:pt x="0" y="0"/>
                </a:moveTo>
                <a:lnTo>
                  <a:pt x="1215750" y="0"/>
                </a:lnTo>
                <a:lnTo>
                  <a:pt x="1215750" y="387812"/>
                </a:lnTo>
                <a:lnTo>
                  <a:pt x="813986" y="1254449"/>
                </a:lnTo>
                <a:lnTo>
                  <a:pt x="0" y="1254449"/>
                </a:lnTo>
                <a:close/>
              </a:path>
            </a:pathLst>
          </a:cu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23EF5A8-6127-1ADF-2FAD-FE494608F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6" t="62459" r="77538" b="22439"/>
          <a:stretch>
            <a:fillRect/>
          </a:stretch>
        </p:blipFill>
        <p:spPr>
          <a:xfrm>
            <a:off x="5406435" y="5641050"/>
            <a:ext cx="563972" cy="51308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D24EB84-BCD4-DFA1-6AB5-5A91938D00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49803" r="50065" b="29214"/>
          <a:stretch>
            <a:fillRect/>
          </a:stretch>
        </p:blipFill>
        <p:spPr>
          <a:xfrm>
            <a:off x="7374312" y="5761600"/>
            <a:ext cx="605372" cy="475083"/>
          </a:xfrm>
          <a:custGeom>
            <a:avLst/>
            <a:gdLst>
              <a:gd name="csX0" fmla="*/ 0 w 1833520"/>
              <a:gd name="csY0" fmla="*/ 0 h 1438908"/>
              <a:gd name="csX1" fmla="*/ 1833520 w 1833520"/>
              <a:gd name="csY1" fmla="*/ 0 h 1438908"/>
              <a:gd name="csX2" fmla="*/ 1833520 w 1833520"/>
              <a:gd name="csY2" fmla="*/ 899009 h 1438908"/>
              <a:gd name="csX3" fmla="*/ 736818 w 1833520"/>
              <a:gd name="csY3" fmla="*/ 1438908 h 1438908"/>
              <a:gd name="csX4" fmla="*/ 0 w 1833520"/>
              <a:gd name="csY4" fmla="*/ 1438908 h 1438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3520" h="1438908">
                <a:moveTo>
                  <a:pt x="0" y="0"/>
                </a:moveTo>
                <a:lnTo>
                  <a:pt x="1833520" y="0"/>
                </a:lnTo>
                <a:lnTo>
                  <a:pt x="1833520" y="899009"/>
                </a:lnTo>
                <a:lnTo>
                  <a:pt x="736818" y="1438908"/>
                </a:lnTo>
                <a:lnTo>
                  <a:pt x="0" y="1438908"/>
                </a:lnTo>
                <a:close/>
              </a:path>
            </a:pathLst>
          </a:cu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6A4E7B0-FCAA-4A89-4323-1A93AA611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0" t="65649" r="50065" b="19316"/>
          <a:stretch>
            <a:fillRect/>
          </a:stretch>
        </p:blipFill>
        <p:spPr>
          <a:xfrm>
            <a:off x="2284399" y="5701013"/>
            <a:ext cx="770861" cy="619710"/>
          </a:xfrm>
          <a:custGeom>
            <a:avLst/>
            <a:gdLst>
              <a:gd name="csX0" fmla="*/ 853284 w 1282598"/>
              <a:gd name="csY0" fmla="*/ 0 h 1031105"/>
              <a:gd name="csX1" fmla="*/ 1282598 w 1282598"/>
              <a:gd name="csY1" fmla="*/ 0 h 1031105"/>
              <a:gd name="csX2" fmla="*/ 1282598 w 1282598"/>
              <a:gd name="csY2" fmla="*/ 1031105 h 1031105"/>
              <a:gd name="csX3" fmla="*/ 0 w 1282598"/>
              <a:gd name="csY3" fmla="*/ 1031105 h 1031105"/>
              <a:gd name="csX4" fmla="*/ 0 w 1282598"/>
              <a:gd name="csY4" fmla="*/ 440439 h 1031105"/>
              <a:gd name="csX5" fmla="*/ 972 w 1282598"/>
              <a:gd name="csY5" fmla="*/ 442470 h 1031105"/>
              <a:gd name="csX6" fmla="*/ 866740 w 1282598"/>
              <a:gd name="csY6" fmla="*/ 28115 h 1031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82598" h="1031105">
                <a:moveTo>
                  <a:pt x="853284" y="0"/>
                </a:moveTo>
                <a:lnTo>
                  <a:pt x="1282598" y="0"/>
                </a:lnTo>
                <a:lnTo>
                  <a:pt x="1282598" y="1031105"/>
                </a:lnTo>
                <a:lnTo>
                  <a:pt x="0" y="1031105"/>
                </a:lnTo>
                <a:lnTo>
                  <a:pt x="0" y="440439"/>
                </a:lnTo>
                <a:lnTo>
                  <a:pt x="972" y="442470"/>
                </a:lnTo>
                <a:lnTo>
                  <a:pt x="866740" y="28115"/>
                </a:lnTo>
                <a:close/>
              </a:path>
            </a:pathLst>
          </a:cu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32C6A932-CADB-85AB-F330-966F7253E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79997" r="58146" b="8567"/>
          <a:stretch>
            <a:fillRect/>
          </a:stretch>
        </p:blipFill>
        <p:spPr>
          <a:xfrm>
            <a:off x="4469744" y="5687993"/>
            <a:ext cx="605447" cy="471314"/>
          </a:xfrm>
          <a:custGeom>
            <a:avLst/>
            <a:gdLst>
              <a:gd name="csX0" fmla="*/ 390160 w 1007374"/>
              <a:gd name="csY0" fmla="*/ 0 h 784197"/>
              <a:gd name="csX1" fmla="*/ 1007374 w 1007374"/>
              <a:gd name="csY1" fmla="*/ 0 h 784197"/>
              <a:gd name="csX2" fmla="*/ 1007374 w 1007374"/>
              <a:gd name="csY2" fmla="*/ 784197 h 784197"/>
              <a:gd name="csX3" fmla="*/ 0 w 1007374"/>
              <a:gd name="csY3" fmla="*/ 784197 h 784197"/>
              <a:gd name="csX4" fmla="*/ 0 w 1007374"/>
              <a:gd name="csY4" fmla="*/ 572177 h 784197"/>
              <a:gd name="csX5" fmla="*/ 502617 w 1007374"/>
              <a:gd name="csY5" fmla="*/ 126954 h 784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7374" h="784197">
                <a:moveTo>
                  <a:pt x="390160" y="0"/>
                </a:moveTo>
                <a:lnTo>
                  <a:pt x="1007374" y="0"/>
                </a:lnTo>
                <a:lnTo>
                  <a:pt x="1007374" y="784197"/>
                </a:lnTo>
                <a:lnTo>
                  <a:pt x="0" y="784197"/>
                </a:lnTo>
                <a:lnTo>
                  <a:pt x="0" y="572177"/>
                </a:lnTo>
                <a:lnTo>
                  <a:pt x="502617" y="126954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A246802-CE33-8AFD-6C4E-3E18BE2995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87" y="2455163"/>
            <a:ext cx="758893" cy="552324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ED89CB0D-5063-99C0-D1E3-E84DBEF0D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352" y="4413140"/>
            <a:ext cx="784416" cy="645078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F3AFAE2-CC99-D05D-1804-89720E4B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546" y="3716908"/>
            <a:ext cx="710547" cy="673794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D338ACAF-732C-CA40-B1AE-139A9A5ECE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4545" y="2414469"/>
            <a:ext cx="621146" cy="430443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9181A608-0AA7-206D-1B57-F0CEA313AD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0977" y="5311731"/>
            <a:ext cx="444437" cy="507238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8482090A-61D0-D827-7876-35170B7F34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4903" y="2509136"/>
            <a:ext cx="1709859" cy="270982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BB4FF9A8-849A-014B-572B-5D849CF90E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5175" y="5590130"/>
            <a:ext cx="835656" cy="12640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AACC7FE4-B54E-3865-FC34-EACEEC9B14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8078" y="2115355"/>
            <a:ext cx="1341010" cy="13815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F32EE4CF-8608-F4F8-1338-DEC89FDAB0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5965" y="4688050"/>
            <a:ext cx="1143362" cy="289966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CD52F3E2-880A-0F3B-9AA9-0C868D33A6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98206" y="4978016"/>
            <a:ext cx="713713" cy="383573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BEBA83B6-3569-9067-C127-D03F88C929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85607" y="3738836"/>
            <a:ext cx="530810" cy="547312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6D7B8C65-A1F0-1563-23F1-71B42C6BE7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5582" y="2840253"/>
            <a:ext cx="725269" cy="429981"/>
          </a:xfrm>
          <a:prstGeom prst="roundRect">
            <a:avLst>
              <a:gd name="adj" fmla="val 33618"/>
            </a:avLst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65C37FB7-2810-F911-BA04-5BAE21F249D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4349" y="5215952"/>
            <a:ext cx="625226" cy="59956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D42CE93A-8E7F-B07D-6351-0831FF1107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86932" y="2894755"/>
            <a:ext cx="794935" cy="491994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36DCF7A5-7AF5-1BFD-F981-B401F95F977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7023" y="1800581"/>
            <a:ext cx="693545" cy="643761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2E253E81-1AC1-7F56-01EC-E2D177C9663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92777" y="5150270"/>
            <a:ext cx="556111" cy="278056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ABF3EEA4-4AC4-643B-401A-8F5EFCC9501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34668" y="3612514"/>
            <a:ext cx="560477" cy="486678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EDD2E509-D7F0-1A48-6AEA-9FAE91F8C53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3861" y="2138664"/>
            <a:ext cx="506426" cy="513089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DFA1E78E-7CCF-6B2B-D6DF-2ADA459378D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65160" y="3207326"/>
            <a:ext cx="692565" cy="475083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906AB9D0-FBFC-865B-6E8D-3621F7D88B5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44872" y="4482331"/>
            <a:ext cx="488589" cy="583653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35803D13-7751-A9B9-4938-1A6E8FFEF01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06" y="5561581"/>
            <a:ext cx="356077" cy="475083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3F300E33-2164-46D0-554C-B33C7077F3E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94" y="3716908"/>
            <a:ext cx="356077" cy="475083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84A1C1AC-DE9A-6DE5-C700-5493CA3A731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135" y="5302334"/>
            <a:ext cx="356077" cy="475083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E9129B80-97E2-728D-34E0-2632B6DB11C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083" y="2582434"/>
            <a:ext cx="356077" cy="475083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E47E87F5-ED71-B653-B7BB-B7AD37F2268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790" y="2008587"/>
            <a:ext cx="520432" cy="520432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F52933C5-8A2C-409D-4998-4E7F8568BC9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76073" y="2344719"/>
            <a:ext cx="661481" cy="661481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89CC7585-7005-CBA4-DD9A-12C0AE74406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60050" y="4603342"/>
            <a:ext cx="592953" cy="592953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80F37BC7-D105-99D2-2B3D-F8379C591E5B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8502" b="13817"/>
          <a:stretch>
            <a:fillRect/>
          </a:stretch>
        </p:blipFill>
        <p:spPr>
          <a:xfrm>
            <a:off x="7438109" y="3972061"/>
            <a:ext cx="1260854" cy="1278163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47421CC6-2B92-5AD4-1522-F6E66877FD0A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8342" t="11821" r="7108"/>
          <a:stretch>
            <a:fillRect/>
          </a:stretch>
        </p:blipFill>
        <p:spPr>
          <a:xfrm>
            <a:off x="2216035" y="4266572"/>
            <a:ext cx="1542195" cy="1205686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37DA4F90-9EFD-CF0E-D431-63B1E08D5D85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17391" t="23308" r="17500" b="13812"/>
          <a:stretch>
            <a:fillRect/>
          </a:stretch>
        </p:blipFill>
        <p:spPr>
          <a:xfrm>
            <a:off x="3532962" y="2917674"/>
            <a:ext cx="4110288" cy="223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71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E487-CE89-DBCF-3231-C2D8BE6F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15E72D-E8D4-0208-E9E3-79979E1B4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990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封装就是把数据</a:t>
            </a:r>
            <a:r>
              <a:rPr lang="en-US" altLang="zh-CN"/>
              <a:t>(</a:t>
            </a:r>
            <a:r>
              <a:rPr lang="zh-CN" altLang="en-US"/>
              <a:t>属性</a:t>
            </a:r>
            <a:r>
              <a:rPr lang="en-US" altLang="zh-CN"/>
              <a:t>)</a:t>
            </a:r>
            <a:r>
              <a:rPr lang="zh-CN" altLang="en-US"/>
              <a:t>和操作数据的函数</a:t>
            </a:r>
            <a:r>
              <a:rPr lang="en-US" altLang="zh-CN"/>
              <a:t>(</a:t>
            </a:r>
            <a:r>
              <a:rPr lang="zh-CN" altLang="en-US"/>
              <a:t>方法</a:t>
            </a:r>
            <a:r>
              <a:rPr lang="en-US" altLang="zh-CN"/>
              <a:t>)</a:t>
            </a:r>
            <a:r>
              <a:rPr lang="zh-CN" altLang="en-US"/>
              <a:t>捆绑在一起，形成一个独立的单元（类），并隐藏内部的实现细节，只对外暴露必要的功能（方法）。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A6E342A-B16D-6F0C-1FDA-82A3B478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封装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DF976728-2A96-010D-C4CA-06FE1A7C7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100" y="3643385"/>
            <a:ext cx="702603" cy="526688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16A2CD92-6C59-8A53-20E0-11FABF7C5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88" y="3704072"/>
            <a:ext cx="702603" cy="556737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3D717CFA-2E82-8813-F76E-FDE5BD64BB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7" t="22707" r="10336" b="54601"/>
          <a:stretch>
            <a:fillRect/>
          </a:stretch>
        </p:blipFill>
        <p:spPr>
          <a:xfrm>
            <a:off x="3253088" y="3563459"/>
            <a:ext cx="811779" cy="508154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C59A7506-094D-29D0-2191-508239231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9" t="32119" r="36225" b="50064"/>
          <a:stretch>
            <a:fillRect/>
          </a:stretch>
        </p:blipFill>
        <p:spPr>
          <a:xfrm>
            <a:off x="4127861" y="3721424"/>
            <a:ext cx="469872" cy="398998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DDC5DE6B-147A-01ED-47E4-2E7A50D09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4" t="29795" r="50221" b="50446"/>
          <a:stretch>
            <a:fillRect/>
          </a:stretch>
        </p:blipFill>
        <p:spPr>
          <a:xfrm>
            <a:off x="5231453" y="4058246"/>
            <a:ext cx="451147" cy="442484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3E29803D-EB63-3D78-8FD8-69F181864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6" t="33606" r="63841" b="50489"/>
          <a:stretch>
            <a:fillRect/>
          </a:stretch>
        </p:blipFill>
        <p:spPr>
          <a:xfrm>
            <a:off x="4899741" y="3108526"/>
            <a:ext cx="589871" cy="411007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9F4B6BEF-3B86-C706-A1C4-33DEB577C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4" t="63079" r="68846" b="30664"/>
          <a:stretch>
            <a:fillRect/>
          </a:stretch>
        </p:blipFill>
        <p:spPr>
          <a:xfrm>
            <a:off x="4211271" y="3673980"/>
            <a:ext cx="279736" cy="140131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556E8B8C-4976-37EB-2586-758BD0601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t="48870" r="68305" b="37257"/>
          <a:stretch>
            <a:fillRect/>
          </a:stretch>
        </p:blipFill>
        <p:spPr>
          <a:xfrm>
            <a:off x="3183749" y="4073272"/>
            <a:ext cx="451147" cy="310666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3B84BA72-D2DD-BBB9-683E-0681A286A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69625" r="63320" b="8183"/>
          <a:stretch>
            <a:fillRect/>
          </a:stretch>
        </p:blipFill>
        <p:spPr>
          <a:xfrm>
            <a:off x="5346626" y="3669325"/>
            <a:ext cx="367137" cy="378824"/>
          </a:xfrm>
          <a:custGeom>
            <a:avLst/>
            <a:gdLst>
              <a:gd name="csX0" fmla="*/ 0 w 1215750"/>
              <a:gd name="csY0" fmla="*/ 0 h 1254449"/>
              <a:gd name="csX1" fmla="*/ 1215750 w 1215750"/>
              <a:gd name="csY1" fmla="*/ 0 h 1254449"/>
              <a:gd name="csX2" fmla="*/ 1215750 w 1215750"/>
              <a:gd name="csY2" fmla="*/ 387812 h 1254449"/>
              <a:gd name="csX3" fmla="*/ 813986 w 1215750"/>
              <a:gd name="csY3" fmla="*/ 1254449 h 1254449"/>
              <a:gd name="csX4" fmla="*/ 0 w 1215750"/>
              <a:gd name="csY4" fmla="*/ 1254449 h 125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750" h="1254449">
                <a:moveTo>
                  <a:pt x="0" y="0"/>
                </a:moveTo>
                <a:lnTo>
                  <a:pt x="1215750" y="0"/>
                </a:lnTo>
                <a:lnTo>
                  <a:pt x="1215750" y="387812"/>
                </a:lnTo>
                <a:lnTo>
                  <a:pt x="813986" y="1254449"/>
                </a:lnTo>
                <a:lnTo>
                  <a:pt x="0" y="1254449"/>
                </a:lnTo>
                <a:close/>
              </a:path>
            </a:pathLst>
          </a:cu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ABFA8A52-B67A-75FA-41FB-8EE246C12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6" t="62459" r="77538" b="22439"/>
          <a:stretch>
            <a:fillRect/>
          </a:stretch>
        </p:blipFill>
        <p:spPr>
          <a:xfrm>
            <a:off x="4482826" y="4083740"/>
            <a:ext cx="371742" cy="338202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2FF34F4A-ABED-4012-8C53-B8BDC6DF2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49803" r="50065" b="29214"/>
          <a:stretch>
            <a:fillRect/>
          </a:stretch>
        </p:blipFill>
        <p:spPr>
          <a:xfrm>
            <a:off x="3410116" y="4211403"/>
            <a:ext cx="399031" cy="313151"/>
          </a:xfrm>
          <a:custGeom>
            <a:avLst/>
            <a:gdLst>
              <a:gd name="csX0" fmla="*/ 0 w 1833520"/>
              <a:gd name="csY0" fmla="*/ 0 h 1438908"/>
              <a:gd name="csX1" fmla="*/ 1833520 w 1833520"/>
              <a:gd name="csY1" fmla="*/ 0 h 1438908"/>
              <a:gd name="csX2" fmla="*/ 1833520 w 1833520"/>
              <a:gd name="csY2" fmla="*/ 899009 h 1438908"/>
              <a:gd name="csX3" fmla="*/ 736818 w 1833520"/>
              <a:gd name="csY3" fmla="*/ 1438908 h 1438908"/>
              <a:gd name="csX4" fmla="*/ 0 w 1833520"/>
              <a:gd name="csY4" fmla="*/ 1438908 h 1438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3520" h="1438908">
                <a:moveTo>
                  <a:pt x="0" y="0"/>
                </a:moveTo>
                <a:lnTo>
                  <a:pt x="1833520" y="0"/>
                </a:lnTo>
                <a:lnTo>
                  <a:pt x="1833520" y="899009"/>
                </a:lnTo>
                <a:lnTo>
                  <a:pt x="736818" y="1438908"/>
                </a:lnTo>
                <a:lnTo>
                  <a:pt x="0" y="1438908"/>
                </a:lnTo>
                <a:close/>
              </a:path>
            </a:pathLst>
          </a:cu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A163992A-BEFD-CD57-496F-12B90CCBDB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0" t="65649" r="50065" b="19316"/>
          <a:stretch>
            <a:fillRect/>
          </a:stretch>
        </p:blipFill>
        <p:spPr>
          <a:xfrm>
            <a:off x="2838676" y="3947976"/>
            <a:ext cx="508113" cy="408482"/>
          </a:xfrm>
          <a:custGeom>
            <a:avLst/>
            <a:gdLst>
              <a:gd name="csX0" fmla="*/ 853284 w 1282598"/>
              <a:gd name="csY0" fmla="*/ 0 h 1031105"/>
              <a:gd name="csX1" fmla="*/ 1282598 w 1282598"/>
              <a:gd name="csY1" fmla="*/ 0 h 1031105"/>
              <a:gd name="csX2" fmla="*/ 1282598 w 1282598"/>
              <a:gd name="csY2" fmla="*/ 1031105 h 1031105"/>
              <a:gd name="csX3" fmla="*/ 0 w 1282598"/>
              <a:gd name="csY3" fmla="*/ 1031105 h 1031105"/>
              <a:gd name="csX4" fmla="*/ 0 w 1282598"/>
              <a:gd name="csY4" fmla="*/ 440439 h 1031105"/>
              <a:gd name="csX5" fmla="*/ 972 w 1282598"/>
              <a:gd name="csY5" fmla="*/ 442470 h 1031105"/>
              <a:gd name="csX6" fmla="*/ 866740 w 1282598"/>
              <a:gd name="csY6" fmla="*/ 28115 h 1031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82598" h="1031105">
                <a:moveTo>
                  <a:pt x="853284" y="0"/>
                </a:moveTo>
                <a:lnTo>
                  <a:pt x="1282598" y="0"/>
                </a:lnTo>
                <a:lnTo>
                  <a:pt x="1282598" y="1031105"/>
                </a:lnTo>
                <a:lnTo>
                  <a:pt x="0" y="1031105"/>
                </a:lnTo>
                <a:lnTo>
                  <a:pt x="0" y="440439"/>
                </a:lnTo>
                <a:lnTo>
                  <a:pt x="972" y="442470"/>
                </a:lnTo>
                <a:lnTo>
                  <a:pt x="866740" y="28115"/>
                </a:lnTo>
                <a:close/>
              </a:path>
            </a:pathLst>
          </a:cu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57A02D5B-4A4C-0146-4366-551EED4FA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79997" r="58146" b="8567"/>
          <a:stretch>
            <a:fillRect/>
          </a:stretch>
        </p:blipFill>
        <p:spPr>
          <a:xfrm>
            <a:off x="3546136" y="4130682"/>
            <a:ext cx="399080" cy="310666"/>
          </a:xfrm>
          <a:custGeom>
            <a:avLst/>
            <a:gdLst>
              <a:gd name="csX0" fmla="*/ 390160 w 1007374"/>
              <a:gd name="csY0" fmla="*/ 0 h 784197"/>
              <a:gd name="csX1" fmla="*/ 1007374 w 1007374"/>
              <a:gd name="csY1" fmla="*/ 0 h 784197"/>
              <a:gd name="csX2" fmla="*/ 1007374 w 1007374"/>
              <a:gd name="csY2" fmla="*/ 784197 h 784197"/>
              <a:gd name="csX3" fmla="*/ 0 w 1007374"/>
              <a:gd name="csY3" fmla="*/ 784197 h 784197"/>
              <a:gd name="csX4" fmla="*/ 0 w 1007374"/>
              <a:gd name="csY4" fmla="*/ 572177 h 784197"/>
              <a:gd name="csX5" fmla="*/ 502617 w 1007374"/>
              <a:gd name="csY5" fmla="*/ 126954 h 784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7374" h="784197">
                <a:moveTo>
                  <a:pt x="390160" y="0"/>
                </a:moveTo>
                <a:lnTo>
                  <a:pt x="1007374" y="0"/>
                </a:lnTo>
                <a:lnTo>
                  <a:pt x="1007374" y="784197"/>
                </a:lnTo>
                <a:lnTo>
                  <a:pt x="0" y="784197"/>
                </a:lnTo>
                <a:lnTo>
                  <a:pt x="0" y="572177"/>
                </a:lnTo>
                <a:lnTo>
                  <a:pt x="502617" y="126954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39FD9AE1-E544-6FC8-7C3E-606FA4AC3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514" y="3311316"/>
            <a:ext cx="758893" cy="552324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A9BDE4D4-B039-B69F-285D-2C77EF9A53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129" y="3547255"/>
            <a:ext cx="517047" cy="425203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2D2CA6A2-0905-9551-4ACE-EAAF3B3461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774" y="3692921"/>
            <a:ext cx="468357" cy="444131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21CE4B77-EAD6-4FDF-8049-F81AF89175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158" y="3074896"/>
            <a:ext cx="621146" cy="430443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87A13698-83D6-287B-9AC9-F64B3DEE59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0894" y="3696301"/>
            <a:ext cx="292950" cy="334345"/>
          </a:xfrm>
          <a:prstGeom prst="rect">
            <a:avLst/>
          </a:prstGeom>
        </p:spPr>
      </p:pic>
      <p:pic>
        <p:nvPicPr>
          <p:cNvPr id="111" name="图片 110">
            <a:extLst>
              <a:ext uri="{FF2B5EF4-FFF2-40B4-BE49-F238E27FC236}">
                <a16:creationId xmlns:a16="http://schemas.microsoft.com/office/drawing/2014/main" id="{B92162AE-7345-FD39-DCD9-64D7B0F938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8993" y="3488641"/>
            <a:ext cx="1127053" cy="178618"/>
          </a:xfrm>
          <a:prstGeom prst="rect">
            <a:avLst/>
          </a:prstGeom>
        </p:spPr>
      </p:pic>
      <p:pic>
        <p:nvPicPr>
          <p:cNvPr id="112" name="图片 111">
            <a:extLst>
              <a:ext uri="{FF2B5EF4-FFF2-40B4-BE49-F238E27FC236}">
                <a16:creationId xmlns:a16="http://schemas.microsoft.com/office/drawing/2014/main" id="{2A0603F2-9D96-40DB-F8F8-E93B486B94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9452" y="3837093"/>
            <a:ext cx="550822" cy="83318"/>
          </a:xfrm>
          <a:prstGeom prst="rect">
            <a:avLst/>
          </a:prstGeom>
        </p:spPr>
      </p:pic>
      <p:pic>
        <p:nvPicPr>
          <p:cNvPr id="113" name="图片 112">
            <a:extLst>
              <a:ext uri="{FF2B5EF4-FFF2-40B4-BE49-F238E27FC236}">
                <a16:creationId xmlns:a16="http://schemas.microsoft.com/office/drawing/2014/main" id="{92AE0155-530F-2F25-8274-6BD2E323D1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3825" y="3398989"/>
            <a:ext cx="621146" cy="63990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C43DFD8A-B4AA-4B08-3748-8020C10DA7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4319" y="3775450"/>
            <a:ext cx="753647" cy="191131"/>
          </a:xfrm>
          <a:prstGeom prst="rect">
            <a:avLst/>
          </a:prstGeom>
        </p:spPr>
      </p:pic>
      <p:pic>
        <p:nvPicPr>
          <p:cNvPr id="115" name="图片 114">
            <a:extLst>
              <a:ext uri="{FF2B5EF4-FFF2-40B4-BE49-F238E27FC236}">
                <a16:creationId xmlns:a16="http://schemas.microsoft.com/office/drawing/2014/main" id="{E12C6619-9A8C-8417-A718-8C1A1872D2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4598" y="3937539"/>
            <a:ext cx="470444" cy="252832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C0D150B1-BC12-77AB-7B73-0659F78729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5835" y="3714849"/>
            <a:ext cx="349883" cy="360760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621C20CF-7120-3127-5060-461BDC7257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9672" y="3819759"/>
            <a:ext cx="478061" cy="283422"/>
          </a:xfrm>
          <a:prstGeom prst="roundRect">
            <a:avLst>
              <a:gd name="adj" fmla="val 33618"/>
            </a:avLst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12BC16E6-C030-6058-987D-EEACB227D03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2151" y="3921629"/>
            <a:ext cx="412117" cy="395202"/>
          </a:xfrm>
          <a:prstGeom prst="rect">
            <a:avLst/>
          </a:prstGeom>
        </p:spPr>
      </p:pic>
      <p:pic>
        <p:nvPicPr>
          <p:cNvPr id="119" name="图片 118">
            <a:extLst>
              <a:ext uri="{FF2B5EF4-FFF2-40B4-BE49-F238E27FC236}">
                <a16:creationId xmlns:a16="http://schemas.microsoft.com/office/drawing/2014/main" id="{9A090996-D971-8E70-A228-29E9623276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3020" y="3613301"/>
            <a:ext cx="523981" cy="324298"/>
          </a:xfrm>
          <a:prstGeom prst="rect">
            <a:avLst/>
          </a:prstGeom>
        </p:spPr>
      </p:pic>
      <p:pic>
        <p:nvPicPr>
          <p:cNvPr id="120" name="图片 119">
            <a:extLst>
              <a:ext uri="{FF2B5EF4-FFF2-40B4-BE49-F238E27FC236}">
                <a16:creationId xmlns:a16="http://schemas.microsoft.com/office/drawing/2014/main" id="{F68B61D5-77E7-54AA-A1B1-29230FB4136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36724" y="2940376"/>
            <a:ext cx="621147" cy="576560"/>
          </a:xfrm>
          <a:prstGeom prst="rect">
            <a:avLst/>
          </a:prstGeom>
        </p:spPr>
      </p:pic>
      <p:pic>
        <p:nvPicPr>
          <p:cNvPr id="121" name="图片 120">
            <a:extLst>
              <a:ext uri="{FF2B5EF4-FFF2-40B4-BE49-F238E27FC236}">
                <a16:creationId xmlns:a16="http://schemas.microsoft.com/office/drawing/2014/main" id="{C02706DF-048B-DE48-AB4E-7F9A1A3286A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92694" y="3534840"/>
            <a:ext cx="366560" cy="183280"/>
          </a:xfrm>
          <a:prstGeom prst="rect">
            <a:avLst/>
          </a:prstGeom>
        </p:spPr>
      </p:pic>
      <p:pic>
        <p:nvPicPr>
          <p:cNvPr id="122" name="图片 121">
            <a:extLst>
              <a:ext uri="{FF2B5EF4-FFF2-40B4-BE49-F238E27FC236}">
                <a16:creationId xmlns:a16="http://schemas.microsoft.com/office/drawing/2014/main" id="{6D3BFB23-121C-B4F9-8BDC-4AD55399C4B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00536" y="3726134"/>
            <a:ext cx="369438" cy="320793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5A0F6807-B318-905B-7DAE-E00E96BB653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62063" y="3052936"/>
            <a:ext cx="506426" cy="513089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65BFBAF1-84F8-44AA-C007-D64295AFC01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66916" y="3386179"/>
            <a:ext cx="456504" cy="313151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3659A12E-7339-196F-5EDB-F87EDA3647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84535" y="3420721"/>
            <a:ext cx="322053" cy="384714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E757AF41-3FFC-B792-4E35-086776D71F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023" y="3946151"/>
            <a:ext cx="234708" cy="313151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3592CF3F-3E7B-242E-5C5D-A97474634EB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423" y="3692921"/>
            <a:ext cx="234708" cy="313151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24D1B8E0-0702-E68E-DE90-A16E8E924E0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052" y="3686904"/>
            <a:ext cx="234708" cy="313151"/>
          </a:xfrm>
          <a:prstGeom prst="rect">
            <a:avLst/>
          </a:prstGeom>
        </p:spPr>
      </p:pic>
      <p:pic>
        <p:nvPicPr>
          <p:cNvPr id="129" name="图片 128">
            <a:extLst>
              <a:ext uri="{FF2B5EF4-FFF2-40B4-BE49-F238E27FC236}">
                <a16:creationId xmlns:a16="http://schemas.microsoft.com/office/drawing/2014/main" id="{2E443A11-3723-BDB9-0357-EAB0A625683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699" y="3503820"/>
            <a:ext cx="234708" cy="313151"/>
          </a:xfrm>
          <a:prstGeom prst="rect">
            <a:avLst/>
          </a:prstGeom>
        </p:spPr>
      </p:pic>
      <p:pic>
        <p:nvPicPr>
          <p:cNvPr id="130" name="图片 129">
            <a:extLst>
              <a:ext uri="{FF2B5EF4-FFF2-40B4-BE49-F238E27FC236}">
                <a16:creationId xmlns:a16="http://schemas.microsoft.com/office/drawing/2014/main" id="{DE9D659A-00BF-3F2E-079B-4028E5E34FB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92" y="2922859"/>
            <a:ext cx="520432" cy="520432"/>
          </a:xfrm>
          <a:prstGeom prst="rect">
            <a:avLst/>
          </a:prstGeom>
        </p:spPr>
      </p:pic>
      <p:pic>
        <p:nvPicPr>
          <p:cNvPr id="131" name="图片 130">
            <a:extLst>
              <a:ext uri="{FF2B5EF4-FFF2-40B4-BE49-F238E27FC236}">
                <a16:creationId xmlns:a16="http://schemas.microsoft.com/office/drawing/2014/main" id="{160FFF57-B2C0-E409-A84B-BD5BEFA0A59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03688" y="3266105"/>
            <a:ext cx="661481" cy="66148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C9830B49-DD39-8D6F-CC8A-E6BBED43ACA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76188" y="3599850"/>
            <a:ext cx="390845" cy="390845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BD8E45ED-C026-8549-5398-74597731B9A5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8502" b="13817"/>
          <a:stretch>
            <a:fillRect/>
          </a:stretch>
        </p:blipFill>
        <p:spPr>
          <a:xfrm>
            <a:off x="4119672" y="3593741"/>
            <a:ext cx="530789" cy="538076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43356426-02E8-8AC2-98E0-893EFC735B28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8342" t="11821" r="7108"/>
          <a:stretch>
            <a:fillRect/>
          </a:stretch>
        </p:blipFill>
        <p:spPr>
          <a:xfrm>
            <a:off x="3032173" y="3263080"/>
            <a:ext cx="1016537" cy="794727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F29DCDCC-35CB-F9C8-55CF-827AB25676D0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17391" t="23308" r="17500" b="13812"/>
          <a:stretch>
            <a:fillRect/>
          </a:stretch>
        </p:blipFill>
        <p:spPr>
          <a:xfrm>
            <a:off x="2749061" y="3659404"/>
            <a:ext cx="979127" cy="531835"/>
          </a:xfrm>
          <a:prstGeom prst="rect">
            <a:avLst/>
          </a:prstGeom>
        </p:spPr>
      </p:pic>
      <p:pic>
        <p:nvPicPr>
          <p:cNvPr id="172" name="图片 171">
            <a:extLst>
              <a:ext uri="{FF2B5EF4-FFF2-40B4-BE49-F238E27FC236}">
                <a16:creationId xmlns:a16="http://schemas.microsoft.com/office/drawing/2014/main" id="{3CB383D4-9A98-828C-F48D-164EC1F7BAF8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7989" t="22223" r="8479" b="16895"/>
          <a:stretch>
            <a:fillRect/>
          </a:stretch>
        </p:blipFill>
        <p:spPr>
          <a:xfrm>
            <a:off x="880026" y="2597241"/>
            <a:ext cx="6334541" cy="2595976"/>
          </a:xfrm>
          <a:prstGeom prst="rect">
            <a:avLst/>
          </a:prstGeom>
        </p:spPr>
      </p:pic>
      <p:pic>
        <p:nvPicPr>
          <p:cNvPr id="173" name="图片 172">
            <a:extLst>
              <a:ext uri="{FF2B5EF4-FFF2-40B4-BE49-F238E27FC236}">
                <a16:creationId xmlns:a16="http://schemas.microsoft.com/office/drawing/2014/main" id="{A374F9C4-68FB-9986-5DC4-6D3E0ED20D2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895" y="2411225"/>
            <a:ext cx="3763617" cy="2822713"/>
          </a:xfrm>
          <a:prstGeom prst="roundRect">
            <a:avLst>
              <a:gd name="adj" fmla="val 3052"/>
            </a:avLst>
          </a:prstGeom>
        </p:spPr>
      </p:pic>
    </p:spTree>
    <p:extLst>
      <p:ext uri="{BB962C8B-B14F-4D97-AF65-F5344CB8AC3E}">
        <p14:creationId xmlns:p14="http://schemas.microsoft.com/office/powerpoint/2010/main" val="2111880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EDEA-3B0C-EC37-3528-63DA4E4E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F02798-4404-1370-ECEB-614971865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990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封装就是把数据</a:t>
            </a:r>
            <a:r>
              <a:rPr lang="en-US" altLang="zh-CN"/>
              <a:t>(</a:t>
            </a:r>
            <a:r>
              <a:rPr lang="zh-CN" altLang="en-US"/>
              <a:t>属性</a:t>
            </a:r>
            <a:r>
              <a:rPr lang="en-US" altLang="zh-CN"/>
              <a:t>)</a:t>
            </a:r>
            <a:r>
              <a:rPr lang="zh-CN" altLang="en-US"/>
              <a:t>和操作数据的函数</a:t>
            </a:r>
            <a:r>
              <a:rPr lang="en-US" altLang="zh-CN"/>
              <a:t>(</a:t>
            </a:r>
            <a:r>
              <a:rPr lang="zh-CN" altLang="en-US"/>
              <a:t>方法</a:t>
            </a:r>
            <a:r>
              <a:rPr lang="en-US" altLang="zh-CN"/>
              <a:t>)</a:t>
            </a:r>
            <a:r>
              <a:rPr lang="zh-CN" altLang="en-US"/>
              <a:t>捆绑在一起，形成一个独立的单元（类），并隐藏内部的实现细节，只对外暴露必要的功能（方法）。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1F6266D-114D-4BDF-19C7-57C763F8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封装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4B0ABCD-281A-DC8B-735B-550E867A2A7E}"/>
              </a:ext>
            </a:extLst>
          </p:cNvPr>
          <p:cNvCxnSpPr>
            <a:cxnSpLocks/>
          </p:cNvCxnSpPr>
          <p:nvPr/>
        </p:nvCxnSpPr>
        <p:spPr>
          <a:xfrm>
            <a:off x="9273039" y="1402868"/>
            <a:ext cx="177165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5AFB68F-E14A-3625-F51D-C043F66B3962}"/>
              </a:ext>
            </a:extLst>
          </p:cNvPr>
          <p:cNvSpPr txBox="1"/>
          <p:nvPr/>
        </p:nvSpPr>
        <p:spPr>
          <a:xfrm>
            <a:off x="9128462" y="657319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私有属性、私有方法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B83EE7A-A346-B842-16BF-1AFEF08C7C3E}"/>
              </a:ext>
            </a:extLst>
          </p:cNvPr>
          <p:cNvCxnSpPr/>
          <p:nvPr/>
        </p:nvCxnSpPr>
        <p:spPr>
          <a:xfrm>
            <a:off x="1147854" y="1723689"/>
            <a:ext cx="2274796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8726F74-7BD0-CC46-D0C3-693FFA50A6D9}"/>
              </a:ext>
            </a:extLst>
          </p:cNvPr>
          <p:cNvSpPr txBox="1"/>
          <p:nvPr/>
        </p:nvSpPr>
        <p:spPr>
          <a:xfrm>
            <a:off x="3605359" y="15167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公共属性、公共方法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120E488-E737-FB72-C6C2-97038029B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100" y="3643385"/>
            <a:ext cx="702603" cy="52668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F330B3F-95E0-F4FF-6B66-3BFCB27EC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988" y="3704072"/>
            <a:ext cx="702603" cy="55673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A79AD41-F282-89C0-E428-628E6A237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7" t="22707" r="10336" b="54601"/>
          <a:stretch>
            <a:fillRect/>
          </a:stretch>
        </p:blipFill>
        <p:spPr>
          <a:xfrm>
            <a:off x="3253088" y="3563459"/>
            <a:ext cx="811779" cy="50815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2C4A2FB-31B1-6A2B-EAEA-048099DD5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99" t="32119" r="36225" b="50064"/>
          <a:stretch>
            <a:fillRect/>
          </a:stretch>
        </p:blipFill>
        <p:spPr>
          <a:xfrm>
            <a:off x="4127861" y="3721424"/>
            <a:ext cx="469872" cy="39899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AD3085D-24BD-F12E-8382-097C67E93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4" t="29795" r="50221" b="50446"/>
          <a:stretch>
            <a:fillRect/>
          </a:stretch>
        </p:blipFill>
        <p:spPr>
          <a:xfrm>
            <a:off x="5231453" y="4058246"/>
            <a:ext cx="451147" cy="44248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E6692C6-0BB4-A835-A0FD-42D2D0AFE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6" t="33606" r="63841" b="50489"/>
          <a:stretch>
            <a:fillRect/>
          </a:stretch>
        </p:blipFill>
        <p:spPr>
          <a:xfrm>
            <a:off x="4899741" y="3108526"/>
            <a:ext cx="589871" cy="41100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A6D45C0-5996-7966-00F1-770267AEB6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4" t="63079" r="68846" b="30664"/>
          <a:stretch>
            <a:fillRect/>
          </a:stretch>
        </p:blipFill>
        <p:spPr>
          <a:xfrm>
            <a:off x="4211271" y="3673980"/>
            <a:ext cx="279736" cy="140131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B87A6FAB-46A2-E12B-0046-45141EC12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t="48870" r="68305" b="37257"/>
          <a:stretch>
            <a:fillRect/>
          </a:stretch>
        </p:blipFill>
        <p:spPr>
          <a:xfrm>
            <a:off x="3183749" y="4073272"/>
            <a:ext cx="451147" cy="31066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758E017-3893-9910-20B9-306E4AC8F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69625" r="63320" b="8183"/>
          <a:stretch>
            <a:fillRect/>
          </a:stretch>
        </p:blipFill>
        <p:spPr>
          <a:xfrm>
            <a:off x="5346626" y="3669325"/>
            <a:ext cx="367137" cy="378824"/>
          </a:xfrm>
          <a:custGeom>
            <a:avLst/>
            <a:gdLst>
              <a:gd name="csX0" fmla="*/ 0 w 1215750"/>
              <a:gd name="csY0" fmla="*/ 0 h 1254449"/>
              <a:gd name="csX1" fmla="*/ 1215750 w 1215750"/>
              <a:gd name="csY1" fmla="*/ 0 h 1254449"/>
              <a:gd name="csX2" fmla="*/ 1215750 w 1215750"/>
              <a:gd name="csY2" fmla="*/ 387812 h 1254449"/>
              <a:gd name="csX3" fmla="*/ 813986 w 1215750"/>
              <a:gd name="csY3" fmla="*/ 1254449 h 1254449"/>
              <a:gd name="csX4" fmla="*/ 0 w 1215750"/>
              <a:gd name="csY4" fmla="*/ 1254449 h 125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5750" h="1254449">
                <a:moveTo>
                  <a:pt x="0" y="0"/>
                </a:moveTo>
                <a:lnTo>
                  <a:pt x="1215750" y="0"/>
                </a:lnTo>
                <a:lnTo>
                  <a:pt x="1215750" y="387812"/>
                </a:lnTo>
                <a:lnTo>
                  <a:pt x="813986" y="1254449"/>
                </a:lnTo>
                <a:lnTo>
                  <a:pt x="0" y="1254449"/>
                </a:lnTo>
                <a:close/>
              </a:path>
            </a:pathLst>
          </a:cu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5E0BB9A-8158-A689-C817-54805FA33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6" t="62459" r="77538" b="22439"/>
          <a:stretch>
            <a:fillRect/>
          </a:stretch>
        </p:blipFill>
        <p:spPr>
          <a:xfrm>
            <a:off x="4482826" y="4083740"/>
            <a:ext cx="371742" cy="33820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C7FAA17-CCF2-73DA-7878-4841E6AB1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49803" r="50065" b="29214"/>
          <a:stretch>
            <a:fillRect/>
          </a:stretch>
        </p:blipFill>
        <p:spPr>
          <a:xfrm>
            <a:off x="3410116" y="4211403"/>
            <a:ext cx="399031" cy="313151"/>
          </a:xfrm>
          <a:custGeom>
            <a:avLst/>
            <a:gdLst>
              <a:gd name="csX0" fmla="*/ 0 w 1833520"/>
              <a:gd name="csY0" fmla="*/ 0 h 1438908"/>
              <a:gd name="csX1" fmla="*/ 1833520 w 1833520"/>
              <a:gd name="csY1" fmla="*/ 0 h 1438908"/>
              <a:gd name="csX2" fmla="*/ 1833520 w 1833520"/>
              <a:gd name="csY2" fmla="*/ 899009 h 1438908"/>
              <a:gd name="csX3" fmla="*/ 736818 w 1833520"/>
              <a:gd name="csY3" fmla="*/ 1438908 h 1438908"/>
              <a:gd name="csX4" fmla="*/ 0 w 1833520"/>
              <a:gd name="csY4" fmla="*/ 1438908 h 1438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3520" h="1438908">
                <a:moveTo>
                  <a:pt x="0" y="0"/>
                </a:moveTo>
                <a:lnTo>
                  <a:pt x="1833520" y="0"/>
                </a:lnTo>
                <a:lnTo>
                  <a:pt x="1833520" y="899009"/>
                </a:lnTo>
                <a:lnTo>
                  <a:pt x="736818" y="1438908"/>
                </a:lnTo>
                <a:lnTo>
                  <a:pt x="0" y="1438908"/>
                </a:lnTo>
                <a:close/>
              </a:path>
            </a:pathLst>
          </a:cu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C4E8BAAD-A94C-3DBE-345C-9E8D3A84D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0" t="65649" r="50065" b="19316"/>
          <a:stretch>
            <a:fillRect/>
          </a:stretch>
        </p:blipFill>
        <p:spPr>
          <a:xfrm>
            <a:off x="2838676" y="3947976"/>
            <a:ext cx="508113" cy="408482"/>
          </a:xfrm>
          <a:custGeom>
            <a:avLst/>
            <a:gdLst>
              <a:gd name="csX0" fmla="*/ 853284 w 1282598"/>
              <a:gd name="csY0" fmla="*/ 0 h 1031105"/>
              <a:gd name="csX1" fmla="*/ 1282598 w 1282598"/>
              <a:gd name="csY1" fmla="*/ 0 h 1031105"/>
              <a:gd name="csX2" fmla="*/ 1282598 w 1282598"/>
              <a:gd name="csY2" fmla="*/ 1031105 h 1031105"/>
              <a:gd name="csX3" fmla="*/ 0 w 1282598"/>
              <a:gd name="csY3" fmla="*/ 1031105 h 1031105"/>
              <a:gd name="csX4" fmla="*/ 0 w 1282598"/>
              <a:gd name="csY4" fmla="*/ 440439 h 1031105"/>
              <a:gd name="csX5" fmla="*/ 972 w 1282598"/>
              <a:gd name="csY5" fmla="*/ 442470 h 1031105"/>
              <a:gd name="csX6" fmla="*/ 866740 w 1282598"/>
              <a:gd name="csY6" fmla="*/ 28115 h 1031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82598" h="1031105">
                <a:moveTo>
                  <a:pt x="853284" y="0"/>
                </a:moveTo>
                <a:lnTo>
                  <a:pt x="1282598" y="0"/>
                </a:lnTo>
                <a:lnTo>
                  <a:pt x="1282598" y="1031105"/>
                </a:lnTo>
                <a:lnTo>
                  <a:pt x="0" y="1031105"/>
                </a:lnTo>
                <a:lnTo>
                  <a:pt x="0" y="440439"/>
                </a:lnTo>
                <a:lnTo>
                  <a:pt x="972" y="442470"/>
                </a:lnTo>
                <a:lnTo>
                  <a:pt x="866740" y="28115"/>
                </a:lnTo>
                <a:close/>
              </a:path>
            </a:pathLst>
          </a:cu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83B3ECA3-53EF-BAEA-2F47-4CBF4A6710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1" t="79997" r="58146" b="8567"/>
          <a:stretch>
            <a:fillRect/>
          </a:stretch>
        </p:blipFill>
        <p:spPr>
          <a:xfrm>
            <a:off x="3546136" y="4130682"/>
            <a:ext cx="399080" cy="310666"/>
          </a:xfrm>
          <a:custGeom>
            <a:avLst/>
            <a:gdLst>
              <a:gd name="csX0" fmla="*/ 390160 w 1007374"/>
              <a:gd name="csY0" fmla="*/ 0 h 784197"/>
              <a:gd name="csX1" fmla="*/ 1007374 w 1007374"/>
              <a:gd name="csY1" fmla="*/ 0 h 784197"/>
              <a:gd name="csX2" fmla="*/ 1007374 w 1007374"/>
              <a:gd name="csY2" fmla="*/ 784197 h 784197"/>
              <a:gd name="csX3" fmla="*/ 0 w 1007374"/>
              <a:gd name="csY3" fmla="*/ 784197 h 784197"/>
              <a:gd name="csX4" fmla="*/ 0 w 1007374"/>
              <a:gd name="csY4" fmla="*/ 572177 h 784197"/>
              <a:gd name="csX5" fmla="*/ 502617 w 1007374"/>
              <a:gd name="csY5" fmla="*/ 126954 h 784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7374" h="784197">
                <a:moveTo>
                  <a:pt x="390160" y="0"/>
                </a:moveTo>
                <a:lnTo>
                  <a:pt x="1007374" y="0"/>
                </a:lnTo>
                <a:lnTo>
                  <a:pt x="1007374" y="784197"/>
                </a:lnTo>
                <a:lnTo>
                  <a:pt x="0" y="784197"/>
                </a:lnTo>
                <a:lnTo>
                  <a:pt x="0" y="572177"/>
                </a:lnTo>
                <a:lnTo>
                  <a:pt x="502617" y="126954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59ABA8C-AEEE-12C5-35EA-C78979DD8A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514" y="3311316"/>
            <a:ext cx="758893" cy="552324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1F86F4D6-A31A-8B20-9B72-34569BF2C7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129" y="3547255"/>
            <a:ext cx="517047" cy="425203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5280C0E-F7A3-18B3-FEAF-A2E593EAA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774" y="3692921"/>
            <a:ext cx="468357" cy="444131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08824A8B-A8C5-ECCA-9D0A-84B3C56F41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158" y="3074896"/>
            <a:ext cx="621146" cy="43044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11F8079-5215-F592-F863-8F778C8702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0894" y="3696301"/>
            <a:ext cx="292950" cy="33434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9E61AF3D-CE77-6C6C-1E08-38FC7D871D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8993" y="3488641"/>
            <a:ext cx="1127053" cy="178618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B0687D96-7C52-B1DE-25FE-0BC8BE20C4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9452" y="3837093"/>
            <a:ext cx="550822" cy="83318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162DD460-3B63-EED6-BED3-EB126D1575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3825" y="3398989"/>
            <a:ext cx="621146" cy="6399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E3D22D28-7961-5C24-B8F6-22937DDDBC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4319" y="3775450"/>
            <a:ext cx="753647" cy="191131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688F6681-51A7-A7B6-EF65-F530CD17E1D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4598" y="3937539"/>
            <a:ext cx="470444" cy="252832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CAB75D3-23F2-84D9-FF28-C7E1478723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5835" y="3714849"/>
            <a:ext cx="349883" cy="36076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2808DA97-2260-BFE0-2064-782A51C3EE7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9672" y="3819759"/>
            <a:ext cx="478061" cy="283422"/>
          </a:xfrm>
          <a:prstGeom prst="roundRect">
            <a:avLst>
              <a:gd name="adj" fmla="val 33618"/>
            </a:avLst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329326AF-4A75-7842-21B1-B223D53E8C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2151" y="3921629"/>
            <a:ext cx="412117" cy="395202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74FF8BCE-F65D-FD40-58EE-5E0AB68AC26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3020" y="3613301"/>
            <a:ext cx="523981" cy="324298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1E99C730-DD9B-0DB9-F16F-B1EDDDB05C7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36724" y="2940376"/>
            <a:ext cx="621147" cy="57656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A020139B-3C8B-FDA7-05A0-D0B420BAE04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92694" y="3534840"/>
            <a:ext cx="366560" cy="18328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334F9B41-FB06-8AEA-E744-9814F940CC0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00536" y="3726134"/>
            <a:ext cx="369438" cy="320793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31E1E046-192C-3ADD-B06B-C276D90A229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62063" y="3052936"/>
            <a:ext cx="506426" cy="513089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22BA1338-0938-D00D-BF60-EC2863A2836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66916" y="3386179"/>
            <a:ext cx="456504" cy="313151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40AEC3BC-0B60-9E5F-A7AA-53648A9658E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84535" y="3420721"/>
            <a:ext cx="322053" cy="384714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62558B60-AF31-6903-1867-47CFE874FE2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023" y="3946151"/>
            <a:ext cx="234708" cy="313151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BA6024A3-27BC-6051-A1C4-7CC5A6EFA1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423" y="3692921"/>
            <a:ext cx="234708" cy="313151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3865FAE3-B6A2-C82F-FA24-A592EBE51F0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052" y="3686904"/>
            <a:ext cx="234708" cy="31315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4D59658-84C2-529C-2EFD-6B84BFEA8BC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699" y="3503820"/>
            <a:ext cx="234708" cy="313151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D16934C4-F23E-801F-6360-FA3D7594395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92" y="2922859"/>
            <a:ext cx="520432" cy="520432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EEA0CA30-A4D6-AAB9-6BD5-59374DF656E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03688" y="3266105"/>
            <a:ext cx="661481" cy="661481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503C7DCB-F30C-98A1-7236-E0E0C0CBA17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76188" y="3599850"/>
            <a:ext cx="390845" cy="390845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864E9ADF-DAB6-7CBB-3B16-9000C0D440C3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8502" b="13817"/>
          <a:stretch>
            <a:fillRect/>
          </a:stretch>
        </p:blipFill>
        <p:spPr>
          <a:xfrm>
            <a:off x="4119672" y="3593741"/>
            <a:ext cx="530789" cy="538076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CDC20C89-F39D-395E-4ADE-65797F9B0A99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8342" t="11821" r="7108"/>
          <a:stretch>
            <a:fillRect/>
          </a:stretch>
        </p:blipFill>
        <p:spPr>
          <a:xfrm>
            <a:off x="3032173" y="3263080"/>
            <a:ext cx="1016537" cy="794727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EA9174EA-83AE-1DA9-47ED-22138E84D276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17391" t="23308" r="17500" b="13812"/>
          <a:stretch>
            <a:fillRect/>
          </a:stretch>
        </p:blipFill>
        <p:spPr>
          <a:xfrm>
            <a:off x="2749061" y="3659404"/>
            <a:ext cx="979127" cy="531835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8E0B479D-F290-8313-EFB6-8383035011B8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7989" t="22223" r="8479" b="16895"/>
          <a:stretch>
            <a:fillRect/>
          </a:stretch>
        </p:blipFill>
        <p:spPr>
          <a:xfrm>
            <a:off x="880026" y="2597241"/>
            <a:ext cx="6334541" cy="2595976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FF1BB892-5684-6208-E533-19375B10F35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895" y="2411225"/>
            <a:ext cx="3763617" cy="2822713"/>
          </a:xfrm>
          <a:prstGeom prst="roundRect">
            <a:avLst>
              <a:gd name="adj" fmla="val 3052"/>
            </a:avLst>
          </a:prstGeom>
        </p:spPr>
      </p:pic>
    </p:spTree>
    <p:extLst>
      <p:ext uri="{BB962C8B-B14F-4D97-AF65-F5344CB8AC3E}">
        <p14:creationId xmlns:p14="http://schemas.microsoft.com/office/powerpoint/2010/main" val="233739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2B11F-07BA-3191-8CD0-23B3E07B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13AD4C-01B8-28AE-3434-1E0ED8F96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990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封装就是把数据</a:t>
            </a:r>
            <a:r>
              <a:rPr lang="en-US" altLang="zh-CN"/>
              <a:t>(</a:t>
            </a:r>
            <a:r>
              <a:rPr lang="zh-CN" altLang="en-US"/>
              <a:t>属性</a:t>
            </a:r>
            <a:r>
              <a:rPr lang="en-US" altLang="zh-CN"/>
              <a:t>)</a:t>
            </a:r>
            <a:r>
              <a:rPr lang="zh-CN" altLang="en-US"/>
              <a:t>和操作数据的函数</a:t>
            </a:r>
            <a:r>
              <a:rPr lang="en-US" altLang="zh-CN"/>
              <a:t>(</a:t>
            </a:r>
            <a:r>
              <a:rPr lang="zh-CN" altLang="en-US"/>
              <a:t>方法</a:t>
            </a:r>
            <a:r>
              <a:rPr lang="en-US" altLang="zh-CN"/>
              <a:t>)</a:t>
            </a:r>
            <a:r>
              <a:rPr lang="zh-CN" altLang="en-US"/>
              <a:t>捆绑在一起，形成一个独立的单元（类），并隐藏内部的实现细节，只对外暴露必要的功能（方法）。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B69AED9-2A80-06F4-3590-8907DDD6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封装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7C4CBC-3BF4-EBDB-DB98-507FD2D59CEE}"/>
              </a:ext>
            </a:extLst>
          </p:cNvPr>
          <p:cNvGrpSpPr/>
          <p:nvPr/>
        </p:nvGrpSpPr>
        <p:grpSpPr>
          <a:xfrm>
            <a:off x="963258" y="1887054"/>
            <a:ext cx="4808892" cy="4208947"/>
            <a:chOff x="2297717" y="3660322"/>
            <a:chExt cx="5405674" cy="444685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A036EC2-4C42-4D6A-5ACC-05F33D2DB232}"/>
                </a:ext>
              </a:extLst>
            </p:cNvPr>
            <p:cNvSpPr/>
            <p:nvPr/>
          </p:nvSpPr>
          <p:spPr>
            <a:xfrm>
              <a:off x="2297728" y="3660322"/>
              <a:ext cx="5405663" cy="4446856"/>
            </a:xfrm>
            <a:prstGeom prst="roundRect">
              <a:avLst>
                <a:gd name="adj" fmla="val 120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ts val="16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类属性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所有实例对象共享的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wheel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轮胎数量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tax_rate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0.1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购置税税率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  <a:latin typeface="Fira Code" panose="020B0809050000020004" pitchFamily="49" charset="0"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实例属性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.color 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 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 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start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启动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正在启动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stop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停止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停止行驶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ts val="1600"/>
                </a:lnSpc>
                <a:spcBef>
                  <a:spcPts val="600"/>
                </a:spcBef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5FE7CE6D-64A7-2FAC-95DC-654AE2228E3A}"/>
                </a:ext>
              </a:extLst>
            </p:cNvPr>
            <p:cNvSpPr/>
            <p:nvPr/>
          </p:nvSpPr>
          <p:spPr>
            <a:xfrm>
              <a:off x="2297717" y="3660322"/>
              <a:ext cx="5405664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8A4C6C4-2865-9898-6AC4-4E073101E5A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C465CE6-ACD4-CBBF-9065-735C34E2FF9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2A245F6-49CC-5DA4-87FD-972F1A6577B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774BDB1-B68D-4751-8772-D47CC62150A6}"/>
              </a:ext>
            </a:extLst>
          </p:cNvPr>
          <p:cNvGrpSpPr/>
          <p:nvPr/>
        </p:nvGrpSpPr>
        <p:grpSpPr>
          <a:xfrm>
            <a:off x="6540232" y="1503150"/>
            <a:ext cx="5279155" cy="4596297"/>
            <a:chOff x="2297717" y="3660322"/>
            <a:chExt cx="5934297" cy="485610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DD1188A-3986-C2C6-866F-41A37052313C}"/>
                </a:ext>
              </a:extLst>
            </p:cNvPr>
            <p:cNvSpPr/>
            <p:nvPr/>
          </p:nvSpPr>
          <p:spPr>
            <a:xfrm>
              <a:off x="2297727" y="3660323"/>
              <a:ext cx="5934287" cy="4856100"/>
            </a:xfrm>
            <a:prstGeom prst="roundRect">
              <a:avLst>
                <a:gd name="adj" fmla="val 120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ts val="16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类属性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所有实例对象共享的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wheel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轮胎数量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tax_rate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0.1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购置税税率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  <a:latin typeface="Fira Code" panose="020B0809050000020004" pitchFamily="49" charset="0"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c_name,c_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owner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实例属性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.color 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 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 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</a:p>
            <a:p>
              <a:pPr>
                <a:lnSpc>
                  <a:spcPts val="1600"/>
                </a:lnSpc>
                <a:buNone/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.__owner = c_owner</a:t>
              </a:r>
              <a:b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start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启动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正在启动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stop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停止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停止行驶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ts val="1600"/>
                </a:lnSpc>
                <a:buNone/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  </a:t>
              </a:r>
            </a:p>
            <a:p>
              <a:pPr>
                <a:lnSpc>
                  <a:spcPts val="16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latin typeface="Fira Code" panose="020B0809050000020004" pitchFamily="49" charset="0"/>
                </a:rPr>
                <a:t>def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00627A"/>
                  </a:solidFill>
                  <a:latin typeface="Fira Code" panose="020B0809050000020004" pitchFamily="49" charset="0"/>
                </a:rPr>
                <a:t>__control_fuel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):</a:t>
              </a:r>
            </a:p>
            <a:p>
              <a:pPr>
                <a:lnSpc>
                  <a:spcPts val="16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        print(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.brand} {</a:t>
              </a:r>
              <a:r>
                <a:rPr lang="en-US" altLang="zh-CN" sz="1100">
                  <a:solidFill>
                    <a:srgbClr val="94558D"/>
                  </a:solidFill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.name} 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控制燃油分配</a:t>
              </a:r>
              <a:r>
                <a:rPr lang="en-US" altLang="zh-CN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61237C97-C50D-4729-218E-7AA920C346F4}"/>
                </a:ext>
              </a:extLst>
            </p:cNvPr>
            <p:cNvSpPr/>
            <p:nvPr/>
          </p:nvSpPr>
          <p:spPr>
            <a:xfrm>
              <a:off x="2297717" y="3660322"/>
              <a:ext cx="593428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C131A6F-62FD-4157-5858-5AFACDD2B92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E9FF72A-E9EC-9E5C-C9F5-CE7A03C8FB2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37B65BD-55D0-168F-90DC-E28477ECFEA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BBD60A3-BCDB-0B81-D04E-DC67578E232D}"/>
              </a:ext>
            </a:extLst>
          </p:cNvPr>
          <p:cNvCxnSpPr>
            <a:cxnSpLocks/>
          </p:cNvCxnSpPr>
          <p:nvPr/>
        </p:nvCxnSpPr>
        <p:spPr>
          <a:xfrm>
            <a:off x="9273039" y="1402868"/>
            <a:ext cx="177165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E9FB8CB-7165-388E-8570-E927A7B34881}"/>
              </a:ext>
            </a:extLst>
          </p:cNvPr>
          <p:cNvSpPr txBox="1"/>
          <p:nvPr/>
        </p:nvSpPr>
        <p:spPr>
          <a:xfrm>
            <a:off x="9128462" y="657319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私有属性、私有方法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80E7FF4-0487-DE63-25E3-019E81CE99CC}"/>
              </a:ext>
            </a:extLst>
          </p:cNvPr>
          <p:cNvCxnSpPr/>
          <p:nvPr/>
        </p:nvCxnSpPr>
        <p:spPr>
          <a:xfrm>
            <a:off x="1147854" y="1723689"/>
            <a:ext cx="2274796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EA55AC0-C75A-A819-05B0-EFBEB3B77573}"/>
              </a:ext>
            </a:extLst>
          </p:cNvPr>
          <p:cNvSpPr txBox="1"/>
          <p:nvPr/>
        </p:nvSpPr>
        <p:spPr>
          <a:xfrm>
            <a:off x="3605359" y="15167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公共属性、公共方法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486897-A05B-1E27-CDD2-962B04B4078B}"/>
              </a:ext>
            </a:extLst>
          </p:cNvPr>
          <p:cNvSpPr/>
          <p:nvPr/>
        </p:nvSpPr>
        <p:spPr>
          <a:xfrm>
            <a:off x="7228339" y="3833325"/>
            <a:ext cx="3190240" cy="240472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9AD5BF4-B674-F57E-43CD-3148B5E65081}"/>
              </a:ext>
            </a:extLst>
          </p:cNvPr>
          <p:cNvSpPr/>
          <p:nvPr/>
        </p:nvSpPr>
        <p:spPr>
          <a:xfrm>
            <a:off x="6909419" y="5525523"/>
            <a:ext cx="4852820" cy="535823"/>
          </a:xfrm>
          <a:prstGeom prst="roundRect">
            <a:avLst>
              <a:gd name="adj" fmla="val 7816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312581-BAFC-7E81-8B71-8946A608BAE3}"/>
              </a:ext>
            </a:extLst>
          </p:cNvPr>
          <p:cNvSpPr txBox="1"/>
          <p:nvPr/>
        </p:nvSpPr>
        <p:spPr>
          <a:xfrm>
            <a:off x="10476160" y="378428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私有属性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27211C-DFEE-53A4-58C3-480648CB875B}"/>
              </a:ext>
            </a:extLst>
          </p:cNvPr>
          <p:cNvSpPr txBox="1"/>
          <p:nvPr/>
        </p:nvSpPr>
        <p:spPr>
          <a:xfrm>
            <a:off x="10470014" y="5487422"/>
            <a:ext cx="1149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私有方法</a:t>
            </a:r>
            <a:endParaRPr lang="zh-CN" altLang="en-US" sz="1400">
              <a:solidFill>
                <a:srgbClr val="00B0F0"/>
              </a:solidFill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AF21514-4D4E-53EA-B9AC-9EF000D25E14}"/>
              </a:ext>
            </a:extLst>
          </p:cNvPr>
          <p:cNvGrpSpPr/>
          <p:nvPr/>
        </p:nvGrpSpPr>
        <p:grpSpPr>
          <a:xfrm>
            <a:off x="929033" y="6347433"/>
            <a:ext cx="10707645" cy="348335"/>
            <a:chOff x="4685665" y="1834757"/>
            <a:chExt cx="10781204" cy="348335"/>
          </a:xfrm>
        </p:grpSpPr>
        <p:sp>
          <p:nvSpPr>
            <p:cNvPr id="29" name="ComponentBackground2">
              <a:extLst>
                <a:ext uri="{FF2B5EF4-FFF2-40B4-BE49-F238E27FC236}">
                  <a16:creationId xmlns:a16="http://schemas.microsoft.com/office/drawing/2014/main" id="{74C784A4-2FFC-0DAC-B84E-3C04329D1AB0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758344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私有：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私有的属性和方法只能在类的内部使用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; 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中并没有真正的私有机制，约定在私有属性名和方法名前加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__(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两个下划线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0" name="Shape2">
              <a:extLst>
                <a:ext uri="{FF2B5EF4-FFF2-40B4-BE49-F238E27FC236}">
                  <a16:creationId xmlns:a16="http://schemas.microsoft.com/office/drawing/2014/main" id="{C8C8EACB-AB95-D406-CE83-037EFFCF1673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396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64B67-6AE3-D214-A3B2-560DF12E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DE30ED-DD2A-A5F0-3214-B84587586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78456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简单描述一下什么是封装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封装就是将数据（属性）及操作数据的方法绑定在一起，形成一个独立的类。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私有属性、方法与公共的有什么区别呢？该怎么定义？</a:t>
            </a:r>
            <a:endParaRPr lang="en-US" altLang="zh-CN"/>
          </a:p>
          <a:p>
            <a:pPr marL="61200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私有的只能在类的内部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访问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，在外部是无法访问的；而公共的属性、方法在类的内部、外部都是可以访问的。</a:t>
            </a:r>
            <a:endParaRPr lang="en-US" altLang="zh-CN" sz="1400">
              <a:solidFill>
                <a:srgbClr val="363C3B"/>
              </a:solidFill>
              <a:latin typeface="Source Code Pro"/>
              <a:ea typeface="阿里巴巴普惠体"/>
            </a:endParaRPr>
          </a:p>
          <a:p>
            <a:pPr marL="61200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私有的属性和方法在命名的时候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，均以 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__ 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作为开头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(Python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中没有真正的私有机制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)</a:t>
            </a:r>
            <a:endParaRPr lang="en-US" altLang="zh-CN" sz="20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私有属性、方法的应用场景？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如果某些属性和方法是不对使用者公开的，就可以将其设置为私有的。</a:t>
            </a:r>
          </a:p>
        </p:txBody>
      </p:sp>
    </p:spTree>
    <p:extLst>
      <p:ext uri="{BB962C8B-B14F-4D97-AF65-F5344CB8AC3E}">
        <p14:creationId xmlns:p14="http://schemas.microsoft.com/office/powerpoint/2010/main" val="387013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51A1-A168-508B-4009-3834D3CE3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0B431F-7215-7DCB-A211-0D697B447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面向对象高级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1C8DE5-A412-9FFF-7018-C6466743F0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329660"/>
          </a:xfrm>
        </p:spPr>
        <p:txBody>
          <a:bodyPr/>
          <a:lstStyle/>
          <a:p>
            <a:r>
              <a:rPr lang="zh-CN" altLang="en-US"/>
              <a:t>封装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继承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多态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F7E3E7-D996-A3A5-76D7-72DE781AE0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2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B5D1-CEBA-6AA5-5AB7-867D466E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8DC9EE-EDAE-742A-C5A2-8D6F8A75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AAB3FF3-4403-D597-C5F4-5A5D3DE5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BF9990-FF12-49FA-7AA1-317A9F56C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1A6D-C744-2E30-E681-B6A7BED9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E29D01-0822-EBB8-CFE9-13C2A77FC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3710865-06F8-D3DF-04A0-2CCCC216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9BD532-19F9-343C-3B61-1142F5EB4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9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362D-1C76-649C-AC3C-186AF1E0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1E7DAEE3-E52A-5A0D-083A-5E97B4FD2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93" y="4387895"/>
            <a:ext cx="2954744" cy="1374980"/>
          </a:xfrm>
          <a:prstGeom prst="rect">
            <a:avLst/>
          </a:prstGeo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16F57A51-1ECF-8B31-3F8D-52BC0584A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7" t="23186" r="8696" b="19127"/>
          <a:stretch>
            <a:fillRect/>
          </a:stretch>
        </p:blipFill>
        <p:spPr>
          <a:xfrm>
            <a:off x="645091" y="1072683"/>
            <a:ext cx="2874064" cy="112993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6F554ACC-7DC2-91AD-6C43-0D3AAD4C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6B127C-7943-9F95-8BE5-3C6BE90FC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EE34446-F271-2FE0-B2BF-F177FC656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00" r="5521" b="6760"/>
          <a:stretch>
            <a:fillRect/>
          </a:stretch>
        </p:blipFill>
        <p:spPr>
          <a:xfrm>
            <a:off x="740341" y="2897252"/>
            <a:ext cx="2770524" cy="1016759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F23E953-0F8C-43E7-B2FF-3B57ABA0C122}"/>
              </a:ext>
            </a:extLst>
          </p:cNvPr>
          <p:cNvSpPr txBox="1"/>
          <p:nvPr/>
        </p:nvSpPr>
        <p:spPr>
          <a:xfrm>
            <a:off x="1844985" y="2033340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Car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31A5176-6C84-A46D-1BA7-3ADCF1E1127E}"/>
              </a:ext>
            </a:extLst>
          </p:cNvPr>
          <p:cNvSpPr txBox="1"/>
          <p:nvPr/>
        </p:nvSpPr>
        <p:spPr>
          <a:xfrm>
            <a:off x="1598122" y="3811479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FuelCar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EB5042-1D6F-A337-7212-9415AF7A561B}"/>
              </a:ext>
            </a:extLst>
          </p:cNvPr>
          <p:cNvSpPr txBox="1"/>
          <p:nvPr/>
        </p:nvSpPr>
        <p:spPr>
          <a:xfrm>
            <a:off x="1310918" y="5551854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ElectricCar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C0D91D6-F4C4-B778-423B-69BD1FC651E0}"/>
              </a:ext>
            </a:extLst>
          </p:cNvPr>
          <p:cNvGrpSpPr/>
          <p:nvPr/>
        </p:nvGrpSpPr>
        <p:grpSpPr>
          <a:xfrm>
            <a:off x="5727700" y="529945"/>
            <a:ext cx="4441656" cy="2848255"/>
            <a:chOff x="2297718" y="3660322"/>
            <a:chExt cx="4992864" cy="3009251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CA6F3AB0-4F84-43C0-3CFF-87EE236AA25D}"/>
                </a:ext>
              </a:extLst>
            </p:cNvPr>
            <p:cNvSpPr/>
            <p:nvPr/>
          </p:nvSpPr>
          <p:spPr>
            <a:xfrm>
              <a:off x="2297728" y="3660322"/>
              <a:ext cx="4992853" cy="3009251"/>
            </a:xfrm>
            <a:prstGeom prst="roundRect">
              <a:avLst>
                <a:gd name="adj" fmla="val 141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B200B2"/>
                  </a:solidFill>
                  <a:effectLst/>
                  <a:latin typeface="Fira Code" panose="020B0809050000020004" pitchFamily="49" charset="0"/>
                </a:rPr>
                <a:t>__init__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.color 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b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 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b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b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start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启动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正在启动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stop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停止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停止行驶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   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run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行驶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正在行驶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28" name="矩形: 圆顶角 27">
              <a:extLst>
                <a:ext uri="{FF2B5EF4-FFF2-40B4-BE49-F238E27FC236}">
                  <a16:creationId xmlns:a16="http://schemas.microsoft.com/office/drawing/2014/main" id="{BC8CC3AA-1EF7-D72C-6062-245150313610}"/>
                </a:ext>
              </a:extLst>
            </p:cNvPr>
            <p:cNvSpPr/>
            <p:nvPr/>
          </p:nvSpPr>
          <p:spPr>
            <a:xfrm>
              <a:off x="2297718" y="3660322"/>
              <a:ext cx="4992864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8434A54A-831E-C8F5-9FB9-AE3F39A604C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6623188-8A57-8D8E-34E1-6BB0BA3E565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DEB8CFA-A831-652F-3F93-94E9F55D1B4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D6D05A2-FCE6-3CA7-E9D4-7FC70A805EA6}"/>
              </a:ext>
            </a:extLst>
          </p:cNvPr>
          <p:cNvGrpSpPr/>
          <p:nvPr/>
        </p:nvGrpSpPr>
        <p:grpSpPr>
          <a:xfrm>
            <a:off x="3860557" y="3571746"/>
            <a:ext cx="4057965" cy="2873383"/>
            <a:chOff x="2297718" y="3660322"/>
            <a:chExt cx="4561557" cy="3035800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CD551DA-8E34-1213-DE5F-A1E574ACA002}"/>
                </a:ext>
              </a:extLst>
            </p:cNvPr>
            <p:cNvSpPr/>
            <p:nvPr/>
          </p:nvSpPr>
          <p:spPr>
            <a:xfrm>
              <a:off x="2297728" y="3660322"/>
              <a:ext cx="4561547" cy="3035800"/>
            </a:xfrm>
            <a:prstGeom prst="roundRect">
              <a:avLst>
                <a:gd name="adj" fmla="val 141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9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FuelCar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endPara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34" name="矩形: 圆顶角 33">
              <a:extLst>
                <a:ext uri="{FF2B5EF4-FFF2-40B4-BE49-F238E27FC236}">
                  <a16:creationId xmlns:a16="http://schemas.microsoft.com/office/drawing/2014/main" id="{BD504903-7038-206B-67E3-A21CA332384A}"/>
                </a:ext>
              </a:extLst>
            </p:cNvPr>
            <p:cNvSpPr/>
            <p:nvPr/>
          </p:nvSpPr>
          <p:spPr>
            <a:xfrm>
              <a:off x="2297718" y="3660322"/>
              <a:ext cx="4561547" cy="270190"/>
            </a:xfrm>
            <a:prstGeom prst="round2SameRect">
              <a:avLst>
                <a:gd name="adj1" fmla="val 17289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E7FB270C-C5D0-8FDA-FBF6-1076E24B40E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18ADBE79-52B0-CDFB-32FD-A589297D741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96C467F-2AC7-A527-13AB-36DAFD1C0A0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F7D9CE4-DAE9-9B0E-AB74-DE75106525D8}"/>
              </a:ext>
            </a:extLst>
          </p:cNvPr>
          <p:cNvGrpSpPr/>
          <p:nvPr/>
        </p:nvGrpSpPr>
        <p:grpSpPr>
          <a:xfrm>
            <a:off x="8092508" y="3579907"/>
            <a:ext cx="4004242" cy="2873383"/>
            <a:chOff x="2297718" y="3660322"/>
            <a:chExt cx="4501167" cy="3035800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ED860E-E173-2077-C204-AF30AC67F7DA}"/>
                </a:ext>
              </a:extLst>
            </p:cNvPr>
            <p:cNvSpPr/>
            <p:nvPr/>
          </p:nvSpPr>
          <p:spPr>
            <a:xfrm>
              <a:off x="2297728" y="3660322"/>
              <a:ext cx="4501157" cy="3035800"/>
            </a:xfrm>
            <a:prstGeom prst="roundRect">
              <a:avLst>
                <a:gd name="adj" fmla="val 141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9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ElectricCar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endPara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0" name="矩形: 圆顶角 39">
              <a:extLst>
                <a:ext uri="{FF2B5EF4-FFF2-40B4-BE49-F238E27FC236}">
                  <a16:creationId xmlns:a16="http://schemas.microsoft.com/office/drawing/2014/main" id="{83690186-F0CD-E4C9-E920-6CAEB1A4FDE7}"/>
                </a:ext>
              </a:extLst>
            </p:cNvPr>
            <p:cNvSpPr/>
            <p:nvPr/>
          </p:nvSpPr>
          <p:spPr>
            <a:xfrm>
              <a:off x="2297718" y="3660322"/>
              <a:ext cx="4501157" cy="270190"/>
            </a:xfrm>
            <a:prstGeom prst="round2SameRect">
              <a:avLst>
                <a:gd name="adj1" fmla="val 17289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1771A7B4-84DA-A8BA-3EC2-8DFEDDE0F49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E930913-393C-74C6-E056-D9E94C98EC8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52D43F5-13C1-28CD-991D-2E979FFEF4D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F710B30-8014-0C31-F812-BCA23872D57C}"/>
              </a:ext>
            </a:extLst>
          </p:cNvPr>
          <p:cNvSpPr/>
          <p:nvPr/>
        </p:nvSpPr>
        <p:spPr>
          <a:xfrm>
            <a:off x="5727700" y="1021073"/>
            <a:ext cx="3814286" cy="2321130"/>
          </a:xfrm>
          <a:prstGeom prst="roundRect">
            <a:avLst>
              <a:gd name="adj" fmla="val 1415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en-US" altLang="zh-CN" sz="900">
                <a:solidFill>
                  <a:srgbClr val="B200B2"/>
                </a:solidFill>
                <a:effectLst/>
                <a:latin typeface="Fira Code" panose="020B0809050000020004" pitchFamily="49" charset="0"/>
              </a:rPr>
              <a:t>__init__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c_color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c_brand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.color =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c_color</a:t>
            </a: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 =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c_brand</a:t>
            </a: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en-US" altLang="zh-CN" sz="9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start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  </a:t>
            </a:r>
            <a:r>
              <a: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启动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900">
                <a:solidFill>
                  <a:srgbClr val="8C8C8C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9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f'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zh-CN" altLang="en-US" sz="9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正在启动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...'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en-US" altLang="zh-CN" sz="9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stop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  </a:t>
            </a:r>
            <a:r>
              <a: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停止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9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f'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zh-CN" altLang="en-US" sz="9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停止行驶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...'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    def </a:t>
            </a:r>
            <a:r>
              <a:rPr lang="en-US" altLang="zh-CN" sz="9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run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 </a:t>
            </a:r>
            <a:r>
              <a: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行驶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9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f'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zh-CN" altLang="en-US" sz="9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正在行驶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...'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7AEAF80-A970-96DD-937E-A7B582B750B2}"/>
              </a:ext>
            </a:extLst>
          </p:cNvPr>
          <p:cNvSpPr/>
          <p:nvPr/>
        </p:nvSpPr>
        <p:spPr>
          <a:xfrm>
            <a:off x="5729364" y="1017243"/>
            <a:ext cx="3930893" cy="2321130"/>
          </a:xfrm>
          <a:prstGeom prst="roundRect">
            <a:avLst>
              <a:gd name="adj" fmla="val 1415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en-US" altLang="zh-CN" sz="900">
                <a:solidFill>
                  <a:srgbClr val="B200B2"/>
                </a:solidFill>
                <a:effectLst/>
                <a:latin typeface="Fira Code" panose="020B0809050000020004" pitchFamily="49" charset="0"/>
              </a:rPr>
              <a:t>__init__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c_color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c_brand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.color =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c_color</a:t>
            </a: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 =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c_brand</a:t>
            </a: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.model = </a:t>
            </a: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c_</a:t>
            </a:r>
            <a:r>
              <a:rPr lang="en-US" altLang="zh-CN" sz="900">
                <a:solidFill>
                  <a:srgbClr val="000000"/>
                </a:solidFill>
                <a:latin typeface="Fira Code" panose="020B0809050000020004" pitchFamily="49" charset="0"/>
              </a:rPr>
              <a:t>model</a:t>
            </a: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b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en-US" altLang="zh-CN" sz="9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start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  </a:t>
            </a:r>
            <a:r>
              <a: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启动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900">
                <a:solidFill>
                  <a:srgbClr val="8C8C8C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9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f'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zh-CN" altLang="en-US" sz="9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正在启动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...'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en-US" altLang="zh-CN" sz="9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stop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  </a:t>
            </a:r>
            <a:r>
              <a: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停止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9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f'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zh-CN" altLang="en-US" sz="9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停止行驶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...'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9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    def </a:t>
            </a:r>
            <a:r>
              <a:rPr lang="en-US" altLang="zh-CN" sz="9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run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 </a:t>
            </a:r>
            <a:r>
              <a: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行驶</a:t>
            </a:r>
            <a:b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zh-CN" altLang="en-US" sz="9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9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f'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.brand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{</a:t>
            </a:r>
            <a:r>
              <a:rPr lang="en-US" altLang="zh-CN" sz="900">
                <a:solidFill>
                  <a:srgbClr val="94558D"/>
                </a:solidFill>
                <a:effectLst/>
                <a:latin typeface="Fira Code" panose="020B0809050000020004" pitchFamily="49" charset="0"/>
              </a:rPr>
              <a:t>self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altLang="zh-CN" sz="900">
                <a:solidFill>
                  <a:srgbClr val="080808"/>
                </a:solidFill>
                <a:latin typeface="Fira Code" panose="020B0809050000020004" pitchFamily="49" charset="0"/>
              </a:rPr>
              <a:t>model</a:t>
            </a:r>
            <a:r>
              <a:rPr lang="en-US" altLang="zh-CN" sz="900">
                <a:solidFill>
                  <a:srgbClr val="0037A6"/>
                </a:solidFill>
                <a:effectLst/>
                <a:latin typeface="Fira Code" panose="020B0809050000020004" pitchFamily="49" charset="0"/>
              </a:rPr>
              <a:t>} </a:t>
            </a:r>
            <a:r>
              <a:rPr lang="zh-CN" altLang="en-US" sz="9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正在行驶</a:t>
            </a:r>
            <a:r>
              <a:rPr lang="en-US" altLang="zh-CN" sz="9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...'</a:t>
            </a:r>
            <a:r>
              <a: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595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 L -0.15026 0.44838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13" y="2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0.19492 0.44607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2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46" grpId="0" animBg="1"/>
      <p:bldP spid="46" grpId="1" animBg="1"/>
      <p:bldP spid="45" grpId="0" animBg="1"/>
      <p:bldP spid="4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BC9B4-C4D7-65DA-C1F1-B9B3258E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3FD6AF-403D-DFDC-E19C-793DC884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59" y="4018290"/>
            <a:ext cx="2365892" cy="1100961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BA1620-2DBB-29A5-9534-012FF379C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继承描述的是两个类之间的关系，子类继承父类，就可以获取到父类的属性和方法。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E27D9F5-E293-3160-3D51-5AEB9760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pic>
        <p:nvPicPr>
          <p:cNvPr id="2" name="内容占位符 8">
            <a:extLst>
              <a:ext uri="{FF2B5EF4-FFF2-40B4-BE49-F238E27FC236}">
                <a16:creationId xmlns:a16="http://schemas.microsoft.com/office/drawing/2014/main" id="{A205E414-D0A4-CE97-F4EB-1616AF214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7" t="23186" r="8696" b="19127"/>
          <a:stretch>
            <a:fillRect/>
          </a:stretch>
        </p:blipFill>
        <p:spPr>
          <a:xfrm>
            <a:off x="1919712" y="2344332"/>
            <a:ext cx="2301290" cy="9047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9754EC-B6B8-3485-E8FF-266C3E77D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00" r="5521" b="6760"/>
          <a:stretch>
            <a:fillRect/>
          </a:stretch>
        </p:blipFill>
        <p:spPr>
          <a:xfrm>
            <a:off x="607916" y="4224853"/>
            <a:ext cx="2218385" cy="8141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9F3E8A-B06D-E81D-5E61-6B0B24C5DB0F}"/>
              </a:ext>
            </a:extLst>
          </p:cNvPr>
          <p:cNvSpPr txBox="1"/>
          <p:nvPr/>
        </p:nvSpPr>
        <p:spPr>
          <a:xfrm>
            <a:off x="2880479" y="3113540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Car</a:t>
            </a:r>
            <a:endParaRPr lang="zh-CN" altLang="en-US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482B8A-DF87-EA8B-61CC-5108FBB11BE4}"/>
              </a:ext>
            </a:extLst>
          </p:cNvPr>
          <p:cNvSpPr txBox="1"/>
          <p:nvPr/>
        </p:nvSpPr>
        <p:spPr>
          <a:xfrm>
            <a:off x="1294749" y="499498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FuelCar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0E6468-F577-5FA0-DB77-AE003F7500DF}"/>
              </a:ext>
            </a:extLst>
          </p:cNvPr>
          <p:cNvSpPr txBox="1"/>
          <p:nvPr/>
        </p:nvSpPr>
        <p:spPr>
          <a:xfrm>
            <a:off x="3635792" y="5007431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ElectricCar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4FFDF3-9C11-337F-0A21-8DFC68A2D00D}"/>
              </a:ext>
            </a:extLst>
          </p:cNvPr>
          <p:cNvCxnSpPr>
            <a:cxnSpLocks/>
          </p:cNvCxnSpPr>
          <p:nvPr/>
        </p:nvCxnSpPr>
        <p:spPr>
          <a:xfrm flipV="1">
            <a:off x="2020624" y="3384624"/>
            <a:ext cx="960309" cy="767101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F603A08-9680-0892-6072-193004126964}"/>
              </a:ext>
            </a:extLst>
          </p:cNvPr>
          <p:cNvCxnSpPr>
            <a:cxnSpLocks/>
          </p:cNvCxnSpPr>
          <p:nvPr/>
        </p:nvCxnSpPr>
        <p:spPr>
          <a:xfrm flipH="1" flipV="1">
            <a:off x="3231904" y="3399129"/>
            <a:ext cx="952791" cy="70160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A28B88F-06AB-904F-8D40-54AE4B662E54}"/>
              </a:ext>
            </a:extLst>
          </p:cNvPr>
          <p:cNvGrpSpPr/>
          <p:nvPr/>
        </p:nvGrpSpPr>
        <p:grpSpPr>
          <a:xfrm>
            <a:off x="6455595" y="1576083"/>
            <a:ext cx="4441656" cy="2848255"/>
            <a:chOff x="2297718" y="3660322"/>
            <a:chExt cx="4992864" cy="3009251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5BAB694-7E70-5EB4-1945-5B089FB37563}"/>
                </a:ext>
              </a:extLst>
            </p:cNvPr>
            <p:cNvSpPr/>
            <p:nvPr/>
          </p:nvSpPr>
          <p:spPr>
            <a:xfrm>
              <a:off x="2297728" y="3660322"/>
              <a:ext cx="4992853" cy="3009251"/>
            </a:xfrm>
            <a:prstGeom prst="roundRect">
              <a:avLst>
                <a:gd name="adj" fmla="val 141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B200B2"/>
                  </a:solidFill>
                  <a:effectLst/>
                  <a:latin typeface="Fira Code" panose="020B0809050000020004" pitchFamily="49" charset="0"/>
                </a:rPr>
                <a:t>__init__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c_model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.color 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b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 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b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b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start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启动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正在启动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stop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停止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停止行驶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   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run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行驶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9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model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正在行驶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3E70B3F9-4207-B484-BE5F-2388D100C9B1}"/>
                </a:ext>
              </a:extLst>
            </p:cNvPr>
            <p:cNvSpPr/>
            <p:nvPr/>
          </p:nvSpPr>
          <p:spPr>
            <a:xfrm>
              <a:off x="2297718" y="3660322"/>
              <a:ext cx="4992864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EC8ADA3-64B3-777B-EB62-93AF63F39CD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8F63229-5DDE-7F36-2F78-246A3BD0FC4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1285419-EAC7-20DD-3C58-FD4F1C16C05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5854260-80CC-6B8F-CC69-53A78C6E1350}"/>
              </a:ext>
            </a:extLst>
          </p:cNvPr>
          <p:cNvGrpSpPr/>
          <p:nvPr/>
        </p:nvGrpSpPr>
        <p:grpSpPr>
          <a:xfrm>
            <a:off x="5626049" y="4780020"/>
            <a:ext cx="2954744" cy="1386117"/>
            <a:chOff x="2297718" y="3660322"/>
            <a:chExt cx="3321427" cy="1464467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2028265-55A9-5ECC-FA78-9AEF0BA4762F}"/>
                </a:ext>
              </a:extLst>
            </p:cNvPr>
            <p:cNvSpPr/>
            <p:nvPr/>
          </p:nvSpPr>
          <p:spPr>
            <a:xfrm>
              <a:off x="2297728" y="3660323"/>
              <a:ext cx="3321417" cy="1464466"/>
            </a:xfrm>
            <a:prstGeom prst="roundRect">
              <a:avLst>
                <a:gd name="adj" fmla="val 324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9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FuelCar(Car)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pass</a:t>
              </a:r>
            </a:p>
          </p:txBody>
        </p:sp>
        <p:sp>
          <p:nvSpPr>
            <p:cNvPr id="26" name="矩形: 圆顶角 25">
              <a:extLst>
                <a:ext uri="{FF2B5EF4-FFF2-40B4-BE49-F238E27FC236}">
                  <a16:creationId xmlns:a16="http://schemas.microsoft.com/office/drawing/2014/main" id="{A13B8F86-D91B-D4CA-542C-536F4CE9B6A8}"/>
                </a:ext>
              </a:extLst>
            </p:cNvPr>
            <p:cNvSpPr/>
            <p:nvPr/>
          </p:nvSpPr>
          <p:spPr>
            <a:xfrm>
              <a:off x="2297718" y="3660322"/>
              <a:ext cx="3321427" cy="270190"/>
            </a:xfrm>
            <a:prstGeom prst="round2SameRect">
              <a:avLst>
                <a:gd name="adj1" fmla="val 19772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99F97E8-8D80-CE42-46C6-036DDBE5A09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B4D5085-532C-48F3-0437-7F2D4450B71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C1D03E7-EA22-8390-7BE6-2ACAC48D915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D6F62F1-ACF1-499C-28B1-4E839413D082}"/>
              </a:ext>
            </a:extLst>
          </p:cNvPr>
          <p:cNvGrpSpPr/>
          <p:nvPr/>
        </p:nvGrpSpPr>
        <p:grpSpPr>
          <a:xfrm>
            <a:off x="8752646" y="4768495"/>
            <a:ext cx="3211329" cy="1374981"/>
            <a:chOff x="2297719" y="3660322"/>
            <a:chExt cx="3609854" cy="145270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A68114EF-C4E4-E639-BF14-111CEE58212B}"/>
                </a:ext>
              </a:extLst>
            </p:cNvPr>
            <p:cNvSpPr/>
            <p:nvPr/>
          </p:nvSpPr>
          <p:spPr>
            <a:xfrm>
              <a:off x="2297728" y="3660323"/>
              <a:ext cx="3609845" cy="1452700"/>
            </a:xfrm>
            <a:prstGeom prst="roundRect">
              <a:avLst>
                <a:gd name="adj" fmla="val 32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9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ElectricCar(Car)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pass</a:t>
              </a:r>
            </a:p>
          </p:txBody>
        </p:sp>
        <p:sp>
          <p:nvSpPr>
            <p:cNvPr id="32" name="矩形: 圆顶角 31">
              <a:extLst>
                <a:ext uri="{FF2B5EF4-FFF2-40B4-BE49-F238E27FC236}">
                  <a16:creationId xmlns:a16="http://schemas.microsoft.com/office/drawing/2014/main" id="{C2CD12C0-48B7-C6C2-72CC-1B5F183B782B}"/>
                </a:ext>
              </a:extLst>
            </p:cNvPr>
            <p:cNvSpPr/>
            <p:nvPr/>
          </p:nvSpPr>
          <p:spPr>
            <a:xfrm>
              <a:off x="2297719" y="3660322"/>
              <a:ext cx="3609846" cy="270190"/>
            </a:xfrm>
            <a:prstGeom prst="round2SameRect">
              <a:avLst>
                <a:gd name="adj1" fmla="val 17289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681265A3-2C9C-120F-F3AC-D573A782F66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CCA3AA5E-6701-CFE8-5847-D7DA3DEE7EA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A1AE2E2-8E6C-ED0F-11EF-33CAA73F669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209BF507-9226-CFB0-88B0-291B6ED519AE}"/>
              </a:ext>
            </a:extLst>
          </p:cNvPr>
          <p:cNvSpPr txBox="1"/>
          <p:nvPr/>
        </p:nvSpPr>
        <p:spPr>
          <a:xfrm>
            <a:off x="8037054" y="584640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子类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CA68D86-77E1-5366-5F90-6168114EB24A}"/>
              </a:ext>
            </a:extLst>
          </p:cNvPr>
          <p:cNvSpPr txBox="1"/>
          <p:nvPr/>
        </p:nvSpPr>
        <p:spPr>
          <a:xfrm>
            <a:off x="11410702" y="584640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子类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6145C5-158E-4B25-92AC-27709B0D9692}"/>
              </a:ext>
            </a:extLst>
          </p:cNvPr>
          <p:cNvSpPr txBox="1"/>
          <p:nvPr/>
        </p:nvSpPr>
        <p:spPr>
          <a:xfrm>
            <a:off x="10348959" y="18500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父类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DBB7317-BD43-0D25-2F5A-73B74A7985DA}"/>
              </a:ext>
            </a:extLst>
          </p:cNvPr>
          <p:cNvCxnSpPr>
            <a:cxnSpLocks/>
          </p:cNvCxnSpPr>
          <p:nvPr/>
        </p:nvCxnSpPr>
        <p:spPr>
          <a:xfrm>
            <a:off x="6071365" y="5302762"/>
            <a:ext cx="875535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EE865AC-3DCA-B8D8-5381-A97B3B9ABC26}"/>
              </a:ext>
            </a:extLst>
          </p:cNvPr>
          <p:cNvCxnSpPr>
            <a:cxnSpLocks/>
          </p:cNvCxnSpPr>
          <p:nvPr/>
        </p:nvCxnSpPr>
        <p:spPr>
          <a:xfrm>
            <a:off x="9210661" y="5283712"/>
            <a:ext cx="1138298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AE90325-3EA3-B88A-8BD1-61342161DFED}"/>
              </a:ext>
            </a:extLst>
          </p:cNvPr>
          <p:cNvSpPr/>
          <p:nvPr/>
        </p:nvSpPr>
        <p:spPr>
          <a:xfrm>
            <a:off x="6643163" y="5085626"/>
            <a:ext cx="240342" cy="201372"/>
          </a:xfrm>
          <a:prstGeom prst="roundRect">
            <a:avLst/>
          </a:prstGeom>
          <a:solidFill>
            <a:srgbClr val="C0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3F513C7-19A6-1E31-4843-3F0736C62E26}"/>
              </a:ext>
            </a:extLst>
          </p:cNvPr>
          <p:cNvSpPr/>
          <p:nvPr/>
        </p:nvSpPr>
        <p:spPr>
          <a:xfrm>
            <a:off x="10051843" y="5071914"/>
            <a:ext cx="240342" cy="201094"/>
          </a:xfrm>
          <a:prstGeom prst="roundRect">
            <a:avLst/>
          </a:prstGeom>
          <a:solidFill>
            <a:srgbClr val="C0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903E8E8-5C32-E733-431F-B4A2B10AA32F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6763334" y="5286998"/>
            <a:ext cx="0" cy="504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C9523AB-DDF6-744B-A833-50C98A9D08A0}"/>
              </a:ext>
            </a:extLst>
          </p:cNvPr>
          <p:cNvSpPr txBox="1"/>
          <p:nvPr/>
        </p:nvSpPr>
        <p:spPr>
          <a:xfrm>
            <a:off x="6211835" y="5854072"/>
            <a:ext cx="123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指定父类的类名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952032F-054C-906F-498A-A869ABBB1D72}"/>
              </a:ext>
            </a:extLst>
          </p:cNvPr>
          <p:cNvCxnSpPr>
            <a:cxnSpLocks/>
          </p:cNvCxnSpPr>
          <p:nvPr/>
        </p:nvCxnSpPr>
        <p:spPr>
          <a:xfrm>
            <a:off x="10154234" y="5285680"/>
            <a:ext cx="0" cy="504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E87131F7-C824-1B6C-D32A-35CEB8254276}"/>
              </a:ext>
            </a:extLst>
          </p:cNvPr>
          <p:cNvSpPr txBox="1"/>
          <p:nvPr/>
        </p:nvSpPr>
        <p:spPr>
          <a:xfrm>
            <a:off x="9602735" y="5833704"/>
            <a:ext cx="1239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指定父类的类名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3C7091-618B-9122-CD02-7FD17CC5B053}"/>
              </a:ext>
            </a:extLst>
          </p:cNvPr>
          <p:cNvSpPr txBox="1"/>
          <p:nvPr/>
        </p:nvSpPr>
        <p:spPr>
          <a:xfrm>
            <a:off x="8181015" y="1026092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(</a:t>
            </a:r>
            <a:r>
              <a:rPr lang="zh-CN" altLang="en-US" sz="1600"/>
              <a:t>非私有</a:t>
            </a:r>
            <a:r>
              <a:rPr lang="en-US" altLang="zh-CN" sz="1600"/>
              <a:t>)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962925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7" grpId="0"/>
      <p:bldP spid="38" grpId="0"/>
      <p:bldP spid="39" grpId="0"/>
      <p:bldP spid="45" grpId="0" animBg="1"/>
      <p:bldP spid="46" grpId="0" animBg="1"/>
      <p:bldP spid="50" grpId="0"/>
      <p:bldP spid="52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8F85-25A7-5B86-EBE2-3A5A80BB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78E649F-DF81-FC03-5575-96E4371EA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继承的语法格式</a:t>
            </a:r>
            <a:r>
              <a:rPr lang="en-US" altLang="zh-CN"/>
              <a:t>?</a:t>
            </a:r>
          </a:p>
          <a:p>
            <a:pPr marL="3600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>
                <a:solidFill>
                  <a:srgbClr val="7030A0"/>
                </a:solidFill>
              </a:rPr>
              <a:t>class</a:t>
            </a:r>
            <a:r>
              <a:rPr lang="en-US" altLang="zh-CN" sz="1400"/>
              <a:t> </a:t>
            </a:r>
            <a:r>
              <a:rPr lang="zh-CN" altLang="en-US" sz="1400"/>
              <a:t>子类</a:t>
            </a:r>
            <a:r>
              <a:rPr lang="en-US" altLang="zh-CN" sz="1400"/>
              <a:t>(</a:t>
            </a:r>
            <a:r>
              <a:rPr lang="zh-CN" altLang="en-US" sz="1400"/>
              <a:t>父类</a:t>
            </a:r>
            <a:r>
              <a:rPr lang="en-US" altLang="zh-CN" sz="1400"/>
              <a:t>):</a:t>
            </a:r>
          </a:p>
          <a:p>
            <a:pPr marL="3600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/>
              <a:t>    </a:t>
            </a:r>
            <a:r>
              <a:rPr lang="en-US" altLang="zh-CN" sz="1400">
                <a:solidFill>
                  <a:srgbClr val="0000FF"/>
                </a:solidFill>
              </a:rPr>
              <a:t>pass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子类继承父类，是将父类所有的属性和方法都继承下来了吗？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没有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子类继承父类，会将父类公共的属性和方法继承下来（不含私有）</a:t>
            </a:r>
          </a:p>
        </p:txBody>
      </p:sp>
    </p:spTree>
    <p:extLst>
      <p:ext uri="{BB962C8B-B14F-4D97-AF65-F5344CB8AC3E}">
        <p14:creationId xmlns:p14="http://schemas.microsoft.com/office/powerpoint/2010/main" val="258292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1DA4-26EF-1DF4-5D18-4CC9AC810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092E41-C7EC-CB70-AFFE-3E73E4FE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1540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rgbClr val="C00000"/>
                </a:solidFill>
              </a:rPr>
              <a:t>重写</a:t>
            </a:r>
            <a:r>
              <a:rPr lang="zh-CN" altLang="en-US"/>
              <a:t>是指子类继承父类后，如果父类中的方法不满足需求，可以在子类中重新定义父类中已有的方法（方法名相同），从而用子类的实现替换父类的实现。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107E066-1BFE-EF4F-70D0-5202DAF7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  <a:r>
              <a:rPr lang="en-US" altLang="zh-CN"/>
              <a:t>-</a:t>
            </a:r>
            <a:r>
              <a:rPr lang="zh-CN" altLang="en-US"/>
              <a:t>重写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54F7FDC-0B54-D873-661C-12B2A7FEEDF6}"/>
              </a:ext>
            </a:extLst>
          </p:cNvPr>
          <p:cNvGrpSpPr/>
          <p:nvPr/>
        </p:nvGrpSpPr>
        <p:grpSpPr>
          <a:xfrm>
            <a:off x="937444" y="1897404"/>
            <a:ext cx="4517206" cy="4319246"/>
            <a:chOff x="2297717" y="3660322"/>
            <a:chExt cx="5077790" cy="456338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CED4718-7849-0ED7-CF49-12A6CCCC9AE9}"/>
                </a:ext>
              </a:extLst>
            </p:cNvPr>
            <p:cNvSpPr/>
            <p:nvPr/>
          </p:nvSpPr>
          <p:spPr>
            <a:xfrm>
              <a:off x="2297727" y="3660322"/>
              <a:ext cx="5077780" cy="4563389"/>
            </a:xfrm>
            <a:prstGeom prst="roundRect">
              <a:avLst>
                <a:gd name="adj" fmla="val 113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B200B2"/>
                  </a:solidFill>
                  <a:effectLst/>
                  <a:latin typeface="Fira Code" panose="020B0809050000020004" pitchFamily="49" charset="0"/>
                </a:rPr>
                <a:t>__init__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.color =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 =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 =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0000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start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启动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0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正在启动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stop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停止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停止行驶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   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.model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正在补充燃料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000">
                <a:solidFill>
                  <a:srgbClr val="080808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FuelCar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(Car): 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</a:t>
              </a: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</a:rPr>
                <a:t>油车类</a:t>
              </a:r>
              <a:b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补充燃料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.model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正在加油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1BC4CC78-11A6-025D-6180-93C7F279BFF2}"/>
                </a:ext>
              </a:extLst>
            </p:cNvPr>
            <p:cNvSpPr/>
            <p:nvPr/>
          </p:nvSpPr>
          <p:spPr>
            <a:xfrm>
              <a:off x="2297717" y="3660322"/>
              <a:ext cx="5077780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F55A9B5-6166-F48A-9151-4EDC69BD15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64E8B62-D470-E021-986F-F1B32AE195F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C6AE705-57CC-63F6-38CB-11684B4AC2E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D599BFF-B539-16CF-915E-634B17ECADF0}"/>
              </a:ext>
            </a:extLst>
          </p:cNvPr>
          <p:cNvGrpSpPr/>
          <p:nvPr/>
        </p:nvGrpSpPr>
        <p:grpSpPr>
          <a:xfrm>
            <a:off x="937444" y="6410933"/>
            <a:ext cx="10707645" cy="348335"/>
            <a:chOff x="4685665" y="1834757"/>
            <a:chExt cx="10781204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74D16D8E-EC26-FD98-A092-F0796399C568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758344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如果子类在重写父类的方法时，需要调用父类的方法，可以通过 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父类名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.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方法名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(self)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/ 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super().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方法名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() </a:t>
              </a:r>
              <a:r>
                <a:rPr kumimoji="1" lang="zh-CN" altLang="en-US" sz="1200" kern="0">
                  <a:solidFill>
                    <a:schemeClr val="tx1">
                      <a:lumMod val="75000"/>
                    </a:schemeClr>
                  </a:solidFill>
                  <a:ea typeface="微软雅黑"/>
                </a:rPr>
                <a:t>方式来调用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FE7BDDB6-6F1B-E1A3-6094-B86A90A37557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E97ABC-5F5E-3C56-3736-57AF0EDE1BEB}"/>
              </a:ext>
            </a:extLst>
          </p:cNvPr>
          <p:cNvGrpSpPr/>
          <p:nvPr/>
        </p:nvGrpSpPr>
        <p:grpSpPr>
          <a:xfrm>
            <a:off x="6893168" y="1582512"/>
            <a:ext cx="4517206" cy="4634137"/>
            <a:chOff x="2297717" y="3660321"/>
            <a:chExt cx="5077790" cy="489607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34985C0-D3D2-E03F-6035-F2B044377BA1}"/>
                </a:ext>
              </a:extLst>
            </p:cNvPr>
            <p:cNvSpPr/>
            <p:nvPr/>
          </p:nvSpPr>
          <p:spPr>
            <a:xfrm>
              <a:off x="2297727" y="3660321"/>
              <a:ext cx="5077780" cy="4896079"/>
            </a:xfrm>
            <a:prstGeom prst="roundRect">
              <a:avLst>
                <a:gd name="adj" fmla="val 113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B200B2"/>
                  </a:solidFill>
                  <a:effectLst/>
                  <a:latin typeface="Fira Code" panose="020B0809050000020004" pitchFamily="49" charset="0"/>
                </a:rPr>
                <a:t>__init__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.color =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c_color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 =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c_brand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 =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c_name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0000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start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启动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en-US" altLang="zh-CN" sz="10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正在启动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stop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停止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停止行驶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   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.model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正在补充燃料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000">
                <a:solidFill>
                  <a:srgbClr val="080808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FuelCar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(Car): 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</a:t>
              </a: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</a:rPr>
                <a:t>油车类</a:t>
              </a:r>
              <a:b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</a:t>
              </a: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补充燃料</a:t>
              </a:r>
              <a:endParaRPr lang="en-US" altLang="zh-CN" sz="1000">
                <a:solidFill>
                  <a:srgbClr val="8C8C8C"/>
                </a:solidFill>
                <a:effectLst/>
                <a:latin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000">
                  <a:solidFill>
                    <a:srgbClr val="8C8C8C"/>
                  </a:solidFill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latin typeface="Fira Code" panose="020B0809050000020004" pitchFamily="49" charset="0"/>
                </a:rPr>
                <a:t>super().</a:t>
              </a:r>
              <a:r>
                <a:rPr lang="en-US" altLang="zh-CN" sz="10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charge()</a:t>
              </a:r>
              <a:b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0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.brand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{</a:t>
              </a:r>
              <a:r>
                <a:rPr lang="en-US" altLang="zh-CN" sz="10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.model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正在加油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8F85DF21-F0DB-6F08-CD39-01FFD7A7EAA9}"/>
                </a:ext>
              </a:extLst>
            </p:cNvPr>
            <p:cNvSpPr/>
            <p:nvPr/>
          </p:nvSpPr>
          <p:spPr>
            <a:xfrm>
              <a:off x="2297717" y="3660322"/>
              <a:ext cx="5077780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41D0A22-B457-294B-4C5A-E5275DB2E68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E6C03FD-9435-AE23-DE72-9FA2A3558A7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AA62A49-7735-2F05-CEC5-F2E41108700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E406C31-F3C7-C8D3-9602-1796B61AF3B8}"/>
              </a:ext>
            </a:extLst>
          </p:cNvPr>
          <p:cNvSpPr/>
          <p:nvPr/>
        </p:nvSpPr>
        <p:spPr>
          <a:xfrm>
            <a:off x="7491395" y="5613399"/>
            <a:ext cx="1855805" cy="25573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29AE124-0534-F93B-92E9-3DD46872E360}"/>
              </a:ext>
            </a:extLst>
          </p:cNvPr>
          <p:cNvSpPr/>
          <p:nvPr/>
        </p:nvSpPr>
        <p:spPr>
          <a:xfrm>
            <a:off x="7208125" y="4330230"/>
            <a:ext cx="4145675" cy="483070"/>
          </a:xfrm>
          <a:prstGeom prst="roundRect">
            <a:avLst>
              <a:gd name="adj" fmla="val 11409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8EFEB281-4E0F-3A38-8A8D-562C5B3BEC72}"/>
              </a:ext>
            </a:extLst>
          </p:cNvPr>
          <p:cNvCxnSpPr>
            <a:cxnSpLocks/>
            <a:stCxn id="22" idx="1"/>
            <a:endCxn id="19" idx="1"/>
          </p:cNvCxnSpPr>
          <p:nvPr/>
        </p:nvCxnSpPr>
        <p:spPr>
          <a:xfrm rot="10800000" flipH="1" flipV="1">
            <a:off x="7208125" y="4571765"/>
            <a:ext cx="283270" cy="1169502"/>
          </a:xfrm>
          <a:prstGeom prst="curvedConnector3">
            <a:avLst>
              <a:gd name="adj1" fmla="val -181576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3F62D15-2DD4-D0A5-DC15-4BE0B76DC925}"/>
              </a:ext>
            </a:extLst>
          </p:cNvPr>
          <p:cNvSpPr/>
          <p:nvPr/>
        </p:nvSpPr>
        <p:spPr>
          <a:xfrm>
            <a:off x="1252401" y="4673446"/>
            <a:ext cx="4145675" cy="483070"/>
          </a:xfrm>
          <a:prstGeom prst="roundRect">
            <a:avLst>
              <a:gd name="adj" fmla="val 11409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542796-C067-BA45-361C-8780E7F25A34}"/>
              </a:ext>
            </a:extLst>
          </p:cNvPr>
          <p:cNvSpPr/>
          <p:nvPr/>
        </p:nvSpPr>
        <p:spPr>
          <a:xfrm>
            <a:off x="1252401" y="5707075"/>
            <a:ext cx="4145675" cy="483070"/>
          </a:xfrm>
          <a:prstGeom prst="roundRect">
            <a:avLst>
              <a:gd name="adj" fmla="val 11409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89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7ED5-43FA-8330-1DAE-17886DC8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69A6065-1102-1B87-9226-79DD58F235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47976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什么是方法重写</a:t>
            </a:r>
            <a:r>
              <a:rPr lang="en-US" altLang="zh-CN"/>
              <a:t>? </a:t>
            </a:r>
            <a:r>
              <a:rPr lang="zh-CN" altLang="en-US"/>
              <a:t>重写的语法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在继承体系中，如果父类的方法不能满足需求，就可以在子类中重新定义一个与父类同名的方法，从而用子类自己的实现来替换父类的实现，这个就称之为重写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在子类中，如何调用父类中的方法？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方式一：</a:t>
            </a:r>
            <a:r>
              <a:rPr lang="en-US" altLang="zh-CN" sz="1400"/>
              <a:t>super().</a:t>
            </a:r>
            <a:r>
              <a:rPr lang="zh-CN" altLang="en-US" sz="1400"/>
              <a:t>方法名</a:t>
            </a:r>
            <a:r>
              <a:rPr lang="en-US" altLang="zh-CN" sz="1400"/>
              <a:t>()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方式二：父类名</a:t>
            </a:r>
            <a:r>
              <a:rPr lang="en-US" altLang="zh-CN" sz="1400"/>
              <a:t>.</a:t>
            </a:r>
            <a:r>
              <a:rPr lang="zh-CN" altLang="en-US" sz="1400"/>
              <a:t>方法名</a:t>
            </a:r>
            <a:r>
              <a:rPr lang="en-US" altLang="zh-CN" sz="1400"/>
              <a:t>(self)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18191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3FA8-2FFE-9E14-91A1-94A9294D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37F0F9-9ADB-8A31-CC3C-24983378F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122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多继承指的是一个子类，同时继承了多个父类的情况（会将多个父类中的非私有的属性和方法都继承下来）。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语法：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FBD6CE6-9C9B-0642-CAED-8308F6F5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多继承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0AD2C1C-3FBB-900F-31C7-98D19A107BCD}"/>
              </a:ext>
            </a:extLst>
          </p:cNvPr>
          <p:cNvGrpSpPr/>
          <p:nvPr/>
        </p:nvGrpSpPr>
        <p:grpSpPr>
          <a:xfrm>
            <a:off x="943794" y="2052413"/>
            <a:ext cx="4517206" cy="1268638"/>
            <a:chOff x="2297717" y="3660322"/>
            <a:chExt cx="5077790" cy="134034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325A0EE-3340-2C07-FF08-DC12145E3F36}"/>
                </a:ext>
              </a:extLst>
            </p:cNvPr>
            <p:cNvSpPr/>
            <p:nvPr/>
          </p:nvSpPr>
          <p:spPr>
            <a:xfrm>
              <a:off x="2297727" y="3660322"/>
              <a:ext cx="5077780" cy="1340347"/>
            </a:xfrm>
            <a:prstGeom prst="roundRect">
              <a:avLst>
                <a:gd name="adj" fmla="val 37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zh-CN" altLang="en-US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子类名</a:t>
              </a:r>
              <a:r>
                <a:rPr lang="en-US" altLang="zh-CN" sz="1200">
                  <a:solidFill>
                    <a:srgbClr val="000000"/>
                  </a:solidFill>
                  <a:latin typeface="Fira Code" panose="020B0809050000020004" pitchFamily="49" charset="0"/>
                </a:rPr>
                <a:t>(</a:t>
              </a:r>
              <a:r>
                <a:rPr lang="zh-CN" altLang="en-US" sz="1200">
                  <a:solidFill>
                    <a:srgbClr val="000000"/>
                  </a:solidFill>
                  <a:latin typeface="Fira Code" panose="020B0809050000020004" pitchFamily="49" charset="0"/>
                </a:rPr>
                <a:t>父类名</a:t>
              </a:r>
              <a:r>
                <a:rPr lang="en-US" altLang="zh-CN" sz="1200">
                  <a:solidFill>
                    <a:srgbClr val="000000"/>
                  </a:solidFill>
                  <a:latin typeface="Fira Code" panose="020B0809050000020004" pitchFamily="49" charset="0"/>
                </a:rPr>
                <a:t>1, </a:t>
              </a:r>
              <a:r>
                <a:rPr lang="zh-CN" altLang="en-US" sz="1200">
                  <a:solidFill>
                    <a:srgbClr val="000000"/>
                  </a:solidFill>
                  <a:latin typeface="Fira Code" panose="020B0809050000020004" pitchFamily="49" charset="0"/>
                </a:rPr>
                <a:t>父类名</a:t>
              </a:r>
              <a:r>
                <a:rPr lang="en-US" altLang="zh-CN" sz="1200">
                  <a:solidFill>
                    <a:srgbClr val="000000"/>
                  </a:solidFill>
                  <a:latin typeface="Fira Code" panose="020B0809050000020004" pitchFamily="49" charset="0"/>
                </a:rPr>
                <a:t>2, </a:t>
              </a:r>
              <a:r>
                <a:rPr lang="zh-CN" altLang="en-US" sz="1200">
                  <a:solidFill>
                    <a:srgbClr val="000000"/>
                  </a:solidFill>
                  <a:latin typeface="Fira Code" panose="020B0809050000020004" pitchFamily="49" charset="0"/>
                </a:rPr>
                <a:t>父类名</a:t>
              </a:r>
              <a:r>
                <a:rPr lang="en-US" altLang="zh-CN" sz="1200">
                  <a:solidFill>
                    <a:srgbClr val="000000"/>
                  </a:solidFill>
                  <a:latin typeface="Fira Code" panose="020B0809050000020004" pitchFamily="49" charset="0"/>
                </a:rPr>
                <a:t>3, ...)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</a:t>
              </a:r>
              <a:r>
                <a:rPr lang="zh-CN" altLang="en-US" sz="1200">
                  <a:solidFill>
                    <a:srgbClr val="0033B3"/>
                  </a:solidFill>
                  <a:latin typeface="Fira Code" panose="020B0809050000020004" pitchFamily="49" charset="0"/>
                </a:rPr>
                <a:t>代码</a:t>
              </a:r>
              <a:endParaRPr lang="en-US" altLang="zh-CN" sz="1200">
                <a:solidFill>
                  <a:srgbClr val="0033B3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   ...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0ED000BC-3DF3-8F1C-DC4A-6EA107D4C51E}"/>
                </a:ext>
              </a:extLst>
            </p:cNvPr>
            <p:cNvSpPr/>
            <p:nvPr/>
          </p:nvSpPr>
          <p:spPr>
            <a:xfrm>
              <a:off x="2297717" y="3660322"/>
              <a:ext cx="5077780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1B598E2-02A7-A57F-B48C-C9742109EAA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3A9D6E4-267C-2709-3225-19C53AAA93A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CDC4E9A-C924-9CA3-8E9E-4908693B294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DBE26A9-99B6-0547-1469-FE6E9878F182}"/>
              </a:ext>
            </a:extLst>
          </p:cNvPr>
          <p:cNvGrpSpPr/>
          <p:nvPr/>
        </p:nvGrpSpPr>
        <p:grpSpPr>
          <a:xfrm>
            <a:off x="804094" y="6201383"/>
            <a:ext cx="10879906" cy="348335"/>
            <a:chOff x="4685665" y="1834757"/>
            <a:chExt cx="10954648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507C994C-6D62-D44F-0715-7ABC7202B0D0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当一个类继承了多个父类时，默认优先使用第一个父类中的同名属性或方法，可以使用 类名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.__mro__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属性 或 类名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.mro()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方法查看调用顺序。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659E0499-E0F5-A684-8A4C-9B38D3983F14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C4016AB-7C91-82B0-C3C1-CA0A3F2866D3}"/>
              </a:ext>
            </a:extLst>
          </p:cNvPr>
          <p:cNvCxnSpPr>
            <a:cxnSpLocks/>
          </p:cNvCxnSpPr>
          <p:nvPr/>
        </p:nvCxnSpPr>
        <p:spPr>
          <a:xfrm flipV="1">
            <a:off x="8070574" y="5599043"/>
            <a:ext cx="0" cy="6276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2C1611C-2ED7-5A6F-579E-F1157FD21810}"/>
              </a:ext>
            </a:extLst>
          </p:cNvPr>
          <p:cNvSpPr txBox="1"/>
          <p:nvPr/>
        </p:nvSpPr>
        <p:spPr>
          <a:xfrm>
            <a:off x="5840222" y="5260489"/>
            <a:ext cx="5222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MRO : Method Resolution Order(</a:t>
            </a:r>
            <a:r>
              <a:rPr lang="zh-CN" altLang="en-US" sz="1600">
                <a:solidFill>
                  <a:srgbClr val="C00000"/>
                </a:solidFill>
              </a:rPr>
              <a:t>方法解析顺序</a:t>
            </a:r>
            <a:r>
              <a:rPr lang="en-US" altLang="zh-CN" sz="1600">
                <a:solidFill>
                  <a:srgbClr val="C00000"/>
                </a:solidFill>
              </a:rPr>
              <a:t>)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4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785B-5F89-156D-D959-4737289C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0D191F-D2BF-745B-B6A2-8D4AC44791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面向对象高级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9338CE-6FFE-311E-47AB-A0BD5BDAD9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50147"/>
          </a:xfrm>
        </p:spPr>
        <p:txBody>
          <a:bodyPr/>
          <a:lstStyle/>
          <a:p>
            <a:r>
              <a:rPr lang="zh-CN" altLang="en-US"/>
              <a:t>封装</a:t>
            </a:r>
            <a:endParaRPr lang="en-US" altLang="zh-CN"/>
          </a:p>
          <a:p>
            <a:r>
              <a:rPr lang="zh-CN" altLang="en-US"/>
              <a:t>继承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多态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494CAF-D378-80A0-A41F-931FCC8525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01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8859D-6E9A-6AA4-D80F-2D41BEA4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9EC6DD-413F-3AE3-4B2B-A9A2092A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多态是指同一个方法，具有不同的形态、行为、表现。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4A04E10-3B7F-021F-E305-26B0A3DF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多态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ECECCF3-7706-7B20-5FE4-9751B523F861}"/>
              </a:ext>
            </a:extLst>
          </p:cNvPr>
          <p:cNvGrpSpPr/>
          <p:nvPr/>
        </p:nvGrpSpPr>
        <p:grpSpPr>
          <a:xfrm>
            <a:off x="931094" y="1576082"/>
            <a:ext cx="4720406" cy="3450101"/>
            <a:chOff x="2297717" y="3660321"/>
            <a:chExt cx="5306207" cy="364511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C5844A2-A8DC-9CC3-781C-4C64B0077210}"/>
                </a:ext>
              </a:extLst>
            </p:cNvPr>
            <p:cNvSpPr/>
            <p:nvPr/>
          </p:nvSpPr>
          <p:spPr>
            <a:xfrm>
              <a:off x="2297727" y="3660321"/>
              <a:ext cx="5306197" cy="3645116"/>
            </a:xfrm>
            <a:prstGeom prst="roundRect">
              <a:avLst>
                <a:gd name="adj" fmla="val 13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...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正在补充燃料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FuelCar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(Car):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燃油汽车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正在加油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ElectricCar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(Car):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charge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电动汽车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正在充电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D5DEBE53-338F-CDE1-CD9B-E4B18413816F}"/>
                </a:ext>
              </a:extLst>
            </p:cNvPr>
            <p:cNvSpPr/>
            <p:nvPr/>
          </p:nvSpPr>
          <p:spPr>
            <a:xfrm>
              <a:off x="2297717" y="3660322"/>
              <a:ext cx="5306197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C0C61D6-24CD-4A29-3724-D95FD565139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79D91B0-7EF7-CBB7-4B44-8D408EF40FC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13FC2D4-207B-117D-540E-3E2D92FFBE5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F31F7B-89E1-6222-ED74-2903FC03F89C}"/>
              </a:ext>
            </a:extLst>
          </p:cNvPr>
          <p:cNvGrpSpPr/>
          <p:nvPr/>
        </p:nvGrpSpPr>
        <p:grpSpPr>
          <a:xfrm>
            <a:off x="5852335" y="1576082"/>
            <a:ext cx="5691956" cy="3450101"/>
            <a:chOff x="2297717" y="3660321"/>
            <a:chExt cx="6398326" cy="364511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8878CBF-86F8-8E09-D71E-83B47ED787B3}"/>
                </a:ext>
              </a:extLst>
            </p:cNvPr>
            <p:cNvSpPr/>
            <p:nvPr/>
          </p:nvSpPr>
          <p:spPr>
            <a:xfrm>
              <a:off x="2297727" y="3660321"/>
              <a:ext cx="6398316" cy="3645116"/>
            </a:xfrm>
            <a:prstGeom prst="roundRect">
              <a:avLst>
                <a:gd name="adj" fmla="val 13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handle_charge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car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.charge()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handle_charge(FuelCar(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"BMW"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"X5"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白色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handle_charge(ElectricCar(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"BYD"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汉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白色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BF61E7E8-B1EC-E9CB-9D53-7B12BF64F147}"/>
                </a:ext>
              </a:extLst>
            </p:cNvPr>
            <p:cNvSpPr/>
            <p:nvPr/>
          </p:nvSpPr>
          <p:spPr>
            <a:xfrm>
              <a:off x="2297717" y="3660322"/>
              <a:ext cx="6398316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04BAFB7-8A88-2FF5-A2E5-F907E8E70FD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C9A0CEB-67D3-7DEB-C282-4045A2CCFBD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E2759D4-FE9E-7E64-0E52-7B795066152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2A56BE1-8EAD-89A8-D320-490F5694A72F}"/>
              </a:ext>
            </a:extLst>
          </p:cNvPr>
          <p:cNvGrpSpPr/>
          <p:nvPr/>
        </p:nvGrpSpPr>
        <p:grpSpPr>
          <a:xfrm>
            <a:off x="1909506" y="5047827"/>
            <a:ext cx="2763571" cy="1707864"/>
            <a:chOff x="1437026" y="3352225"/>
            <a:chExt cx="5088776" cy="314482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256F0B6-3E57-38F8-A7F8-CEC393802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1769" y="5026183"/>
              <a:ext cx="2365892" cy="1100961"/>
            </a:xfrm>
            <a:prstGeom prst="rect">
              <a:avLst/>
            </a:prstGeom>
          </p:spPr>
        </p:pic>
        <p:pic>
          <p:nvPicPr>
            <p:cNvPr id="17" name="内容占位符 8">
              <a:extLst>
                <a:ext uri="{FF2B5EF4-FFF2-40B4-BE49-F238E27FC236}">
                  <a16:creationId xmlns:a16="http://schemas.microsoft.com/office/drawing/2014/main" id="{4555B7C4-748B-EF9B-86D1-9CD174BF4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67" t="23186" r="8696" b="19127"/>
            <a:stretch>
              <a:fillRect/>
            </a:stretch>
          </p:blipFill>
          <p:spPr>
            <a:xfrm>
              <a:off x="2748822" y="3352225"/>
              <a:ext cx="2301290" cy="90475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B67C021-C1F4-F576-096D-C6658BD43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600" r="5521" b="6760"/>
            <a:stretch>
              <a:fillRect/>
            </a:stretch>
          </p:blipFill>
          <p:spPr>
            <a:xfrm>
              <a:off x="1437026" y="5232746"/>
              <a:ext cx="2218385" cy="814129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6D5D6C9-5D64-EAB2-80E4-74464294338F}"/>
                </a:ext>
              </a:extLst>
            </p:cNvPr>
            <p:cNvSpPr txBox="1"/>
            <p:nvPr/>
          </p:nvSpPr>
          <p:spPr>
            <a:xfrm>
              <a:off x="3709589" y="4121433"/>
              <a:ext cx="809366" cy="481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/>
                <a:t>Car</a:t>
              </a:r>
              <a:endParaRPr lang="zh-CN" altLang="en-US" sz="110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60F0CD3-2B4E-6806-A06C-D854E804D27E}"/>
                </a:ext>
              </a:extLst>
            </p:cNvPr>
            <p:cNvSpPr txBox="1"/>
            <p:nvPr/>
          </p:nvSpPr>
          <p:spPr>
            <a:xfrm>
              <a:off x="2123860" y="6002878"/>
              <a:ext cx="1435134" cy="481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/>
                <a:t>FuelCar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FE63245-E8CE-D168-0E00-871A31AD1935}"/>
                </a:ext>
              </a:extLst>
            </p:cNvPr>
            <p:cNvSpPr txBox="1"/>
            <p:nvPr/>
          </p:nvSpPr>
          <p:spPr>
            <a:xfrm>
              <a:off x="4464902" y="6015324"/>
              <a:ext cx="2060900" cy="481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/>
                <a:t>ElectricCar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D75E5A6-17B2-EA66-B16E-B0BC764BB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9734" y="4569449"/>
              <a:ext cx="1049732" cy="590169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A710EC5-C788-C43B-E268-7DD45223FADF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4308138" y="4530583"/>
              <a:ext cx="806578" cy="495599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337809D-4D2A-6B69-DC44-4D05959D7123}"/>
              </a:ext>
            </a:extLst>
          </p:cNvPr>
          <p:cNvCxnSpPr>
            <a:cxnSpLocks/>
          </p:cNvCxnSpPr>
          <p:nvPr/>
        </p:nvCxnSpPr>
        <p:spPr>
          <a:xfrm>
            <a:off x="7560365" y="2160104"/>
            <a:ext cx="821635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A94C4AD-D1A4-E49E-1D6F-54DE58DC33E4}"/>
              </a:ext>
            </a:extLst>
          </p:cNvPr>
          <p:cNvSpPr txBox="1"/>
          <p:nvPr/>
        </p:nvSpPr>
        <p:spPr>
          <a:xfrm>
            <a:off x="7971182" y="2233785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参数类型为父类</a:t>
            </a:r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支持传入任意子类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255C348-8B42-AC2B-21CB-DA65E9661575}"/>
              </a:ext>
            </a:extLst>
          </p:cNvPr>
          <p:cNvSpPr txBox="1"/>
          <p:nvPr/>
        </p:nvSpPr>
        <p:spPr>
          <a:xfrm>
            <a:off x="7768889" y="4003671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同一调用语句</a:t>
            </a:r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传入对象不同</a:t>
            </a:r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触发不同形为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BD634EA-9C61-9235-E050-003EFD498AF3}"/>
              </a:ext>
            </a:extLst>
          </p:cNvPr>
          <p:cNvSpPr/>
          <p:nvPr/>
        </p:nvSpPr>
        <p:spPr>
          <a:xfrm>
            <a:off x="5831822" y="3288936"/>
            <a:ext cx="5565048" cy="615554"/>
          </a:xfrm>
          <a:prstGeom prst="roundRect">
            <a:avLst>
              <a:gd name="adj" fmla="val 4191"/>
            </a:avLst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0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0927-31BA-A40B-56C2-022C01133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AC1579-B61B-1EFE-6EA2-88EFCF775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6229" y="1788563"/>
            <a:ext cx="7880340" cy="328087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什么是多态 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多态是指同一个方法，具有不同的表现形态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如：定义函数时，参数类型指定为父类类型，在执行的时候传入不同的子类对象，就具有不同的形态</a:t>
            </a:r>
            <a:endParaRPr lang="en-US" altLang="zh-CN" sz="14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170B62-06ED-D5E6-F8E3-3394EC681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887" y="4243037"/>
            <a:ext cx="6052776" cy="2332582"/>
          </a:xfrm>
          <a:prstGeom prst="roundRect">
            <a:avLst>
              <a:gd name="adj" fmla="val 222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355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1193-96E9-17F0-2D3F-281A3DE8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C697EF-A392-51A2-8E47-7786010A2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580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rgbClr val="C00000"/>
                </a:solidFill>
              </a:rPr>
              <a:t>鸭子类型</a:t>
            </a:r>
            <a:r>
              <a:rPr lang="en-US" altLang="zh-CN" b="1">
                <a:solidFill>
                  <a:srgbClr val="C00000"/>
                </a:solidFill>
              </a:rPr>
              <a:t>(Duck Typing)</a:t>
            </a:r>
            <a:r>
              <a:rPr lang="zh-CN" altLang="en-US"/>
              <a:t>是指如果它走路像鸭子，叫起来叫鸭子，那么它就是鸭子。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在鸭子类型中，我们</a:t>
            </a:r>
            <a:r>
              <a:rPr lang="zh-CN" altLang="en-US" b="1">
                <a:solidFill>
                  <a:srgbClr val="C00000"/>
                </a:solidFill>
              </a:rPr>
              <a:t>关注</a:t>
            </a:r>
            <a:r>
              <a:rPr lang="zh-CN" altLang="en-US"/>
              <a:t>的是对象的</a:t>
            </a:r>
            <a:r>
              <a:rPr lang="zh-CN" altLang="en-US" b="1">
                <a:solidFill>
                  <a:srgbClr val="C00000"/>
                </a:solidFill>
              </a:rPr>
              <a:t>行为</a:t>
            </a:r>
            <a:r>
              <a:rPr lang="zh-CN" altLang="en-US"/>
              <a:t>（它有什么方法），而不是对象的类型（它是什么类）。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4E14CBD-592D-FB07-5B67-35496269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多态</a:t>
            </a:r>
            <a:r>
              <a:rPr lang="en-US" altLang="zh-CN"/>
              <a:t>-</a:t>
            </a:r>
            <a:r>
              <a:rPr lang="zh-CN" altLang="en-US"/>
              <a:t>鸭子类型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4FB4AD7-25EA-1D79-3710-B37CCBE58D28}"/>
              </a:ext>
            </a:extLst>
          </p:cNvPr>
          <p:cNvGrpSpPr/>
          <p:nvPr/>
        </p:nvGrpSpPr>
        <p:grpSpPr>
          <a:xfrm>
            <a:off x="882688" y="2159754"/>
            <a:ext cx="4796524" cy="3889862"/>
            <a:chOff x="2297717" y="3660321"/>
            <a:chExt cx="5391771" cy="410973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490AEBF-E851-48D7-C6F6-D7BA1EAC64F3}"/>
                </a:ext>
              </a:extLst>
            </p:cNvPr>
            <p:cNvSpPr/>
            <p:nvPr/>
          </p:nvSpPr>
          <p:spPr>
            <a:xfrm>
              <a:off x="2297727" y="3660321"/>
              <a:ext cx="5391761" cy="4109734"/>
            </a:xfrm>
            <a:prstGeom prst="roundRect">
              <a:avLst>
                <a:gd name="adj" fmla="val 13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Dog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...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swimming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.age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岁的 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正在游泳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Duck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...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swimming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.age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岁的 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正在游泳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...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swimming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  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f'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.age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岁的 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  <a:latin typeface="Fira Code" panose="020B0809050000020004" pitchFamily="49" charset="0"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正在游泳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...'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7EAA432D-76EB-9073-B73F-DF5F8DCBC609}"/>
                </a:ext>
              </a:extLst>
            </p:cNvPr>
            <p:cNvSpPr/>
            <p:nvPr/>
          </p:nvSpPr>
          <p:spPr>
            <a:xfrm>
              <a:off x="2297717" y="3660322"/>
              <a:ext cx="5391761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188E222-F5DF-B334-B7B3-921A3F7CF37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5460F87-76B7-41D1-B942-E4260BF5751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9540621-6F99-D6F4-483E-92A36470343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51B79C6-2629-54F2-E46C-67F3D682418E}"/>
              </a:ext>
            </a:extLst>
          </p:cNvPr>
          <p:cNvGrpSpPr/>
          <p:nvPr/>
        </p:nvGrpSpPr>
        <p:grpSpPr>
          <a:xfrm>
            <a:off x="5944722" y="2159754"/>
            <a:ext cx="5691956" cy="3450101"/>
            <a:chOff x="2297717" y="3660321"/>
            <a:chExt cx="6398326" cy="364511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135E4C3-49E2-5F0D-0981-FA4593C9AA39}"/>
                </a:ext>
              </a:extLst>
            </p:cNvPr>
            <p:cNvSpPr/>
            <p:nvPr/>
          </p:nvSpPr>
          <p:spPr>
            <a:xfrm>
              <a:off x="2297727" y="3660321"/>
              <a:ext cx="6398316" cy="3645116"/>
            </a:xfrm>
            <a:prstGeom prst="roundRect">
              <a:avLst>
                <a:gd name="adj" fmla="val 138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go_swimming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duck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duck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.swimming()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测试代码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__name__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'__main__'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go_swimming(Dog(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旺财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go_swimming(Duck(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唐老鸭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go_swimming(Pig(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佩奇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9F18D2AD-B3FC-4C3B-620D-1C1987E03314}"/>
                </a:ext>
              </a:extLst>
            </p:cNvPr>
            <p:cNvSpPr/>
            <p:nvPr/>
          </p:nvSpPr>
          <p:spPr>
            <a:xfrm>
              <a:off x="2297717" y="3660322"/>
              <a:ext cx="6398316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A39CDBC-D078-64D8-27C7-FA053A05C00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DC92FD5-22AE-A8BC-F220-C08AF5D6E28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72C88DC-10C8-BD5C-4E21-B45355809A3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C177852-4220-F9E8-0B84-9BCF730C2D68}"/>
              </a:ext>
            </a:extLst>
          </p:cNvPr>
          <p:cNvGrpSpPr/>
          <p:nvPr/>
        </p:nvGrpSpPr>
        <p:grpSpPr>
          <a:xfrm>
            <a:off x="765496" y="6358794"/>
            <a:ext cx="10879906" cy="348335"/>
            <a:chOff x="4685665" y="1834757"/>
            <a:chExt cx="10954648" cy="348335"/>
          </a:xfrm>
        </p:grpSpPr>
        <p:sp>
          <p:nvSpPr>
            <p:cNvPr id="17" name="ComponentBackground2">
              <a:extLst>
                <a:ext uri="{FF2B5EF4-FFF2-40B4-BE49-F238E27FC236}">
                  <a16:creationId xmlns:a16="http://schemas.microsoft.com/office/drawing/2014/main" id="{B4113A1B-8BB2-FDC6-EB4D-517C61EF8105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提示：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鸭子类型的优势是不需要存在继承关系，只要对象有相应的方法就能使用。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8" name="Shape2">
              <a:extLst>
                <a:ext uri="{FF2B5EF4-FFF2-40B4-BE49-F238E27FC236}">
                  <a16:creationId xmlns:a16="http://schemas.microsoft.com/office/drawing/2014/main" id="{A902DC8C-AB52-2ED7-3C58-618DB7E80CBC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695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69B7-9FB4-6FE5-1CCE-76599052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73D4BE5-055E-69AA-24E1-7A3EE2F3AD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6229" y="1788563"/>
            <a:ext cx="7880340" cy="328087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什么是多态 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多态是指同一个方法，具有不同的表现形态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如：定义函数时，参数类型指定为父类类型，在执行的时候传入不同的子类对象，就具有不同的形态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什么是鸭子类型 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鸭子类型也是多态的一种体现，鸭子类型关注的是对象的行为（有什么方法），而不是对象的类型（无需继承关系）</a:t>
            </a:r>
          </a:p>
        </p:txBody>
      </p:sp>
    </p:spTree>
    <p:extLst>
      <p:ext uri="{BB962C8B-B14F-4D97-AF65-F5344CB8AC3E}">
        <p14:creationId xmlns:p14="http://schemas.microsoft.com/office/powerpoint/2010/main" val="300849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EE15-2B17-BAE6-B66F-6052EB84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EC6C3-E2A6-4AE8-04A2-1BC7CE9213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面向对象高级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331302-2D1F-1BCB-CF13-F90D388C71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50147"/>
          </a:xfrm>
        </p:spPr>
        <p:txBody>
          <a:bodyPr/>
          <a:lstStyle/>
          <a:p>
            <a:r>
              <a:rPr lang="zh-CN" altLang="en-US"/>
              <a:t>封装</a:t>
            </a:r>
            <a:endParaRPr lang="en-US" altLang="zh-CN"/>
          </a:p>
          <a:p>
            <a:r>
              <a:rPr lang="zh-CN" altLang="en-US"/>
              <a:t>继承</a:t>
            </a:r>
            <a:endParaRPr lang="en-US" altLang="zh-CN"/>
          </a:p>
          <a:p>
            <a:r>
              <a:rPr lang="zh-CN" altLang="en-US"/>
              <a:t>多态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8D5102-5C55-676A-AFE2-3C7B10A0ED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0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8D85307-AFA9-C437-BD54-FA15C7C9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基于面向对象的编程思想完成如下系统开发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EA99D97-D07D-FC67-1E62-BF8797F724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3"/>
            <a:ext cx="10087718" cy="5263224"/>
          </a:xfrm>
        </p:spPr>
        <p:txBody>
          <a:bodyPr/>
          <a:lstStyle/>
          <a:p>
            <a:r>
              <a:rPr lang="zh-CN" altLang="en-US" sz="1400"/>
              <a:t>某社区图书馆需要开发一个简单的图书管理系统。系统需要支持会员登录、图书借阅、图书归还等功能。系统中有两种类型的会员：普通会员和</a:t>
            </a:r>
            <a:r>
              <a:rPr lang="en-US" altLang="zh-CN" sz="1400"/>
              <a:t>VIP</a:t>
            </a:r>
            <a:r>
              <a:rPr lang="zh-CN" altLang="en-US" sz="1400"/>
              <a:t>会员，他们的借书权限不同。你需要使用</a:t>
            </a:r>
            <a:r>
              <a:rPr lang="zh-CN" altLang="en-US" sz="1400" b="1"/>
              <a:t>面向对象编程</a:t>
            </a:r>
            <a:r>
              <a:rPr lang="zh-CN" altLang="en-US" sz="1400"/>
              <a:t>的思想，设计并实现这个图书管理系统。</a:t>
            </a:r>
          </a:p>
          <a:p>
            <a:r>
              <a:rPr lang="zh-CN" altLang="en-US" sz="1400" b="1"/>
              <a:t>核心功能：</a:t>
            </a:r>
            <a:endParaRPr lang="en-US" altLang="zh-CN" sz="1400" b="1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会员登录：会员通过卡号和密码登录系统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借书：会员可以借阅库存中有余量的图书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还书：会员可以归还借阅的图书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查看我的借阅：展示当前会员已经借阅的图书列表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退出系统</a:t>
            </a:r>
            <a:endParaRPr lang="en-US" altLang="zh-CN" sz="1400"/>
          </a:p>
          <a:p>
            <a:pPr>
              <a:spcBef>
                <a:spcPts val="600"/>
              </a:spcBef>
            </a:pPr>
            <a:r>
              <a:rPr lang="zh-CN" altLang="en-US" sz="1400" b="1"/>
              <a:t>借阅规则：</a:t>
            </a:r>
            <a:endParaRPr lang="en-US" altLang="zh-CN" sz="1400" b="1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普通会员最多可借</a:t>
            </a:r>
            <a:r>
              <a:rPr lang="en-US" altLang="zh-CN" sz="1400"/>
              <a:t>3</a:t>
            </a:r>
            <a:r>
              <a:rPr lang="zh-CN" altLang="en-US" sz="1400"/>
              <a:t>本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/>
              <a:t>VIP</a:t>
            </a:r>
            <a:r>
              <a:rPr lang="zh-CN" altLang="en-US" sz="1400"/>
              <a:t>会员最多可借</a:t>
            </a:r>
            <a:r>
              <a:rPr lang="en-US" altLang="zh-CN" sz="1400"/>
              <a:t> 6+VIP</a:t>
            </a:r>
            <a:r>
              <a:rPr lang="zh-CN" altLang="en-US" sz="1400"/>
              <a:t>等级 本 （</a:t>
            </a:r>
            <a:r>
              <a:rPr lang="en-US" altLang="zh-CN" sz="1400"/>
              <a:t>VIP</a:t>
            </a:r>
            <a:r>
              <a:rPr lang="zh-CN" altLang="en-US" sz="1400"/>
              <a:t>等级，默认为</a:t>
            </a:r>
            <a:r>
              <a:rPr lang="en-US" altLang="zh-CN" sz="1400"/>
              <a:t>1</a:t>
            </a:r>
            <a:r>
              <a:rPr lang="zh-CN" altLang="en-US" sz="1400"/>
              <a:t>）</a:t>
            </a:r>
            <a:endParaRPr lang="en-US" altLang="zh-CN" sz="1400"/>
          </a:p>
          <a:p>
            <a:pPr>
              <a:spcBef>
                <a:spcPts val="600"/>
              </a:spcBef>
            </a:pPr>
            <a:r>
              <a:rPr lang="zh-CN" altLang="en-US" sz="1400" b="1"/>
              <a:t>注意：</a:t>
            </a:r>
            <a:endParaRPr lang="en-US" altLang="zh-CN" sz="1400" b="1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登录成功（卡号和密码均正确）后，才可以访问该系统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图书库存不足，或当前会员借书数量达到最大借书数量，不能再借新书</a:t>
            </a:r>
            <a:endParaRPr lang="en-US" altLang="zh-CN" sz="1400"/>
          </a:p>
          <a:p>
            <a:endParaRPr lang="en-US" altLang="zh-CN" sz="14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3FDDDB-A219-82F6-280B-B7458FF6BF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E1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0AFA62-EC66-C8AB-8AB0-8F8BB3AB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539" y="192156"/>
            <a:ext cx="7298921" cy="6473687"/>
          </a:xfrm>
          <a:prstGeom prst="roundRect">
            <a:avLst>
              <a:gd name="adj" fmla="val 1057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C89D3A-BCE1-68DB-E48D-5723C1A1AA9D}"/>
              </a:ext>
            </a:extLst>
          </p:cNvPr>
          <p:cNvSpPr/>
          <p:nvPr/>
        </p:nvSpPr>
        <p:spPr>
          <a:xfrm>
            <a:off x="2473043" y="3505201"/>
            <a:ext cx="6989009" cy="2564296"/>
          </a:xfrm>
          <a:prstGeom prst="roundRect">
            <a:avLst>
              <a:gd name="adj" fmla="val 2309"/>
            </a:avLst>
          </a:prstGeom>
          <a:solidFill>
            <a:srgbClr val="00B050">
              <a:alpha val="20000"/>
            </a:srgbClr>
          </a:solidFill>
          <a:ln w="952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E1BA7E-018B-BBE6-2AB9-8A0191B3C3D8}"/>
              </a:ext>
            </a:extLst>
          </p:cNvPr>
          <p:cNvSpPr/>
          <p:nvPr/>
        </p:nvSpPr>
        <p:spPr>
          <a:xfrm>
            <a:off x="2479669" y="976615"/>
            <a:ext cx="1681514" cy="474415"/>
          </a:xfrm>
          <a:prstGeom prst="roundRect">
            <a:avLst>
              <a:gd name="adj" fmla="val 5102"/>
            </a:avLst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F10F69B-DC9E-AB06-F9B8-539A27FFE3AC}"/>
              </a:ext>
            </a:extLst>
          </p:cNvPr>
          <p:cNvSpPr/>
          <p:nvPr/>
        </p:nvSpPr>
        <p:spPr>
          <a:xfrm>
            <a:off x="3672365" y="1479469"/>
            <a:ext cx="488818" cy="256482"/>
          </a:xfrm>
          <a:prstGeom prst="roundRect">
            <a:avLst>
              <a:gd name="adj" fmla="val 10269"/>
            </a:avLst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64CF291-A761-6F93-E438-78F16D5C7290}"/>
              </a:ext>
            </a:extLst>
          </p:cNvPr>
          <p:cNvGrpSpPr/>
          <p:nvPr/>
        </p:nvGrpSpPr>
        <p:grpSpPr>
          <a:xfrm>
            <a:off x="4354118" y="424306"/>
            <a:ext cx="1300356" cy="1579031"/>
            <a:chOff x="7970518" y="788503"/>
            <a:chExt cx="1300356" cy="1579031"/>
          </a:xfrm>
        </p:grpSpPr>
        <p:grpSp>
          <p:nvGrpSpPr>
            <p:cNvPr id="11" name="!!组合 3">
              <a:extLst>
                <a:ext uri="{FF2B5EF4-FFF2-40B4-BE49-F238E27FC236}">
                  <a16:creationId xmlns:a16="http://schemas.microsoft.com/office/drawing/2014/main" id="{5623CDB7-A0F4-7E35-333F-8FDE4AB266FD}"/>
                </a:ext>
              </a:extLst>
            </p:cNvPr>
            <p:cNvGrpSpPr/>
            <p:nvPr/>
          </p:nvGrpSpPr>
          <p:grpSpPr>
            <a:xfrm>
              <a:off x="8030819" y="788503"/>
              <a:ext cx="1085441" cy="1253714"/>
              <a:chOff x="4313331" y="3230219"/>
              <a:chExt cx="2967241" cy="3442047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51E45D0-A416-7CC2-B1D5-0D549AECDE2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9ECF6C54-AFDA-ACA2-4A7B-43AC90A35B8C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900"/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C4D1AB95-8099-C422-5299-48FA841CED14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900"/>
                </a:p>
              </p:txBody>
            </p:sp>
          </p:grp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5084D96-CA84-B2B6-F13D-CBEDF1BA87EB}"/>
                  </a:ext>
                </a:extLst>
              </p:cNvPr>
              <p:cNvSpPr txBox="1"/>
              <p:nvPr/>
            </p:nvSpPr>
            <p:spPr>
              <a:xfrm>
                <a:off x="4434195" y="3582736"/>
                <a:ext cx="2725508" cy="2656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effectLst/>
                    <a:latin typeface="Fira Code" panose="020B0809050000020004" pitchFamily="49" charset="0"/>
                  </a:rPr>
                  <a:t>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92C3CD4-6FC7-20C7-7927-4B6AFED4CAB1}"/>
                </a:ext>
              </a:extLst>
            </p:cNvPr>
            <p:cNvSpPr txBox="1"/>
            <p:nvPr/>
          </p:nvSpPr>
          <p:spPr>
            <a:xfrm>
              <a:off x="7970518" y="2090535"/>
              <a:ext cx="13003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/>
                <a:t>members.json</a:t>
              </a:r>
              <a:endParaRPr lang="zh-CN" altLang="en-US" sz="120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E7C1287-785C-04C7-5567-4305364C56DC}"/>
              </a:ext>
            </a:extLst>
          </p:cNvPr>
          <p:cNvGrpSpPr/>
          <p:nvPr/>
        </p:nvGrpSpPr>
        <p:grpSpPr>
          <a:xfrm>
            <a:off x="8249440" y="3970414"/>
            <a:ext cx="1114408" cy="1561268"/>
            <a:chOff x="8007103" y="788503"/>
            <a:chExt cx="1114408" cy="1561268"/>
          </a:xfrm>
        </p:grpSpPr>
        <p:grpSp>
          <p:nvGrpSpPr>
            <p:cNvPr id="19" name="!!组合 3">
              <a:extLst>
                <a:ext uri="{FF2B5EF4-FFF2-40B4-BE49-F238E27FC236}">
                  <a16:creationId xmlns:a16="http://schemas.microsoft.com/office/drawing/2014/main" id="{5E8E8E03-6662-037B-BF92-15E320B33273}"/>
                </a:ext>
              </a:extLst>
            </p:cNvPr>
            <p:cNvGrpSpPr/>
            <p:nvPr/>
          </p:nvGrpSpPr>
          <p:grpSpPr>
            <a:xfrm>
              <a:off x="8030819" y="788503"/>
              <a:ext cx="1085441" cy="1253714"/>
              <a:chOff x="4313331" y="3230219"/>
              <a:chExt cx="2967241" cy="3442047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7ED71055-0413-CB16-AB9B-8F537198ED79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6EAE259C-C589-2D92-1CD9-C033510D78C3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900"/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B5FD44C5-54F8-A909-A35C-9DDDEB36305E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900"/>
                </a:p>
              </p:txBody>
            </p:sp>
          </p:grp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4750804-081F-390E-55C2-7D5DDAA90004}"/>
                  </a:ext>
                </a:extLst>
              </p:cNvPr>
              <p:cNvSpPr txBox="1"/>
              <p:nvPr/>
            </p:nvSpPr>
            <p:spPr>
              <a:xfrm>
                <a:off x="4434195" y="3582736"/>
                <a:ext cx="2725508" cy="2656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effectLst/>
                    <a:latin typeface="Fira Code" panose="020B0809050000020004" pitchFamily="49" charset="0"/>
                  </a:rPr>
                  <a:t>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altLang="zh-CN" sz="500">
                    <a:solidFill>
                      <a:srgbClr val="080808"/>
                    </a:solidFill>
                    <a:latin typeface="Fira Code" panose="020B0809050000020004" pitchFamily="49" charset="0"/>
                  </a:rPr>
                  <a:t>...................</a:t>
                </a: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38EC981-FA29-80D3-6D80-D6C213256866}"/>
                </a:ext>
              </a:extLst>
            </p:cNvPr>
            <p:cNvSpPr txBox="1"/>
            <p:nvPr/>
          </p:nvSpPr>
          <p:spPr>
            <a:xfrm>
              <a:off x="8007103" y="2072772"/>
              <a:ext cx="11144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/>
                <a:t>books.json</a:t>
              </a:r>
              <a:endParaRPr lang="zh-CN" altLang="en-US" sz="120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03A01907-B0BD-4E95-CAF1-59C2C33ACFFE}"/>
              </a:ext>
            </a:extLst>
          </p:cNvPr>
          <p:cNvSpPr txBox="1"/>
          <p:nvPr/>
        </p:nvSpPr>
        <p:spPr>
          <a:xfrm>
            <a:off x="5597591" y="1077965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Member</a:t>
            </a:r>
            <a:endParaRPr lang="zh-CN" altLang="en-US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F3D226-57C4-9DC9-C4C4-068050C5ABE1}"/>
              </a:ext>
            </a:extLst>
          </p:cNvPr>
          <p:cNvSpPr txBox="1"/>
          <p:nvPr/>
        </p:nvSpPr>
        <p:spPr>
          <a:xfrm>
            <a:off x="8273156" y="3536461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Book</a:t>
            </a:r>
            <a:endParaRPr lang="zh-CN" altLang="en-US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5DFD60-42D8-6947-685A-3489DFAB5039}"/>
              </a:ext>
            </a:extLst>
          </p:cNvPr>
          <p:cNvSpPr txBox="1"/>
          <p:nvPr/>
        </p:nvSpPr>
        <p:spPr>
          <a:xfrm>
            <a:off x="7599708" y="238329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LibrarySystem</a:t>
            </a:r>
            <a:endParaRPr lang="zh-CN" altLang="en-US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711B97D-9537-3F2B-47E9-68AB94A27C9A}"/>
              </a:ext>
            </a:extLst>
          </p:cNvPr>
          <p:cNvSpPr txBox="1"/>
          <p:nvPr/>
        </p:nvSpPr>
        <p:spPr>
          <a:xfrm>
            <a:off x="6208206" y="1495615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NormalMember</a:t>
            </a:r>
            <a:endParaRPr lang="zh-CN" altLang="en-US" sz="16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20A6C0-DCFC-B957-D218-B3477B9BA8BB}"/>
              </a:ext>
            </a:extLst>
          </p:cNvPr>
          <p:cNvSpPr txBox="1"/>
          <p:nvPr/>
        </p:nvSpPr>
        <p:spPr>
          <a:xfrm>
            <a:off x="6197274" y="1898790"/>
            <a:ext cx="1457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VipMember</a:t>
            </a:r>
            <a:endParaRPr lang="zh-CN" altLang="en-US" sz="16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88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0" grpId="0" animBg="1"/>
      <p:bldP spid="25" grpId="0"/>
      <p:bldP spid="26" grpId="0"/>
      <p:bldP spid="27" grpId="0"/>
      <p:bldP spid="28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FBF7-56AD-36AF-09F7-8AEF451A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DAEC29FA-3617-15B3-3EA6-A5C23A0E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基于面向对象的编程思想完成如下系统开发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E0B9E42-362D-6228-4D15-9A16C322BA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3"/>
            <a:ext cx="10087718" cy="5263224"/>
          </a:xfrm>
        </p:spPr>
        <p:txBody>
          <a:bodyPr/>
          <a:lstStyle/>
          <a:p>
            <a:r>
              <a:rPr lang="zh-CN" altLang="en-US" sz="1400"/>
              <a:t>某社区图书馆需要开发一个简单的图书管理系统。系统需要支持会员登录、图书借阅、图书归还等功能。系统中有两种类型的会员：普通会员和</a:t>
            </a:r>
            <a:r>
              <a:rPr lang="en-US" altLang="zh-CN" sz="1400"/>
              <a:t>VIP</a:t>
            </a:r>
            <a:r>
              <a:rPr lang="zh-CN" altLang="en-US" sz="1400"/>
              <a:t>会员，他们的借书权限不同。你需要使用</a:t>
            </a:r>
            <a:r>
              <a:rPr lang="zh-CN" altLang="en-US" sz="1400" b="1"/>
              <a:t>面向对象编程</a:t>
            </a:r>
            <a:r>
              <a:rPr lang="zh-CN" altLang="en-US" sz="1400"/>
              <a:t>的思想，设计并实现这个图书管理系统。</a:t>
            </a:r>
          </a:p>
          <a:p>
            <a:r>
              <a:rPr lang="zh-CN" altLang="en-US" sz="1400" b="1"/>
              <a:t>核心功能：</a:t>
            </a:r>
            <a:endParaRPr lang="en-US" altLang="zh-CN" sz="1400" b="1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会员登录：会员通过卡号和密码登录系统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借书：会员可以借阅库存中有余量的图书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还书：会员可以归还借阅的图书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查看我的借阅：展示当前会员已经借阅的图书列表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退出系统</a:t>
            </a:r>
            <a:endParaRPr lang="en-US" altLang="zh-CN" sz="1400"/>
          </a:p>
          <a:p>
            <a:pPr>
              <a:spcBef>
                <a:spcPts val="600"/>
              </a:spcBef>
            </a:pPr>
            <a:r>
              <a:rPr lang="zh-CN" altLang="en-US" sz="1400" b="1"/>
              <a:t>借阅规则：</a:t>
            </a:r>
            <a:endParaRPr lang="en-US" altLang="zh-CN" sz="1400" b="1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普通会员最多可借</a:t>
            </a:r>
            <a:r>
              <a:rPr lang="en-US" altLang="zh-CN" sz="1400"/>
              <a:t>3</a:t>
            </a:r>
            <a:r>
              <a:rPr lang="zh-CN" altLang="en-US" sz="1400"/>
              <a:t>本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/>
              <a:t>VIP</a:t>
            </a:r>
            <a:r>
              <a:rPr lang="zh-CN" altLang="en-US" sz="1400"/>
              <a:t>会员最多可借</a:t>
            </a:r>
            <a:r>
              <a:rPr lang="en-US" altLang="zh-CN" sz="1400"/>
              <a:t> 6+VIP</a:t>
            </a:r>
            <a:r>
              <a:rPr lang="zh-CN" altLang="en-US" sz="1400"/>
              <a:t>等级 本 （</a:t>
            </a:r>
            <a:r>
              <a:rPr lang="en-US" altLang="zh-CN" sz="1400"/>
              <a:t>VIP</a:t>
            </a:r>
            <a:r>
              <a:rPr lang="zh-CN" altLang="en-US" sz="1400"/>
              <a:t>等级，默认为</a:t>
            </a:r>
            <a:r>
              <a:rPr lang="en-US" altLang="zh-CN" sz="1400"/>
              <a:t>1</a:t>
            </a:r>
            <a:r>
              <a:rPr lang="zh-CN" altLang="en-US" sz="1400"/>
              <a:t>）</a:t>
            </a:r>
            <a:endParaRPr lang="en-US" altLang="zh-CN" sz="1400"/>
          </a:p>
          <a:p>
            <a:pPr>
              <a:spcBef>
                <a:spcPts val="600"/>
              </a:spcBef>
            </a:pPr>
            <a:r>
              <a:rPr lang="zh-CN" altLang="en-US" sz="1400" b="1"/>
              <a:t>注意：</a:t>
            </a:r>
            <a:endParaRPr lang="en-US" altLang="zh-CN" sz="1400" b="1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登录成功（卡号和密码均正确）后，才可以访问该系统</a:t>
            </a:r>
            <a:endParaRPr lang="en-US" altLang="zh-CN" sz="1400"/>
          </a:p>
          <a:p>
            <a:pPr marL="7020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图书库存不足，或当前会员借书数量达到最大借书数量，不能再借新书</a:t>
            </a:r>
            <a:endParaRPr lang="en-US" altLang="zh-CN" sz="1400"/>
          </a:p>
          <a:p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08638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193A-A4D7-3D13-2750-1E3FFE25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B366A4F4-1C71-4535-F2FA-23E203FA5C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面向对象高级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FastAPI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基础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汉字谜盒案例</a:t>
            </a:r>
          </a:p>
        </p:txBody>
      </p:sp>
    </p:spTree>
    <p:extLst>
      <p:ext uri="{BB962C8B-B14F-4D97-AF65-F5344CB8AC3E}">
        <p14:creationId xmlns:p14="http://schemas.microsoft.com/office/powerpoint/2010/main" val="283313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AC821-5D2D-578D-B9DD-0B2A542E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F5B219-B17C-A978-14E7-005AA4210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FastAPI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D63BB9A-761F-7FEF-27D4-78A1321F3B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Web</a:t>
            </a:r>
            <a:r>
              <a:rPr lang="zh-CN" altLang="en-US">
                <a:latin typeface="+mn-lt"/>
              </a:rPr>
              <a:t>初识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FastAPI</a:t>
            </a:r>
            <a:r>
              <a:rPr lang="zh-CN" altLang="en-US">
                <a:latin typeface="+mn-lt"/>
              </a:rPr>
              <a:t>入门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C9CF0-3CE1-25F7-B172-B8031055C3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63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7002-0F17-1B2B-86B7-917FF9C5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52F07C-F367-9637-422E-E94059C83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Web</a:t>
            </a:r>
            <a:r>
              <a:rPr lang="zh-CN" altLang="en-US"/>
              <a:t>：全球广域网，也称为万维网（</a:t>
            </a:r>
            <a:r>
              <a:rPr lang="en-US" altLang="zh-CN"/>
              <a:t>www World Wide Web</a:t>
            </a:r>
            <a:r>
              <a:rPr lang="zh-CN" altLang="en-US"/>
              <a:t>），能够通过浏览器访问到的网站。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AD3B418-A244-A93A-A78F-B0B257EB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初识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7B9AAC-95E2-26C4-6FF9-600B514E4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94" y="1475664"/>
            <a:ext cx="8832898" cy="4878483"/>
          </a:xfrm>
          <a:prstGeom prst="roundRect">
            <a:avLst>
              <a:gd name="adj" fmla="val 912"/>
            </a:avLst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0EA430-64E0-B878-E333-A827CF9E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796" y="1755573"/>
            <a:ext cx="8759039" cy="4783018"/>
          </a:xfrm>
          <a:prstGeom prst="roundRect">
            <a:avLst>
              <a:gd name="adj" fmla="val 1151"/>
            </a:avLst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95759CA-6757-8C91-B594-4E0D057CD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003" y="1903697"/>
            <a:ext cx="8704675" cy="4896380"/>
          </a:xfrm>
          <a:prstGeom prst="roundRect">
            <a:avLst>
              <a:gd name="adj" fmla="val 1104"/>
            </a:avLst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961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C3C2-2BAB-77B0-744C-F0097FCA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25ACCA-9DDC-CE17-E7F0-63CD82597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Web</a:t>
            </a:r>
            <a:r>
              <a:rPr lang="zh-CN" altLang="en-US"/>
              <a:t>网站由三个核心部分组成：前端程序、服务端程序、数据库。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D7C1058-AEFC-D5A8-85EE-BCCCB9CC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初识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9FEAB39-9E59-1D46-F9E6-6F68C382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117" y="1540651"/>
            <a:ext cx="4661491" cy="2622089"/>
          </a:xfrm>
          <a:prstGeom prst="roundRect">
            <a:avLst>
              <a:gd name="adj" fmla="val 1104"/>
            </a:avLst>
          </a:prstGeom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92E57DA1-AFF1-06FA-5068-908A0D1C294F}"/>
              </a:ext>
            </a:extLst>
          </p:cNvPr>
          <p:cNvGrpSpPr/>
          <p:nvPr/>
        </p:nvGrpSpPr>
        <p:grpSpPr>
          <a:xfrm>
            <a:off x="8975534" y="4642327"/>
            <a:ext cx="1467172" cy="1467172"/>
            <a:chOff x="8991104" y="4657201"/>
            <a:chExt cx="1467172" cy="146717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4AF5536-D37B-AB70-2088-F9AC43F4DAA6}"/>
                </a:ext>
              </a:extLst>
            </p:cNvPr>
            <p:cNvSpPr/>
            <p:nvPr/>
          </p:nvSpPr>
          <p:spPr>
            <a:xfrm>
              <a:off x="8991104" y="4657201"/>
              <a:ext cx="1467172" cy="146717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" dist="38100" dir="11280000" algn="t" rotWithShape="0">
                <a:srgbClr val="127AF6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A05522D-BF8F-2E52-0F31-E5740F94CCE8}"/>
                </a:ext>
              </a:extLst>
            </p:cNvPr>
            <p:cNvSpPr/>
            <p:nvPr/>
          </p:nvSpPr>
          <p:spPr>
            <a:xfrm>
              <a:off x="9147032" y="4814245"/>
              <a:ext cx="1164465" cy="1164465"/>
            </a:xfrm>
            <a:prstGeom prst="ellipse">
              <a:avLst/>
            </a:prstGeom>
            <a:solidFill>
              <a:srgbClr val="4773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16543C9-F120-3605-B71F-BACF822906DA}"/>
              </a:ext>
            </a:extLst>
          </p:cNvPr>
          <p:cNvGrpSpPr/>
          <p:nvPr/>
        </p:nvGrpSpPr>
        <p:grpSpPr>
          <a:xfrm>
            <a:off x="1597336" y="4642326"/>
            <a:ext cx="1467172" cy="1467172"/>
            <a:chOff x="1294927" y="1534333"/>
            <a:chExt cx="1467172" cy="1467172"/>
          </a:xfrm>
          <a:effectLst/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165D9844-E9A3-4C9D-6CAB-0CCE9D8DAB1B}"/>
                </a:ext>
              </a:extLst>
            </p:cNvPr>
            <p:cNvSpPr/>
            <p:nvPr/>
          </p:nvSpPr>
          <p:spPr>
            <a:xfrm>
              <a:off x="1294927" y="1534333"/>
              <a:ext cx="1467172" cy="146717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" dist="38100" dir="11280000" algn="t" rotWithShape="0">
                <a:srgbClr val="127AF6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E1B7262-39DC-A63D-4078-7ACD2A94B5F5}"/>
                </a:ext>
              </a:extLst>
            </p:cNvPr>
            <p:cNvSpPr/>
            <p:nvPr/>
          </p:nvSpPr>
          <p:spPr>
            <a:xfrm>
              <a:off x="1438719" y="1691377"/>
              <a:ext cx="1164465" cy="1164465"/>
            </a:xfrm>
            <a:prstGeom prst="ellipse">
              <a:avLst/>
            </a:prstGeom>
            <a:solidFill>
              <a:srgbClr val="127AF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EA6CCAE-E4E1-9B62-231C-FA1370EE423E}"/>
              </a:ext>
            </a:extLst>
          </p:cNvPr>
          <p:cNvGrpSpPr/>
          <p:nvPr/>
        </p:nvGrpSpPr>
        <p:grpSpPr>
          <a:xfrm>
            <a:off x="5332817" y="4642326"/>
            <a:ext cx="1467172" cy="1467172"/>
            <a:chOff x="1294927" y="1534333"/>
            <a:chExt cx="1467172" cy="1467172"/>
          </a:xfrm>
          <a:effectLst/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802CD8E-2CF4-6FCB-2456-4691A0BE8F09}"/>
                </a:ext>
              </a:extLst>
            </p:cNvPr>
            <p:cNvSpPr/>
            <p:nvPr/>
          </p:nvSpPr>
          <p:spPr>
            <a:xfrm>
              <a:off x="1294927" y="1534333"/>
              <a:ext cx="1467172" cy="146717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" dist="38100" dir="11280000" algn="t" rotWithShape="0">
                <a:srgbClr val="127AF6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7F19EE88-BAB4-AD7F-F584-5D26999F7265}"/>
                </a:ext>
              </a:extLst>
            </p:cNvPr>
            <p:cNvSpPr/>
            <p:nvPr/>
          </p:nvSpPr>
          <p:spPr>
            <a:xfrm>
              <a:off x="1451971" y="1691377"/>
              <a:ext cx="1164465" cy="1164465"/>
            </a:xfrm>
            <a:prstGeom prst="ellipse">
              <a:avLst/>
            </a:prstGeom>
            <a:solidFill>
              <a:srgbClr val="25B7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38" name="world-wide-web_22617">
            <a:extLst>
              <a:ext uri="{FF2B5EF4-FFF2-40B4-BE49-F238E27FC236}">
                <a16:creationId xmlns:a16="http://schemas.microsoft.com/office/drawing/2014/main" id="{28CA1A0D-1D6F-7290-B638-57759DFECDE1}"/>
              </a:ext>
            </a:extLst>
          </p:cNvPr>
          <p:cNvSpPr/>
          <p:nvPr/>
        </p:nvSpPr>
        <p:spPr>
          <a:xfrm>
            <a:off x="2018517" y="5121484"/>
            <a:ext cx="609685" cy="535089"/>
          </a:xfrm>
          <a:custGeom>
            <a:avLst/>
            <a:gdLst>
              <a:gd name="connsiteX0" fmla="*/ 424113 w 609614"/>
              <a:gd name="connsiteY0" fmla="*/ 396119 h 535027"/>
              <a:gd name="connsiteX1" fmla="*/ 422903 w 609614"/>
              <a:gd name="connsiteY1" fmla="*/ 401354 h 535027"/>
              <a:gd name="connsiteX2" fmla="*/ 392856 w 609614"/>
              <a:gd name="connsiteY2" fmla="*/ 497582 h 535027"/>
              <a:gd name="connsiteX3" fmla="*/ 389024 w 609614"/>
              <a:gd name="connsiteY3" fmla="*/ 509661 h 535027"/>
              <a:gd name="connsiteX4" fmla="*/ 389427 w 609614"/>
              <a:gd name="connsiteY4" fmla="*/ 509661 h 535027"/>
              <a:gd name="connsiteX5" fmla="*/ 389226 w 609614"/>
              <a:gd name="connsiteY5" fmla="*/ 509460 h 535027"/>
              <a:gd name="connsiteX6" fmla="*/ 400519 w 609614"/>
              <a:gd name="connsiteY6" fmla="*/ 505031 h 535027"/>
              <a:gd name="connsiteX7" fmla="*/ 510019 w 609614"/>
              <a:gd name="connsiteY7" fmla="*/ 420479 h 535027"/>
              <a:gd name="connsiteX8" fmla="*/ 515262 w 609614"/>
              <a:gd name="connsiteY8" fmla="*/ 413634 h 535027"/>
              <a:gd name="connsiteX9" fmla="*/ 506792 w 609614"/>
              <a:gd name="connsiteY9" fmla="*/ 411621 h 535027"/>
              <a:gd name="connsiteX10" fmla="*/ 429356 w 609614"/>
              <a:gd name="connsiteY10" fmla="*/ 396925 h 535027"/>
              <a:gd name="connsiteX11" fmla="*/ 183132 w 609614"/>
              <a:gd name="connsiteY11" fmla="*/ 394912 h 535027"/>
              <a:gd name="connsiteX12" fmla="*/ 177889 w 609614"/>
              <a:gd name="connsiteY12" fmla="*/ 395717 h 535027"/>
              <a:gd name="connsiteX13" fmla="*/ 102066 w 609614"/>
              <a:gd name="connsiteY13" fmla="*/ 411218 h 535027"/>
              <a:gd name="connsiteX14" fmla="*/ 94000 w 609614"/>
              <a:gd name="connsiteY14" fmla="*/ 413433 h 535027"/>
              <a:gd name="connsiteX15" fmla="*/ 99042 w 609614"/>
              <a:gd name="connsiteY15" fmla="*/ 420277 h 535027"/>
              <a:gd name="connsiteX16" fmla="*/ 206726 w 609614"/>
              <a:gd name="connsiteY16" fmla="*/ 504025 h 535027"/>
              <a:gd name="connsiteX17" fmla="*/ 219027 w 609614"/>
              <a:gd name="connsiteY17" fmla="*/ 509259 h 535027"/>
              <a:gd name="connsiteX18" fmla="*/ 218826 w 609614"/>
              <a:gd name="connsiteY18" fmla="*/ 509259 h 535027"/>
              <a:gd name="connsiteX19" fmla="*/ 220439 w 609614"/>
              <a:gd name="connsiteY19" fmla="*/ 509661 h 535027"/>
              <a:gd name="connsiteX20" fmla="*/ 219027 w 609614"/>
              <a:gd name="connsiteY20" fmla="*/ 509057 h 535027"/>
              <a:gd name="connsiteX21" fmla="*/ 214188 w 609614"/>
              <a:gd name="connsiteY21" fmla="*/ 496777 h 535027"/>
              <a:gd name="connsiteX22" fmla="*/ 184342 w 609614"/>
              <a:gd name="connsiteY22" fmla="*/ 400146 h 535027"/>
              <a:gd name="connsiteX23" fmla="*/ 310378 w 609614"/>
              <a:gd name="connsiteY23" fmla="*/ 387262 h 535027"/>
              <a:gd name="connsiteX24" fmla="*/ 310378 w 609614"/>
              <a:gd name="connsiteY24" fmla="*/ 523552 h 535027"/>
              <a:gd name="connsiteX25" fmla="*/ 316428 w 609614"/>
              <a:gd name="connsiteY25" fmla="*/ 523351 h 535027"/>
              <a:gd name="connsiteX26" fmla="*/ 372690 w 609614"/>
              <a:gd name="connsiteY26" fmla="*/ 514292 h 535027"/>
              <a:gd name="connsiteX27" fmla="*/ 411206 w 609614"/>
              <a:gd name="connsiteY27" fmla="*/ 400951 h 535027"/>
              <a:gd name="connsiteX28" fmla="*/ 412618 w 609614"/>
              <a:gd name="connsiteY28" fmla="*/ 394710 h 535027"/>
              <a:gd name="connsiteX29" fmla="*/ 406367 w 609614"/>
              <a:gd name="connsiteY29" fmla="*/ 393905 h 535027"/>
              <a:gd name="connsiteX30" fmla="*/ 316226 w 609614"/>
              <a:gd name="connsiteY30" fmla="*/ 387463 h 535027"/>
              <a:gd name="connsiteX31" fmla="*/ 293035 w 609614"/>
              <a:gd name="connsiteY31" fmla="*/ 387262 h 535027"/>
              <a:gd name="connsiteX32" fmla="*/ 200878 w 609614"/>
              <a:gd name="connsiteY32" fmla="*/ 392697 h 535027"/>
              <a:gd name="connsiteX33" fmla="*/ 194425 w 609614"/>
              <a:gd name="connsiteY33" fmla="*/ 393502 h 535027"/>
              <a:gd name="connsiteX34" fmla="*/ 196039 w 609614"/>
              <a:gd name="connsiteY34" fmla="*/ 399743 h 535027"/>
              <a:gd name="connsiteX35" fmla="*/ 233143 w 609614"/>
              <a:gd name="connsiteY35" fmla="*/ 513486 h 535027"/>
              <a:gd name="connsiteX36" fmla="*/ 234353 w 609614"/>
              <a:gd name="connsiteY36" fmla="*/ 513688 h 535027"/>
              <a:gd name="connsiteX37" fmla="*/ 292834 w 609614"/>
              <a:gd name="connsiteY37" fmla="*/ 523351 h 535027"/>
              <a:gd name="connsiteX38" fmla="*/ 298884 w 609614"/>
              <a:gd name="connsiteY38" fmla="*/ 523552 h 535027"/>
              <a:gd name="connsiteX39" fmla="*/ 298884 w 609614"/>
              <a:gd name="connsiteY39" fmla="*/ 387262 h 535027"/>
              <a:gd name="connsiteX40" fmla="*/ 304732 w 609614"/>
              <a:gd name="connsiteY40" fmla="*/ 325659 h 535027"/>
              <a:gd name="connsiteX41" fmla="*/ 310378 w 609614"/>
              <a:gd name="connsiteY41" fmla="*/ 346797 h 535027"/>
              <a:gd name="connsiteX42" fmla="*/ 310378 w 609614"/>
              <a:gd name="connsiteY42" fmla="*/ 375384 h 535027"/>
              <a:gd name="connsiteX43" fmla="*/ 409795 w 609614"/>
              <a:gd name="connsiteY43" fmla="*/ 382229 h 535027"/>
              <a:gd name="connsiteX44" fmla="*/ 415240 w 609614"/>
              <a:gd name="connsiteY44" fmla="*/ 383034 h 535027"/>
              <a:gd name="connsiteX45" fmla="*/ 416248 w 609614"/>
              <a:gd name="connsiteY45" fmla="*/ 377800 h 535027"/>
              <a:gd name="connsiteX46" fmla="*/ 423911 w 609614"/>
              <a:gd name="connsiteY46" fmla="*/ 329685 h 535027"/>
              <a:gd name="connsiteX47" fmla="*/ 431776 w 609614"/>
              <a:gd name="connsiteY47" fmla="*/ 355856 h 535027"/>
              <a:gd name="connsiteX48" fmla="*/ 427743 w 609614"/>
              <a:gd name="connsiteY48" fmla="*/ 378605 h 535027"/>
              <a:gd name="connsiteX49" fmla="*/ 426533 w 609614"/>
              <a:gd name="connsiteY49" fmla="*/ 384443 h 535027"/>
              <a:gd name="connsiteX50" fmla="*/ 432583 w 609614"/>
              <a:gd name="connsiteY50" fmla="*/ 385450 h 535027"/>
              <a:gd name="connsiteX51" fmla="*/ 517682 w 609614"/>
              <a:gd name="connsiteY51" fmla="*/ 402360 h 535027"/>
              <a:gd name="connsiteX52" fmla="*/ 521917 w 609614"/>
              <a:gd name="connsiteY52" fmla="*/ 403367 h 535027"/>
              <a:gd name="connsiteX53" fmla="*/ 524135 w 609614"/>
              <a:gd name="connsiteY53" fmla="*/ 399743 h 535027"/>
              <a:gd name="connsiteX54" fmla="*/ 536436 w 609614"/>
              <a:gd name="connsiteY54" fmla="*/ 376391 h 535027"/>
              <a:gd name="connsiteX55" fmla="*/ 549140 w 609614"/>
              <a:gd name="connsiteY55" fmla="*/ 376391 h 535027"/>
              <a:gd name="connsiteX56" fmla="*/ 304732 w 609614"/>
              <a:gd name="connsiteY56" fmla="*/ 535027 h 535027"/>
              <a:gd name="connsiteX57" fmla="*/ 60122 w 609614"/>
              <a:gd name="connsiteY57" fmla="*/ 376391 h 535027"/>
              <a:gd name="connsiteX58" fmla="*/ 72826 w 609614"/>
              <a:gd name="connsiteY58" fmla="*/ 376391 h 535027"/>
              <a:gd name="connsiteX59" fmla="*/ 85127 w 609614"/>
              <a:gd name="connsiteY59" fmla="*/ 399743 h 535027"/>
              <a:gd name="connsiteX60" fmla="*/ 87345 w 609614"/>
              <a:gd name="connsiteY60" fmla="*/ 403568 h 535027"/>
              <a:gd name="connsiteX61" fmla="*/ 91580 w 609614"/>
              <a:gd name="connsiteY61" fmla="*/ 402360 h 535027"/>
              <a:gd name="connsiteX62" fmla="*/ 174865 w 609614"/>
              <a:gd name="connsiteY62" fmla="*/ 384443 h 535027"/>
              <a:gd name="connsiteX63" fmla="*/ 180713 w 609614"/>
              <a:gd name="connsiteY63" fmla="*/ 383638 h 535027"/>
              <a:gd name="connsiteX64" fmla="*/ 179503 w 609614"/>
              <a:gd name="connsiteY64" fmla="*/ 377800 h 535027"/>
              <a:gd name="connsiteX65" fmla="*/ 175470 w 609614"/>
              <a:gd name="connsiteY65" fmla="*/ 354045 h 535027"/>
              <a:gd name="connsiteX66" fmla="*/ 183536 w 609614"/>
              <a:gd name="connsiteY66" fmla="*/ 328880 h 535027"/>
              <a:gd name="connsiteX67" fmla="*/ 190997 w 609614"/>
              <a:gd name="connsiteY67" fmla="*/ 376793 h 535027"/>
              <a:gd name="connsiteX68" fmla="*/ 192005 w 609614"/>
              <a:gd name="connsiteY68" fmla="*/ 382027 h 535027"/>
              <a:gd name="connsiteX69" fmla="*/ 197450 w 609614"/>
              <a:gd name="connsiteY69" fmla="*/ 381423 h 535027"/>
              <a:gd name="connsiteX70" fmla="*/ 298884 w 609614"/>
              <a:gd name="connsiteY70" fmla="*/ 375384 h 535027"/>
              <a:gd name="connsiteX71" fmla="*/ 299287 w 609614"/>
              <a:gd name="connsiteY71" fmla="*/ 346797 h 535027"/>
              <a:gd name="connsiteX72" fmla="*/ 414854 w 609614"/>
              <a:gd name="connsiteY72" fmla="*/ 217483 h 535027"/>
              <a:gd name="connsiteX73" fmla="*/ 439854 w 609614"/>
              <a:gd name="connsiteY73" fmla="*/ 217483 h 535027"/>
              <a:gd name="connsiteX74" fmla="*/ 457597 w 609614"/>
              <a:gd name="connsiteY74" fmla="*/ 285557 h 535027"/>
              <a:gd name="connsiteX75" fmla="*/ 467476 w 609614"/>
              <a:gd name="connsiteY75" fmla="*/ 328053 h 535027"/>
              <a:gd name="connsiteX76" fmla="*/ 468282 w 609614"/>
              <a:gd name="connsiteY76" fmla="*/ 328053 h 535027"/>
              <a:gd name="connsiteX77" fmla="*/ 480177 w 609614"/>
              <a:gd name="connsiteY77" fmla="*/ 285759 h 535027"/>
              <a:gd name="connsiteX78" fmla="*/ 502154 w 609614"/>
              <a:gd name="connsiteY78" fmla="*/ 217483 h 535027"/>
              <a:gd name="connsiteX79" fmla="*/ 522718 w 609614"/>
              <a:gd name="connsiteY79" fmla="*/ 217483 h 535027"/>
              <a:gd name="connsiteX80" fmla="*/ 543485 w 609614"/>
              <a:gd name="connsiteY80" fmla="*/ 284550 h 535027"/>
              <a:gd name="connsiteX81" fmla="*/ 555380 w 609614"/>
              <a:gd name="connsiteY81" fmla="*/ 328255 h 535027"/>
              <a:gd name="connsiteX82" fmla="*/ 556186 w 609614"/>
              <a:gd name="connsiteY82" fmla="*/ 328255 h 535027"/>
              <a:gd name="connsiteX83" fmla="*/ 566469 w 609614"/>
              <a:gd name="connsiteY83" fmla="*/ 284752 h 535027"/>
              <a:gd name="connsiteX84" fmla="*/ 585420 w 609614"/>
              <a:gd name="connsiteY84" fmla="*/ 217483 h 535027"/>
              <a:gd name="connsiteX85" fmla="*/ 609614 w 609614"/>
              <a:gd name="connsiteY85" fmla="*/ 217483 h 535027"/>
              <a:gd name="connsiteX86" fmla="*/ 566469 w 609614"/>
              <a:gd name="connsiteY86" fmla="*/ 351416 h 535027"/>
              <a:gd name="connsiteX87" fmla="*/ 544291 w 609614"/>
              <a:gd name="connsiteY87" fmla="*/ 351416 h 535027"/>
              <a:gd name="connsiteX88" fmla="*/ 523726 w 609614"/>
              <a:gd name="connsiteY88" fmla="*/ 287571 h 535027"/>
              <a:gd name="connsiteX89" fmla="*/ 511831 w 609614"/>
              <a:gd name="connsiteY89" fmla="*/ 243464 h 535027"/>
              <a:gd name="connsiteX90" fmla="*/ 511226 w 609614"/>
              <a:gd name="connsiteY90" fmla="*/ 243464 h 535027"/>
              <a:gd name="connsiteX91" fmla="*/ 499129 w 609614"/>
              <a:gd name="connsiteY91" fmla="*/ 287773 h 535027"/>
              <a:gd name="connsiteX92" fmla="*/ 477556 w 609614"/>
              <a:gd name="connsiteY92" fmla="*/ 351416 h 535027"/>
              <a:gd name="connsiteX93" fmla="*/ 455379 w 609614"/>
              <a:gd name="connsiteY93" fmla="*/ 351416 h 535027"/>
              <a:gd name="connsiteX94" fmla="*/ 207321 w 609614"/>
              <a:gd name="connsiteY94" fmla="*/ 217483 h 535027"/>
              <a:gd name="connsiteX95" fmla="*/ 232322 w 609614"/>
              <a:gd name="connsiteY95" fmla="*/ 217483 h 535027"/>
              <a:gd name="connsiteX96" fmla="*/ 250065 w 609614"/>
              <a:gd name="connsiteY96" fmla="*/ 285557 h 535027"/>
              <a:gd name="connsiteX97" fmla="*/ 260147 w 609614"/>
              <a:gd name="connsiteY97" fmla="*/ 328053 h 535027"/>
              <a:gd name="connsiteX98" fmla="*/ 260953 w 609614"/>
              <a:gd name="connsiteY98" fmla="*/ 328053 h 535027"/>
              <a:gd name="connsiteX99" fmla="*/ 272849 w 609614"/>
              <a:gd name="connsiteY99" fmla="*/ 285759 h 535027"/>
              <a:gd name="connsiteX100" fmla="*/ 294826 w 609614"/>
              <a:gd name="connsiteY100" fmla="*/ 217483 h 535027"/>
              <a:gd name="connsiteX101" fmla="*/ 315190 w 609614"/>
              <a:gd name="connsiteY101" fmla="*/ 217483 h 535027"/>
              <a:gd name="connsiteX102" fmla="*/ 335958 w 609614"/>
              <a:gd name="connsiteY102" fmla="*/ 284349 h 535027"/>
              <a:gd name="connsiteX103" fmla="*/ 347854 w 609614"/>
              <a:gd name="connsiteY103" fmla="*/ 328255 h 535027"/>
              <a:gd name="connsiteX104" fmla="*/ 348660 w 609614"/>
              <a:gd name="connsiteY104" fmla="*/ 328255 h 535027"/>
              <a:gd name="connsiteX105" fmla="*/ 358943 w 609614"/>
              <a:gd name="connsiteY105" fmla="*/ 284752 h 535027"/>
              <a:gd name="connsiteX106" fmla="*/ 378098 w 609614"/>
              <a:gd name="connsiteY106" fmla="*/ 217483 h 535027"/>
              <a:gd name="connsiteX107" fmla="*/ 402293 w 609614"/>
              <a:gd name="connsiteY107" fmla="*/ 217483 h 535027"/>
              <a:gd name="connsiteX108" fmla="*/ 358943 w 609614"/>
              <a:gd name="connsiteY108" fmla="*/ 351416 h 535027"/>
              <a:gd name="connsiteX109" fmla="*/ 336764 w 609614"/>
              <a:gd name="connsiteY109" fmla="*/ 351416 h 535027"/>
              <a:gd name="connsiteX110" fmla="*/ 316400 w 609614"/>
              <a:gd name="connsiteY110" fmla="*/ 287571 h 535027"/>
              <a:gd name="connsiteX111" fmla="*/ 304504 w 609614"/>
              <a:gd name="connsiteY111" fmla="*/ 243464 h 535027"/>
              <a:gd name="connsiteX112" fmla="*/ 303899 w 609614"/>
              <a:gd name="connsiteY112" fmla="*/ 243464 h 535027"/>
              <a:gd name="connsiteX113" fmla="*/ 291600 w 609614"/>
              <a:gd name="connsiteY113" fmla="*/ 287773 h 535027"/>
              <a:gd name="connsiteX114" fmla="*/ 270026 w 609614"/>
              <a:gd name="connsiteY114" fmla="*/ 351416 h 535027"/>
              <a:gd name="connsiteX115" fmla="*/ 247848 w 609614"/>
              <a:gd name="connsiteY115" fmla="*/ 351416 h 535027"/>
              <a:gd name="connsiteX116" fmla="*/ 0 w 609614"/>
              <a:gd name="connsiteY116" fmla="*/ 217483 h 535027"/>
              <a:gd name="connsiteX117" fmla="*/ 25009 w 609614"/>
              <a:gd name="connsiteY117" fmla="*/ 217483 h 535027"/>
              <a:gd name="connsiteX118" fmla="*/ 42758 w 609614"/>
              <a:gd name="connsiteY118" fmla="*/ 285557 h 535027"/>
              <a:gd name="connsiteX119" fmla="*/ 52640 w 609614"/>
              <a:gd name="connsiteY119" fmla="*/ 328053 h 535027"/>
              <a:gd name="connsiteX120" fmla="*/ 53447 w 609614"/>
              <a:gd name="connsiteY120" fmla="*/ 328053 h 535027"/>
              <a:gd name="connsiteX121" fmla="*/ 65347 w 609614"/>
              <a:gd name="connsiteY121" fmla="*/ 285759 h 535027"/>
              <a:gd name="connsiteX122" fmla="*/ 87331 w 609614"/>
              <a:gd name="connsiteY122" fmla="*/ 217483 h 535027"/>
              <a:gd name="connsiteX123" fmla="*/ 107701 w 609614"/>
              <a:gd name="connsiteY123" fmla="*/ 217483 h 535027"/>
              <a:gd name="connsiteX124" fmla="*/ 128677 w 609614"/>
              <a:gd name="connsiteY124" fmla="*/ 284550 h 535027"/>
              <a:gd name="connsiteX125" fmla="*/ 140577 w 609614"/>
              <a:gd name="connsiteY125" fmla="*/ 328255 h 535027"/>
              <a:gd name="connsiteX126" fmla="*/ 141383 w 609614"/>
              <a:gd name="connsiteY126" fmla="*/ 328255 h 535027"/>
              <a:gd name="connsiteX127" fmla="*/ 151669 w 609614"/>
              <a:gd name="connsiteY127" fmla="*/ 284752 h 535027"/>
              <a:gd name="connsiteX128" fmla="*/ 170830 w 609614"/>
              <a:gd name="connsiteY128" fmla="*/ 217483 h 535027"/>
              <a:gd name="connsiteX129" fmla="*/ 194831 w 609614"/>
              <a:gd name="connsiteY129" fmla="*/ 217483 h 535027"/>
              <a:gd name="connsiteX130" fmla="*/ 151669 w 609614"/>
              <a:gd name="connsiteY130" fmla="*/ 351416 h 535027"/>
              <a:gd name="connsiteX131" fmla="*/ 129484 w 609614"/>
              <a:gd name="connsiteY131" fmla="*/ 351416 h 535027"/>
              <a:gd name="connsiteX132" fmla="*/ 108911 w 609614"/>
              <a:gd name="connsiteY132" fmla="*/ 287571 h 535027"/>
              <a:gd name="connsiteX133" fmla="*/ 97012 w 609614"/>
              <a:gd name="connsiteY133" fmla="*/ 243464 h 535027"/>
              <a:gd name="connsiteX134" fmla="*/ 96407 w 609614"/>
              <a:gd name="connsiteY134" fmla="*/ 243464 h 535027"/>
              <a:gd name="connsiteX135" fmla="*/ 84306 w 609614"/>
              <a:gd name="connsiteY135" fmla="*/ 287773 h 535027"/>
              <a:gd name="connsiteX136" fmla="*/ 62725 w 609614"/>
              <a:gd name="connsiteY136" fmla="*/ 351416 h 535027"/>
              <a:gd name="connsiteX137" fmla="*/ 40539 w 609614"/>
              <a:gd name="connsiteY137" fmla="*/ 351416 h 535027"/>
              <a:gd name="connsiteX138" fmla="*/ 200680 w 609614"/>
              <a:gd name="connsiteY138" fmla="*/ 33224 h 535027"/>
              <a:gd name="connsiteX139" fmla="*/ 188580 w 609614"/>
              <a:gd name="connsiteY139" fmla="*/ 39467 h 535027"/>
              <a:gd name="connsiteX140" fmla="*/ 103072 w 609614"/>
              <a:gd name="connsiteY140" fmla="*/ 109742 h 535027"/>
              <a:gd name="connsiteX141" fmla="*/ 97425 w 609614"/>
              <a:gd name="connsiteY141" fmla="*/ 116789 h 535027"/>
              <a:gd name="connsiteX142" fmla="*/ 106298 w 609614"/>
              <a:gd name="connsiteY142" fmla="*/ 118803 h 535027"/>
              <a:gd name="connsiteX143" fmla="*/ 171034 w 609614"/>
              <a:gd name="connsiteY143" fmla="*/ 131287 h 535027"/>
              <a:gd name="connsiteX144" fmla="*/ 176681 w 609614"/>
              <a:gd name="connsiteY144" fmla="*/ 132093 h 535027"/>
              <a:gd name="connsiteX145" fmla="*/ 177689 w 609614"/>
              <a:gd name="connsiteY145" fmla="*/ 126455 h 535027"/>
              <a:gd name="connsiteX146" fmla="*/ 196646 w 609614"/>
              <a:gd name="connsiteY146" fmla="*/ 46112 h 535027"/>
              <a:gd name="connsiteX147" fmla="*/ 406383 w 609614"/>
              <a:gd name="connsiteY147" fmla="*/ 32218 h 535027"/>
              <a:gd name="connsiteX148" fmla="*/ 410416 w 609614"/>
              <a:gd name="connsiteY148" fmla="*/ 45105 h 535027"/>
              <a:gd name="connsiteX149" fmla="*/ 429979 w 609614"/>
              <a:gd name="connsiteY149" fmla="*/ 128065 h 535027"/>
              <a:gd name="connsiteX150" fmla="*/ 430987 w 609614"/>
              <a:gd name="connsiteY150" fmla="*/ 133502 h 535027"/>
              <a:gd name="connsiteX151" fmla="*/ 436634 w 609614"/>
              <a:gd name="connsiteY151" fmla="*/ 132697 h 535027"/>
              <a:gd name="connsiteX152" fmla="*/ 503387 w 609614"/>
              <a:gd name="connsiteY152" fmla="*/ 119004 h 535027"/>
              <a:gd name="connsiteX153" fmla="*/ 511857 w 609614"/>
              <a:gd name="connsiteY153" fmla="*/ 116789 h 535027"/>
              <a:gd name="connsiteX154" fmla="*/ 506412 w 609614"/>
              <a:gd name="connsiteY154" fmla="*/ 109943 h 535027"/>
              <a:gd name="connsiteX155" fmla="*/ 418484 w 609614"/>
              <a:gd name="connsiteY155" fmla="*/ 38259 h 535027"/>
              <a:gd name="connsiteX156" fmla="*/ 310388 w 609614"/>
              <a:gd name="connsiteY156" fmla="*/ 11478 h 535027"/>
              <a:gd name="connsiteX157" fmla="*/ 310388 w 609614"/>
              <a:gd name="connsiteY157" fmla="*/ 142161 h 535027"/>
              <a:gd name="connsiteX158" fmla="*/ 316237 w 609614"/>
              <a:gd name="connsiteY158" fmla="*/ 141959 h 535027"/>
              <a:gd name="connsiteX159" fmla="*/ 413845 w 609614"/>
              <a:gd name="connsiteY159" fmla="*/ 135919 h 535027"/>
              <a:gd name="connsiteX160" fmla="*/ 419694 w 609614"/>
              <a:gd name="connsiteY160" fmla="*/ 135113 h 535027"/>
              <a:gd name="connsiteX161" fmla="*/ 418685 w 609614"/>
              <a:gd name="connsiteY161" fmla="*/ 129274 h 535027"/>
              <a:gd name="connsiteX162" fmla="*/ 393073 w 609614"/>
              <a:gd name="connsiteY162" fmla="*/ 29600 h 535027"/>
              <a:gd name="connsiteX163" fmla="*/ 392266 w 609614"/>
              <a:gd name="connsiteY163" fmla="*/ 26982 h 535027"/>
              <a:gd name="connsiteX164" fmla="*/ 389644 w 609614"/>
              <a:gd name="connsiteY164" fmla="*/ 26177 h 535027"/>
              <a:gd name="connsiteX165" fmla="*/ 316438 w 609614"/>
              <a:gd name="connsiteY165" fmla="*/ 11880 h 535027"/>
              <a:gd name="connsiteX166" fmla="*/ 298893 w 609614"/>
              <a:gd name="connsiteY166" fmla="*/ 11478 h 535027"/>
              <a:gd name="connsiteX167" fmla="*/ 292843 w 609614"/>
              <a:gd name="connsiteY167" fmla="*/ 11880 h 535027"/>
              <a:gd name="connsiteX168" fmla="*/ 217620 w 609614"/>
              <a:gd name="connsiteY168" fmla="*/ 26781 h 535027"/>
              <a:gd name="connsiteX169" fmla="*/ 214998 w 609614"/>
              <a:gd name="connsiteY169" fmla="*/ 27586 h 535027"/>
              <a:gd name="connsiteX170" fmla="*/ 214192 w 609614"/>
              <a:gd name="connsiteY170" fmla="*/ 30204 h 535027"/>
              <a:gd name="connsiteX171" fmla="*/ 188983 w 609614"/>
              <a:gd name="connsiteY171" fmla="*/ 127663 h 535027"/>
              <a:gd name="connsiteX172" fmla="*/ 187975 w 609614"/>
              <a:gd name="connsiteY172" fmla="*/ 133704 h 535027"/>
              <a:gd name="connsiteX173" fmla="*/ 194025 w 609614"/>
              <a:gd name="connsiteY173" fmla="*/ 134509 h 535027"/>
              <a:gd name="connsiteX174" fmla="*/ 293045 w 609614"/>
              <a:gd name="connsiteY174" fmla="*/ 141758 h 535027"/>
              <a:gd name="connsiteX175" fmla="*/ 298893 w 609614"/>
              <a:gd name="connsiteY175" fmla="*/ 141959 h 535027"/>
              <a:gd name="connsiteX176" fmla="*/ 304741 w 609614"/>
              <a:gd name="connsiteY176" fmla="*/ 0 h 535027"/>
              <a:gd name="connsiteX177" fmla="*/ 565299 w 609614"/>
              <a:gd name="connsiteY177" fmla="*/ 205992 h 535027"/>
              <a:gd name="connsiteX178" fmla="*/ 558241 w 609614"/>
              <a:gd name="connsiteY178" fmla="*/ 230961 h 535027"/>
              <a:gd name="connsiteX179" fmla="*/ 520730 w 609614"/>
              <a:gd name="connsiteY179" fmla="*/ 130079 h 535027"/>
              <a:gd name="connsiteX180" fmla="*/ 518512 w 609614"/>
              <a:gd name="connsiteY180" fmla="*/ 126455 h 535027"/>
              <a:gd name="connsiteX181" fmla="*/ 514478 w 609614"/>
              <a:gd name="connsiteY181" fmla="*/ 127663 h 535027"/>
              <a:gd name="connsiteX182" fmla="*/ 438449 w 609614"/>
              <a:gd name="connsiteY182" fmla="*/ 144174 h 535027"/>
              <a:gd name="connsiteX183" fmla="*/ 432802 w 609614"/>
              <a:gd name="connsiteY183" fmla="*/ 144980 h 535027"/>
              <a:gd name="connsiteX184" fmla="*/ 433609 w 609614"/>
              <a:gd name="connsiteY184" fmla="*/ 150618 h 535027"/>
              <a:gd name="connsiteX185" fmla="*/ 438247 w 609614"/>
              <a:gd name="connsiteY185" fmla="*/ 196528 h 535027"/>
              <a:gd name="connsiteX186" fmla="*/ 433609 w 609614"/>
              <a:gd name="connsiteY186" fmla="*/ 196528 h 535027"/>
              <a:gd name="connsiteX187" fmla="*/ 426954 w 609614"/>
              <a:gd name="connsiteY187" fmla="*/ 196528 h 535027"/>
              <a:gd name="connsiteX188" fmla="*/ 422315 w 609614"/>
              <a:gd name="connsiteY188" fmla="*/ 152229 h 535027"/>
              <a:gd name="connsiteX189" fmla="*/ 421509 w 609614"/>
              <a:gd name="connsiteY189" fmla="*/ 146792 h 535027"/>
              <a:gd name="connsiteX190" fmla="*/ 415862 w 609614"/>
              <a:gd name="connsiteY190" fmla="*/ 147396 h 535027"/>
              <a:gd name="connsiteX191" fmla="*/ 316035 w 609614"/>
              <a:gd name="connsiteY191" fmla="*/ 153840 h 535027"/>
              <a:gd name="connsiteX192" fmla="*/ 310388 w 609614"/>
              <a:gd name="connsiteY192" fmla="*/ 154041 h 535027"/>
              <a:gd name="connsiteX193" fmla="*/ 310388 w 609614"/>
              <a:gd name="connsiteY193" fmla="*/ 196528 h 535027"/>
              <a:gd name="connsiteX194" fmla="*/ 298893 w 609614"/>
              <a:gd name="connsiteY194" fmla="*/ 196528 h 535027"/>
              <a:gd name="connsiteX195" fmla="*/ 298893 w 609614"/>
              <a:gd name="connsiteY195" fmla="*/ 153840 h 535027"/>
              <a:gd name="connsiteX196" fmla="*/ 293246 w 609614"/>
              <a:gd name="connsiteY196" fmla="*/ 153840 h 535027"/>
              <a:gd name="connsiteX197" fmla="*/ 191806 w 609614"/>
              <a:gd name="connsiteY197" fmla="*/ 146188 h 535027"/>
              <a:gd name="connsiteX198" fmla="*/ 186160 w 609614"/>
              <a:gd name="connsiteY198" fmla="*/ 145383 h 535027"/>
              <a:gd name="connsiteX199" fmla="*/ 185353 w 609614"/>
              <a:gd name="connsiteY199" fmla="*/ 151021 h 535027"/>
              <a:gd name="connsiteX200" fmla="*/ 180513 w 609614"/>
              <a:gd name="connsiteY200" fmla="*/ 196528 h 535027"/>
              <a:gd name="connsiteX201" fmla="*/ 176278 w 609614"/>
              <a:gd name="connsiteY201" fmla="*/ 196528 h 535027"/>
              <a:gd name="connsiteX202" fmla="*/ 169219 w 609614"/>
              <a:gd name="connsiteY202" fmla="*/ 196528 h 535027"/>
              <a:gd name="connsiteX203" fmla="*/ 174059 w 609614"/>
              <a:gd name="connsiteY203" fmla="*/ 149410 h 535027"/>
              <a:gd name="connsiteX204" fmla="*/ 174866 w 609614"/>
              <a:gd name="connsiteY204" fmla="*/ 143772 h 535027"/>
              <a:gd name="connsiteX205" fmla="*/ 169219 w 609614"/>
              <a:gd name="connsiteY205" fmla="*/ 142966 h 535027"/>
              <a:gd name="connsiteX206" fmla="*/ 94602 w 609614"/>
              <a:gd name="connsiteY206" fmla="*/ 127864 h 535027"/>
              <a:gd name="connsiteX207" fmla="*/ 90568 w 609614"/>
              <a:gd name="connsiteY207" fmla="*/ 126857 h 535027"/>
              <a:gd name="connsiteX208" fmla="*/ 88350 w 609614"/>
              <a:gd name="connsiteY208" fmla="*/ 130280 h 535027"/>
              <a:gd name="connsiteX209" fmla="*/ 51243 w 609614"/>
              <a:gd name="connsiteY209" fmla="*/ 229954 h 535027"/>
              <a:gd name="connsiteX210" fmla="*/ 44386 w 609614"/>
              <a:gd name="connsiteY210" fmla="*/ 204180 h 535027"/>
              <a:gd name="connsiteX211" fmla="*/ 304741 w 609614"/>
              <a:gd name="connsiteY211" fmla="*/ 0 h 53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09614" h="535027">
                <a:moveTo>
                  <a:pt x="424113" y="396119"/>
                </a:moveTo>
                <a:lnTo>
                  <a:pt x="422903" y="401354"/>
                </a:lnTo>
                <a:cubicBezTo>
                  <a:pt x="415442" y="433765"/>
                  <a:pt x="405358" y="466177"/>
                  <a:pt x="392856" y="497582"/>
                </a:cubicBezTo>
                <a:lnTo>
                  <a:pt x="389024" y="509661"/>
                </a:lnTo>
                <a:lnTo>
                  <a:pt x="389427" y="509661"/>
                </a:lnTo>
                <a:lnTo>
                  <a:pt x="389226" y="509460"/>
                </a:lnTo>
                <a:lnTo>
                  <a:pt x="400519" y="505031"/>
                </a:lnTo>
                <a:cubicBezTo>
                  <a:pt x="444077" y="487315"/>
                  <a:pt x="481988" y="458125"/>
                  <a:pt x="510019" y="420479"/>
                </a:cubicBezTo>
                <a:lnTo>
                  <a:pt x="515262" y="413634"/>
                </a:lnTo>
                <a:lnTo>
                  <a:pt x="506792" y="411621"/>
                </a:lnTo>
                <a:cubicBezTo>
                  <a:pt x="490458" y="407594"/>
                  <a:pt x="463638" y="401756"/>
                  <a:pt x="429356" y="396925"/>
                </a:cubicBezTo>
                <a:close/>
                <a:moveTo>
                  <a:pt x="183132" y="394912"/>
                </a:moveTo>
                <a:lnTo>
                  <a:pt x="177889" y="395717"/>
                </a:lnTo>
                <a:cubicBezTo>
                  <a:pt x="151674" y="399743"/>
                  <a:pt x="126265" y="404776"/>
                  <a:pt x="102066" y="411218"/>
                </a:cubicBezTo>
                <a:lnTo>
                  <a:pt x="94000" y="413433"/>
                </a:lnTo>
                <a:lnTo>
                  <a:pt x="99042" y="420277"/>
                </a:lnTo>
                <a:cubicBezTo>
                  <a:pt x="126669" y="457319"/>
                  <a:pt x="163975" y="486309"/>
                  <a:pt x="206726" y="504025"/>
                </a:cubicBezTo>
                <a:lnTo>
                  <a:pt x="219027" y="509259"/>
                </a:lnTo>
                <a:lnTo>
                  <a:pt x="218826" y="509259"/>
                </a:lnTo>
                <a:lnTo>
                  <a:pt x="220439" y="509661"/>
                </a:lnTo>
                <a:lnTo>
                  <a:pt x="219027" y="509057"/>
                </a:lnTo>
                <a:lnTo>
                  <a:pt x="214188" y="496777"/>
                </a:lnTo>
                <a:cubicBezTo>
                  <a:pt x="201685" y="465171"/>
                  <a:pt x="191804" y="432759"/>
                  <a:pt x="184342" y="400146"/>
                </a:cubicBezTo>
                <a:close/>
                <a:moveTo>
                  <a:pt x="310378" y="387262"/>
                </a:moveTo>
                <a:lnTo>
                  <a:pt x="310378" y="523552"/>
                </a:lnTo>
                <a:lnTo>
                  <a:pt x="316428" y="523351"/>
                </a:lnTo>
                <a:cubicBezTo>
                  <a:pt x="335383" y="522344"/>
                  <a:pt x="354339" y="519324"/>
                  <a:pt x="372690" y="514292"/>
                </a:cubicBezTo>
                <a:cubicBezTo>
                  <a:pt x="386604" y="481075"/>
                  <a:pt x="403140" y="435779"/>
                  <a:pt x="411206" y="400951"/>
                </a:cubicBezTo>
                <a:lnTo>
                  <a:pt x="412618" y="394710"/>
                </a:lnTo>
                <a:lnTo>
                  <a:pt x="406367" y="393905"/>
                </a:lnTo>
                <a:cubicBezTo>
                  <a:pt x="376320" y="390281"/>
                  <a:pt x="346071" y="388067"/>
                  <a:pt x="316226" y="387463"/>
                </a:cubicBezTo>
                <a:close/>
                <a:moveTo>
                  <a:pt x="293035" y="387262"/>
                </a:moveTo>
                <a:cubicBezTo>
                  <a:pt x="261779" y="387463"/>
                  <a:pt x="230724" y="389275"/>
                  <a:pt x="200878" y="392697"/>
                </a:cubicBezTo>
                <a:lnTo>
                  <a:pt x="194425" y="393502"/>
                </a:lnTo>
                <a:lnTo>
                  <a:pt x="196039" y="399743"/>
                </a:lnTo>
                <a:cubicBezTo>
                  <a:pt x="204105" y="434772"/>
                  <a:pt x="219431" y="479867"/>
                  <a:pt x="233143" y="513486"/>
                </a:cubicBezTo>
                <a:lnTo>
                  <a:pt x="234353" y="513688"/>
                </a:lnTo>
                <a:cubicBezTo>
                  <a:pt x="253511" y="519123"/>
                  <a:pt x="273071" y="522344"/>
                  <a:pt x="292834" y="523351"/>
                </a:cubicBezTo>
                <a:lnTo>
                  <a:pt x="298884" y="523552"/>
                </a:lnTo>
                <a:lnTo>
                  <a:pt x="298884" y="387262"/>
                </a:lnTo>
                <a:close/>
                <a:moveTo>
                  <a:pt x="304732" y="325659"/>
                </a:moveTo>
                <a:lnTo>
                  <a:pt x="310378" y="346797"/>
                </a:lnTo>
                <a:lnTo>
                  <a:pt x="310378" y="375384"/>
                </a:lnTo>
                <a:cubicBezTo>
                  <a:pt x="310378" y="375384"/>
                  <a:pt x="360994" y="375585"/>
                  <a:pt x="409795" y="382229"/>
                </a:cubicBezTo>
                <a:lnTo>
                  <a:pt x="415240" y="383034"/>
                </a:lnTo>
                <a:lnTo>
                  <a:pt x="416248" y="377800"/>
                </a:lnTo>
                <a:cubicBezTo>
                  <a:pt x="419273" y="361896"/>
                  <a:pt x="421895" y="345791"/>
                  <a:pt x="423911" y="329685"/>
                </a:cubicBezTo>
                <a:lnTo>
                  <a:pt x="431776" y="355856"/>
                </a:lnTo>
                <a:cubicBezTo>
                  <a:pt x="430566" y="363506"/>
                  <a:pt x="429154" y="370955"/>
                  <a:pt x="427743" y="378605"/>
                </a:cubicBezTo>
                <a:lnTo>
                  <a:pt x="426533" y="384443"/>
                </a:lnTo>
                <a:lnTo>
                  <a:pt x="432583" y="385450"/>
                </a:lnTo>
                <a:cubicBezTo>
                  <a:pt x="473519" y="391489"/>
                  <a:pt x="503566" y="398535"/>
                  <a:pt x="517682" y="402360"/>
                </a:cubicBezTo>
                <a:lnTo>
                  <a:pt x="521917" y="403367"/>
                </a:lnTo>
                <a:lnTo>
                  <a:pt x="524135" y="399743"/>
                </a:lnTo>
                <a:cubicBezTo>
                  <a:pt x="528773" y="392294"/>
                  <a:pt x="532806" y="384443"/>
                  <a:pt x="536436" y="376391"/>
                </a:cubicBezTo>
                <a:lnTo>
                  <a:pt x="549140" y="376391"/>
                </a:lnTo>
                <a:cubicBezTo>
                  <a:pt x="507397" y="469801"/>
                  <a:pt x="413425" y="535027"/>
                  <a:pt x="304732" y="535027"/>
                </a:cubicBezTo>
                <a:cubicBezTo>
                  <a:pt x="195837" y="535027"/>
                  <a:pt x="101865" y="469801"/>
                  <a:pt x="60122" y="376391"/>
                </a:cubicBezTo>
                <a:lnTo>
                  <a:pt x="72826" y="376391"/>
                </a:lnTo>
                <a:cubicBezTo>
                  <a:pt x="76456" y="384443"/>
                  <a:pt x="80489" y="392294"/>
                  <a:pt x="85127" y="399743"/>
                </a:cubicBezTo>
                <a:lnTo>
                  <a:pt x="87345" y="403568"/>
                </a:lnTo>
                <a:lnTo>
                  <a:pt x="91580" y="402360"/>
                </a:lnTo>
                <a:cubicBezTo>
                  <a:pt x="118602" y="394710"/>
                  <a:pt x="146633" y="388872"/>
                  <a:pt x="174865" y="384443"/>
                </a:cubicBezTo>
                <a:lnTo>
                  <a:pt x="180713" y="383638"/>
                </a:lnTo>
                <a:lnTo>
                  <a:pt x="179503" y="377800"/>
                </a:lnTo>
                <a:cubicBezTo>
                  <a:pt x="178091" y="369948"/>
                  <a:pt x="176679" y="361896"/>
                  <a:pt x="175470" y="354045"/>
                </a:cubicBezTo>
                <a:lnTo>
                  <a:pt x="183536" y="328880"/>
                </a:lnTo>
                <a:cubicBezTo>
                  <a:pt x="185351" y="344985"/>
                  <a:pt x="187972" y="360889"/>
                  <a:pt x="190997" y="376793"/>
                </a:cubicBezTo>
                <a:lnTo>
                  <a:pt x="192005" y="382027"/>
                </a:lnTo>
                <a:lnTo>
                  <a:pt x="197450" y="381423"/>
                </a:lnTo>
                <a:cubicBezTo>
                  <a:pt x="249881" y="375183"/>
                  <a:pt x="298884" y="375384"/>
                  <a:pt x="298884" y="375384"/>
                </a:cubicBezTo>
                <a:lnTo>
                  <a:pt x="299287" y="346797"/>
                </a:lnTo>
                <a:close/>
                <a:moveTo>
                  <a:pt x="414854" y="217483"/>
                </a:moveTo>
                <a:lnTo>
                  <a:pt x="439854" y="217483"/>
                </a:lnTo>
                <a:lnTo>
                  <a:pt x="457597" y="285557"/>
                </a:lnTo>
                <a:cubicBezTo>
                  <a:pt x="461427" y="300461"/>
                  <a:pt x="465056" y="314358"/>
                  <a:pt x="467476" y="328053"/>
                </a:cubicBezTo>
                <a:lnTo>
                  <a:pt x="468282" y="328053"/>
                </a:lnTo>
                <a:cubicBezTo>
                  <a:pt x="471306" y="314559"/>
                  <a:pt x="475742" y="300260"/>
                  <a:pt x="480177" y="285759"/>
                </a:cubicBezTo>
                <a:lnTo>
                  <a:pt x="502154" y="217483"/>
                </a:lnTo>
                <a:lnTo>
                  <a:pt x="522718" y="217483"/>
                </a:lnTo>
                <a:lnTo>
                  <a:pt x="543485" y="284550"/>
                </a:lnTo>
                <a:cubicBezTo>
                  <a:pt x="548323" y="300461"/>
                  <a:pt x="552356" y="314559"/>
                  <a:pt x="555380" y="328255"/>
                </a:cubicBezTo>
                <a:lnTo>
                  <a:pt x="556186" y="328255"/>
                </a:lnTo>
                <a:cubicBezTo>
                  <a:pt x="558404" y="314559"/>
                  <a:pt x="562033" y="300461"/>
                  <a:pt x="566469" y="284752"/>
                </a:cubicBezTo>
                <a:lnTo>
                  <a:pt x="585420" y="217483"/>
                </a:lnTo>
                <a:lnTo>
                  <a:pt x="609614" y="217483"/>
                </a:lnTo>
                <a:lnTo>
                  <a:pt x="566469" y="351416"/>
                </a:lnTo>
                <a:lnTo>
                  <a:pt x="544291" y="351416"/>
                </a:lnTo>
                <a:lnTo>
                  <a:pt x="523726" y="287571"/>
                </a:lnTo>
                <a:cubicBezTo>
                  <a:pt x="519089" y="272466"/>
                  <a:pt x="515258" y="259173"/>
                  <a:pt x="511831" y="243464"/>
                </a:cubicBezTo>
                <a:lnTo>
                  <a:pt x="511226" y="243464"/>
                </a:lnTo>
                <a:cubicBezTo>
                  <a:pt x="508000" y="259576"/>
                  <a:pt x="503766" y="273272"/>
                  <a:pt x="499129" y="287773"/>
                </a:cubicBezTo>
                <a:lnTo>
                  <a:pt x="477556" y="351416"/>
                </a:lnTo>
                <a:lnTo>
                  <a:pt x="455379" y="351416"/>
                </a:lnTo>
                <a:close/>
                <a:moveTo>
                  <a:pt x="207321" y="217483"/>
                </a:moveTo>
                <a:lnTo>
                  <a:pt x="232322" y="217483"/>
                </a:lnTo>
                <a:lnTo>
                  <a:pt x="250065" y="285557"/>
                </a:lnTo>
                <a:cubicBezTo>
                  <a:pt x="253896" y="300461"/>
                  <a:pt x="257526" y="314358"/>
                  <a:pt x="260147" y="328053"/>
                </a:cubicBezTo>
                <a:lnTo>
                  <a:pt x="260953" y="328053"/>
                </a:lnTo>
                <a:cubicBezTo>
                  <a:pt x="263978" y="314559"/>
                  <a:pt x="268413" y="300260"/>
                  <a:pt x="272849" y="285759"/>
                </a:cubicBezTo>
                <a:lnTo>
                  <a:pt x="294826" y="217483"/>
                </a:lnTo>
                <a:lnTo>
                  <a:pt x="315190" y="217483"/>
                </a:lnTo>
                <a:lnTo>
                  <a:pt x="335958" y="284349"/>
                </a:lnTo>
                <a:cubicBezTo>
                  <a:pt x="340999" y="300461"/>
                  <a:pt x="344829" y="314559"/>
                  <a:pt x="347854" y="328255"/>
                </a:cubicBezTo>
                <a:lnTo>
                  <a:pt x="348660" y="328255"/>
                </a:lnTo>
                <a:cubicBezTo>
                  <a:pt x="350878" y="314559"/>
                  <a:pt x="354507" y="300461"/>
                  <a:pt x="358943" y="284752"/>
                </a:cubicBezTo>
                <a:lnTo>
                  <a:pt x="378098" y="217483"/>
                </a:lnTo>
                <a:lnTo>
                  <a:pt x="402293" y="217483"/>
                </a:lnTo>
                <a:lnTo>
                  <a:pt x="358943" y="351416"/>
                </a:lnTo>
                <a:lnTo>
                  <a:pt x="336764" y="351416"/>
                </a:lnTo>
                <a:lnTo>
                  <a:pt x="316400" y="287571"/>
                </a:lnTo>
                <a:cubicBezTo>
                  <a:pt x="311561" y="272466"/>
                  <a:pt x="307730" y="259173"/>
                  <a:pt x="304504" y="243464"/>
                </a:cubicBezTo>
                <a:lnTo>
                  <a:pt x="303899" y="243464"/>
                </a:lnTo>
                <a:cubicBezTo>
                  <a:pt x="300472" y="259576"/>
                  <a:pt x="296439" y="273272"/>
                  <a:pt x="291600" y="287773"/>
                </a:cubicBezTo>
                <a:lnTo>
                  <a:pt x="270026" y="351416"/>
                </a:lnTo>
                <a:lnTo>
                  <a:pt x="247848" y="351416"/>
                </a:lnTo>
                <a:close/>
                <a:moveTo>
                  <a:pt x="0" y="217483"/>
                </a:moveTo>
                <a:lnTo>
                  <a:pt x="25009" y="217483"/>
                </a:lnTo>
                <a:lnTo>
                  <a:pt x="42758" y="285557"/>
                </a:lnTo>
                <a:cubicBezTo>
                  <a:pt x="46590" y="300461"/>
                  <a:pt x="50220" y="314358"/>
                  <a:pt x="52640" y="328053"/>
                </a:cubicBezTo>
                <a:lnTo>
                  <a:pt x="53447" y="328053"/>
                </a:lnTo>
                <a:cubicBezTo>
                  <a:pt x="56473" y="314559"/>
                  <a:pt x="60910" y="300260"/>
                  <a:pt x="65347" y="285759"/>
                </a:cubicBezTo>
                <a:lnTo>
                  <a:pt x="87331" y="217483"/>
                </a:lnTo>
                <a:lnTo>
                  <a:pt x="107701" y="217483"/>
                </a:lnTo>
                <a:lnTo>
                  <a:pt x="128677" y="284550"/>
                </a:lnTo>
                <a:cubicBezTo>
                  <a:pt x="133517" y="300461"/>
                  <a:pt x="137551" y="314559"/>
                  <a:pt x="140577" y="328255"/>
                </a:cubicBezTo>
                <a:lnTo>
                  <a:pt x="141383" y="328255"/>
                </a:lnTo>
                <a:cubicBezTo>
                  <a:pt x="143602" y="314559"/>
                  <a:pt x="147232" y="300461"/>
                  <a:pt x="151669" y="284752"/>
                </a:cubicBezTo>
                <a:lnTo>
                  <a:pt x="170830" y="217483"/>
                </a:lnTo>
                <a:lnTo>
                  <a:pt x="194831" y="217483"/>
                </a:lnTo>
                <a:lnTo>
                  <a:pt x="151669" y="351416"/>
                </a:lnTo>
                <a:lnTo>
                  <a:pt x="129484" y="351416"/>
                </a:lnTo>
                <a:lnTo>
                  <a:pt x="108911" y="287571"/>
                </a:lnTo>
                <a:cubicBezTo>
                  <a:pt x="104273" y="272466"/>
                  <a:pt x="100441" y="259173"/>
                  <a:pt x="97012" y="243464"/>
                </a:cubicBezTo>
                <a:lnTo>
                  <a:pt x="96407" y="243464"/>
                </a:lnTo>
                <a:cubicBezTo>
                  <a:pt x="93180" y="259576"/>
                  <a:pt x="88944" y="273272"/>
                  <a:pt x="84306" y="287773"/>
                </a:cubicBezTo>
                <a:lnTo>
                  <a:pt x="62725" y="351416"/>
                </a:lnTo>
                <a:lnTo>
                  <a:pt x="40539" y="351416"/>
                </a:lnTo>
                <a:close/>
                <a:moveTo>
                  <a:pt x="200680" y="33224"/>
                </a:moveTo>
                <a:lnTo>
                  <a:pt x="188580" y="39467"/>
                </a:lnTo>
                <a:cubicBezTo>
                  <a:pt x="155707" y="56180"/>
                  <a:pt x="126062" y="80544"/>
                  <a:pt x="103072" y="109742"/>
                </a:cubicBezTo>
                <a:lnTo>
                  <a:pt x="97425" y="116789"/>
                </a:lnTo>
                <a:lnTo>
                  <a:pt x="106298" y="118803"/>
                </a:lnTo>
                <a:cubicBezTo>
                  <a:pt x="120012" y="122025"/>
                  <a:pt x="142599" y="126857"/>
                  <a:pt x="171034" y="131287"/>
                </a:cubicBezTo>
                <a:lnTo>
                  <a:pt x="176681" y="132093"/>
                </a:lnTo>
                <a:lnTo>
                  <a:pt x="177689" y="126455"/>
                </a:lnTo>
                <a:cubicBezTo>
                  <a:pt x="183740" y="91015"/>
                  <a:pt x="191403" y="63227"/>
                  <a:pt x="196646" y="46112"/>
                </a:cubicBezTo>
                <a:close/>
                <a:moveTo>
                  <a:pt x="406383" y="32218"/>
                </a:moveTo>
                <a:lnTo>
                  <a:pt x="410416" y="45105"/>
                </a:lnTo>
                <a:cubicBezTo>
                  <a:pt x="415862" y="62825"/>
                  <a:pt x="423929" y="91418"/>
                  <a:pt x="429979" y="128065"/>
                </a:cubicBezTo>
                <a:lnTo>
                  <a:pt x="430987" y="133502"/>
                </a:lnTo>
                <a:lnTo>
                  <a:pt x="436634" y="132697"/>
                </a:lnTo>
                <a:cubicBezTo>
                  <a:pt x="459826" y="129072"/>
                  <a:pt x="482211" y="124441"/>
                  <a:pt x="503387" y="119004"/>
                </a:cubicBezTo>
                <a:lnTo>
                  <a:pt x="511857" y="116789"/>
                </a:lnTo>
                <a:lnTo>
                  <a:pt x="506412" y="109943"/>
                </a:lnTo>
                <a:cubicBezTo>
                  <a:pt x="482816" y="79940"/>
                  <a:pt x="452364" y="55173"/>
                  <a:pt x="418484" y="38259"/>
                </a:cubicBezTo>
                <a:close/>
                <a:moveTo>
                  <a:pt x="310388" y="11478"/>
                </a:moveTo>
                <a:lnTo>
                  <a:pt x="310388" y="142161"/>
                </a:lnTo>
                <a:lnTo>
                  <a:pt x="316237" y="141959"/>
                </a:lnTo>
                <a:cubicBezTo>
                  <a:pt x="349310" y="141959"/>
                  <a:pt x="382183" y="139744"/>
                  <a:pt x="413845" y="135919"/>
                </a:cubicBezTo>
                <a:lnTo>
                  <a:pt x="419694" y="135113"/>
                </a:lnTo>
                <a:lnTo>
                  <a:pt x="418685" y="129274"/>
                </a:lnTo>
                <a:cubicBezTo>
                  <a:pt x="410013" y="78329"/>
                  <a:pt x="397913" y="42487"/>
                  <a:pt x="393073" y="29600"/>
                </a:cubicBezTo>
                <a:lnTo>
                  <a:pt x="392266" y="26982"/>
                </a:lnTo>
                <a:lnTo>
                  <a:pt x="389644" y="26177"/>
                </a:lnTo>
                <a:cubicBezTo>
                  <a:pt x="366049" y="17720"/>
                  <a:pt x="341445" y="12887"/>
                  <a:pt x="316438" y="11880"/>
                </a:cubicBezTo>
                <a:close/>
                <a:moveTo>
                  <a:pt x="298893" y="11478"/>
                </a:moveTo>
                <a:lnTo>
                  <a:pt x="292843" y="11880"/>
                </a:lnTo>
                <a:cubicBezTo>
                  <a:pt x="267029" y="13088"/>
                  <a:pt x="241820" y="17921"/>
                  <a:pt x="217620" y="26781"/>
                </a:cubicBezTo>
                <a:lnTo>
                  <a:pt x="214998" y="27586"/>
                </a:lnTo>
                <a:lnTo>
                  <a:pt x="214192" y="30204"/>
                </a:lnTo>
                <a:cubicBezTo>
                  <a:pt x="208343" y="46112"/>
                  <a:pt x="197453" y="80142"/>
                  <a:pt x="188983" y="127663"/>
                </a:cubicBezTo>
                <a:lnTo>
                  <a:pt x="187975" y="133704"/>
                </a:lnTo>
                <a:lnTo>
                  <a:pt x="194025" y="134509"/>
                </a:lnTo>
                <a:cubicBezTo>
                  <a:pt x="226897" y="138738"/>
                  <a:pt x="260374" y="141154"/>
                  <a:pt x="293045" y="141758"/>
                </a:cubicBezTo>
                <a:lnTo>
                  <a:pt x="298893" y="141959"/>
                </a:lnTo>
                <a:close/>
                <a:moveTo>
                  <a:pt x="304741" y="0"/>
                </a:moveTo>
                <a:cubicBezTo>
                  <a:pt x="431189" y="0"/>
                  <a:pt x="537469" y="88196"/>
                  <a:pt x="565299" y="205992"/>
                </a:cubicBezTo>
                <a:lnTo>
                  <a:pt x="558241" y="230961"/>
                </a:lnTo>
                <a:cubicBezTo>
                  <a:pt x="552997" y="195119"/>
                  <a:pt x="540292" y="160686"/>
                  <a:pt x="520730" y="130079"/>
                </a:cubicBezTo>
                <a:lnTo>
                  <a:pt x="518512" y="126455"/>
                </a:lnTo>
                <a:lnTo>
                  <a:pt x="514478" y="127663"/>
                </a:lnTo>
                <a:cubicBezTo>
                  <a:pt x="489471" y="134509"/>
                  <a:pt x="463859" y="140147"/>
                  <a:pt x="438449" y="144174"/>
                </a:cubicBezTo>
                <a:lnTo>
                  <a:pt x="432802" y="144980"/>
                </a:lnTo>
                <a:lnTo>
                  <a:pt x="433609" y="150618"/>
                </a:lnTo>
                <a:cubicBezTo>
                  <a:pt x="435626" y="165720"/>
                  <a:pt x="437239" y="181225"/>
                  <a:pt x="438247" y="196528"/>
                </a:cubicBezTo>
                <a:lnTo>
                  <a:pt x="433609" y="196528"/>
                </a:lnTo>
                <a:lnTo>
                  <a:pt x="426954" y="196528"/>
                </a:lnTo>
                <a:cubicBezTo>
                  <a:pt x="425744" y="181829"/>
                  <a:pt x="424332" y="166928"/>
                  <a:pt x="422315" y="152229"/>
                </a:cubicBezTo>
                <a:lnTo>
                  <a:pt x="421509" y="146792"/>
                </a:lnTo>
                <a:lnTo>
                  <a:pt x="415862" y="147396"/>
                </a:lnTo>
                <a:cubicBezTo>
                  <a:pt x="383998" y="151423"/>
                  <a:pt x="350319" y="153638"/>
                  <a:pt x="316035" y="153840"/>
                </a:cubicBezTo>
                <a:lnTo>
                  <a:pt x="310388" y="154041"/>
                </a:lnTo>
                <a:lnTo>
                  <a:pt x="310388" y="196528"/>
                </a:lnTo>
                <a:lnTo>
                  <a:pt x="298893" y="196528"/>
                </a:lnTo>
                <a:lnTo>
                  <a:pt x="298893" y="153840"/>
                </a:lnTo>
                <a:lnTo>
                  <a:pt x="293246" y="153840"/>
                </a:lnTo>
                <a:cubicBezTo>
                  <a:pt x="259567" y="153034"/>
                  <a:pt x="225284" y="150618"/>
                  <a:pt x="191806" y="146188"/>
                </a:cubicBezTo>
                <a:lnTo>
                  <a:pt x="186160" y="145383"/>
                </a:lnTo>
                <a:lnTo>
                  <a:pt x="185353" y="151021"/>
                </a:lnTo>
                <a:cubicBezTo>
                  <a:pt x="183336" y="166123"/>
                  <a:pt x="181723" y="181225"/>
                  <a:pt x="180513" y="196528"/>
                </a:cubicBezTo>
                <a:lnTo>
                  <a:pt x="176278" y="196528"/>
                </a:lnTo>
                <a:lnTo>
                  <a:pt x="169219" y="196528"/>
                </a:lnTo>
                <a:cubicBezTo>
                  <a:pt x="170228" y="180822"/>
                  <a:pt x="171841" y="164915"/>
                  <a:pt x="174059" y="149410"/>
                </a:cubicBezTo>
                <a:lnTo>
                  <a:pt x="174866" y="143772"/>
                </a:lnTo>
                <a:lnTo>
                  <a:pt x="169219" y="142966"/>
                </a:lnTo>
                <a:cubicBezTo>
                  <a:pt x="135742" y="137731"/>
                  <a:pt x="110130" y="131891"/>
                  <a:pt x="94602" y="127864"/>
                </a:cubicBezTo>
                <a:lnTo>
                  <a:pt x="90568" y="126857"/>
                </a:lnTo>
                <a:lnTo>
                  <a:pt x="88350" y="130280"/>
                </a:lnTo>
                <a:cubicBezTo>
                  <a:pt x="68989" y="160686"/>
                  <a:pt x="56486" y="194716"/>
                  <a:pt x="51243" y="229954"/>
                </a:cubicBezTo>
                <a:lnTo>
                  <a:pt x="44386" y="204180"/>
                </a:lnTo>
                <a:cubicBezTo>
                  <a:pt x="73023" y="87189"/>
                  <a:pt x="178899" y="0"/>
                  <a:pt x="3047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hree-presentation-cards_82220">
            <a:extLst>
              <a:ext uri="{FF2B5EF4-FFF2-40B4-BE49-F238E27FC236}">
                <a16:creationId xmlns:a16="http://schemas.microsoft.com/office/drawing/2014/main" id="{314266B2-FD03-1EAF-A126-A3C1006352A4}"/>
              </a:ext>
            </a:extLst>
          </p:cNvPr>
          <p:cNvSpPr/>
          <p:nvPr/>
        </p:nvSpPr>
        <p:spPr>
          <a:xfrm>
            <a:off x="5845402" y="5084188"/>
            <a:ext cx="497941" cy="609685"/>
          </a:xfrm>
          <a:custGeom>
            <a:avLst/>
            <a:gdLst>
              <a:gd name="connsiteX0" fmla="*/ 92587 w 494805"/>
              <a:gd name="connsiteY0" fmla="*/ 334315 h 605845"/>
              <a:gd name="connsiteX1" fmla="*/ 102932 w 494805"/>
              <a:gd name="connsiteY1" fmla="*/ 336041 h 605845"/>
              <a:gd name="connsiteX2" fmla="*/ 242635 w 494805"/>
              <a:gd name="connsiteY2" fmla="*/ 423921 h 605845"/>
              <a:gd name="connsiteX3" fmla="*/ 246937 w 494805"/>
              <a:gd name="connsiteY3" fmla="*/ 442745 h 605845"/>
              <a:gd name="connsiteX4" fmla="*/ 235363 w 494805"/>
              <a:gd name="connsiteY4" fmla="*/ 449190 h 605845"/>
              <a:gd name="connsiteX5" fmla="*/ 228091 w 494805"/>
              <a:gd name="connsiteY5" fmla="*/ 447042 h 605845"/>
              <a:gd name="connsiteX6" fmla="*/ 88388 w 494805"/>
              <a:gd name="connsiteY6" fmla="*/ 359162 h 605845"/>
              <a:gd name="connsiteX7" fmla="*/ 84086 w 494805"/>
              <a:gd name="connsiteY7" fmla="*/ 340338 h 605845"/>
              <a:gd name="connsiteX8" fmla="*/ 92587 w 494805"/>
              <a:gd name="connsiteY8" fmla="*/ 334315 h 605845"/>
              <a:gd name="connsiteX9" fmla="*/ 182952 w 494805"/>
              <a:gd name="connsiteY9" fmla="*/ 322915 h 605845"/>
              <a:gd name="connsiteX10" fmla="*/ 193259 w 494805"/>
              <a:gd name="connsiteY10" fmla="*/ 324680 h 605845"/>
              <a:gd name="connsiteX11" fmla="*/ 242634 w 494805"/>
              <a:gd name="connsiteY11" fmla="*/ 355784 h 605845"/>
              <a:gd name="connsiteX12" fmla="*/ 246936 w 494805"/>
              <a:gd name="connsiteY12" fmla="*/ 374610 h 605845"/>
              <a:gd name="connsiteX13" fmla="*/ 235361 w 494805"/>
              <a:gd name="connsiteY13" fmla="*/ 380953 h 605845"/>
              <a:gd name="connsiteX14" fmla="*/ 228088 w 494805"/>
              <a:gd name="connsiteY14" fmla="*/ 378804 h 605845"/>
              <a:gd name="connsiteX15" fmla="*/ 178713 w 494805"/>
              <a:gd name="connsiteY15" fmla="*/ 347803 h 605845"/>
              <a:gd name="connsiteX16" fmla="*/ 174411 w 494805"/>
              <a:gd name="connsiteY16" fmla="*/ 328978 h 605845"/>
              <a:gd name="connsiteX17" fmla="*/ 182952 w 494805"/>
              <a:gd name="connsiteY17" fmla="*/ 322915 h 605845"/>
              <a:gd name="connsiteX18" fmla="*/ 92579 w 494805"/>
              <a:gd name="connsiteY18" fmla="*/ 266092 h 605845"/>
              <a:gd name="connsiteX19" fmla="*/ 102915 w 494805"/>
              <a:gd name="connsiteY19" fmla="*/ 267908 h 605845"/>
              <a:gd name="connsiteX20" fmla="*/ 152247 w 494805"/>
              <a:gd name="connsiteY20" fmla="*/ 298909 h 605845"/>
              <a:gd name="connsiteX21" fmla="*/ 156545 w 494805"/>
              <a:gd name="connsiteY21" fmla="*/ 317735 h 605845"/>
              <a:gd name="connsiteX22" fmla="*/ 144980 w 494805"/>
              <a:gd name="connsiteY22" fmla="*/ 324078 h 605845"/>
              <a:gd name="connsiteX23" fmla="*/ 137714 w 494805"/>
              <a:gd name="connsiteY23" fmla="*/ 322032 h 605845"/>
              <a:gd name="connsiteX24" fmla="*/ 88382 w 494805"/>
              <a:gd name="connsiteY24" fmla="*/ 290928 h 605845"/>
              <a:gd name="connsiteX25" fmla="*/ 84084 w 494805"/>
              <a:gd name="connsiteY25" fmla="*/ 272103 h 605845"/>
              <a:gd name="connsiteX26" fmla="*/ 92579 w 494805"/>
              <a:gd name="connsiteY26" fmla="*/ 266092 h 605845"/>
              <a:gd name="connsiteX27" fmla="*/ 27343 w 494805"/>
              <a:gd name="connsiteY27" fmla="*/ 147430 h 605845"/>
              <a:gd name="connsiteX28" fmla="*/ 27343 w 494805"/>
              <a:gd name="connsiteY28" fmla="*/ 393718 h 605845"/>
              <a:gd name="connsiteX29" fmla="*/ 303640 w 494805"/>
              <a:gd name="connsiteY29" fmla="*/ 567490 h 605845"/>
              <a:gd name="connsiteX30" fmla="*/ 303640 w 494805"/>
              <a:gd name="connsiteY30" fmla="*/ 321100 h 605845"/>
              <a:gd name="connsiteX31" fmla="*/ 7066 w 494805"/>
              <a:gd name="connsiteY31" fmla="*/ 110711 h 605845"/>
              <a:gd name="connsiteX32" fmla="*/ 20994 w 494805"/>
              <a:gd name="connsiteY32" fmla="*/ 111120 h 605845"/>
              <a:gd name="connsiteX33" fmla="*/ 324532 w 494805"/>
              <a:gd name="connsiteY33" fmla="*/ 302076 h 605845"/>
              <a:gd name="connsiteX34" fmla="*/ 330881 w 494805"/>
              <a:gd name="connsiteY34" fmla="*/ 313633 h 605845"/>
              <a:gd name="connsiteX35" fmla="*/ 330881 w 494805"/>
              <a:gd name="connsiteY35" fmla="*/ 592140 h 605845"/>
              <a:gd name="connsiteX36" fmla="*/ 323917 w 494805"/>
              <a:gd name="connsiteY36" fmla="*/ 604106 h 605845"/>
              <a:gd name="connsiteX37" fmla="*/ 317261 w 494805"/>
              <a:gd name="connsiteY37" fmla="*/ 605845 h 605845"/>
              <a:gd name="connsiteX38" fmla="*/ 309990 w 494805"/>
              <a:gd name="connsiteY38" fmla="*/ 603697 h 605845"/>
              <a:gd name="connsiteX39" fmla="*/ 6452 w 494805"/>
              <a:gd name="connsiteY39" fmla="*/ 412844 h 605845"/>
              <a:gd name="connsiteX40" fmla="*/ 0 w 494805"/>
              <a:gd name="connsiteY40" fmla="*/ 401287 h 605845"/>
              <a:gd name="connsiteX41" fmla="*/ 0 w 494805"/>
              <a:gd name="connsiteY41" fmla="*/ 122678 h 605845"/>
              <a:gd name="connsiteX42" fmla="*/ 7066 w 494805"/>
              <a:gd name="connsiteY42" fmla="*/ 110711 h 605845"/>
              <a:gd name="connsiteX43" fmla="*/ 88994 w 494805"/>
              <a:gd name="connsiteY43" fmla="*/ 56196 h 605845"/>
              <a:gd name="connsiteX44" fmla="*/ 102924 w 494805"/>
              <a:gd name="connsiteY44" fmla="*/ 56605 h 605845"/>
              <a:gd name="connsiteX45" fmla="*/ 406527 w 494805"/>
              <a:gd name="connsiteY45" fmla="*/ 247560 h 605845"/>
              <a:gd name="connsiteX46" fmla="*/ 412878 w 494805"/>
              <a:gd name="connsiteY46" fmla="*/ 259015 h 605845"/>
              <a:gd name="connsiteX47" fmla="*/ 412878 w 494805"/>
              <a:gd name="connsiteY47" fmla="*/ 537624 h 605845"/>
              <a:gd name="connsiteX48" fmla="*/ 405913 w 494805"/>
              <a:gd name="connsiteY48" fmla="*/ 549591 h 605845"/>
              <a:gd name="connsiteX49" fmla="*/ 399255 w 494805"/>
              <a:gd name="connsiteY49" fmla="*/ 551227 h 605845"/>
              <a:gd name="connsiteX50" fmla="*/ 391982 w 494805"/>
              <a:gd name="connsiteY50" fmla="*/ 549181 h 605845"/>
              <a:gd name="connsiteX51" fmla="*/ 351010 w 494805"/>
              <a:gd name="connsiteY51" fmla="*/ 523407 h 605845"/>
              <a:gd name="connsiteX52" fmla="*/ 346708 w 494805"/>
              <a:gd name="connsiteY52" fmla="*/ 504588 h 605845"/>
              <a:gd name="connsiteX53" fmla="*/ 365555 w 494805"/>
              <a:gd name="connsiteY53" fmla="*/ 500292 h 605845"/>
              <a:gd name="connsiteX54" fmla="*/ 385632 w 494805"/>
              <a:gd name="connsiteY54" fmla="*/ 512975 h 605845"/>
              <a:gd name="connsiteX55" fmla="*/ 385632 w 494805"/>
              <a:gd name="connsiteY55" fmla="*/ 266584 h 605845"/>
              <a:gd name="connsiteX56" fmla="*/ 109275 w 494805"/>
              <a:gd name="connsiteY56" fmla="*/ 92812 h 605845"/>
              <a:gd name="connsiteX57" fmla="*/ 109275 w 494805"/>
              <a:gd name="connsiteY57" fmla="*/ 125848 h 605845"/>
              <a:gd name="connsiteX58" fmla="*/ 95652 w 494805"/>
              <a:gd name="connsiteY58" fmla="*/ 139451 h 605845"/>
              <a:gd name="connsiteX59" fmla="*/ 81926 w 494805"/>
              <a:gd name="connsiteY59" fmla="*/ 125848 h 605845"/>
              <a:gd name="connsiteX60" fmla="*/ 81926 w 494805"/>
              <a:gd name="connsiteY60" fmla="*/ 68162 h 605845"/>
              <a:gd name="connsiteX61" fmla="*/ 88994 w 494805"/>
              <a:gd name="connsiteY61" fmla="*/ 56196 h 605845"/>
              <a:gd name="connsiteX62" fmla="*/ 170921 w 494805"/>
              <a:gd name="connsiteY62" fmla="*/ 1720 h 605845"/>
              <a:gd name="connsiteX63" fmla="*/ 184851 w 494805"/>
              <a:gd name="connsiteY63" fmla="*/ 2129 h 605845"/>
              <a:gd name="connsiteX64" fmla="*/ 488454 w 494805"/>
              <a:gd name="connsiteY64" fmla="*/ 192982 h 605845"/>
              <a:gd name="connsiteX65" fmla="*/ 494805 w 494805"/>
              <a:gd name="connsiteY65" fmla="*/ 204539 h 605845"/>
              <a:gd name="connsiteX66" fmla="*/ 494805 w 494805"/>
              <a:gd name="connsiteY66" fmla="*/ 483148 h 605845"/>
              <a:gd name="connsiteX67" fmla="*/ 487840 w 494805"/>
              <a:gd name="connsiteY67" fmla="*/ 495115 h 605845"/>
              <a:gd name="connsiteX68" fmla="*/ 481182 w 494805"/>
              <a:gd name="connsiteY68" fmla="*/ 496751 h 605845"/>
              <a:gd name="connsiteX69" fmla="*/ 473909 w 494805"/>
              <a:gd name="connsiteY69" fmla="*/ 494705 h 605845"/>
              <a:gd name="connsiteX70" fmla="*/ 432937 w 494805"/>
              <a:gd name="connsiteY70" fmla="*/ 468931 h 605845"/>
              <a:gd name="connsiteX71" fmla="*/ 428635 w 494805"/>
              <a:gd name="connsiteY71" fmla="*/ 450112 h 605845"/>
              <a:gd name="connsiteX72" fmla="*/ 447482 w 494805"/>
              <a:gd name="connsiteY72" fmla="*/ 445816 h 605845"/>
              <a:gd name="connsiteX73" fmla="*/ 467559 w 494805"/>
              <a:gd name="connsiteY73" fmla="*/ 458396 h 605845"/>
              <a:gd name="connsiteX74" fmla="*/ 467559 w 494805"/>
              <a:gd name="connsiteY74" fmla="*/ 212108 h 605845"/>
              <a:gd name="connsiteX75" fmla="*/ 191202 w 494805"/>
              <a:gd name="connsiteY75" fmla="*/ 38336 h 605845"/>
              <a:gd name="connsiteX76" fmla="*/ 191202 w 494805"/>
              <a:gd name="connsiteY76" fmla="*/ 71372 h 605845"/>
              <a:gd name="connsiteX77" fmla="*/ 177579 w 494805"/>
              <a:gd name="connsiteY77" fmla="*/ 84975 h 605845"/>
              <a:gd name="connsiteX78" fmla="*/ 163853 w 494805"/>
              <a:gd name="connsiteY78" fmla="*/ 71372 h 605845"/>
              <a:gd name="connsiteX79" fmla="*/ 163853 w 494805"/>
              <a:gd name="connsiteY79" fmla="*/ 13584 h 605845"/>
              <a:gd name="connsiteX80" fmla="*/ 170921 w 494805"/>
              <a:gd name="connsiteY80" fmla="*/ 1720 h 60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494805" h="605845">
                <a:moveTo>
                  <a:pt x="92587" y="334315"/>
                </a:moveTo>
                <a:cubicBezTo>
                  <a:pt x="95993" y="333534"/>
                  <a:pt x="99706" y="334046"/>
                  <a:pt x="102932" y="336041"/>
                </a:cubicBezTo>
                <a:lnTo>
                  <a:pt x="242635" y="423921"/>
                </a:lnTo>
                <a:cubicBezTo>
                  <a:pt x="248985" y="428013"/>
                  <a:pt x="250931" y="436402"/>
                  <a:pt x="246937" y="442745"/>
                </a:cubicBezTo>
                <a:cubicBezTo>
                  <a:pt x="244376" y="446837"/>
                  <a:pt x="239869" y="449190"/>
                  <a:pt x="235363" y="449190"/>
                </a:cubicBezTo>
                <a:cubicBezTo>
                  <a:pt x="232905" y="449190"/>
                  <a:pt x="230344" y="448474"/>
                  <a:pt x="228091" y="447042"/>
                </a:cubicBezTo>
                <a:lnTo>
                  <a:pt x="88388" y="359162"/>
                </a:lnTo>
                <a:cubicBezTo>
                  <a:pt x="81936" y="355172"/>
                  <a:pt x="80092" y="346681"/>
                  <a:pt x="84086" y="340338"/>
                </a:cubicBezTo>
                <a:cubicBezTo>
                  <a:pt x="86084" y="337166"/>
                  <a:pt x="89182" y="335095"/>
                  <a:pt x="92587" y="334315"/>
                </a:cubicBezTo>
                <a:close/>
                <a:moveTo>
                  <a:pt x="182952" y="322915"/>
                </a:moveTo>
                <a:cubicBezTo>
                  <a:pt x="186370" y="322148"/>
                  <a:pt x="190084" y="322685"/>
                  <a:pt x="193259" y="324680"/>
                </a:cubicBezTo>
                <a:lnTo>
                  <a:pt x="242634" y="355784"/>
                </a:lnTo>
                <a:cubicBezTo>
                  <a:pt x="248985" y="359774"/>
                  <a:pt x="250931" y="368164"/>
                  <a:pt x="246936" y="374610"/>
                </a:cubicBezTo>
                <a:cubicBezTo>
                  <a:pt x="244375" y="378702"/>
                  <a:pt x="239868" y="380953"/>
                  <a:pt x="235361" y="380953"/>
                </a:cubicBezTo>
                <a:cubicBezTo>
                  <a:pt x="232902" y="380953"/>
                  <a:pt x="230341" y="380237"/>
                  <a:pt x="228088" y="378804"/>
                </a:cubicBezTo>
                <a:lnTo>
                  <a:pt x="178713" y="347803"/>
                </a:lnTo>
                <a:cubicBezTo>
                  <a:pt x="172362" y="343711"/>
                  <a:pt x="170416" y="335321"/>
                  <a:pt x="174411" y="328978"/>
                </a:cubicBezTo>
                <a:cubicBezTo>
                  <a:pt x="176408" y="325755"/>
                  <a:pt x="179533" y="323683"/>
                  <a:pt x="182952" y="322915"/>
                </a:cubicBezTo>
                <a:close/>
                <a:moveTo>
                  <a:pt x="92579" y="266092"/>
                </a:moveTo>
                <a:cubicBezTo>
                  <a:pt x="95982" y="265324"/>
                  <a:pt x="99692" y="265861"/>
                  <a:pt x="102915" y="267908"/>
                </a:cubicBezTo>
                <a:lnTo>
                  <a:pt x="152247" y="298909"/>
                </a:lnTo>
                <a:cubicBezTo>
                  <a:pt x="158592" y="302899"/>
                  <a:pt x="160537" y="311391"/>
                  <a:pt x="156545" y="317735"/>
                </a:cubicBezTo>
                <a:cubicBezTo>
                  <a:pt x="153884" y="321827"/>
                  <a:pt x="149483" y="324078"/>
                  <a:pt x="144980" y="324078"/>
                </a:cubicBezTo>
                <a:cubicBezTo>
                  <a:pt x="142422" y="324078"/>
                  <a:pt x="139965" y="323464"/>
                  <a:pt x="137714" y="322032"/>
                </a:cubicBezTo>
                <a:lnTo>
                  <a:pt x="88382" y="290928"/>
                </a:lnTo>
                <a:cubicBezTo>
                  <a:pt x="81934" y="286938"/>
                  <a:pt x="80092" y="278548"/>
                  <a:pt x="84084" y="272103"/>
                </a:cubicBezTo>
                <a:cubicBezTo>
                  <a:pt x="86080" y="268931"/>
                  <a:pt x="89176" y="266859"/>
                  <a:pt x="92579" y="266092"/>
                </a:cubicBezTo>
                <a:close/>
                <a:moveTo>
                  <a:pt x="27343" y="147430"/>
                </a:moveTo>
                <a:lnTo>
                  <a:pt x="27343" y="393718"/>
                </a:lnTo>
                <a:lnTo>
                  <a:pt x="303640" y="567490"/>
                </a:lnTo>
                <a:lnTo>
                  <a:pt x="303640" y="321100"/>
                </a:lnTo>
                <a:close/>
                <a:moveTo>
                  <a:pt x="7066" y="110711"/>
                </a:moveTo>
                <a:cubicBezTo>
                  <a:pt x="11470" y="108359"/>
                  <a:pt x="16795" y="108461"/>
                  <a:pt x="20994" y="111120"/>
                </a:cubicBezTo>
                <a:lnTo>
                  <a:pt x="324532" y="302076"/>
                </a:lnTo>
                <a:cubicBezTo>
                  <a:pt x="328526" y="304531"/>
                  <a:pt x="330881" y="308929"/>
                  <a:pt x="330881" y="313633"/>
                </a:cubicBezTo>
                <a:lnTo>
                  <a:pt x="330881" y="592140"/>
                </a:lnTo>
                <a:cubicBezTo>
                  <a:pt x="330881" y="597151"/>
                  <a:pt x="328218" y="601754"/>
                  <a:pt x="323917" y="604106"/>
                </a:cubicBezTo>
                <a:cubicBezTo>
                  <a:pt x="321767" y="605231"/>
                  <a:pt x="319514" y="605845"/>
                  <a:pt x="317261" y="605845"/>
                </a:cubicBezTo>
                <a:cubicBezTo>
                  <a:pt x="314700" y="605845"/>
                  <a:pt x="312243" y="605129"/>
                  <a:pt x="309990" y="603697"/>
                </a:cubicBezTo>
                <a:lnTo>
                  <a:pt x="6452" y="412844"/>
                </a:lnTo>
                <a:cubicBezTo>
                  <a:pt x="2458" y="410287"/>
                  <a:pt x="0" y="405992"/>
                  <a:pt x="0" y="401287"/>
                </a:cubicBezTo>
                <a:lnTo>
                  <a:pt x="0" y="122678"/>
                </a:lnTo>
                <a:cubicBezTo>
                  <a:pt x="0" y="117666"/>
                  <a:pt x="2765" y="113166"/>
                  <a:pt x="7066" y="110711"/>
                </a:cubicBezTo>
                <a:close/>
                <a:moveTo>
                  <a:pt x="88994" y="56196"/>
                </a:moveTo>
                <a:cubicBezTo>
                  <a:pt x="93398" y="53741"/>
                  <a:pt x="98725" y="53945"/>
                  <a:pt x="102924" y="56605"/>
                </a:cubicBezTo>
                <a:lnTo>
                  <a:pt x="406527" y="247560"/>
                </a:lnTo>
                <a:cubicBezTo>
                  <a:pt x="410522" y="250015"/>
                  <a:pt x="412878" y="254413"/>
                  <a:pt x="412878" y="259015"/>
                </a:cubicBezTo>
                <a:lnTo>
                  <a:pt x="412878" y="537624"/>
                </a:lnTo>
                <a:cubicBezTo>
                  <a:pt x="412878" y="542636"/>
                  <a:pt x="410215" y="547136"/>
                  <a:pt x="405913" y="549591"/>
                </a:cubicBezTo>
                <a:cubicBezTo>
                  <a:pt x="403762" y="550716"/>
                  <a:pt x="401508" y="551227"/>
                  <a:pt x="399255" y="551227"/>
                </a:cubicBezTo>
                <a:cubicBezTo>
                  <a:pt x="396694" y="551227"/>
                  <a:pt x="394236" y="550613"/>
                  <a:pt x="391982" y="549181"/>
                </a:cubicBezTo>
                <a:lnTo>
                  <a:pt x="351010" y="523407"/>
                </a:lnTo>
                <a:cubicBezTo>
                  <a:pt x="344659" y="519418"/>
                  <a:pt x="342713" y="511031"/>
                  <a:pt x="346708" y="504588"/>
                </a:cubicBezTo>
                <a:cubicBezTo>
                  <a:pt x="350805" y="498246"/>
                  <a:pt x="359205" y="496303"/>
                  <a:pt x="365555" y="500292"/>
                </a:cubicBezTo>
                <a:lnTo>
                  <a:pt x="385632" y="512975"/>
                </a:lnTo>
                <a:lnTo>
                  <a:pt x="385632" y="266584"/>
                </a:lnTo>
                <a:lnTo>
                  <a:pt x="109275" y="92812"/>
                </a:lnTo>
                <a:lnTo>
                  <a:pt x="109275" y="125848"/>
                </a:lnTo>
                <a:cubicBezTo>
                  <a:pt x="109275" y="133416"/>
                  <a:pt x="103129" y="139451"/>
                  <a:pt x="95652" y="139451"/>
                </a:cubicBezTo>
                <a:cubicBezTo>
                  <a:pt x="88072" y="139451"/>
                  <a:pt x="81926" y="133416"/>
                  <a:pt x="81926" y="125848"/>
                </a:cubicBezTo>
                <a:lnTo>
                  <a:pt x="81926" y="68162"/>
                </a:lnTo>
                <a:cubicBezTo>
                  <a:pt x="81926" y="63151"/>
                  <a:pt x="84692" y="58548"/>
                  <a:pt x="88994" y="56196"/>
                </a:cubicBezTo>
                <a:close/>
                <a:moveTo>
                  <a:pt x="170921" y="1720"/>
                </a:moveTo>
                <a:cubicBezTo>
                  <a:pt x="175325" y="-735"/>
                  <a:pt x="180652" y="-531"/>
                  <a:pt x="184851" y="2129"/>
                </a:cubicBezTo>
                <a:lnTo>
                  <a:pt x="488454" y="192982"/>
                </a:lnTo>
                <a:cubicBezTo>
                  <a:pt x="492449" y="195539"/>
                  <a:pt x="494805" y="199834"/>
                  <a:pt x="494805" y="204539"/>
                </a:cubicBezTo>
                <a:lnTo>
                  <a:pt x="494805" y="483148"/>
                </a:lnTo>
                <a:cubicBezTo>
                  <a:pt x="494805" y="488057"/>
                  <a:pt x="492142" y="492660"/>
                  <a:pt x="487840" y="495115"/>
                </a:cubicBezTo>
                <a:cubicBezTo>
                  <a:pt x="485689" y="496240"/>
                  <a:pt x="483435" y="496751"/>
                  <a:pt x="481182" y="496751"/>
                </a:cubicBezTo>
                <a:cubicBezTo>
                  <a:pt x="478621" y="496751"/>
                  <a:pt x="476163" y="496035"/>
                  <a:pt x="473909" y="494705"/>
                </a:cubicBezTo>
                <a:lnTo>
                  <a:pt x="432937" y="468931"/>
                </a:lnTo>
                <a:cubicBezTo>
                  <a:pt x="426586" y="464942"/>
                  <a:pt x="424640" y="456453"/>
                  <a:pt x="428635" y="450112"/>
                </a:cubicBezTo>
                <a:cubicBezTo>
                  <a:pt x="432732" y="443770"/>
                  <a:pt x="441132" y="441827"/>
                  <a:pt x="447482" y="445816"/>
                </a:cubicBezTo>
                <a:lnTo>
                  <a:pt x="467559" y="458396"/>
                </a:lnTo>
                <a:lnTo>
                  <a:pt x="467559" y="212108"/>
                </a:lnTo>
                <a:lnTo>
                  <a:pt x="191202" y="38336"/>
                </a:lnTo>
                <a:lnTo>
                  <a:pt x="191202" y="71372"/>
                </a:lnTo>
                <a:cubicBezTo>
                  <a:pt x="191202" y="78838"/>
                  <a:pt x="185056" y="84975"/>
                  <a:pt x="177579" y="84975"/>
                </a:cubicBezTo>
                <a:cubicBezTo>
                  <a:pt x="169999" y="84975"/>
                  <a:pt x="163853" y="78838"/>
                  <a:pt x="163853" y="71372"/>
                </a:cubicBezTo>
                <a:lnTo>
                  <a:pt x="163853" y="13584"/>
                </a:lnTo>
                <a:cubicBezTo>
                  <a:pt x="163853" y="8675"/>
                  <a:pt x="166619" y="4072"/>
                  <a:pt x="170921" y="17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iles_221449">
            <a:extLst>
              <a:ext uri="{FF2B5EF4-FFF2-40B4-BE49-F238E27FC236}">
                <a16:creationId xmlns:a16="http://schemas.microsoft.com/office/drawing/2014/main" id="{1D28DC45-3753-BB2F-8937-B17321B1EA9F}"/>
              </a:ext>
            </a:extLst>
          </p:cNvPr>
          <p:cNvSpPr/>
          <p:nvPr/>
        </p:nvSpPr>
        <p:spPr>
          <a:xfrm>
            <a:off x="9454685" y="5046888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new-database_76148">
            <a:extLst>
              <a:ext uri="{FF2B5EF4-FFF2-40B4-BE49-F238E27FC236}">
                <a16:creationId xmlns:a16="http://schemas.microsoft.com/office/drawing/2014/main" id="{8C31206B-EC08-4642-98BD-04BB48B53CA8}"/>
              </a:ext>
            </a:extLst>
          </p:cNvPr>
          <p:cNvSpPr/>
          <p:nvPr/>
        </p:nvSpPr>
        <p:spPr>
          <a:xfrm>
            <a:off x="9471679" y="5084188"/>
            <a:ext cx="474881" cy="609685"/>
          </a:xfrm>
          <a:custGeom>
            <a:avLst/>
            <a:gdLst>
              <a:gd name="T0" fmla="*/ 427 w 2800"/>
              <a:gd name="T1" fmla="*/ 202 h 3600"/>
              <a:gd name="T2" fmla="*/ 0 w 2800"/>
              <a:gd name="T3" fmla="*/ 2867 h 3600"/>
              <a:gd name="T4" fmla="*/ 1400 w 2800"/>
              <a:gd name="T5" fmla="*/ 3600 h 3600"/>
              <a:gd name="T6" fmla="*/ 2800 w 2800"/>
              <a:gd name="T7" fmla="*/ 2867 h 3600"/>
              <a:gd name="T8" fmla="*/ 2373 w 2800"/>
              <a:gd name="T9" fmla="*/ 202 h 3600"/>
              <a:gd name="T10" fmla="*/ 1400 w 2800"/>
              <a:gd name="T11" fmla="*/ 133 h 3600"/>
              <a:gd name="T12" fmla="*/ 2667 w 2800"/>
              <a:gd name="T13" fmla="*/ 733 h 3600"/>
              <a:gd name="T14" fmla="*/ 1400 w 2800"/>
              <a:gd name="T15" fmla="*/ 1333 h 3600"/>
              <a:gd name="T16" fmla="*/ 133 w 2800"/>
              <a:gd name="T17" fmla="*/ 733 h 3600"/>
              <a:gd name="T18" fmla="*/ 1400 w 2800"/>
              <a:gd name="T19" fmla="*/ 133 h 3600"/>
              <a:gd name="T20" fmla="*/ 532 w 2800"/>
              <a:gd name="T21" fmla="*/ 411 h 3600"/>
              <a:gd name="T22" fmla="*/ 266 w 2800"/>
              <a:gd name="T23" fmla="*/ 767 h 3600"/>
              <a:gd name="T24" fmla="*/ 300 w 2800"/>
              <a:gd name="T25" fmla="*/ 733 h 3600"/>
              <a:gd name="T26" fmla="*/ 1400 w 2800"/>
              <a:gd name="T27" fmla="*/ 300 h 3600"/>
              <a:gd name="T28" fmla="*/ 1401 w 2800"/>
              <a:gd name="T29" fmla="*/ 233 h 3600"/>
              <a:gd name="T30" fmla="*/ 133 w 2800"/>
              <a:gd name="T31" fmla="*/ 1051 h 3600"/>
              <a:gd name="T32" fmla="*/ 1400 w 2800"/>
              <a:gd name="T33" fmla="*/ 1467 h 3600"/>
              <a:gd name="T34" fmla="*/ 2667 w 2800"/>
              <a:gd name="T35" fmla="*/ 1051 h 3600"/>
              <a:gd name="T36" fmla="*/ 2313 w 2800"/>
              <a:gd name="T37" fmla="*/ 1856 h 3600"/>
              <a:gd name="T38" fmla="*/ 487 w 2800"/>
              <a:gd name="T39" fmla="*/ 1856 h 3600"/>
              <a:gd name="T40" fmla="*/ 133 w 2800"/>
              <a:gd name="T41" fmla="*/ 1051 h 3600"/>
              <a:gd name="T42" fmla="*/ 427 w 2800"/>
              <a:gd name="T43" fmla="*/ 1975 h 3600"/>
              <a:gd name="T44" fmla="*/ 2373 w 2800"/>
              <a:gd name="T45" fmla="*/ 1975 h 3600"/>
              <a:gd name="T46" fmla="*/ 2667 w 2800"/>
              <a:gd name="T47" fmla="*/ 2156 h 3600"/>
              <a:gd name="T48" fmla="*/ 1400 w 2800"/>
              <a:gd name="T49" fmla="*/ 2756 h 3600"/>
              <a:gd name="T50" fmla="*/ 133 w 2800"/>
              <a:gd name="T51" fmla="*/ 2156 h 3600"/>
              <a:gd name="T52" fmla="*/ 133 w 2800"/>
              <a:gd name="T53" fmla="*/ 2473 h 3600"/>
              <a:gd name="T54" fmla="*/ 1400 w 2800"/>
              <a:gd name="T55" fmla="*/ 2889 h 3600"/>
              <a:gd name="T56" fmla="*/ 2667 w 2800"/>
              <a:gd name="T57" fmla="*/ 2473 h 3600"/>
              <a:gd name="T58" fmla="*/ 2313 w 2800"/>
              <a:gd name="T59" fmla="*/ 3278 h 3600"/>
              <a:gd name="T60" fmla="*/ 487 w 2800"/>
              <a:gd name="T61" fmla="*/ 3278 h 3600"/>
              <a:gd name="T62" fmla="*/ 133 w 2800"/>
              <a:gd name="T63" fmla="*/ 2473 h 3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00" h="3600">
                <a:moveTo>
                  <a:pt x="1400" y="0"/>
                </a:moveTo>
                <a:cubicBezTo>
                  <a:pt x="1023" y="0"/>
                  <a:pt x="681" y="76"/>
                  <a:pt x="427" y="202"/>
                </a:cubicBezTo>
                <a:cubicBezTo>
                  <a:pt x="174" y="329"/>
                  <a:pt x="0" y="513"/>
                  <a:pt x="0" y="733"/>
                </a:cubicBezTo>
                <a:lnTo>
                  <a:pt x="0" y="2867"/>
                </a:lnTo>
                <a:cubicBezTo>
                  <a:pt x="0" y="3087"/>
                  <a:pt x="174" y="3271"/>
                  <a:pt x="427" y="3398"/>
                </a:cubicBezTo>
                <a:cubicBezTo>
                  <a:pt x="681" y="3524"/>
                  <a:pt x="1023" y="3600"/>
                  <a:pt x="1400" y="3600"/>
                </a:cubicBezTo>
                <a:cubicBezTo>
                  <a:pt x="1777" y="3600"/>
                  <a:pt x="2119" y="3524"/>
                  <a:pt x="2373" y="3398"/>
                </a:cubicBezTo>
                <a:cubicBezTo>
                  <a:pt x="2626" y="3271"/>
                  <a:pt x="2800" y="3087"/>
                  <a:pt x="2800" y="2867"/>
                </a:cubicBezTo>
                <a:lnTo>
                  <a:pt x="2800" y="733"/>
                </a:lnTo>
                <a:cubicBezTo>
                  <a:pt x="2800" y="513"/>
                  <a:pt x="2626" y="329"/>
                  <a:pt x="2373" y="202"/>
                </a:cubicBezTo>
                <a:cubicBezTo>
                  <a:pt x="2119" y="76"/>
                  <a:pt x="1777" y="0"/>
                  <a:pt x="1400" y="0"/>
                </a:cubicBezTo>
                <a:close/>
                <a:moveTo>
                  <a:pt x="1400" y="133"/>
                </a:moveTo>
                <a:cubicBezTo>
                  <a:pt x="1759" y="133"/>
                  <a:pt x="2084" y="207"/>
                  <a:pt x="2313" y="322"/>
                </a:cubicBezTo>
                <a:cubicBezTo>
                  <a:pt x="2542" y="436"/>
                  <a:pt x="2667" y="585"/>
                  <a:pt x="2667" y="733"/>
                </a:cubicBezTo>
                <a:cubicBezTo>
                  <a:pt x="2667" y="881"/>
                  <a:pt x="2542" y="1031"/>
                  <a:pt x="2313" y="1145"/>
                </a:cubicBezTo>
                <a:cubicBezTo>
                  <a:pt x="2084" y="1260"/>
                  <a:pt x="1759" y="1333"/>
                  <a:pt x="1400" y="1333"/>
                </a:cubicBezTo>
                <a:cubicBezTo>
                  <a:pt x="1041" y="1333"/>
                  <a:pt x="716" y="1260"/>
                  <a:pt x="487" y="1145"/>
                </a:cubicBezTo>
                <a:cubicBezTo>
                  <a:pt x="258" y="1031"/>
                  <a:pt x="133" y="881"/>
                  <a:pt x="133" y="733"/>
                </a:cubicBezTo>
                <a:cubicBezTo>
                  <a:pt x="133" y="585"/>
                  <a:pt x="258" y="436"/>
                  <a:pt x="487" y="322"/>
                </a:cubicBezTo>
                <a:cubicBezTo>
                  <a:pt x="716" y="207"/>
                  <a:pt x="1041" y="133"/>
                  <a:pt x="1400" y="133"/>
                </a:cubicBezTo>
                <a:close/>
                <a:moveTo>
                  <a:pt x="1400" y="233"/>
                </a:moveTo>
                <a:cubicBezTo>
                  <a:pt x="1054" y="233"/>
                  <a:pt x="743" y="306"/>
                  <a:pt x="532" y="411"/>
                </a:cubicBezTo>
                <a:cubicBezTo>
                  <a:pt x="321" y="517"/>
                  <a:pt x="233" y="637"/>
                  <a:pt x="233" y="733"/>
                </a:cubicBezTo>
                <a:cubicBezTo>
                  <a:pt x="233" y="752"/>
                  <a:pt x="248" y="767"/>
                  <a:pt x="266" y="767"/>
                </a:cubicBezTo>
                <a:cubicBezTo>
                  <a:pt x="285" y="767"/>
                  <a:pt x="300" y="753"/>
                  <a:pt x="300" y="734"/>
                </a:cubicBezTo>
                <a:lnTo>
                  <a:pt x="300" y="733"/>
                </a:lnTo>
                <a:cubicBezTo>
                  <a:pt x="300" y="683"/>
                  <a:pt x="363" y="570"/>
                  <a:pt x="562" y="471"/>
                </a:cubicBezTo>
                <a:cubicBezTo>
                  <a:pt x="760" y="372"/>
                  <a:pt x="1064" y="300"/>
                  <a:pt x="1400" y="300"/>
                </a:cubicBezTo>
                <a:cubicBezTo>
                  <a:pt x="1418" y="300"/>
                  <a:pt x="1434" y="286"/>
                  <a:pt x="1434" y="267"/>
                </a:cubicBezTo>
                <a:cubicBezTo>
                  <a:pt x="1434" y="249"/>
                  <a:pt x="1419" y="234"/>
                  <a:pt x="1401" y="233"/>
                </a:cubicBezTo>
                <a:lnTo>
                  <a:pt x="1400" y="233"/>
                </a:lnTo>
                <a:close/>
                <a:moveTo>
                  <a:pt x="133" y="1051"/>
                </a:moveTo>
                <a:cubicBezTo>
                  <a:pt x="207" y="1133"/>
                  <a:pt x="309" y="1205"/>
                  <a:pt x="427" y="1264"/>
                </a:cubicBezTo>
                <a:cubicBezTo>
                  <a:pt x="681" y="1391"/>
                  <a:pt x="1023" y="1467"/>
                  <a:pt x="1400" y="1467"/>
                </a:cubicBezTo>
                <a:cubicBezTo>
                  <a:pt x="1777" y="1467"/>
                  <a:pt x="2119" y="1391"/>
                  <a:pt x="2373" y="1264"/>
                </a:cubicBezTo>
                <a:cubicBezTo>
                  <a:pt x="2491" y="1205"/>
                  <a:pt x="2593" y="1133"/>
                  <a:pt x="2667" y="1051"/>
                </a:cubicBezTo>
                <a:lnTo>
                  <a:pt x="2667" y="1444"/>
                </a:lnTo>
                <a:cubicBezTo>
                  <a:pt x="2667" y="1593"/>
                  <a:pt x="2542" y="1742"/>
                  <a:pt x="2313" y="1856"/>
                </a:cubicBezTo>
                <a:cubicBezTo>
                  <a:pt x="2084" y="1971"/>
                  <a:pt x="1759" y="2044"/>
                  <a:pt x="1400" y="2044"/>
                </a:cubicBezTo>
                <a:cubicBezTo>
                  <a:pt x="1041" y="2044"/>
                  <a:pt x="716" y="1971"/>
                  <a:pt x="487" y="1856"/>
                </a:cubicBezTo>
                <a:cubicBezTo>
                  <a:pt x="258" y="1742"/>
                  <a:pt x="133" y="1593"/>
                  <a:pt x="133" y="1444"/>
                </a:cubicBezTo>
                <a:lnTo>
                  <a:pt x="133" y="1051"/>
                </a:lnTo>
                <a:close/>
                <a:moveTo>
                  <a:pt x="133" y="1762"/>
                </a:moveTo>
                <a:cubicBezTo>
                  <a:pt x="207" y="1844"/>
                  <a:pt x="309" y="1916"/>
                  <a:pt x="427" y="1975"/>
                </a:cubicBezTo>
                <a:cubicBezTo>
                  <a:pt x="681" y="2102"/>
                  <a:pt x="1023" y="2178"/>
                  <a:pt x="1400" y="2178"/>
                </a:cubicBezTo>
                <a:cubicBezTo>
                  <a:pt x="1777" y="2178"/>
                  <a:pt x="2119" y="2102"/>
                  <a:pt x="2373" y="1975"/>
                </a:cubicBezTo>
                <a:cubicBezTo>
                  <a:pt x="2491" y="1916"/>
                  <a:pt x="2593" y="1844"/>
                  <a:pt x="2667" y="1762"/>
                </a:cubicBezTo>
                <a:lnTo>
                  <a:pt x="2667" y="2156"/>
                </a:lnTo>
                <a:cubicBezTo>
                  <a:pt x="2667" y="2304"/>
                  <a:pt x="2542" y="2453"/>
                  <a:pt x="2313" y="2567"/>
                </a:cubicBezTo>
                <a:cubicBezTo>
                  <a:pt x="2084" y="2682"/>
                  <a:pt x="1759" y="2756"/>
                  <a:pt x="1400" y="2756"/>
                </a:cubicBezTo>
                <a:cubicBezTo>
                  <a:pt x="1041" y="2756"/>
                  <a:pt x="716" y="2682"/>
                  <a:pt x="487" y="2567"/>
                </a:cubicBezTo>
                <a:cubicBezTo>
                  <a:pt x="258" y="2453"/>
                  <a:pt x="133" y="2304"/>
                  <a:pt x="133" y="2156"/>
                </a:cubicBezTo>
                <a:lnTo>
                  <a:pt x="133" y="1762"/>
                </a:lnTo>
                <a:close/>
                <a:moveTo>
                  <a:pt x="133" y="2473"/>
                </a:moveTo>
                <a:cubicBezTo>
                  <a:pt x="207" y="2555"/>
                  <a:pt x="309" y="2627"/>
                  <a:pt x="427" y="2687"/>
                </a:cubicBezTo>
                <a:cubicBezTo>
                  <a:pt x="681" y="2813"/>
                  <a:pt x="1023" y="2889"/>
                  <a:pt x="1400" y="2889"/>
                </a:cubicBezTo>
                <a:cubicBezTo>
                  <a:pt x="1777" y="2889"/>
                  <a:pt x="2119" y="2813"/>
                  <a:pt x="2373" y="2687"/>
                </a:cubicBezTo>
                <a:cubicBezTo>
                  <a:pt x="2491" y="2627"/>
                  <a:pt x="2593" y="2555"/>
                  <a:pt x="2667" y="2473"/>
                </a:cubicBezTo>
                <a:lnTo>
                  <a:pt x="2667" y="2867"/>
                </a:lnTo>
                <a:cubicBezTo>
                  <a:pt x="2667" y="3015"/>
                  <a:pt x="2542" y="3164"/>
                  <a:pt x="2313" y="3278"/>
                </a:cubicBezTo>
                <a:cubicBezTo>
                  <a:pt x="2084" y="3393"/>
                  <a:pt x="1759" y="3467"/>
                  <a:pt x="1400" y="3467"/>
                </a:cubicBezTo>
                <a:cubicBezTo>
                  <a:pt x="1041" y="3467"/>
                  <a:pt x="716" y="3393"/>
                  <a:pt x="487" y="3278"/>
                </a:cubicBezTo>
                <a:cubicBezTo>
                  <a:pt x="258" y="3164"/>
                  <a:pt x="133" y="3015"/>
                  <a:pt x="133" y="2867"/>
                </a:cubicBezTo>
                <a:lnTo>
                  <a:pt x="133" y="24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ECAE72F-CDF0-45E8-1543-A153DDE3FF04}"/>
              </a:ext>
            </a:extLst>
          </p:cNvPr>
          <p:cNvCxnSpPr>
            <a:cxnSpLocks/>
          </p:cNvCxnSpPr>
          <p:nvPr/>
        </p:nvCxnSpPr>
        <p:spPr>
          <a:xfrm>
            <a:off x="3220281" y="5173351"/>
            <a:ext cx="1947729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80C4BB2-4C41-82AB-CBFF-E085C603E30C}"/>
              </a:ext>
            </a:extLst>
          </p:cNvPr>
          <p:cNvCxnSpPr>
            <a:cxnSpLocks/>
          </p:cNvCxnSpPr>
          <p:nvPr/>
        </p:nvCxnSpPr>
        <p:spPr>
          <a:xfrm>
            <a:off x="6953739" y="5173351"/>
            <a:ext cx="186558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345C345-7D21-3B44-3224-3372238A754D}"/>
              </a:ext>
            </a:extLst>
          </p:cNvPr>
          <p:cNvCxnSpPr>
            <a:cxnSpLocks/>
          </p:cNvCxnSpPr>
          <p:nvPr/>
        </p:nvCxnSpPr>
        <p:spPr>
          <a:xfrm>
            <a:off x="6953739" y="5649947"/>
            <a:ext cx="1812577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305A8F1-7714-5BC7-C030-9628628A273F}"/>
              </a:ext>
            </a:extLst>
          </p:cNvPr>
          <p:cNvCxnSpPr>
            <a:cxnSpLocks/>
          </p:cNvCxnSpPr>
          <p:nvPr/>
        </p:nvCxnSpPr>
        <p:spPr>
          <a:xfrm>
            <a:off x="3220281" y="5643321"/>
            <a:ext cx="1947729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AC4E707-40DE-D173-5DB9-631AD346BF71}"/>
              </a:ext>
            </a:extLst>
          </p:cNvPr>
          <p:cNvSpPr txBox="1"/>
          <p:nvPr/>
        </p:nvSpPr>
        <p:spPr>
          <a:xfrm>
            <a:off x="1512880" y="628594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前端：界面展示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DBCF0FE-E92F-F5A8-80ED-9EF9F4AF5DFE}"/>
              </a:ext>
            </a:extLst>
          </p:cNvPr>
          <p:cNvSpPr txBox="1"/>
          <p:nvPr/>
        </p:nvSpPr>
        <p:spPr>
          <a:xfrm>
            <a:off x="4973710" y="6279915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服务端：业务逻辑处理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1C59466-8CFD-227D-BD1B-59FCBE650F9D}"/>
              </a:ext>
            </a:extLst>
          </p:cNvPr>
          <p:cNvSpPr txBox="1"/>
          <p:nvPr/>
        </p:nvSpPr>
        <p:spPr>
          <a:xfrm>
            <a:off x="8488272" y="6285949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数据库：数据存储和管理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348E3B26-25A1-0A99-03D5-67D336EE6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6" y="3007824"/>
            <a:ext cx="924246" cy="842351"/>
          </a:xfrm>
          <a:prstGeom prst="rect">
            <a:avLst/>
          </a:prstGeom>
        </p:spPr>
      </p:pic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031997B-838F-F28B-DEBC-F824F7936D34}"/>
              </a:ext>
            </a:extLst>
          </p:cNvPr>
          <p:cNvCxnSpPr>
            <a:cxnSpLocks/>
          </p:cNvCxnSpPr>
          <p:nvPr/>
        </p:nvCxnSpPr>
        <p:spPr>
          <a:xfrm>
            <a:off x="1591424" y="3690729"/>
            <a:ext cx="489167" cy="8812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A45B6CE-A971-DF69-1E32-EC5AFA3A0973}"/>
              </a:ext>
            </a:extLst>
          </p:cNvPr>
          <p:cNvCxnSpPr>
            <a:cxnSpLocks/>
          </p:cNvCxnSpPr>
          <p:nvPr/>
        </p:nvCxnSpPr>
        <p:spPr>
          <a:xfrm>
            <a:off x="1172819" y="3935895"/>
            <a:ext cx="462293" cy="883353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74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1" grpId="1" animBg="1"/>
      <p:bldP spid="48" grpId="0"/>
      <p:bldP spid="49" grpId="0"/>
      <p:bldP spid="5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9224-E6D3-23BC-10D1-1CCB2AFE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ECF85C-2E05-BC8E-B218-1CA75A131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38939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前端程序：负责前端页面的展示，网页由 </a:t>
            </a:r>
            <a:r>
              <a:rPr lang="en-US" altLang="zh-CN"/>
              <a:t>HTML(</a:t>
            </a:r>
            <a:r>
              <a:rPr lang="zh-CN" altLang="en-US"/>
              <a:t>负责网页的结构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CSS(</a:t>
            </a:r>
            <a:r>
              <a:rPr lang="zh-CN" altLang="en-US"/>
              <a:t>负责网页的表现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JavaScript(</a:t>
            </a:r>
            <a:r>
              <a:rPr lang="zh-CN" altLang="en-US"/>
              <a:t>负责网页的动作</a:t>
            </a:r>
            <a:r>
              <a:rPr lang="en-US" altLang="zh-CN"/>
              <a:t>) </a:t>
            </a:r>
            <a:r>
              <a:rPr lang="zh-CN" altLang="en-US"/>
              <a:t>三个部分组成 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服务端程序：可以基于</a:t>
            </a:r>
            <a:r>
              <a:rPr lang="en-US" altLang="zh-CN"/>
              <a:t>Python</a:t>
            </a:r>
            <a:r>
              <a:rPr lang="zh-CN" altLang="en-US"/>
              <a:t>中的</a:t>
            </a:r>
            <a:r>
              <a:rPr lang="en-US" altLang="zh-CN"/>
              <a:t>Django</a:t>
            </a:r>
            <a:r>
              <a:rPr lang="zh-CN" altLang="en-US"/>
              <a:t>、</a:t>
            </a:r>
            <a:r>
              <a:rPr lang="en-US" altLang="zh-CN"/>
              <a:t>Flask</a:t>
            </a:r>
            <a:r>
              <a:rPr lang="zh-CN" altLang="en-US"/>
              <a:t> 或 </a:t>
            </a:r>
            <a:r>
              <a:rPr lang="en-US" altLang="zh-CN"/>
              <a:t>FastAPI</a:t>
            </a:r>
            <a:r>
              <a:rPr lang="zh-CN" altLang="en-US"/>
              <a:t>来进行开发。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341E545-6E37-227B-0F7F-41D0ADA3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初识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B5E5BAB-6C83-C685-914F-59AE7E093492}"/>
              </a:ext>
            </a:extLst>
          </p:cNvPr>
          <p:cNvGrpSpPr/>
          <p:nvPr/>
        </p:nvGrpSpPr>
        <p:grpSpPr>
          <a:xfrm>
            <a:off x="8896021" y="3895664"/>
            <a:ext cx="1467172" cy="1467172"/>
            <a:chOff x="8991104" y="4657201"/>
            <a:chExt cx="1467172" cy="146717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D91A7D1-989C-2FBC-F0AF-C5BD8F0A744B}"/>
                </a:ext>
              </a:extLst>
            </p:cNvPr>
            <p:cNvSpPr/>
            <p:nvPr/>
          </p:nvSpPr>
          <p:spPr>
            <a:xfrm>
              <a:off x="8991104" y="4657201"/>
              <a:ext cx="1467172" cy="146717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" dist="38100" dir="11280000" algn="t" rotWithShape="0">
                <a:srgbClr val="127AF6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FB13463-8809-863B-5252-F79B34C48179}"/>
                </a:ext>
              </a:extLst>
            </p:cNvPr>
            <p:cNvSpPr/>
            <p:nvPr/>
          </p:nvSpPr>
          <p:spPr>
            <a:xfrm>
              <a:off x="9147032" y="4814245"/>
              <a:ext cx="1164465" cy="1164465"/>
            </a:xfrm>
            <a:prstGeom prst="ellipse">
              <a:avLst/>
            </a:prstGeom>
            <a:solidFill>
              <a:srgbClr val="4773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A8D27-1FEF-78A8-70BC-13AF27E4562D}"/>
              </a:ext>
            </a:extLst>
          </p:cNvPr>
          <p:cNvGrpSpPr/>
          <p:nvPr/>
        </p:nvGrpSpPr>
        <p:grpSpPr>
          <a:xfrm>
            <a:off x="1517823" y="3895663"/>
            <a:ext cx="1467172" cy="1467172"/>
            <a:chOff x="1294927" y="1534333"/>
            <a:chExt cx="1467172" cy="1467172"/>
          </a:xfrm>
          <a:effectLst/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CC686BD-416E-28BC-0F20-88D3A24B14AF}"/>
                </a:ext>
              </a:extLst>
            </p:cNvPr>
            <p:cNvSpPr/>
            <p:nvPr/>
          </p:nvSpPr>
          <p:spPr>
            <a:xfrm>
              <a:off x="1294927" y="1534333"/>
              <a:ext cx="1467172" cy="146717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" dist="38100" dir="11280000" algn="t" rotWithShape="0">
                <a:srgbClr val="127AF6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93C003F-C565-D2A2-DED3-37CB46862320}"/>
                </a:ext>
              </a:extLst>
            </p:cNvPr>
            <p:cNvSpPr/>
            <p:nvPr/>
          </p:nvSpPr>
          <p:spPr>
            <a:xfrm>
              <a:off x="1438719" y="1691377"/>
              <a:ext cx="1164465" cy="1164465"/>
            </a:xfrm>
            <a:prstGeom prst="ellipse">
              <a:avLst/>
            </a:prstGeom>
            <a:solidFill>
              <a:srgbClr val="127AF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AC2667A-085A-8C15-F10F-2DC7F6444A9E}"/>
              </a:ext>
            </a:extLst>
          </p:cNvPr>
          <p:cNvGrpSpPr/>
          <p:nvPr/>
        </p:nvGrpSpPr>
        <p:grpSpPr>
          <a:xfrm>
            <a:off x="5253304" y="3895663"/>
            <a:ext cx="1467172" cy="1467172"/>
            <a:chOff x="1294927" y="1534333"/>
            <a:chExt cx="1467172" cy="1467172"/>
          </a:xfrm>
          <a:effectLst/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82B1DC6-E7F2-B8BB-6825-5BD7460E23CC}"/>
                </a:ext>
              </a:extLst>
            </p:cNvPr>
            <p:cNvSpPr/>
            <p:nvPr/>
          </p:nvSpPr>
          <p:spPr>
            <a:xfrm>
              <a:off x="1294927" y="1534333"/>
              <a:ext cx="1467172" cy="1467172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" dist="38100" dir="11280000" algn="t" rotWithShape="0">
                <a:srgbClr val="127AF6">
                  <a:alpha val="3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EE84E19-0919-6FE5-3E70-D83A648D8728}"/>
                </a:ext>
              </a:extLst>
            </p:cNvPr>
            <p:cNvSpPr/>
            <p:nvPr/>
          </p:nvSpPr>
          <p:spPr>
            <a:xfrm>
              <a:off x="1451971" y="1691377"/>
              <a:ext cx="1164465" cy="1164465"/>
            </a:xfrm>
            <a:prstGeom prst="ellipse">
              <a:avLst/>
            </a:prstGeom>
            <a:solidFill>
              <a:srgbClr val="25B7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3" name="world-wide-web_22617">
            <a:extLst>
              <a:ext uri="{FF2B5EF4-FFF2-40B4-BE49-F238E27FC236}">
                <a16:creationId xmlns:a16="http://schemas.microsoft.com/office/drawing/2014/main" id="{14DA5A42-6A1B-58FE-F3CF-5FAC1E23913D}"/>
              </a:ext>
            </a:extLst>
          </p:cNvPr>
          <p:cNvSpPr/>
          <p:nvPr/>
        </p:nvSpPr>
        <p:spPr>
          <a:xfrm>
            <a:off x="1939004" y="4374821"/>
            <a:ext cx="609685" cy="535089"/>
          </a:xfrm>
          <a:custGeom>
            <a:avLst/>
            <a:gdLst>
              <a:gd name="connsiteX0" fmla="*/ 424113 w 609614"/>
              <a:gd name="connsiteY0" fmla="*/ 396119 h 535027"/>
              <a:gd name="connsiteX1" fmla="*/ 422903 w 609614"/>
              <a:gd name="connsiteY1" fmla="*/ 401354 h 535027"/>
              <a:gd name="connsiteX2" fmla="*/ 392856 w 609614"/>
              <a:gd name="connsiteY2" fmla="*/ 497582 h 535027"/>
              <a:gd name="connsiteX3" fmla="*/ 389024 w 609614"/>
              <a:gd name="connsiteY3" fmla="*/ 509661 h 535027"/>
              <a:gd name="connsiteX4" fmla="*/ 389427 w 609614"/>
              <a:gd name="connsiteY4" fmla="*/ 509661 h 535027"/>
              <a:gd name="connsiteX5" fmla="*/ 389226 w 609614"/>
              <a:gd name="connsiteY5" fmla="*/ 509460 h 535027"/>
              <a:gd name="connsiteX6" fmla="*/ 400519 w 609614"/>
              <a:gd name="connsiteY6" fmla="*/ 505031 h 535027"/>
              <a:gd name="connsiteX7" fmla="*/ 510019 w 609614"/>
              <a:gd name="connsiteY7" fmla="*/ 420479 h 535027"/>
              <a:gd name="connsiteX8" fmla="*/ 515262 w 609614"/>
              <a:gd name="connsiteY8" fmla="*/ 413634 h 535027"/>
              <a:gd name="connsiteX9" fmla="*/ 506792 w 609614"/>
              <a:gd name="connsiteY9" fmla="*/ 411621 h 535027"/>
              <a:gd name="connsiteX10" fmla="*/ 429356 w 609614"/>
              <a:gd name="connsiteY10" fmla="*/ 396925 h 535027"/>
              <a:gd name="connsiteX11" fmla="*/ 183132 w 609614"/>
              <a:gd name="connsiteY11" fmla="*/ 394912 h 535027"/>
              <a:gd name="connsiteX12" fmla="*/ 177889 w 609614"/>
              <a:gd name="connsiteY12" fmla="*/ 395717 h 535027"/>
              <a:gd name="connsiteX13" fmla="*/ 102066 w 609614"/>
              <a:gd name="connsiteY13" fmla="*/ 411218 h 535027"/>
              <a:gd name="connsiteX14" fmla="*/ 94000 w 609614"/>
              <a:gd name="connsiteY14" fmla="*/ 413433 h 535027"/>
              <a:gd name="connsiteX15" fmla="*/ 99042 w 609614"/>
              <a:gd name="connsiteY15" fmla="*/ 420277 h 535027"/>
              <a:gd name="connsiteX16" fmla="*/ 206726 w 609614"/>
              <a:gd name="connsiteY16" fmla="*/ 504025 h 535027"/>
              <a:gd name="connsiteX17" fmla="*/ 219027 w 609614"/>
              <a:gd name="connsiteY17" fmla="*/ 509259 h 535027"/>
              <a:gd name="connsiteX18" fmla="*/ 218826 w 609614"/>
              <a:gd name="connsiteY18" fmla="*/ 509259 h 535027"/>
              <a:gd name="connsiteX19" fmla="*/ 220439 w 609614"/>
              <a:gd name="connsiteY19" fmla="*/ 509661 h 535027"/>
              <a:gd name="connsiteX20" fmla="*/ 219027 w 609614"/>
              <a:gd name="connsiteY20" fmla="*/ 509057 h 535027"/>
              <a:gd name="connsiteX21" fmla="*/ 214188 w 609614"/>
              <a:gd name="connsiteY21" fmla="*/ 496777 h 535027"/>
              <a:gd name="connsiteX22" fmla="*/ 184342 w 609614"/>
              <a:gd name="connsiteY22" fmla="*/ 400146 h 535027"/>
              <a:gd name="connsiteX23" fmla="*/ 310378 w 609614"/>
              <a:gd name="connsiteY23" fmla="*/ 387262 h 535027"/>
              <a:gd name="connsiteX24" fmla="*/ 310378 w 609614"/>
              <a:gd name="connsiteY24" fmla="*/ 523552 h 535027"/>
              <a:gd name="connsiteX25" fmla="*/ 316428 w 609614"/>
              <a:gd name="connsiteY25" fmla="*/ 523351 h 535027"/>
              <a:gd name="connsiteX26" fmla="*/ 372690 w 609614"/>
              <a:gd name="connsiteY26" fmla="*/ 514292 h 535027"/>
              <a:gd name="connsiteX27" fmla="*/ 411206 w 609614"/>
              <a:gd name="connsiteY27" fmla="*/ 400951 h 535027"/>
              <a:gd name="connsiteX28" fmla="*/ 412618 w 609614"/>
              <a:gd name="connsiteY28" fmla="*/ 394710 h 535027"/>
              <a:gd name="connsiteX29" fmla="*/ 406367 w 609614"/>
              <a:gd name="connsiteY29" fmla="*/ 393905 h 535027"/>
              <a:gd name="connsiteX30" fmla="*/ 316226 w 609614"/>
              <a:gd name="connsiteY30" fmla="*/ 387463 h 535027"/>
              <a:gd name="connsiteX31" fmla="*/ 293035 w 609614"/>
              <a:gd name="connsiteY31" fmla="*/ 387262 h 535027"/>
              <a:gd name="connsiteX32" fmla="*/ 200878 w 609614"/>
              <a:gd name="connsiteY32" fmla="*/ 392697 h 535027"/>
              <a:gd name="connsiteX33" fmla="*/ 194425 w 609614"/>
              <a:gd name="connsiteY33" fmla="*/ 393502 h 535027"/>
              <a:gd name="connsiteX34" fmla="*/ 196039 w 609614"/>
              <a:gd name="connsiteY34" fmla="*/ 399743 h 535027"/>
              <a:gd name="connsiteX35" fmla="*/ 233143 w 609614"/>
              <a:gd name="connsiteY35" fmla="*/ 513486 h 535027"/>
              <a:gd name="connsiteX36" fmla="*/ 234353 w 609614"/>
              <a:gd name="connsiteY36" fmla="*/ 513688 h 535027"/>
              <a:gd name="connsiteX37" fmla="*/ 292834 w 609614"/>
              <a:gd name="connsiteY37" fmla="*/ 523351 h 535027"/>
              <a:gd name="connsiteX38" fmla="*/ 298884 w 609614"/>
              <a:gd name="connsiteY38" fmla="*/ 523552 h 535027"/>
              <a:gd name="connsiteX39" fmla="*/ 298884 w 609614"/>
              <a:gd name="connsiteY39" fmla="*/ 387262 h 535027"/>
              <a:gd name="connsiteX40" fmla="*/ 304732 w 609614"/>
              <a:gd name="connsiteY40" fmla="*/ 325659 h 535027"/>
              <a:gd name="connsiteX41" fmla="*/ 310378 w 609614"/>
              <a:gd name="connsiteY41" fmla="*/ 346797 h 535027"/>
              <a:gd name="connsiteX42" fmla="*/ 310378 w 609614"/>
              <a:gd name="connsiteY42" fmla="*/ 375384 h 535027"/>
              <a:gd name="connsiteX43" fmla="*/ 409795 w 609614"/>
              <a:gd name="connsiteY43" fmla="*/ 382229 h 535027"/>
              <a:gd name="connsiteX44" fmla="*/ 415240 w 609614"/>
              <a:gd name="connsiteY44" fmla="*/ 383034 h 535027"/>
              <a:gd name="connsiteX45" fmla="*/ 416248 w 609614"/>
              <a:gd name="connsiteY45" fmla="*/ 377800 h 535027"/>
              <a:gd name="connsiteX46" fmla="*/ 423911 w 609614"/>
              <a:gd name="connsiteY46" fmla="*/ 329685 h 535027"/>
              <a:gd name="connsiteX47" fmla="*/ 431776 w 609614"/>
              <a:gd name="connsiteY47" fmla="*/ 355856 h 535027"/>
              <a:gd name="connsiteX48" fmla="*/ 427743 w 609614"/>
              <a:gd name="connsiteY48" fmla="*/ 378605 h 535027"/>
              <a:gd name="connsiteX49" fmla="*/ 426533 w 609614"/>
              <a:gd name="connsiteY49" fmla="*/ 384443 h 535027"/>
              <a:gd name="connsiteX50" fmla="*/ 432583 w 609614"/>
              <a:gd name="connsiteY50" fmla="*/ 385450 h 535027"/>
              <a:gd name="connsiteX51" fmla="*/ 517682 w 609614"/>
              <a:gd name="connsiteY51" fmla="*/ 402360 h 535027"/>
              <a:gd name="connsiteX52" fmla="*/ 521917 w 609614"/>
              <a:gd name="connsiteY52" fmla="*/ 403367 h 535027"/>
              <a:gd name="connsiteX53" fmla="*/ 524135 w 609614"/>
              <a:gd name="connsiteY53" fmla="*/ 399743 h 535027"/>
              <a:gd name="connsiteX54" fmla="*/ 536436 w 609614"/>
              <a:gd name="connsiteY54" fmla="*/ 376391 h 535027"/>
              <a:gd name="connsiteX55" fmla="*/ 549140 w 609614"/>
              <a:gd name="connsiteY55" fmla="*/ 376391 h 535027"/>
              <a:gd name="connsiteX56" fmla="*/ 304732 w 609614"/>
              <a:gd name="connsiteY56" fmla="*/ 535027 h 535027"/>
              <a:gd name="connsiteX57" fmla="*/ 60122 w 609614"/>
              <a:gd name="connsiteY57" fmla="*/ 376391 h 535027"/>
              <a:gd name="connsiteX58" fmla="*/ 72826 w 609614"/>
              <a:gd name="connsiteY58" fmla="*/ 376391 h 535027"/>
              <a:gd name="connsiteX59" fmla="*/ 85127 w 609614"/>
              <a:gd name="connsiteY59" fmla="*/ 399743 h 535027"/>
              <a:gd name="connsiteX60" fmla="*/ 87345 w 609614"/>
              <a:gd name="connsiteY60" fmla="*/ 403568 h 535027"/>
              <a:gd name="connsiteX61" fmla="*/ 91580 w 609614"/>
              <a:gd name="connsiteY61" fmla="*/ 402360 h 535027"/>
              <a:gd name="connsiteX62" fmla="*/ 174865 w 609614"/>
              <a:gd name="connsiteY62" fmla="*/ 384443 h 535027"/>
              <a:gd name="connsiteX63" fmla="*/ 180713 w 609614"/>
              <a:gd name="connsiteY63" fmla="*/ 383638 h 535027"/>
              <a:gd name="connsiteX64" fmla="*/ 179503 w 609614"/>
              <a:gd name="connsiteY64" fmla="*/ 377800 h 535027"/>
              <a:gd name="connsiteX65" fmla="*/ 175470 w 609614"/>
              <a:gd name="connsiteY65" fmla="*/ 354045 h 535027"/>
              <a:gd name="connsiteX66" fmla="*/ 183536 w 609614"/>
              <a:gd name="connsiteY66" fmla="*/ 328880 h 535027"/>
              <a:gd name="connsiteX67" fmla="*/ 190997 w 609614"/>
              <a:gd name="connsiteY67" fmla="*/ 376793 h 535027"/>
              <a:gd name="connsiteX68" fmla="*/ 192005 w 609614"/>
              <a:gd name="connsiteY68" fmla="*/ 382027 h 535027"/>
              <a:gd name="connsiteX69" fmla="*/ 197450 w 609614"/>
              <a:gd name="connsiteY69" fmla="*/ 381423 h 535027"/>
              <a:gd name="connsiteX70" fmla="*/ 298884 w 609614"/>
              <a:gd name="connsiteY70" fmla="*/ 375384 h 535027"/>
              <a:gd name="connsiteX71" fmla="*/ 299287 w 609614"/>
              <a:gd name="connsiteY71" fmla="*/ 346797 h 535027"/>
              <a:gd name="connsiteX72" fmla="*/ 414854 w 609614"/>
              <a:gd name="connsiteY72" fmla="*/ 217483 h 535027"/>
              <a:gd name="connsiteX73" fmla="*/ 439854 w 609614"/>
              <a:gd name="connsiteY73" fmla="*/ 217483 h 535027"/>
              <a:gd name="connsiteX74" fmla="*/ 457597 w 609614"/>
              <a:gd name="connsiteY74" fmla="*/ 285557 h 535027"/>
              <a:gd name="connsiteX75" fmla="*/ 467476 w 609614"/>
              <a:gd name="connsiteY75" fmla="*/ 328053 h 535027"/>
              <a:gd name="connsiteX76" fmla="*/ 468282 w 609614"/>
              <a:gd name="connsiteY76" fmla="*/ 328053 h 535027"/>
              <a:gd name="connsiteX77" fmla="*/ 480177 w 609614"/>
              <a:gd name="connsiteY77" fmla="*/ 285759 h 535027"/>
              <a:gd name="connsiteX78" fmla="*/ 502154 w 609614"/>
              <a:gd name="connsiteY78" fmla="*/ 217483 h 535027"/>
              <a:gd name="connsiteX79" fmla="*/ 522718 w 609614"/>
              <a:gd name="connsiteY79" fmla="*/ 217483 h 535027"/>
              <a:gd name="connsiteX80" fmla="*/ 543485 w 609614"/>
              <a:gd name="connsiteY80" fmla="*/ 284550 h 535027"/>
              <a:gd name="connsiteX81" fmla="*/ 555380 w 609614"/>
              <a:gd name="connsiteY81" fmla="*/ 328255 h 535027"/>
              <a:gd name="connsiteX82" fmla="*/ 556186 w 609614"/>
              <a:gd name="connsiteY82" fmla="*/ 328255 h 535027"/>
              <a:gd name="connsiteX83" fmla="*/ 566469 w 609614"/>
              <a:gd name="connsiteY83" fmla="*/ 284752 h 535027"/>
              <a:gd name="connsiteX84" fmla="*/ 585420 w 609614"/>
              <a:gd name="connsiteY84" fmla="*/ 217483 h 535027"/>
              <a:gd name="connsiteX85" fmla="*/ 609614 w 609614"/>
              <a:gd name="connsiteY85" fmla="*/ 217483 h 535027"/>
              <a:gd name="connsiteX86" fmla="*/ 566469 w 609614"/>
              <a:gd name="connsiteY86" fmla="*/ 351416 h 535027"/>
              <a:gd name="connsiteX87" fmla="*/ 544291 w 609614"/>
              <a:gd name="connsiteY87" fmla="*/ 351416 h 535027"/>
              <a:gd name="connsiteX88" fmla="*/ 523726 w 609614"/>
              <a:gd name="connsiteY88" fmla="*/ 287571 h 535027"/>
              <a:gd name="connsiteX89" fmla="*/ 511831 w 609614"/>
              <a:gd name="connsiteY89" fmla="*/ 243464 h 535027"/>
              <a:gd name="connsiteX90" fmla="*/ 511226 w 609614"/>
              <a:gd name="connsiteY90" fmla="*/ 243464 h 535027"/>
              <a:gd name="connsiteX91" fmla="*/ 499129 w 609614"/>
              <a:gd name="connsiteY91" fmla="*/ 287773 h 535027"/>
              <a:gd name="connsiteX92" fmla="*/ 477556 w 609614"/>
              <a:gd name="connsiteY92" fmla="*/ 351416 h 535027"/>
              <a:gd name="connsiteX93" fmla="*/ 455379 w 609614"/>
              <a:gd name="connsiteY93" fmla="*/ 351416 h 535027"/>
              <a:gd name="connsiteX94" fmla="*/ 207321 w 609614"/>
              <a:gd name="connsiteY94" fmla="*/ 217483 h 535027"/>
              <a:gd name="connsiteX95" fmla="*/ 232322 w 609614"/>
              <a:gd name="connsiteY95" fmla="*/ 217483 h 535027"/>
              <a:gd name="connsiteX96" fmla="*/ 250065 w 609614"/>
              <a:gd name="connsiteY96" fmla="*/ 285557 h 535027"/>
              <a:gd name="connsiteX97" fmla="*/ 260147 w 609614"/>
              <a:gd name="connsiteY97" fmla="*/ 328053 h 535027"/>
              <a:gd name="connsiteX98" fmla="*/ 260953 w 609614"/>
              <a:gd name="connsiteY98" fmla="*/ 328053 h 535027"/>
              <a:gd name="connsiteX99" fmla="*/ 272849 w 609614"/>
              <a:gd name="connsiteY99" fmla="*/ 285759 h 535027"/>
              <a:gd name="connsiteX100" fmla="*/ 294826 w 609614"/>
              <a:gd name="connsiteY100" fmla="*/ 217483 h 535027"/>
              <a:gd name="connsiteX101" fmla="*/ 315190 w 609614"/>
              <a:gd name="connsiteY101" fmla="*/ 217483 h 535027"/>
              <a:gd name="connsiteX102" fmla="*/ 335958 w 609614"/>
              <a:gd name="connsiteY102" fmla="*/ 284349 h 535027"/>
              <a:gd name="connsiteX103" fmla="*/ 347854 w 609614"/>
              <a:gd name="connsiteY103" fmla="*/ 328255 h 535027"/>
              <a:gd name="connsiteX104" fmla="*/ 348660 w 609614"/>
              <a:gd name="connsiteY104" fmla="*/ 328255 h 535027"/>
              <a:gd name="connsiteX105" fmla="*/ 358943 w 609614"/>
              <a:gd name="connsiteY105" fmla="*/ 284752 h 535027"/>
              <a:gd name="connsiteX106" fmla="*/ 378098 w 609614"/>
              <a:gd name="connsiteY106" fmla="*/ 217483 h 535027"/>
              <a:gd name="connsiteX107" fmla="*/ 402293 w 609614"/>
              <a:gd name="connsiteY107" fmla="*/ 217483 h 535027"/>
              <a:gd name="connsiteX108" fmla="*/ 358943 w 609614"/>
              <a:gd name="connsiteY108" fmla="*/ 351416 h 535027"/>
              <a:gd name="connsiteX109" fmla="*/ 336764 w 609614"/>
              <a:gd name="connsiteY109" fmla="*/ 351416 h 535027"/>
              <a:gd name="connsiteX110" fmla="*/ 316400 w 609614"/>
              <a:gd name="connsiteY110" fmla="*/ 287571 h 535027"/>
              <a:gd name="connsiteX111" fmla="*/ 304504 w 609614"/>
              <a:gd name="connsiteY111" fmla="*/ 243464 h 535027"/>
              <a:gd name="connsiteX112" fmla="*/ 303899 w 609614"/>
              <a:gd name="connsiteY112" fmla="*/ 243464 h 535027"/>
              <a:gd name="connsiteX113" fmla="*/ 291600 w 609614"/>
              <a:gd name="connsiteY113" fmla="*/ 287773 h 535027"/>
              <a:gd name="connsiteX114" fmla="*/ 270026 w 609614"/>
              <a:gd name="connsiteY114" fmla="*/ 351416 h 535027"/>
              <a:gd name="connsiteX115" fmla="*/ 247848 w 609614"/>
              <a:gd name="connsiteY115" fmla="*/ 351416 h 535027"/>
              <a:gd name="connsiteX116" fmla="*/ 0 w 609614"/>
              <a:gd name="connsiteY116" fmla="*/ 217483 h 535027"/>
              <a:gd name="connsiteX117" fmla="*/ 25009 w 609614"/>
              <a:gd name="connsiteY117" fmla="*/ 217483 h 535027"/>
              <a:gd name="connsiteX118" fmla="*/ 42758 w 609614"/>
              <a:gd name="connsiteY118" fmla="*/ 285557 h 535027"/>
              <a:gd name="connsiteX119" fmla="*/ 52640 w 609614"/>
              <a:gd name="connsiteY119" fmla="*/ 328053 h 535027"/>
              <a:gd name="connsiteX120" fmla="*/ 53447 w 609614"/>
              <a:gd name="connsiteY120" fmla="*/ 328053 h 535027"/>
              <a:gd name="connsiteX121" fmla="*/ 65347 w 609614"/>
              <a:gd name="connsiteY121" fmla="*/ 285759 h 535027"/>
              <a:gd name="connsiteX122" fmla="*/ 87331 w 609614"/>
              <a:gd name="connsiteY122" fmla="*/ 217483 h 535027"/>
              <a:gd name="connsiteX123" fmla="*/ 107701 w 609614"/>
              <a:gd name="connsiteY123" fmla="*/ 217483 h 535027"/>
              <a:gd name="connsiteX124" fmla="*/ 128677 w 609614"/>
              <a:gd name="connsiteY124" fmla="*/ 284550 h 535027"/>
              <a:gd name="connsiteX125" fmla="*/ 140577 w 609614"/>
              <a:gd name="connsiteY125" fmla="*/ 328255 h 535027"/>
              <a:gd name="connsiteX126" fmla="*/ 141383 w 609614"/>
              <a:gd name="connsiteY126" fmla="*/ 328255 h 535027"/>
              <a:gd name="connsiteX127" fmla="*/ 151669 w 609614"/>
              <a:gd name="connsiteY127" fmla="*/ 284752 h 535027"/>
              <a:gd name="connsiteX128" fmla="*/ 170830 w 609614"/>
              <a:gd name="connsiteY128" fmla="*/ 217483 h 535027"/>
              <a:gd name="connsiteX129" fmla="*/ 194831 w 609614"/>
              <a:gd name="connsiteY129" fmla="*/ 217483 h 535027"/>
              <a:gd name="connsiteX130" fmla="*/ 151669 w 609614"/>
              <a:gd name="connsiteY130" fmla="*/ 351416 h 535027"/>
              <a:gd name="connsiteX131" fmla="*/ 129484 w 609614"/>
              <a:gd name="connsiteY131" fmla="*/ 351416 h 535027"/>
              <a:gd name="connsiteX132" fmla="*/ 108911 w 609614"/>
              <a:gd name="connsiteY132" fmla="*/ 287571 h 535027"/>
              <a:gd name="connsiteX133" fmla="*/ 97012 w 609614"/>
              <a:gd name="connsiteY133" fmla="*/ 243464 h 535027"/>
              <a:gd name="connsiteX134" fmla="*/ 96407 w 609614"/>
              <a:gd name="connsiteY134" fmla="*/ 243464 h 535027"/>
              <a:gd name="connsiteX135" fmla="*/ 84306 w 609614"/>
              <a:gd name="connsiteY135" fmla="*/ 287773 h 535027"/>
              <a:gd name="connsiteX136" fmla="*/ 62725 w 609614"/>
              <a:gd name="connsiteY136" fmla="*/ 351416 h 535027"/>
              <a:gd name="connsiteX137" fmla="*/ 40539 w 609614"/>
              <a:gd name="connsiteY137" fmla="*/ 351416 h 535027"/>
              <a:gd name="connsiteX138" fmla="*/ 200680 w 609614"/>
              <a:gd name="connsiteY138" fmla="*/ 33224 h 535027"/>
              <a:gd name="connsiteX139" fmla="*/ 188580 w 609614"/>
              <a:gd name="connsiteY139" fmla="*/ 39467 h 535027"/>
              <a:gd name="connsiteX140" fmla="*/ 103072 w 609614"/>
              <a:gd name="connsiteY140" fmla="*/ 109742 h 535027"/>
              <a:gd name="connsiteX141" fmla="*/ 97425 w 609614"/>
              <a:gd name="connsiteY141" fmla="*/ 116789 h 535027"/>
              <a:gd name="connsiteX142" fmla="*/ 106298 w 609614"/>
              <a:gd name="connsiteY142" fmla="*/ 118803 h 535027"/>
              <a:gd name="connsiteX143" fmla="*/ 171034 w 609614"/>
              <a:gd name="connsiteY143" fmla="*/ 131287 h 535027"/>
              <a:gd name="connsiteX144" fmla="*/ 176681 w 609614"/>
              <a:gd name="connsiteY144" fmla="*/ 132093 h 535027"/>
              <a:gd name="connsiteX145" fmla="*/ 177689 w 609614"/>
              <a:gd name="connsiteY145" fmla="*/ 126455 h 535027"/>
              <a:gd name="connsiteX146" fmla="*/ 196646 w 609614"/>
              <a:gd name="connsiteY146" fmla="*/ 46112 h 535027"/>
              <a:gd name="connsiteX147" fmla="*/ 406383 w 609614"/>
              <a:gd name="connsiteY147" fmla="*/ 32218 h 535027"/>
              <a:gd name="connsiteX148" fmla="*/ 410416 w 609614"/>
              <a:gd name="connsiteY148" fmla="*/ 45105 h 535027"/>
              <a:gd name="connsiteX149" fmla="*/ 429979 w 609614"/>
              <a:gd name="connsiteY149" fmla="*/ 128065 h 535027"/>
              <a:gd name="connsiteX150" fmla="*/ 430987 w 609614"/>
              <a:gd name="connsiteY150" fmla="*/ 133502 h 535027"/>
              <a:gd name="connsiteX151" fmla="*/ 436634 w 609614"/>
              <a:gd name="connsiteY151" fmla="*/ 132697 h 535027"/>
              <a:gd name="connsiteX152" fmla="*/ 503387 w 609614"/>
              <a:gd name="connsiteY152" fmla="*/ 119004 h 535027"/>
              <a:gd name="connsiteX153" fmla="*/ 511857 w 609614"/>
              <a:gd name="connsiteY153" fmla="*/ 116789 h 535027"/>
              <a:gd name="connsiteX154" fmla="*/ 506412 w 609614"/>
              <a:gd name="connsiteY154" fmla="*/ 109943 h 535027"/>
              <a:gd name="connsiteX155" fmla="*/ 418484 w 609614"/>
              <a:gd name="connsiteY155" fmla="*/ 38259 h 535027"/>
              <a:gd name="connsiteX156" fmla="*/ 310388 w 609614"/>
              <a:gd name="connsiteY156" fmla="*/ 11478 h 535027"/>
              <a:gd name="connsiteX157" fmla="*/ 310388 w 609614"/>
              <a:gd name="connsiteY157" fmla="*/ 142161 h 535027"/>
              <a:gd name="connsiteX158" fmla="*/ 316237 w 609614"/>
              <a:gd name="connsiteY158" fmla="*/ 141959 h 535027"/>
              <a:gd name="connsiteX159" fmla="*/ 413845 w 609614"/>
              <a:gd name="connsiteY159" fmla="*/ 135919 h 535027"/>
              <a:gd name="connsiteX160" fmla="*/ 419694 w 609614"/>
              <a:gd name="connsiteY160" fmla="*/ 135113 h 535027"/>
              <a:gd name="connsiteX161" fmla="*/ 418685 w 609614"/>
              <a:gd name="connsiteY161" fmla="*/ 129274 h 535027"/>
              <a:gd name="connsiteX162" fmla="*/ 393073 w 609614"/>
              <a:gd name="connsiteY162" fmla="*/ 29600 h 535027"/>
              <a:gd name="connsiteX163" fmla="*/ 392266 w 609614"/>
              <a:gd name="connsiteY163" fmla="*/ 26982 h 535027"/>
              <a:gd name="connsiteX164" fmla="*/ 389644 w 609614"/>
              <a:gd name="connsiteY164" fmla="*/ 26177 h 535027"/>
              <a:gd name="connsiteX165" fmla="*/ 316438 w 609614"/>
              <a:gd name="connsiteY165" fmla="*/ 11880 h 535027"/>
              <a:gd name="connsiteX166" fmla="*/ 298893 w 609614"/>
              <a:gd name="connsiteY166" fmla="*/ 11478 h 535027"/>
              <a:gd name="connsiteX167" fmla="*/ 292843 w 609614"/>
              <a:gd name="connsiteY167" fmla="*/ 11880 h 535027"/>
              <a:gd name="connsiteX168" fmla="*/ 217620 w 609614"/>
              <a:gd name="connsiteY168" fmla="*/ 26781 h 535027"/>
              <a:gd name="connsiteX169" fmla="*/ 214998 w 609614"/>
              <a:gd name="connsiteY169" fmla="*/ 27586 h 535027"/>
              <a:gd name="connsiteX170" fmla="*/ 214192 w 609614"/>
              <a:gd name="connsiteY170" fmla="*/ 30204 h 535027"/>
              <a:gd name="connsiteX171" fmla="*/ 188983 w 609614"/>
              <a:gd name="connsiteY171" fmla="*/ 127663 h 535027"/>
              <a:gd name="connsiteX172" fmla="*/ 187975 w 609614"/>
              <a:gd name="connsiteY172" fmla="*/ 133704 h 535027"/>
              <a:gd name="connsiteX173" fmla="*/ 194025 w 609614"/>
              <a:gd name="connsiteY173" fmla="*/ 134509 h 535027"/>
              <a:gd name="connsiteX174" fmla="*/ 293045 w 609614"/>
              <a:gd name="connsiteY174" fmla="*/ 141758 h 535027"/>
              <a:gd name="connsiteX175" fmla="*/ 298893 w 609614"/>
              <a:gd name="connsiteY175" fmla="*/ 141959 h 535027"/>
              <a:gd name="connsiteX176" fmla="*/ 304741 w 609614"/>
              <a:gd name="connsiteY176" fmla="*/ 0 h 535027"/>
              <a:gd name="connsiteX177" fmla="*/ 565299 w 609614"/>
              <a:gd name="connsiteY177" fmla="*/ 205992 h 535027"/>
              <a:gd name="connsiteX178" fmla="*/ 558241 w 609614"/>
              <a:gd name="connsiteY178" fmla="*/ 230961 h 535027"/>
              <a:gd name="connsiteX179" fmla="*/ 520730 w 609614"/>
              <a:gd name="connsiteY179" fmla="*/ 130079 h 535027"/>
              <a:gd name="connsiteX180" fmla="*/ 518512 w 609614"/>
              <a:gd name="connsiteY180" fmla="*/ 126455 h 535027"/>
              <a:gd name="connsiteX181" fmla="*/ 514478 w 609614"/>
              <a:gd name="connsiteY181" fmla="*/ 127663 h 535027"/>
              <a:gd name="connsiteX182" fmla="*/ 438449 w 609614"/>
              <a:gd name="connsiteY182" fmla="*/ 144174 h 535027"/>
              <a:gd name="connsiteX183" fmla="*/ 432802 w 609614"/>
              <a:gd name="connsiteY183" fmla="*/ 144980 h 535027"/>
              <a:gd name="connsiteX184" fmla="*/ 433609 w 609614"/>
              <a:gd name="connsiteY184" fmla="*/ 150618 h 535027"/>
              <a:gd name="connsiteX185" fmla="*/ 438247 w 609614"/>
              <a:gd name="connsiteY185" fmla="*/ 196528 h 535027"/>
              <a:gd name="connsiteX186" fmla="*/ 433609 w 609614"/>
              <a:gd name="connsiteY186" fmla="*/ 196528 h 535027"/>
              <a:gd name="connsiteX187" fmla="*/ 426954 w 609614"/>
              <a:gd name="connsiteY187" fmla="*/ 196528 h 535027"/>
              <a:gd name="connsiteX188" fmla="*/ 422315 w 609614"/>
              <a:gd name="connsiteY188" fmla="*/ 152229 h 535027"/>
              <a:gd name="connsiteX189" fmla="*/ 421509 w 609614"/>
              <a:gd name="connsiteY189" fmla="*/ 146792 h 535027"/>
              <a:gd name="connsiteX190" fmla="*/ 415862 w 609614"/>
              <a:gd name="connsiteY190" fmla="*/ 147396 h 535027"/>
              <a:gd name="connsiteX191" fmla="*/ 316035 w 609614"/>
              <a:gd name="connsiteY191" fmla="*/ 153840 h 535027"/>
              <a:gd name="connsiteX192" fmla="*/ 310388 w 609614"/>
              <a:gd name="connsiteY192" fmla="*/ 154041 h 535027"/>
              <a:gd name="connsiteX193" fmla="*/ 310388 w 609614"/>
              <a:gd name="connsiteY193" fmla="*/ 196528 h 535027"/>
              <a:gd name="connsiteX194" fmla="*/ 298893 w 609614"/>
              <a:gd name="connsiteY194" fmla="*/ 196528 h 535027"/>
              <a:gd name="connsiteX195" fmla="*/ 298893 w 609614"/>
              <a:gd name="connsiteY195" fmla="*/ 153840 h 535027"/>
              <a:gd name="connsiteX196" fmla="*/ 293246 w 609614"/>
              <a:gd name="connsiteY196" fmla="*/ 153840 h 535027"/>
              <a:gd name="connsiteX197" fmla="*/ 191806 w 609614"/>
              <a:gd name="connsiteY197" fmla="*/ 146188 h 535027"/>
              <a:gd name="connsiteX198" fmla="*/ 186160 w 609614"/>
              <a:gd name="connsiteY198" fmla="*/ 145383 h 535027"/>
              <a:gd name="connsiteX199" fmla="*/ 185353 w 609614"/>
              <a:gd name="connsiteY199" fmla="*/ 151021 h 535027"/>
              <a:gd name="connsiteX200" fmla="*/ 180513 w 609614"/>
              <a:gd name="connsiteY200" fmla="*/ 196528 h 535027"/>
              <a:gd name="connsiteX201" fmla="*/ 176278 w 609614"/>
              <a:gd name="connsiteY201" fmla="*/ 196528 h 535027"/>
              <a:gd name="connsiteX202" fmla="*/ 169219 w 609614"/>
              <a:gd name="connsiteY202" fmla="*/ 196528 h 535027"/>
              <a:gd name="connsiteX203" fmla="*/ 174059 w 609614"/>
              <a:gd name="connsiteY203" fmla="*/ 149410 h 535027"/>
              <a:gd name="connsiteX204" fmla="*/ 174866 w 609614"/>
              <a:gd name="connsiteY204" fmla="*/ 143772 h 535027"/>
              <a:gd name="connsiteX205" fmla="*/ 169219 w 609614"/>
              <a:gd name="connsiteY205" fmla="*/ 142966 h 535027"/>
              <a:gd name="connsiteX206" fmla="*/ 94602 w 609614"/>
              <a:gd name="connsiteY206" fmla="*/ 127864 h 535027"/>
              <a:gd name="connsiteX207" fmla="*/ 90568 w 609614"/>
              <a:gd name="connsiteY207" fmla="*/ 126857 h 535027"/>
              <a:gd name="connsiteX208" fmla="*/ 88350 w 609614"/>
              <a:gd name="connsiteY208" fmla="*/ 130280 h 535027"/>
              <a:gd name="connsiteX209" fmla="*/ 51243 w 609614"/>
              <a:gd name="connsiteY209" fmla="*/ 229954 h 535027"/>
              <a:gd name="connsiteX210" fmla="*/ 44386 w 609614"/>
              <a:gd name="connsiteY210" fmla="*/ 204180 h 535027"/>
              <a:gd name="connsiteX211" fmla="*/ 304741 w 609614"/>
              <a:gd name="connsiteY211" fmla="*/ 0 h 53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09614" h="535027">
                <a:moveTo>
                  <a:pt x="424113" y="396119"/>
                </a:moveTo>
                <a:lnTo>
                  <a:pt x="422903" y="401354"/>
                </a:lnTo>
                <a:cubicBezTo>
                  <a:pt x="415442" y="433765"/>
                  <a:pt x="405358" y="466177"/>
                  <a:pt x="392856" y="497582"/>
                </a:cubicBezTo>
                <a:lnTo>
                  <a:pt x="389024" y="509661"/>
                </a:lnTo>
                <a:lnTo>
                  <a:pt x="389427" y="509661"/>
                </a:lnTo>
                <a:lnTo>
                  <a:pt x="389226" y="509460"/>
                </a:lnTo>
                <a:lnTo>
                  <a:pt x="400519" y="505031"/>
                </a:lnTo>
                <a:cubicBezTo>
                  <a:pt x="444077" y="487315"/>
                  <a:pt x="481988" y="458125"/>
                  <a:pt x="510019" y="420479"/>
                </a:cubicBezTo>
                <a:lnTo>
                  <a:pt x="515262" y="413634"/>
                </a:lnTo>
                <a:lnTo>
                  <a:pt x="506792" y="411621"/>
                </a:lnTo>
                <a:cubicBezTo>
                  <a:pt x="490458" y="407594"/>
                  <a:pt x="463638" y="401756"/>
                  <a:pt x="429356" y="396925"/>
                </a:cubicBezTo>
                <a:close/>
                <a:moveTo>
                  <a:pt x="183132" y="394912"/>
                </a:moveTo>
                <a:lnTo>
                  <a:pt x="177889" y="395717"/>
                </a:lnTo>
                <a:cubicBezTo>
                  <a:pt x="151674" y="399743"/>
                  <a:pt x="126265" y="404776"/>
                  <a:pt x="102066" y="411218"/>
                </a:cubicBezTo>
                <a:lnTo>
                  <a:pt x="94000" y="413433"/>
                </a:lnTo>
                <a:lnTo>
                  <a:pt x="99042" y="420277"/>
                </a:lnTo>
                <a:cubicBezTo>
                  <a:pt x="126669" y="457319"/>
                  <a:pt x="163975" y="486309"/>
                  <a:pt x="206726" y="504025"/>
                </a:cubicBezTo>
                <a:lnTo>
                  <a:pt x="219027" y="509259"/>
                </a:lnTo>
                <a:lnTo>
                  <a:pt x="218826" y="509259"/>
                </a:lnTo>
                <a:lnTo>
                  <a:pt x="220439" y="509661"/>
                </a:lnTo>
                <a:lnTo>
                  <a:pt x="219027" y="509057"/>
                </a:lnTo>
                <a:lnTo>
                  <a:pt x="214188" y="496777"/>
                </a:lnTo>
                <a:cubicBezTo>
                  <a:pt x="201685" y="465171"/>
                  <a:pt x="191804" y="432759"/>
                  <a:pt x="184342" y="400146"/>
                </a:cubicBezTo>
                <a:close/>
                <a:moveTo>
                  <a:pt x="310378" y="387262"/>
                </a:moveTo>
                <a:lnTo>
                  <a:pt x="310378" y="523552"/>
                </a:lnTo>
                <a:lnTo>
                  <a:pt x="316428" y="523351"/>
                </a:lnTo>
                <a:cubicBezTo>
                  <a:pt x="335383" y="522344"/>
                  <a:pt x="354339" y="519324"/>
                  <a:pt x="372690" y="514292"/>
                </a:cubicBezTo>
                <a:cubicBezTo>
                  <a:pt x="386604" y="481075"/>
                  <a:pt x="403140" y="435779"/>
                  <a:pt x="411206" y="400951"/>
                </a:cubicBezTo>
                <a:lnTo>
                  <a:pt x="412618" y="394710"/>
                </a:lnTo>
                <a:lnTo>
                  <a:pt x="406367" y="393905"/>
                </a:lnTo>
                <a:cubicBezTo>
                  <a:pt x="376320" y="390281"/>
                  <a:pt x="346071" y="388067"/>
                  <a:pt x="316226" y="387463"/>
                </a:cubicBezTo>
                <a:close/>
                <a:moveTo>
                  <a:pt x="293035" y="387262"/>
                </a:moveTo>
                <a:cubicBezTo>
                  <a:pt x="261779" y="387463"/>
                  <a:pt x="230724" y="389275"/>
                  <a:pt x="200878" y="392697"/>
                </a:cubicBezTo>
                <a:lnTo>
                  <a:pt x="194425" y="393502"/>
                </a:lnTo>
                <a:lnTo>
                  <a:pt x="196039" y="399743"/>
                </a:lnTo>
                <a:cubicBezTo>
                  <a:pt x="204105" y="434772"/>
                  <a:pt x="219431" y="479867"/>
                  <a:pt x="233143" y="513486"/>
                </a:cubicBezTo>
                <a:lnTo>
                  <a:pt x="234353" y="513688"/>
                </a:lnTo>
                <a:cubicBezTo>
                  <a:pt x="253511" y="519123"/>
                  <a:pt x="273071" y="522344"/>
                  <a:pt x="292834" y="523351"/>
                </a:cubicBezTo>
                <a:lnTo>
                  <a:pt x="298884" y="523552"/>
                </a:lnTo>
                <a:lnTo>
                  <a:pt x="298884" y="387262"/>
                </a:lnTo>
                <a:close/>
                <a:moveTo>
                  <a:pt x="304732" y="325659"/>
                </a:moveTo>
                <a:lnTo>
                  <a:pt x="310378" y="346797"/>
                </a:lnTo>
                <a:lnTo>
                  <a:pt x="310378" y="375384"/>
                </a:lnTo>
                <a:cubicBezTo>
                  <a:pt x="310378" y="375384"/>
                  <a:pt x="360994" y="375585"/>
                  <a:pt x="409795" y="382229"/>
                </a:cubicBezTo>
                <a:lnTo>
                  <a:pt x="415240" y="383034"/>
                </a:lnTo>
                <a:lnTo>
                  <a:pt x="416248" y="377800"/>
                </a:lnTo>
                <a:cubicBezTo>
                  <a:pt x="419273" y="361896"/>
                  <a:pt x="421895" y="345791"/>
                  <a:pt x="423911" y="329685"/>
                </a:cubicBezTo>
                <a:lnTo>
                  <a:pt x="431776" y="355856"/>
                </a:lnTo>
                <a:cubicBezTo>
                  <a:pt x="430566" y="363506"/>
                  <a:pt x="429154" y="370955"/>
                  <a:pt x="427743" y="378605"/>
                </a:cubicBezTo>
                <a:lnTo>
                  <a:pt x="426533" y="384443"/>
                </a:lnTo>
                <a:lnTo>
                  <a:pt x="432583" y="385450"/>
                </a:lnTo>
                <a:cubicBezTo>
                  <a:pt x="473519" y="391489"/>
                  <a:pt x="503566" y="398535"/>
                  <a:pt x="517682" y="402360"/>
                </a:cubicBezTo>
                <a:lnTo>
                  <a:pt x="521917" y="403367"/>
                </a:lnTo>
                <a:lnTo>
                  <a:pt x="524135" y="399743"/>
                </a:lnTo>
                <a:cubicBezTo>
                  <a:pt x="528773" y="392294"/>
                  <a:pt x="532806" y="384443"/>
                  <a:pt x="536436" y="376391"/>
                </a:cubicBezTo>
                <a:lnTo>
                  <a:pt x="549140" y="376391"/>
                </a:lnTo>
                <a:cubicBezTo>
                  <a:pt x="507397" y="469801"/>
                  <a:pt x="413425" y="535027"/>
                  <a:pt x="304732" y="535027"/>
                </a:cubicBezTo>
                <a:cubicBezTo>
                  <a:pt x="195837" y="535027"/>
                  <a:pt x="101865" y="469801"/>
                  <a:pt x="60122" y="376391"/>
                </a:cubicBezTo>
                <a:lnTo>
                  <a:pt x="72826" y="376391"/>
                </a:lnTo>
                <a:cubicBezTo>
                  <a:pt x="76456" y="384443"/>
                  <a:pt x="80489" y="392294"/>
                  <a:pt x="85127" y="399743"/>
                </a:cubicBezTo>
                <a:lnTo>
                  <a:pt x="87345" y="403568"/>
                </a:lnTo>
                <a:lnTo>
                  <a:pt x="91580" y="402360"/>
                </a:lnTo>
                <a:cubicBezTo>
                  <a:pt x="118602" y="394710"/>
                  <a:pt x="146633" y="388872"/>
                  <a:pt x="174865" y="384443"/>
                </a:cubicBezTo>
                <a:lnTo>
                  <a:pt x="180713" y="383638"/>
                </a:lnTo>
                <a:lnTo>
                  <a:pt x="179503" y="377800"/>
                </a:lnTo>
                <a:cubicBezTo>
                  <a:pt x="178091" y="369948"/>
                  <a:pt x="176679" y="361896"/>
                  <a:pt x="175470" y="354045"/>
                </a:cubicBezTo>
                <a:lnTo>
                  <a:pt x="183536" y="328880"/>
                </a:lnTo>
                <a:cubicBezTo>
                  <a:pt x="185351" y="344985"/>
                  <a:pt x="187972" y="360889"/>
                  <a:pt x="190997" y="376793"/>
                </a:cubicBezTo>
                <a:lnTo>
                  <a:pt x="192005" y="382027"/>
                </a:lnTo>
                <a:lnTo>
                  <a:pt x="197450" y="381423"/>
                </a:lnTo>
                <a:cubicBezTo>
                  <a:pt x="249881" y="375183"/>
                  <a:pt x="298884" y="375384"/>
                  <a:pt x="298884" y="375384"/>
                </a:cubicBezTo>
                <a:lnTo>
                  <a:pt x="299287" y="346797"/>
                </a:lnTo>
                <a:close/>
                <a:moveTo>
                  <a:pt x="414854" y="217483"/>
                </a:moveTo>
                <a:lnTo>
                  <a:pt x="439854" y="217483"/>
                </a:lnTo>
                <a:lnTo>
                  <a:pt x="457597" y="285557"/>
                </a:lnTo>
                <a:cubicBezTo>
                  <a:pt x="461427" y="300461"/>
                  <a:pt x="465056" y="314358"/>
                  <a:pt x="467476" y="328053"/>
                </a:cubicBezTo>
                <a:lnTo>
                  <a:pt x="468282" y="328053"/>
                </a:lnTo>
                <a:cubicBezTo>
                  <a:pt x="471306" y="314559"/>
                  <a:pt x="475742" y="300260"/>
                  <a:pt x="480177" y="285759"/>
                </a:cubicBezTo>
                <a:lnTo>
                  <a:pt x="502154" y="217483"/>
                </a:lnTo>
                <a:lnTo>
                  <a:pt x="522718" y="217483"/>
                </a:lnTo>
                <a:lnTo>
                  <a:pt x="543485" y="284550"/>
                </a:lnTo>
                <a:cubicBezTo>
                  <a:pt x="548323" y="300461"/>
                  <a:pt x="552356" y="314559"/>
                  <a:pt x="555380" y="328255"/>
                </a:cubicBezTo>
                <a:lnTo>
                  <a:pt x="556186" y="328255"/>
                </a:lnTo>
                <a:cubicBezTo>
                  <a:pt x="558404" y="314559"/>
                  <a:pt x="562033" y="300461"/>
                  <a:pt x="566469" y="284752"/>
                </a:cubicBezTo>
                <a:lnTo>
                  <a:pt x="585420" y="217483"/>
                </a:lnTo>
                <a:lnTo>
                  <a:pt x="609614" y="217483"/>
                </a:lnTo>
                <a:lnTo>
                  <a:pt x="566469" y="351416"/>
                </a:lnTo>
                <a:lnTo>
                  <a:pt x="544291" y="351416"/>
                </a:lnTo>
                <a:lnTo>
                  <a:pt x="523726" y="287571"/>
                </a:lnTo>
                <a:cubicBezTo>
                  <a:pt x="519089" y="272466"/>
                  <a:pt x="515258" y="259173"/>
                  <a:pt x="511831" y="243464"/>
                </a:cubicBezTo>
                <a:lnTo>
                  <a:pt x="511226" y="243464"/>
                </a:lnTo>
                <a:cubicBezTo>
                  <a:pt x="508000" y="259576"/>
                  <a:pt x="503766" y="273272"/>
                  <a:pt x="499129" y="287773"/>
                </a:cubicBezTo>
                <a:lnTo>
                  <a:pt x="477556" y="351416"/>
                </a:lnTo>
                <a:lnTo>
                  <a:pt x="455379" y="351416"/>
                </a:lnTo>
                <a:close/>
                <a:moveTo>
                  <a:pt x="207321" y="217483"/>
                </a:moveTo>
                <a:lnTo>
                  <a:pt x="232322" y="217483"/>
                </a:lnTo>
                <a:lnTo>
                  <a:pt x="250065" y="285557"/>
                </a:lnTo>
                <a:cubicBezTo>
                  <a:pt x="253896" y="300461"/>
                  <a:pt x="257526" y="314358"/>
                  <a:pt x="260147" y="328053"/>
                </a:cubicBezTo>
                <a:lnTo>
                  <a:pt x="260953" y="328053"/>
                </a:lnTo>
                <a:cubicBezTo>
                  <a:pt x="263978" y="314559"/>
                  <a:pt x="268413" y="300260"/>
                  <a:pt x="272849" y="285759"/>
                </a:cubicBezTo>
                <a:lnTo>
                  <a:pt x="294826" y="217483"/>
                </a:lnTo>
                <a:lnTo>
                  <a:pt x="315190" y="217483"/>
                </a:lnTo>
                <a:lnTo>
                  <a:pt x="335958" y="284349"/>
                </a:lnTo>
                <a:cubicBezTo>
                  <a:pt x="340999" y="300461"/>
                  <a:pt x="344829" y="314559"/>
                  <a:pt x="347854" y="328255"/>
                </a:cubicBezTo>
                <a:lnTo>
                  <a:pt x="348660" y="328255"/>
                </a:lnTo>
                <a:cubicBezTo>
                  <a:pt x="350878" y="314559"/>
                  <a:pt x="354507" y="300461"/>
                  <a:pt x="358943" y="284752"/>
                </a:cubicBezTo>
                <a:lnTo>
                  <a:pt x="378098" y="217483"/>
                </a:lnTo>
                <a:lnTo>
                  <a:pt x="402293" y="217483"/>
                </a:lnTo>
                <a:lnTo>
                  <a:pt x="358943" y="351416"/>
                </a:lnTo>
                <a:lnTo>
                  <a:pt x="336764" y="351416"/>
                </a:lnTo>
                <a:lnTo>
                  <a:pt x="316400" y="287571"/>
                </a:lnTo>
                <a:cubicBezTo>
                  <a:pt x="311561" y="272466"/>
                  <a:pt x="307730" y="259173"/>
                  <a:pt x="304504" y="243464"/>
                </a:cubicBezTo>
                <a:lnTo>
                  <a:pt x="303899" y="243464"/>
                </a:lnTo>
                <a:cubicBezTo>
                  <a:pt x="300472" y="259576"/>
                  <a:pt x="296439" y="273272"/>
                  <a:pt x="291600" y="287773"/>
                </a:cubicBezTo>
                <a:lnTo>
                  <a:pt x="270026" y="351416"/>
                </a:lnTo>
                <a:lnTo>
                  <a:pt x="247848" y="351416"/>
                </a:lnTo>
                <a:close/>
                <a:moveTo>
                  <a:pt x="0" y="217483"/>
                </a:moveTo>
                <a:lnTo>
                  <a:pt x="25009" y="217483"/>
                </a:lnTo>
                <a:lnTo>
                  <a:pt x="42758" y="285557"/>
                </a:lnTo>
                <a:cubicBezTo>
                  <a:pt x="46590" y="300461"/>
                  <a:pt x="50220" y="314358"/>
                  <a:pt x="52640" y="328053"/>
                </a:cubicBezTo>
                <a:lnTo>
                  <a:pt x="53447" y="328053"/>
                </a:lnTo>
                <a:cubicBezTo>
                  <a:pt x="56473" y="314559"/>
                  <a:pt x="60910" y="300260"/>
                  <a:pt x="65347" y="285759"/>
                </a:cubicBezTo>
                <a:lnTo>
                  <a:pt x="87331" y="217483"/>
                </a:lnTo>
                <a:lnTo>
                  <a:pt x="107701" y="217483"/>
                </a:lnTo>
                <a:lnTo>
                  <a:pt x="128677" y="284550"/>
                </a:lnTo>
                <a:cubicBezTo>
                  <a:pt x="133517" y="300461"/>
                  <a:pt x="137551" y="314559"/>
                  <a:pt x="140577" y="328255"/>
                </a:cubicBezTo>
                <a:lnTo>
                  <a:pt x="141383" y="328255"/>
                </a:lnTo>
                <a:cubicBezTo>
                  <a:pt x="143602" y="314559"/>
                  <a:pt x="147232" y="300461"/>
                  <a:pt x="151669" y="284752"/>
                </a:cubicBezTo>
                <a:lnTo>
                  <a:pt x="170830" y="217483"/>
                </a:lnTo>
                <a:lnTo>
                  <a:pt x="194831" y="217483"/>
                </a:lnTo>
                <a:lnTo>
                  <a:pt x="151669" y="351416"/>
                </a:lnTo>
                <a:lnTo>
                  <a:pt x="129484" y="351416"/>
                </a:lnTo>
                <a:lnTo>
                  <a:pt x="108911" y="287571"/>
                </a:lnTo>
                <a:cubicBezTo>
                  <a:pt x="104273" y="272466"/>
                  <a:pt x="100441" y="259173"/>
                  <a:pt x="97012" y="243464"/>
                </a:cubicBezTo>
                <a:lnTo>
                  <a:pt x="96407" y="243464"/>
                </a:lnTo>
                <a:cubicBezTo>
                  <a:pt x="93180" y="259576"/>
                  <a:pt x="88944" y="273272"/>
                  <a:pt x="84306" y="287773"/>
                </a:cubicBezTo>
                <a:lnTo>
                  <a:pt x="62725" y="351416"/>
                </a:lnTo>
                <a:lnTo>
                  <a:pt x="40539" y="351416"/>
                </a:lnTo>
                <a:close/>
                <a:moveTo>
                  <a:pt x="200680" y="33224"/>
                </a:moveTo>
                <a:lnTo>
                  <a:pt x="188580" y="39467"/>
                </a:lnTo>
                <a:cubicBezTo>
                  <a:pt x="155707" y="56180"/>
                  <a:pt x="126062" y="80544"/>
                  <a:pt x="103072" y="109742"/>
                </a:cubicBezTo>
                <a:lnTo>
                  <a:pt x="97425" y="116789"/>
                </a:lnTo>
                <a:lnTo>
                  <a:pt x="106298" y="118803"/>
                </a:lnTo>
                <a:cubicBezTo>
                  <a:pt x="120012" y="122025"/>
                  <a:pt x="142599" y="126857"/>
                  <a:pt x="171034" y="131287"/>
                </a:cubicBezTo>
                <a:lnTo>
                  <a:pt x="176681" y="132093"/>
                </a:lnTo>
                <a:lnTo>
                  <a:pt x="177689" y="126455"/>
                </a:lnTo>
                <a:cubicBezTo>
                  <a:pt x="183740" y="91015"/>
                  <a:pt x="191403" y="63227"/>
                  <a:pt x="196646" y="46112"/>
                </a:cubicBezTo>
                <a:close/>
                <a:moveTo>
                  <a:pt x="406383" y="32218"/>
                </a:moveTo>
                <a:lnTo>
                  <a:pt x="410416" y="45105"/>
                </a:lnTo>
                <a:cubicBezTo>
                  <a:pt x="415862" y="62825"/>
                  <a:pt x="423929" y="91418"/>
                  <a:pt x="429979" y="128065"/>
                </a:cubicBezTo>
                <a:lnTo>
                  <a:pt x="430987" y="133502"/>
                </a:lnTo>
                <a:lnTo>
                  <a:pt x="436634" y="132697"/>
                </a:lnTo>
                <a:cubicBezTo>
                  <a:pt x="459826" y="129072"/>
                  <a:pt x="482211" y="124441"/>
                  <a:pt x="503387" y="119004"/>
                </a:cubicBezTo>
                <a:lnTo>
                  <a:pt x="511857" y="116789"/>
                </a:lnTo>
                <a:lnTo>
                  <a:pt x="506412" y="109943"/>
                </a:lnTo>
                <a:cubicBezTo>
                  <a:pt x="482816" y="79940"/>
                  <a:pt x="452364" y="55173"/>
                  <a:pt x="418484" y="38259"/>
                </a:cubicBezTo>
                <a:close/>
                <a:moveTo>
                  <a:pt x="310388" y="11478"/>
                </a:moveTo>
                <a:lnTo>
                  <a:pt x="310388" y="142161"/>
                </a:lnTo>
                <a:lnTo>
                  <a:pt x="316237" y="141959"/>
                </a:lnTo>
                <a:cubicBezTo>
                  <a:pt x="349310" y="141959"/>
                  <a:pt x="382183" y="139744"/>
                  <a:pt x="413845" y="135919"/>
                </a:cubicBezTo>
                <a:lnTo>
                  <a:pt x="419694" y="135113"/>
                </a:lnTo>
                <a:lnTo>
                  <a:pt x="418685" y="129274"/>
                </a:lnTo>
                <a:cubicBezTo>
                  <a:pt x="410013" y="78329"/>
                  <a:pt x="397913" y="42487"/>
                  <a:pt x="393073" y="29600"/>
                </a:cubicBezTo>
                <a:lnTo>
                  <a:pt x="392266" y="26982"/>
                </a:lnTo>
                <a:lnTo>
                  <a:pt x="389644" y="26177"/>
                </a:lnTo>
                <a:cubicBezTo>
                  <a:pt x="366049" y="17720"/>
                  <a:pt x="341445" y="12887"/>
                  <a:pt x="316438" y="11880"/>
                </a:cubicBezTo>
                <a:close/>
                <a:moveTo>
                  <a:pt x="298893" y="11478"/>
                </a:moveTo>
                <a:lnTo>
                  <a:pt x="292843" y="11880"/>
                </a:lnTo>
                <a:cubicBezTo>
                  <a:pt x="267029" y="13088"/>
                  <a:pt x="241820" y="17921"/>
                  <a:pt x="217620" y="26781"/>
                </a:cubicBezTo>
                <a:lnTo>
                  <a:pt x="214998" y="27586"/>
                </a:lnTo>
                <a:lnTo>
                  <a:pt x="214192" y="30204"/>
                </a:lnTo>
                <a:cubicBezTo>
                  <a:pt x="208343" y="46112"/>
                  <a:pt x="197453" y="80142"/>
                  <a:pt x="188983" y="127663"/>
                </a:cubicBezTo>
                <a:lnTo>
                  <a:pt x="187975" y="133704"/>
                </a:lnTo>
                <a:lnTo>
                  <a:pt x="194025" y="134509"/>
                </a:lnTo>
                <a:cubicBezTo>
                  <a:pt x="226897" y="138738"/>
                  <a:pt x="260374" y="141154"/>
                  <a:pt x="293045" y="141758"/>
                </a:cubicBezTo>
                <a:lnTo>
                  <a:pt x="298893" y="141959"/>
                </a:lnTo>
                <a:close/>
                <a:moveTo>
                  <a:pt x="304741" y="0"/>
                </a:moveTo>
                <a:cubicBezTo>
                  <a:pt x="431189" y="0"/>
                  <a:pt x="537469" y="88196"/>
                  <a:pt x="565299" y="205992"/>
                </a:cubicBezTo>
                <a:lnTo>
                  <a:pt x="558241" y="230961"/>
                </a:lnTo>
                <a:cubicBezTo>
                  <a:pt x="552997" y="195119"/>
                  <a:pt x="540292" y="160686"/>
                  <a:pt x="520730" y="130079"/>
                </a:cubicBezTo>
                <a:lnTo>
                  <a:pt x="518512" y="126455"/>
                </a:lnTo>
                <a:lnTo>
                  <a:pt x="514478" y="127663"/>
                </a:lnTo>
                <a:cubicBezTo>
                  <a:pt x="489471" y="134509"/>
                  <a:pt x="463859" y="140147"/>
                  <a:pt x="438449" y="144174"/>
                </a:cubicBezTo>
                <a:lnTo>
                  <a:pt x="432802" y="144980"/>
                </a:lnTo>
                <a:lnTo>
                  <a:pt x="433609" y="150618"/>
                </a:lnTo>
                <a:cubicBezTo>
                  <a:pt x="435626" y="165720"/>
                  <a:pt x="437239" y="181225"/>
                  <a:pt x="438247" y="196528"/>
                </a:cubicBezTo>
                <a:lnTo>
                  <a:pt x="433609" y="196528"/>
                </a:lnTo>
                <a:lnTo>
                  <a:pt x="426954" y="196528"/>
                </a:lnTo>
                <a:cubicBezTo>
                  <a:pt x="425744" y="181829"/>
                  <a:pt x="424332" y="166928"/>
                  <a:pt x="422315" y="152229"/>
                </a:cubicBezTo>
                <a:lnTo>
                  <a:pt x="421509" y="146792"/>
                </a:lnTo>
                <a:lnTo>
                  <a:pt x="415862" y="147396"/>
                </a:lnTo>
                <a:cubicBezTo>
                  <a:pt x="383998" y="151423"/>
                  <a:pt x="350319" y="153638"/>
                  <a:pt x="316035" y="153840"/>
                </a:cubicBezTo>
                <a:lnTo>
                  <a:pt x="310388" y="154041"/>
                </a:lnTo>
                <a:lnTo>
                  <a:pt x="310388" y="196528"/>
                </a:lnTo>
                <a:lnTo>
                  <a:pt x="298893" y="196528"/>
                </a:lnTo>
                <a:lnTo>
                  <a:pt x="298893" y="153840"/>
                </a:lnTo>
                <a:lnTo>
                  <a:pt x="293246" y="153840"/>
                </a:lnTo>
                <a:cubicBezTo>
                  <a:pt x="259567" y="153034"/>
                  <a:pt x="225284" y="150618"/>
                  <a:pt x="191806" y="146188"/>
                </a:cubicBezTo>
                <a:lnTo>
                  <a:pt x="186160" y="145383"/>
                </a:lnTo>
                <a:lnTo>
                  <a:pt x="185353" y="151021"/>
                </a:lnTo>
                <a:cubicBezTo>
                  <a:pt x="183336" y="166123"/>
                  <a:pt x="181723" y="181225"/>
                  <a:pt x="180513" y="196528"/>
                </a:cubicBezTo>
                <a:lnTo>
                  <a:pt x="176278" y="196528"/>
                </a:lnTo>
                <a:lnTo>
                  <a:pt x="169219" y="196528"/>
                </a:lnTo>
                <a:cubicBezTo>
                  <a:pt x="170228" y="180822"/>
                  <a:pt x="171841" y="164915"/>
                  <a:pt x="174059" y="149410"/>
                </a:cubicBezTo>
                <a:lnTo>
                  <a:pt x="174866" y="143772"/>
                </a:lnTo>
                <a:lnTo>
                  <a:pt x="169219" y="142966"/>
                </a:lnTo>
                <a:cubicBezTo>
                  <a:pt x="135742" y="137731"/>
                  <a:pt x="110130" y="131891"/>
                  <a:pt x="94602" y="127864"/>
                </a:cubicBezTo>
                <a:lnTo>
                  <a:pt x="90568" y="126857"/>
                </a:lnTo>
                <a:lnTo>
                  <a:pt x="88350" y="130280"/>
                </a:lnTo>
                <a:cubicBezTo>
                  <a:pt x="68989" y="160686"/>
                  <a:pt x="56486" y="194716"/>
                  <a:pt x="51243" y="229954"/>
                </a:cubicBezTo>
                <a:lnTo>
                  <a:pt x="44386" y="204180"/>
                </a:lnTo>
                <a:cubicBezTo>
                  <a:pt x="73023" y="87189"/>
                  <a:pt x="178899" y="0"/>
                  <a:pt x="3047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hree-presentation-cards_82220">
            <a:extLst>
              <a:ext uri="{FF2B5EF4-FFF2-40B4-BE49-F238E27FC236}">
                <a16:creationId xmlns:a16="http://schemas.microsoft.com/office/drawing/2014/main" id="{82ADB9A8-8942-B155-1440-1C435ED08E55}"/>
              </a:ext>
            </a:extLst>
          </p:cNvPr>
          <p:cNvSpPr/>
          <p:nvPr/>
        </p:nvSpPr>
        <p:spPr>
          <a:xfrm>
            <a:off x="5765889" y="4337525"/>
            <a:ext cx="497941" cy="609685"/>
          </a:xfrm>
          <a:custGeom>
            <a:avLst/>
            <a:gdLst>
              <a:gd name="connsiteX0" fmla="*/ 92587 w 494805"/>
              <a:gd name="connsiteY0" fmla="*/ 334315 h 605845"/>
              <a:gd name="connsiteX1" fmla="*/ 102932 w 494805"/>
              <a:gd name="connsiteY1" fmla="*/ 336041 h 605845"/>
              <a:gd name="connsiteX2" fmla="*/ 242635 w 494805"/>
              <a:gd name="connsiteY2" fmla="*/ 423921 h 605845"/>
              <a:gd name="connsiteX3" fmla="*/ 246937 w 494805"/>
              <a:gd name="connsiteY3" fmla="*/ 442745 h 605845"/>
              <a:gd name="connsiteX4" fmla="*/ 235363 w 494805"/>
              <a:gd name="connsiteY4" fmla="*/ 449190 h 605845"/>
              <a:gd name="connsiteX5" fmla="*/ 228091 w 494805"/>
              <a:gd name="connsiteY5" fmla="*/ 447042 h 605845"/>
              <a:gd name="connsiteX6" fmla="*/ 88388 w 494805"/>
              <a:gd name="connsiteY6" fmla="*/ 359162 h 605845"/>
              <a:gd name="connsiteX7" fmla="*/ 84086 w 494805"/>
              <a:gd name="connsiteY7" fmla="*/ 340338 h 605845"/>
              <a:gd name="connsiteX8" fmla="*/ 92587 w 494805"/>
              <a:gd name="connsiteY8" fmla="*/ 334315 h 605845"/>
              <a:gd name="connsiteX9" fmla="*/ 182952 w 494805"/>
              <a:gd name="connsiteY9" fmla="*/ 322915 h 605845"/>
              <a:gd name="connsiteX10" fmla="*/ 193259 w 494805"/>
              <a:gd name="connsiteY10" fmla="*/ 324680 h 605845"/>
              <a:gd name="connsiteX11" fmla="*/ 242634 w 494805"/>
              <a:gd name="connsiteY11" fmla="*/ 355784 h 605845"/>
              <a:gd name="connsiteX12" fmla="*/ 246936 w 494805"/>
              <a:gd name="connsiteY12" fmla="*/ 374610 h 605845"/>
              <a:gd name="connsiteX13" fmla="*/ 235361 w 494805"/>
              <a:gd name="connsiteY13" fmla="*/ 380953 h 605845"/>
              <a:gd name="connsiteX14" fmla="*/ 228088 w 494805"/>
              <a:gd name="connsiteY14" fmla="*/ 378804 h 605845"/>
              <a:gd name="connsiteX15" fmla="*/ 178713 w 494805"/>
              <a:gd name="connsiteY15" fmla="*/ 347803 h 605845"/>
              <a:gd name="connsiteX16" fmla="*/ 174411 w 494805"/>
              <a:gd name="connsiteY16" fmla="*/ 328978 h 605845"/>
              <a:gd name="connsiteX17" fmla="*/ 182952 w 494805"/>
              <a:gd name="connsiteY17" fmla="*/ 322915 h 605845"/>
              <a:gd name="connsiteX18" fmla="*/ 92579 w 494805"/>
              <a:gd name="connsiteY18" fmla="*/ 266092 h 605845"/>
              <a:gd name="connsiteX19" fmla="*/ 102915 w 494805"/>
              <a:gd name="connsiteY19" fmla="*/ 267908 h 605845"/>
              <a:gd name="connsiteX20" fmla="*/ 152247 w 494805"/>
              <a:gd name="connsiteY20" fmla="*/ 298909 h 605845"/>
              <a:gd name="connsiteX21" fmla="*/ 156545 w 494805"/>
              <a:gd name="connsiteY21" fmla="*/ 317735 h 605845"/>
              <a:gd name="connsiteX22" fmla="*/ 144980 w 494805"/>
              <a:gd name="connsiteY22" fmla="*/ 324078 h 605845"/>
              <a:gd name="connsiteX23" fmla="*/ 137714 w 494805"/>
              <a:gd name="connsiteY23" fmla="*/ 322032 h 605845"/>
              <a:gd name="connsiteX24" fmla="*/ 88382 w 494805"/>
              <a:gd name="connsiteY24" fmla="*/ 290928 h 605845"/>
              <a:gd name="connsiteX25" fmla="*/ 84084 w 494805"/>
              <a:gd name="connsiteY25" fmla="*/ 272103 h 605845"/>
              <a:gd name="connsiteX26" fmla="*/ 92579 w 494805"/>
              <a:gd name="connsiteY26" fmla="*/ 266092 h 605845"/>
              <a:gd name="connsiteX27" fmla="*/ 27343 w 494805"/>
              <a:gd name="connsiteY27" fmla="*/ 147430 h 605845"/>
              <a:gd name="connsiteX28" fmla="*/ 27343 w 494805"/>
              <a:gd name="connsiteY28" fmla="*/ 393718 h 605845"/>
              <a:gd name="connsiteX29" fmla="*/ 303640 w 494805"/>
              <a:gd name="connsiteY29" fmla="*/ 567490 h 605845"/>
              <a:gd name="connsiteX30" fmla="*/ 303640 w 494805"/>
              <a:gd name="connsiteY30" fmla="*/ 321100 h 605845"/>
              <a:gd name="connsiteX31" fmla="*/ 7066 w 494805"/>
              <a:gd name="connsiteY31" fmla="*/ 110711 h 605845"/>
              <a:gd name="connsiteX32" fmla="*/ 20994 w 494805"/>
              <a:gd name="connsiteY32" fmla="*/ 111120 h 605845"/>
              <a:gd name="connsiteX33" fmla="*/ 324532 w 494805"/>
              <a:gd name="connsiteY33" fmla="*/ 302076 h 605845"/>
              <a:gd name="connsiteX34" fmla="*/ 330881 w 494805"/>
              <a:gd name="connsiteY34" fmla="*/ 313633 h 605845"/>
              <a:gd name="connsiteX35" fmla="*/ 330881 w 494805"/>
              <a:gd name="connsiteY35" fmla="*/ 592140 h 605845"/>
              <a:gd name="connsiteX36" fmla="*/ 323917 w 494805"/>
              <a:gd name="connsiteY36" fmla="*/ 604106 h 605845"/>
              <a:gd name="connsiteX37" fmla="*/ 317261 w 494805"/>
              <a:gd name="connsiteY37" fmla="*/ 605845 h 605845"/>
              <a:gd name="connsiteX38" fmla="*/ 309990 w 494805"/>
              <a:gd name="connsiteY38" fmla="*/ 603697 h 605845"/>
              <a:gd name="connsiteX39" fmla="*/ 6452 w 494805"/>
              <a:gd name="connsiteY39" fmla="*/ 412844 h 605845"/>
              <a:gd name="connsiteX40" fmla="*/ 0 w 494805"/>
              <a:gd name="connsiteY40" fmla="*/ 401287 h 605845"/>
              <a:gd name="connsiteX41" fmla="*/ 0 w 494805"/>
              <a:gd name="connsiteY41" fmla="*/ 122678 h 605845"/>
              <a:gd name="connsiteX42" fmla="*/ 7066 w 494805"/>
              <a:gd name="connsiteY42" fmla="*/ 110711 h 605845"/>
              <a:gd name="connsiteX43" fmla="*/ 88994 w 494805"/>
              <a:gd name="connsiteY43" fmla="*/ 56196 h 605845"/>
              <a:gd name="connsiteX44" fmla="*/ 102924 w 494805"/>
              <a:gd name="connsiteY44" fmla="*/ 56605 h 605845"/>
              <a:gd name="connsiteX45" fmla="*/ 406527 w 494805"/>
              <a:gd name="connsiteY45" fmla="*/ 247560 h 605845"/>
              <a:gd name="connsiteX46" fmla="*/ 412878 w 494805"/>
              <a:gd name="connsiteY46" fmla="*/ 259015 h 605845"/>
              <a:gd name="connsiteX47" fmla="*/ 412878 w 494805"/>
              <a:gd name="connsiteY47" fmla="*/ 537624 h 605845"/>
              <a:gd name="connsiteX48" fmla="*/ 405913 w 494805"/>
              <a:gd name="connsiteY48" fmla="*/ 549591 h 605845"/>
              <a:gd name="connsiteX49" fmla="*/ 399255 w 494805"/>
              <a:gd name="connsiteY49" fmla="*/ 551227 h 605845"/>
              <a:gd name="connsiteX50" fmla="*/ 391982 w 494805"/>
              <a:gd name="connsiteY50" fmla="*/ 549181 h 605845"/>
              <a:gd name="connsiteX51" fmla="*/ 351010 w 494805"/>
              <a:gd name="connsiteY51" fmla="*/ 523407 h 605845"/>
              <a:gd name="connsiteX52" fmla="*/ 346708 w 494805"/>
              <a:gd name="connsiteY52" fmla="*/ 504588 h 605845"/>
              <a:gd name="connsiteX53" fmla="*/ 365555 w 494805"/>
              <a:gd name="connsiteY53" fmla="*/ 500292 h 605845"/>
              <a:gd name="connsiteX54" fmla="*/ 385632 w 494805"/>
              <a:gd name="connsiteY54" fmla="*/ 512975 h 605845"/>
              <a:gd name="connsiteX55" fmla="*/ 385632 w 494805"/>
              <a:gd name="connsiteY55" fmla="*/ 266584 h 605845"/>
              <a:gd name="connsiteX56" fmla="*/ 109275 w 494805"/>
              <a:gd name="connsiteY56" fmla="*/ 92812 h 605845"/>
              <a:gd name="connsiteX57" fmla="*/ 109275 w 494805"/>
              <a:gd name="connsiteY57" fmla="*/ 125848 h 605845"/>
              <a:gd name="connsiteX58" fmla="*/ 95652 w 494805"/>
              <a:gd name="connsiteY58" fmla="*/ 139451 h 605845"/>
              <a:gd name="connsiteX59" fmla="*/ 81926 w 494805"/>
              <a:gd name="connsiteY59" fmla="*/ 125848 h 605845"/>
              <a:gd name="connsiteX60" fmla="*/ 81926 w 494805"/>
              <a:gd name="connsiteY60" fmla="*/ 68162 h 605845"/>
              <a:gd name="connsiteX61" fmla="*/ 88994 w 494805"/>
              <a:gd name="connsiteY61" fmla="*/ 56196 h 605845"/>
              <a:gd name="connsiteX62" fmla="*/ 170921 w 494805"/>
              <a:gd name="connsiteY62" fmla="*/ 1720 h 605845"/>
              <a:gd name="connsiteX63" fmla="*/ 184851 w 494805"/>
              <a:gd name="connsiteY63" fmla="*/ 2129 h 605845"/>
              <a:gd name="connsiteX64" fmla="*/ 488454 w 494805"/>
              <a:gd name="connsiteY64" fmla="*/ 192982 h 605845"/>
              <a:gd name="connsiteX65" fmla="*/ 494805 w 494805"/>
              <a:gd name="connsiteY65" fmla="*/ 204539 h 605845"/>
              <a:gd name="connsiteX66" fmla="*/ 494805 w 494805"/>
              <a:gd name="connsiteY66" fmla="*/ 483148 h 605845"/>
              <a:gd name="connsiteX67" fmla="*/ 487840 w 494805"/>
              <a:gd name="connsiteY67" fmla="*/ 495115 h 605845"/>
              <a:gd name="connsiteX68" fmla="*/ 481182 w 494805"/>
              <a:gd name="connsiteY68" fmla="*/ 496751 h 605845"/>
              <a:gd name="connsiteX69" fmla="*/ 473909 w 494805"/>
              <a:gd name="connsiteY69" fmla="*/ 494705 h 605845"/>
              <a:gd name="connsiteX70" fmla="*/ 432937 w 494805"/>
              <a:gd name="connsiteY70" fmla="*/ 468931 h 605845"/>
              <a:gd name="connsiteX71" fmla="*/ 428635 w 494805"/>
              <a:gd name="connsiteY71" fmla="*/ 450112 h 605845"/>
              <a:gd name="connsiteX72" fmla="*/ 447482 w 494805"/>
              <a:gd name="connsiteY72" fmla="*/ 445816 h 605845"/>
              <a:gd name="connsiteX73" fmla="*/ 467559 w 494805"/>
              <a:gd name="connsiteY73" fmla="*/ 458396 h 605845"/>
              <a:gd name="connsiteX74" fmla="*/ 467559 w 494805"/>
              <a:gd name="connsiteY74" fmla="*/ 212108 h 605845"/>
              <a:gd name="connsiteX75" fmla="*/ 191202 w 494805"/>
              <a:gd name="connsiteY75" fmla="*/ 38336 h 605845"/>
              <a:gd name="connsiteX76" fmla="*/ 191202 w 494805"/>
              <a:gd name="connsiteY76" fmla="*/ 71372 h 605845"/>
              <a:gd name="connsiteX77" fmla="*/ 177579 w 494805"/>
              <a:gd name="connsiteY77" fmla="*/ 84975 h 605845"/>
              <a:gd name="connsiteX78" fmla="*/ 163853 w 494805"/>
              <a:gd name="connsiteY78" fmla="*/ 71372 h 605845"/>
              <a:gd name="connsiteX79" fmla="*/ 163853 w 494805"/>
              <a:gd name="connsiteY79" fmla="*/ 13584 h 605845"/>
              <a:gd name="connsiteX80" fmla="*/ 170921 w 494805"/>
              <a:gd name="connsiteY80" fmla="*/ 1720 h 60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494805" h="605845">
                <a:moveTo>
                  <a:pt x="92587" y="334315"/>
                </a:moveTo>
                <a:cubicBezTo>
                  <a:pt x="95993" y="333534"/>
                  <a:pt x="99706" y="334046"/>
                  <a:pt x="102932" y="336041"/>
                </a:cubicBezTo>
                <a:lnTo>
                  <a:pt x="242635" y="423921"/>
                </a:lnTo>
                <a:cubicBezTo>
                  <a:pt x="248985" y="428013"/>
                  <a:pt x="250931" y="436402"/>
                  <a:pt x="246937" y="442745"/>
                </a:cubicBezTo>
                <a:cubicBezTo>
                  <a:pt x="244376" y="446837"/>
                  <a:pt x="239869" y="449190"/>
                  <a:pt x="235363" y="449190"/>
                </a:cubicBezTo>
                <a:cubicBezTo>
                  <a:pt x="232905" y="449190"/>
                  <a:pt x="230344" y="448474"/>
                  <a:pt x="228091" y="447042"/>
                </a:cubicBezTo>
                <a:lnTo>
                  <a:pt x="88388" y="359162"/>
                </a:lnTo>
                <a:cubicBezTo>
                  <a:pt x="81936" y="355172"/>
                  <a:pt x="80092" y="346681"/>
                  <a:pt x="84086" y="340338"/>
                </a:cubicBezTo>
                <a:cubicBezTo>
                  <a:pt x="86084" y="337166"/>
                  <a:pt x="89182" y="335095"/>
                  <a:pt x="92587" y="334315"/>
                </a:cubicBezTo>
                <a:close/>
                <a:moveTo>
                  <a:pt x="182952" y="322915"/>
                </a:moveTo>
                <a:cubicBezTo>
                  <a:pt x="186370" y="322148"/>
                  <a:pt x="190084" y="322685"/>
                  <a:pt x="193259" y="324680"/>
                </a:cubicBezTo>
                <a:lnTo>
                  <a:pt x="242634" y="355784"/>
                </a:lnTo>
                <a:cubicBezTo>
                  <a:pt x="248985" y="359774"/>
                  <a:pt x="250931" y="368164"/>
                  <a:pt x="246936" y="374610"/>
                </a:cubicBezTo>
                <a:cubicBezTo>
                  <a:pt x="244375" y="378702"/>
                  <a:pt x="239868" y="380953"/>
                  <a:pt x="235361" y="380953"/>
                </a:cubicBezTo>
                <a:cubicBezTo>
                  <a:pt x="232902" y="380953"/>
                  <a:pt x="230341" y="380237"/>
                  <a:pt x="228088" y="378804"/>
                </a:cubicBezTo>
                <a:lnTo>
                  <a:pt x="178713" y="347803"/>
                </a:lnTo>
                <a:cubicBezTo>
                  <a:pt x="172362" y="343711"/>
                  <a:pt x="170416" y="335321"/>
                  <a:pt x="174411" y="328978"/>
                </a:cubicBezTo>
                <a:cubicBezTo>
                  <a:pt x="176408" y="325755"/>
                  <a:pt x="179533" y="323683"/>
                  <a:pt x="182952" y="322915"/>
                </a:cubicBezTo>
                <a:close/>
                <a:moveTo>
                  <a:pt x="92579" y="266092"/>
                </a:moveTo>
                <a:cubicBezTo>
                  <a:pt x="95982" y="265324"/>
                  <a:pt x="99692" y="265861"/>
                  <a:pt x="102915" y="267908"/>
                </a:cubicBezTo>
                <a:lnTo>
                  <a:pt x="152247" y="298909"/>
                </a:lnTo>
                <a:cubicBezTo>
                  <a:pt x="158592" y="302899"/>
                  <a:pt x="160537" y="311391"/>
                  <a:pt x="156545" y="317735"/>
                </a:cubicBezTo>
                <a:cubicBezTo>
                  <a:pt x="153884" y="321827"/>
                  <a:pt x="149483" y="324078"/>
                  <a:pt x="144980" y="324078"/>
                </a:cubicBezTo>
                <a:cubicBezTo>
                  <a:pt x="142422" y="324078"/>
                  <a:pt x="139965" y="323464"/>
                  <a:pt x="137714" y="322032"/>
                </a:cubicBezTo>
                <a:lnTo>
                  <a:pt x="88382" y="290928"/>
                </a:lnTo>
                <a:cubicBezTo>
                  <a:pt x="81934" y="286938"/>
                  <a:pt x="80092" y="278548"/>
                  <a:pt x="84084" y="272103"/>
                </a:cubicBezTo>
                <a:cubicBezTo>
                  <a:pt x="86080" y="268931"/>
                  <a:pt x="89176" y="266859"/>
                  <a:pt x="92579" y="266092"/>
                </a:cubicBezTo>
                <a:close/>
                <a:moveTo>
                  <a:pt x="27343" y="147430"/>
                </a:moveTo>
                <a:lnTo>
                  <a:pt x="27343" y="393718"/>
                </a:lnTo>
                <a:lnTo>
                  <a:pt x="303640" y="567490"/>
                </a:lnTo>
                <a:lnTo>
                  <a:pt x="303640" y="321100"/>
                </a:lnTo>
                <a:close/>
                <a:moveTo>
                  <a:pt x="7066" y="110711"/>
                </a:moveTo>
                <a:cubicBezTo>
                  <a:pt x="11470" y="108359"/>
                  <a:pt x="16795" y="108461"/>
                  <a:pt x="20994" y="111120"/>
                </a:cubicBezTo>
                <a:lnTo>
                  <a:pt x="324532" y="302076"/>
                </a:lnTo>
                <a:cubicBezTo>
                  <a:pt x="328526" y="304531"/>
                  <a:pt x="330881" y="308929"/>
                  <a:pt x="330881" y="313633"/>
                </a:cubicBezTo>
                <a:lnTo>
                  <a:pt x="330881" y="592140"/>
                </a:lnTo>
                <a:cubicBezTo>
                  <a:pt x="330881" y="597151"/>
                  <a:pt x="328218" y="601754"/>
                  <a:pt x="323917" y="604106"/>
                </a:cubicBezTo>
                <a:cubicBezTo>
                  <a:pt x="321767" y="605231"/>
                  <a:pt x="319514" y="605845"/>
                  <a:pt x="317261" y="605845"/>
                </a:cubicBezTo>
                <a:cubicBezTo>
                  <a:pt x="314700" y="605845"/>
                  <a:pt x="312243" y="605129"/>
                  <a:pt x="309990" y="603697"/>
                </a:cubicBezTo>
                <a:lnTo>
                  <a:pt x="6452" y="412844"/>
                </a:lnTo>
                <a:cubicBezTo>
                  <a:pt x="2458" y="410287"/>
                  <a:pt x="0" y="405992"/>
                  <a:pt x="0" y="401287"/>
                </a:cubicBezTo>
                <a:lnTo>
                  <a:pt x="0" y="122678"/>
                </a:lnTo>
                <a:cubicBezTo>
                  <a:pt x="0" y="117666"/>
                  <a:pt x="2765" y="113166"/>
                  <a:pt x="7066" y="110711"/>
                </a:cubicBezTo>
                <a:close/>
                <a:moveTo>
                  <a:pt x="88994" y="56196"/>
                </a:moveTo>
                <a:cubicBezTo>
                  <a:pt x="93398" y="53741"/>
                  <a:pt x="98725" y="53945"/>
                  <a:pt x="102924" y="56605"/>
                </a:cubicBezTo>
                <a:lnTo>
                  <a:pt x="406527" y="247560"/>
                </a:lnTo>
                <a:cubicBezTo>
                  <a:pt x="410522" y="250015"/>
                  <a:pt x="412878" y="254413"/>
                  <a:pt x="412878" y="259015"/>
                </a:cubicBezTo>
                <a:lnTo>
                  <a:pt x="412878" y="537624"/>
                </a:lnTo>
                <a:cubicBezTo>
                  <a:pt x="412878" y="542636"/>
                  <a:pt x="410215" y="547136"/>
                  <a:pt x="405913" y="549591"/>
                </a:cubicBezTo>
                <a:cubicBezTo>
                  <a:pt x="403762" y="550716"/>
                  <a:pt x="401508" y="551227"/>
                  <a:pt x="399255" y="551227"/>
                </a:cubicBezTo>
                <a:cubicBezTo>
                  <a:pt x="396694" y="551227"/>
                  <a:pt x="394236" y="550613"/>
                  <a:pt x="391982" y="549181"/>
                </a:cubicBezTo>
                <a:lnTo>
                  <a:pt x="351010" y="523407"/>
                </a:lnTo>
                <a:cubicBezTo>
                  <a:pt x="344659" y="519418"/>
                  <a:pt x="342713" y="511031"/>
                  <a:pt x="346708" y="504588"/>
                </a:cubicBezTo>
                <a:cubicBezTo>
                  <a:pt x="350805" y="498246"/>
                  <a:pt x="359205" y="496303"/>
                  <a:pt x="365555" y="500292"/>
                </a:cubicBezTo>
                <a:lnTo>
                  <a:pt x="385632" y="512975"/>
                </a:lnTo>
                <a:lnTo>
                  <a:pt x="385632" y="266584"/>
                </a:lnTo>
                <a:lnTo>
                  <a:pt x="109275" y="92812"/>
                </a:lnTo>
                <a:lnTo>
                  <a:pt x="109275" y="125848"/>
                </a:lnTo>
                <a:cubicBezTo>
                  <a:pt x="109275" y="133416"/>
                  <a:pt x="103129" y="139451"/>
                  <a:pt x="95652" y="139451"/>
                </a:cubicBezTo>
                <a:cubicBezTo>
                  <a:pt x="88072" y="139451"/>
                  <a:pt x="81926" y="133416"/>
                  <a:pt x="81926" y="125848"/>
                </a:cubicBezTo>
                <a:lnTo>
                  <a:pt x="81926" y="68162"/>
                </a:lnTo>
                <a:cubicBezTo>
                  <a:pt x="81926" y="63151"/>
                  <a:pt x="84692" y="58548"/>
                  <a:pt x="88994" y="56196"/>
                </a:cubicBezTo>
                <a:close/>
                <a:moveTo>
                  <a:pt x="170921" y="1720"/>
                </a:moveTo>
                <a:cubicBezTo>
                  <a:pt x="175325" y="-735"/>
                  <a:pt x="180652" y="-531"/>
                  <a:pt x="184851" y="2129"/>
                </a:cubicBezTo>
                <a:lnTo>
                  <a:pt x="488454" y="192982"/>
                </a:lnTo>
                <a:cubicBezTo>
                  <a:pt x="492449" y="195539"/>
                  <a:pt x="494805" y="199834"/>
                  <a:pt x="494805" y="204539"/>
                </a:cubicBezTo>
                <a:lnTo>
                  <a:pt x="494805" y="483148"/>
                </a:lnTo>
                <a:cubicBezTo>
                  <a:pt x="494805" y="488057"/>
                  <a:pt x="492142" y="492660"/>
                  <a:pt x="487840" y="495115"/>
                </a:cubicBezTo>
                <a:cubicBezTo>
                  <a:pt x="485689" y="496240"/>
                  <a:pt x="483435" y="496751"/>
                  <a:pt x="481182" y="496751"/>
                </a:cubicBezTo>
                <a:cubicBezTo>
                  <a:pt x="478621" y="496751"/>
                  <a:pt x="476163" y="496035"/>
                  <a:pt x="473909" y="494705"/>
                </a:cubicBezTo>
                <a:lnTo>
                  <a:pt x="432937" y="468931"/>
                </a:lnTo>
                <a:cubicBezTo>
                  <a:pt x="426586" y="464942"/>
                  <a:pt x="424640" y="456453"/>
                  <a:pt x="428635" y="450112"/>
                </a:cubicBezTo>
                <a:cubicBezTo>
                  <a:pt x="432732" y="443770"/>
                  <a:pt x="441132" y="441827"/>
                  <a:pt x="447482" y="445816"/>
                </a:cubicBezTo>
                <a:lnTo>
                  <a:pt x="467559" y="458396"/>
                </a:lnTo>
                <a:lnTo>
                  <a:pt x="467559" y="212108"/>
                </a:lnTo>
                <a:lnTo>
                  <a:pt x="191202" y="38336"/>
                </a:lnTo>
                <a:lnTo>
                  <a:pt x="191202" y="71372"/>
                </a:lnTo>
                <a:cubicBezTo>
                  <a:pt x="191202" y="78838"/>
                  <a:pt x="185056" y="84975"/>
                  <a:pt x="177579" y="84975"/>
                </a:cubicBezTo>
                <a:cubicBezTo>
                  <a:pt x="169999" y="84975"/>
                  <a:pt x="163853" y="78838"/>
                  <a:pt x="163853" y="71372"/>
                </a:cubicBezTo>
                <a:lnTo>
                  <a:pt x="163853" y="13584"/>
                </a:lnTo>
                <a:cubicBezTo>
                  <a:pt x="163853" y="8675"/>
                  <a:pt x="166619" y="4072"/>
                  <a:pt x="170921" y="17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les_221449">
            <a:extLst>
              <a:ext uri="{FF2B5EF4-FFF2-40B4-BE49-F238E27FC236}">
                <a16:creationId xmlns:a16="http://schemas.microsoft.com/office/drawing/2014/main" id="{86E4F4A1-D2D5-EE71-9FE2-A6918ABE4EE3}"/>
              </a:ext>
            </a:extLst>
          </p:cNvPr>
          <p:cNvSpPr/>
          <p:nvPr/>
        </p:nvSpPr>
        <p:spPr>
          <a:xfrm>
            <a:off x="9375172" y="4300225"/>
            <a:ext cx="508868" cy="609685"/>
          </a:xfrm>
          <a:custGeom>
            <a:avLst/>
            <a:gdLst>
              <a:gd name="connsiteX0" fmla="*/ 141360 w 504982"/>
              <a:gd name="connsiteY0" fmla="*/ 423604 h 605028"/>
              <a:gd name="connsiteX1" fmla="*/ 444405 w 504982"/>
              <a:gd name="connsiteY1" fmla="*/ 423604 h 605028"/>
              <a:gd name="connsiteX2" fmla="*/ 454512 w 504982"/>
              <a:gd name="connsiteY2" fmla="*/ 433695 h 605028"/>
              <a:gd name="connsiteX3" fmla="*/ 444405 w 504982"/>
              <a:gd name="connsiteY3" fmla="*/ 443786 h 605028"/>
              <a:gd name="connsiteX4" fmla="*/ 141360 w 504982"/>
              <a:gd name="connsiteY4" fmla="*/ 443786 h 605028"/>
              <a:gd name="connsiteX5" fmla="*/ 131252 w 504982"/>
              <a:gd name="connsiteY5" fmla="*/ 433695 h 605028"/>
              <a:gd name="connsiteX6" fmla="*/ 141360 w 504982"/>
              <a:gd name="connsiteY6" fmla="*/ 423604 h 605028"/>
              <a:gd name="connsiteX7" fmla="*/ 141360 w 504982"/>
              <a:gd name="connsiteY7" fmla="*/ 363059 h 605028"/>
              <a:gd name="connsiteX8" fmla="*/ 444405 w 504982"/>
              <a:gd name="connsiteY8" fmla="*/ 363059 h 605028"/>
              <a:gd name="connsiteX9" fmla="*/ 454512 w 504982"/>
              <a:gd name="connsiteY9" fmla="*/ 373150 h 605028"/>
              <a:gd name="connsiteX10" fmla="*/ 444405 w 504982"/>
              <a:gd name="connsiteY10" fmla="*/ 383241 h 605028"/>
              <a:gd name="connsiteX11" fmla="*/ 141360 w 504982"/>
              <a:gd name="connsiteY11" fmla="*/ 383241 h 605028"/>
              <a:gd name="connsiteX12" fmla="*/ 131252 w 504982"/>
              <a:gd name="connsiteY12" fmla="*/ 373150 h 605028"/>
              <a:gd name="connsiteX13" fmla="*/ 141360 w 504982"/>
              <a:gd name="connsiteY13" fmla="*/ 363059 h 605028"/>
              <a:gd name="connsiteX14" fmla="*/ 141360 w 504982"/>
              <a:gd name="connsiteY14" fmla="*/ 302585 h 605028"/>
              <a:gd name="connsiteX15" fmla="*/ 444405 w 504982"/>
              <a:gd name="connsiteY15" fmla="*/ 302585 h 605028"/>
              <a:gd name="connsiteX16" fmla="*/ 454512 w 504982"/>
              <a:gd name="connsiteY16" fmla="*/ 312676 h 605028"/>
              <a:gd name="connsiteX17" fmla="*/ 444405 w 504982"/>
              <a:gd name="connsiteY17" fmla="*/ 322767 h 605028"/>
              <a:gd name="connsiteX18" fmla="*/ 141360 w 504982"/>
              <a:gd name="connsiteY18" fmla="*/ 322767 h 605028"/>
              <a:gd name="connsiteX19" fmla="*/ 131252 w 504982"/>
              <a:gd name="connsiteY19" fmla="*/ 312676 h 605028"/>
              <a:gd name="connsiteX20" fmla="*/ 141360 w 504982"/>
              <a:gd name="connsiteY20" fmla="*/ 302585 h 605028"/>
              <a:gd name="connsiteX21" fmla="*/ 141360 w 504982"/>
              <a:gd name="connsiteY21" fmla="*/ 242039 h 605028"/>
              <a:gd name="connsiteX22" fmla="*/ 444405 w 504982"/>
              <a:gd name="connsiteY22" fmla="*/ 242039 h 605028"/>
              <a:gd name="connsiteX23" fmla="*/ 454512 w 504982"/>
              <a:gd name="connsiteY23" fmla="*/ 252130 h 605028"/>
              <a:gd name="connsiteX24" fmla="*/ 444405 w 504982"/>
              <a:gd name="connsiteY24" fmla="*/ 262221 h 605028"/>
              <a:gd name="connsiteX25" fmla="*/ 141360 w 504982"/>
              <a:gd name="connsiteY25" fmla="*/ 262221 h 605028"/>
              <a:gd name="connsiteX26" fmla="*/ 131252 w 504982"/>
              <a:gd name="connsiteY26" fmla="*/ 252130 h 605028"/>
              <a:gd name="connsiteX27" fmla="*/ 141360 w 504982"/>
              <a:gd name="connsiteY27" fmla="*/ 242039 h 605028"/>
              <a:gd name="connsiteX28" fmla="*/ 141360 w 504982"/>
              <a:gd name="connsiteY28" fmla="*/ 181565 h 605028"/>
              <a:gd name="connsiteX29" fmla="*/ 444405 w 504982"/>
              <a:gd name="connsiteY29" fmla="*/ 181565 h 605028"/>
              <a:gd name="connsiteX30" fmla="*/ 454512 w 504982"/>
              <a:gd name="connsiteY30" fmla="*/ 191656 h 605028"/>
              <a:gd name="connsiteX31" fmla="*/ 444405 w 504982"/>
              <a:gd name="connsiteY31" fmla="*/ 201747 h 605028"/>
              <a:gd name="connsiteX32" fmla="*/ 141360 w 504982"/>
              <a:gd name="connsiteY32" fmla="*/ 201747 h 605028"/>
              <a:gd name="connsiteX33" fmla="*/ 131252 w 504982"/>
              <a:gd name="connsiteY33" fmla="*/ 191656 h 605028"/>
              <a:gd name="connsiteX34" fmla="*/ 141360 w 504982"/>
              <a:gd name="connsiteY34" fmla="*/ 181565 h 605028"/>
              <a:gd name="connsiteX35" fmla="*/ 141358 w 504982"/>
              <a:gd name="connsiteY35" fmla="*/ 121020 h 605028"/>
              <a:gd name="connsiteX36" fmla="*/ 323175 w 504982"/>
              <a:gd name="connsiteY36" fmla="*/ 121020 h 605028"/>
              <a:gd name="connsiteX37" fmla="*/ 333281 w 504982"/>
              <a:gd name="connsiteY37" fmla="*/ 131111 h 605028"/>
              <a:gd name="connsiteX38" fmla="*/ 323175 w 504982"/>
              <a:gd name="connsiteY38" fmla="*/ 141202 h 605028"/>
              <a:gd name="connsiteX39" fmla="*/ 141358 w 504982"/>
              <a:gd name="connsiteY39" fmla="*/ 141202 h 605028"/>
              <a:gd name="connsiteX40" fmla="*/ 131252 w 504982"/>
              <a:gd name="connsiteY40" fmla="*/ 131111 h 605028"/>
              <a:gd name="connsiteX41" fmla="*/ 141358 w 504982"/>
              <a:gd name="connsiteY41" fmla="*/ 121020 h 605028"/>
              <a:gd name="connsiteX42" fmla="*/ 30234 w 504982"/>
              <a:gd name="connsiteY42" fmla="*/ 80730 h 605028"/>
              <a:gd name="connsiteX43" fmla="*/ 20126 w 504982"/>
              <a:gd name="connsiteY43" fmla="*/ 90822 h 605028"/>
              <a:gd name="connsiteX44" fmla="*/ 20126 w 504982"/>
              <a:gd name="connsiteY44" fmla="*/ 574754 h 605028"/>
              <a:gd name="connsiteX45" fmla="*/ 30234 w 504982"/>
              <a:gd name="connsiteY45" fmla="*/ 584845 h 605028"/>
              <a:gd name="connsiteX46" fmla="*/ 414065 w 504982"/>
              <a:gd name="connsiteY46" fmla="*/ 584845 h 605028"/>
              <a:gd name="connsiteX47" fmla="*/ 424173 w 504982"/>
              <a:gd name="connsiteY47" fmla="*/ 574754 h 605028"/>
              <a:gd name="connsiteX48" fmla="*/ 424173 w 504982"/>
              <a:gd name="connsiteY48" fmla="*/ 544570 h 605028"/>
              <a:gd name="connsiteX49" fmla="*/ 90881 w 504982"/>
              <a:gd name="connsiteY49" fmla="*/ 544570 h 605028"/>
              <a:gd name="connsiteX50" fmla="*/ 60558 w 504982"/>
              <a:gd name="connsiteY50" fmla="*/ 514296 h 605028"/>
              <a:gd name="connsiteX51" fmla="*/ 60558 w 504982"/>
              <a:gd name="connsiteY51" fmla="*/ 80730 h 605028"/>
              <a:gd name="connsiteX52" fmla="*/ 59565 w 504982"/>
              <a:gd name="connsiteY52" fmla="*/ 80730 h 605028"/>
              <a:gd name="connsiteX53" fmla="*/ 383741 w 504982"/>
              <a:gd name="connsiteY53" fmla="*/ 34328 h 605028"/>
              <a:gd name="connsiteX54" fmla="*/ 383741 w 504982"/>
              <a:gd name="connsiteY54" fmla="*/ 110914 h 605028"/>
              <a:gd name="connsiteX55" fmla="*/ 393849 w 504982"/>
              <a:gd name="connsiteY55" fmla="*/ 121006 h 605028"/>
              <a:gd name="connsiteX56" fmla="*/ 470652 w 504982"/>
              <a:gd name="connsiteY56" fmla="*/ 121006 h 605028"/>
              <a:gd name="connsiteX57" fmla="*/ 90881 w 504982"/>
              <a:gd name="connsiteY57" fmla="*/ 20183 h 605028"/>
              <a:gd name="connsiteX58" fmla="*/ 80773 w 504982"/>
              <a:gd name="connsiteY58" fmla="*/ 30274 h 605028"/>
              <a:gd name="connsiteX59" fmla="*/ 80773 w 504982"/>
              <a:gd name="connsiteY59" fmla="*/ 72621 h 605028"/>
              <a:gd name="connsiteX60" fmla="*/ 80773 w 504982"/>
              <a:gd name="connsiteY60" fmla="*/ 514296 h 605028"/>
              <a:gd name="connsiteX61" fmla="*/ 90881 w 504982"/>
              <a:gd name="connsiteY61" fmla="*/ 524388 h 605028"/>
              <a:gd name="connsiteX62" fmla="*/ 433289 w 504982"/>
              <a:gd name="connsiteY62" fmla="*/ 524388 h 605028"/>
              <a:gd name="connsiteX63" fmla="*/ 474623 w 504982"/>
              <a:gd name="connsiteY63" fmla="*/ 524388 h 605028"/>
              <a:gd name="connsiteX64" fmla="*/ 484731 w 504982"/>
              <a:gd name="connsiteY64" fmla="*/ 514296 h 605028"/>
              <a:gd name="connsiteX65" fmla="*/ 484731 w 504982"/>
              <a:gd name="connsiteY65" fmla="*/ 141188 h 605028"/>
              <a:gd name="connsiteX66" fmla="*/ 393849 w 504982"/>
              <a:gd name="connsiteY66" fmla="*/ 141188 h 605028"/>
              <a:gd name="connsiteX67" fmla="*/ 363526 w 504982"/>
              <a:gd name="connsiteY67" fmla="*/ 110914 h 605028"/>
              <a:gd name="connsiteX68" fmla="*/ 363526 w 504982"/>
              <a:gd name="connsiteY68" fmla="*/ 20183 h 605028"/>
              <a:gd name="connsiteX69" fmla="*/ 90881 w 504982"/>
              <a:gd name="connsiteY69" fmla="*/ 0 h 605028"/>
              <a:gd name="connsiteX70" fmla="*/ 373092 w 504982"/>
              <a:gd name="connsiteY70" fmla="*/ 0 h 605028"/>
              <a:gd name="connsiteX71" fmla="*/ 375800 w 504982"/>
              <a:gd name="connsiteY71" fmla="*/ 180 h 605028"/>
              <a:gd name="connsiteX72" fmla="*/ 382478 w 504982"/>
              <a:gd name="connsiteY72" fmla="*/ 4775 h 605028"/>
              <a:gd name="connsiteX73" fmla="*/ 500164 w 504982"/>
              <a:gd name="connsiteY73" fmla="*/ 122357 h 605028"/>
              <a:gd name="connsiteX74" fmla="*/ 504766 w 504982"/>
              <a:gd name="connsiteY74" fmla="*/ 129025 h 605028"/>
              <a:gd name="connsiteX75" fmla="*/ 504947 w 504982"/>
              <a:gd name="connsiteY75" fmla="*/ 131638 h 605028"/>
              <a:gd name="connsiteX76" fmla="*/ 504947 w 504982"/>
              <a:gd name="connsiteY76" fmla="*/ 514296 h 605028"/>
              <a:gd name="connsiteX77" fmla="*/ 474623 w 504982"/>
              <a:gd name="connsiteY77" fmla="*/ 544570 h 605028"/>
              <a:gd name="connsiteX78" fmla="*/ 444389 w 504982"/>
              <a:gd name="connsiteY78" fmla="*/ 544570 h 605028"/>
              <a:gd name="connsiteX79" fmla="*/ 444389 w 504982"/>
              <a:gd name="connsiteY79" fmla="*/ 574754 h 605028"/>
              <a:gd name="connsiteX80" fmla="*/ 414065 w 504982"/>
              <a:gd name="connsiteY80" fmla="*/ 605028 h 605028"/>
              <a:gd name="connsiteX81" fmla="*/ 30234 w 504982"/>
              <a:gd name="connsiteY81" fmla="*/ 605028 h 605028"/>
              <a:gd name="connsiteX82" fmla="*/ 0 w 504982"/>
              <a:gd name="connsiteY82" fmla="*/ 574754 h 605028"/>
              <a:gd name="connsiteX83" fmla="*/ 0 w 504982"/>
              <a:gd name="connsiteY83" fmla="*/ 90822 h 605028"/>
              <a:gd name="connsiteX84" fmla="*/ 30234 w 504982"/>
              <a:gd name="connsiteY84" fmla="*/ 60548 h 605028"/>
              <a:gd name="connsiteX85" fmla="*/ 60558 w 504982"/>
              <a:gd name="connsiteY85" fmla="*/ 60548 h 605028"/>
              <a:gd name="connsiteX86" fmla="*/ 60558 w 504982"/>
              <a:gd name="connsiteY86" fmla="*/ 30274 h 605028"/>
              <a:gd name="connsiteX87" fmla="*/ 90881 w 504982"/>
              <a:gd name="connsiteY87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04982" h="605028">
                <a:moveTo>
                  <a:pt x="141360" y="423604"/>
                </a:moveTo>
                <a:lnTo>
                  <a:pt x="444405" y="423604"/>
                </a:lnTo>
                <a:cubicBezTo>
                  <a:pt x="450451" y="423604"/>
                  <a:pt x="454512" y="427658"/>
                  <a:pt x="454512" y="433695"/>
                </a:cubicBezTo>
                <a:cubicBezTo>
                  <a:pt x="454512" y="439732"/>
                  <a:pt x="450451" y="443786"/>
                  <a:pt x="444405" y="443786"/>
                </a:cubicBezTo>
                <a:lnTo>
                  <a:pt x="141360" y="443786"/>
                </a:lnTo>
                <a:cubicBezTo>
                  <a:pt x="135313" y="443786"/>
                  <a:pt x="131252" y="439732"/>
                  <a:pt x="131252" y="433695"/>
                </a:cubicBezTo>
                <a:cubicBezTo>
                  <a:pt x="131252" y="427658"/>
                  <a:pt x="135313" y="423604"/>
                  <a:pt x="141360" y="423604"/>
                </a:cubicBezTo>
                <a:close/>
                <a:moveTo>
                  <a:pt x="141360" y="363059"/>
                </a:moveTo>
                <a:lnTo>
                  <a:pt x="444405" y="363059"/>
                </a:lnTo>
                <a:cubicBezTo>
                  <a:pt x="450451" y="363059"/>
                  <a:pt x="454512" y="367113"/>
                  <a:pt x="454512" y="373150"/>
                </a:cubicBezTo>
                <a:cubicBezTo>
                  <a:pt x="454512" y="379187"/>
                  <a:pt x="450451" y="383241"/>
                  <a:pt x="444405" y="383241"/>
                </a:cubicBezTo>
                <a:lnTo>
                  <a:pt x="141360" y="383241"/>
                </a:lnTo>
                <a:cubicBezTo>
                  <a:pt x="135313" y="383241"/>
                  <a:pt x="131252" y="379187"/>
                  <a:pt x="131252" y="373150"/>
                </a:cubicBezTo>
                <a:cubicBezTo>
                  <a:pt x="131252" y="367113"/>
                  <a:pt x="135313" y="363059"/>
                  <a:pt x="141360" y="363059"/>
                </a:cubicBezTo>
                <a:close/>
                <a:moveTo>
                  <a:pt x="141360" y="302585"/>
                </a:moveTo>
                <a:lnTo>
                  <a:pt x="444405" y="302585"/>
                </a:lnTo>
                <a:cubicBezTo>
                  <a:pt x="450451" y="302585"/>
                  <a:pt x="454512" y="306639"/>
                  <a:pt x="454512" y="312676"/>
                </a:cubicBezTo>
                <a:cubicBezTo>
                  <a:pt x="454512" y="318713"/>
                  <a:pt x="450451" y="322767"/>
                  <a:pt x="444405" y="322767"/>
                </a:cubicBezTo>
                <a:lnTo>
                  <a:pt x="141360" y="322767"/>
                </a:lnTo>
                <a:cubicBezTo>
                  <a:pt x="135313" y="322767"/>
                  <a:pt x="131252" y="318713"/>
                  <a:pt x="131252" y="312676"/>
                </a:cubicBezTo>
                <a:cubicBezTo>
                  <a:pt x="131252" y="306639"/>
                  <a:pt x="135313" y="302585"/>
                  <a:pt x="141360" y="302585"/>
                </a:cubicBezTo>
                <a:close/>
                <a:moveTo>
                  <a:pt x="141360" y="242039"/>
                </a:moveTo>
                <a:lnTo>
                  <a:pt x="444405" y="242039"/>
                </a:lnTo>
                <a:cubicBezTo>
                  <a:pt x="450451" y="242039"/>
                  <a:pt x="454512" y="246093"/>
                  <a:pt x="454512" y="252130"/>
                </a:cubicBezTo>
                <a:cubicBezTo>
                  <a:pt x="454512" y="258167"/>
                  <a:pt x="450451" y="262221"/>
                  <a:pt x="444405" y="262221"/>
                </a:cubicBezTo>
                <a:lnTo>
                  <a:pt x="141360" y="262221"/>
                </a:lnTo>
                <a:cubicBezTo>
                  <a:pt x="135313" y="262221"/>
                  <a:pt x="131252" y="258167"/>
                  <a:pt x="131252" y="252130"/>
                </a:cubicBezTo>
                <a:cubicBezTo>
                  <a:pt x="131252" y="246093"/>
                  <a:pt x="135313" y="242039"/>
                  <a:pt x="141360" y="242039"/>
                </a:cubicBezTo>
                <a:close/>
                <a:moveTo>
                  <a:pt x="141360" y="181565"/>
                </a:moveTo>
                <a:lnTo>
                  <a:pt x="444405" y="181565"/>
                </a:lnTo>
                <a:cubicBezTo>
                  <a:pt x="450451" y="181565"/>
                  <a:pt x="454512" y="185619"/>
                  <a:pt x="454512" y="191656"/>
                </a:cubicBezTo>
                <a:cubicBezTo>
                  <a:pt x="454512" y="197693"/>
                  <a:pt x="450451" y="201747"/>
                  <a:pt x="444405" y="201747"/>
                </a:cubicBezTo>
                <a:lnTo>
                  <a:pt x="141360" y="201747"/>
                </a:lnTo>
                <a:cubicBezTo>
                  <a:pt x="135313" y="201747"/>
                  <a:pt x="131252" y="197693"/>
                  <a:pt x="131252" y="191656"/>
                </a:cubicBezTo>
                <a:cubicBezTo>
                  <a:pt x="131252" y="185619"/>
                  <a:pt x="135313" y="181565"/>
                  <a:pt x="141360" y="181565"/>
                </a:cubicBezTo>
                <a:close/>
                <a:moveTo>
                  <a:pt x="141358" y="121020"/>
                </a:moveTo>
                <a:lnTo>
                  <a:pt x="323175" y="121020"/>
                </a:lnTo>
                <a:cubicBezTo>
                  <a:pt x="329221" y="121020"/>
                  <a:pt x="333281" y="125074"/>
                  <a:pt x="333281" y="131111"/>
                </a:cubicBezTo>
                <a:cubicBezTo>
                  <a:pt x="333281" y="137148"/>
                  <a:pt x="329221" y="141202"/>
                  <a:pt x="323175" y="141202"/>
                </a:cubicBezTo>
                <a:lnTo>
                  <a:pt x="141358" y="141202"/>
                </a:lnTo>
                <a:cubicBezTo>
                  <a:pt x="135312" y="141202"/>
                  <a:pt x="131252" y="137148"/>
                  <a:pt x="131252" y="131111"/>
                </a:cubicBezTo>
                <a:cubicBezTo>
                  <a:pt x="131252" y="125074"/>
                  <a:pt x="135312" y="121020"/>
                  <a:pt x="141358" y="121020"/>
                </a:cubicBezTo>
                <a:close/>
                <a:moveTo>
                  <a:pt x="30234" y="80730"/>
                </a:moveTo>
                <a:cubicBezTo>
                  <a:pt x="24187" y="80730"/>
                  <a:pt x="20126" y="85776"/>
                  <a:pt x="20126" y="90822"/>
                </a:cubicBezTo>
                <a:lnTo>
                  <a:pt x="20126" y="574754"/>
                </a:lnTo>
                <a:cubicBezTo>
                  <a:pt x="20126" y="580881"/>
                  <a:pt x="24187" y="584845"/>
                  <a:pt x="30234" y="584845"/>
                </a:cubicBezTo>
                <a:lnTo>
                  <a:pt x="414065" y="584845"/>
                </a:lnTo>
                <a:cubicBezTo>
                  <a:pt x="420112" y="584845"/>
                  <a:pt x="424173" y="580881"/>
                  <a:pt x="424173" y="574754"/>
                </a:cubicBezTo>
                <a:lnTo>
                  <a:pt x="424173" y="544570"/>
                </a:lnTo>
                <a:lnTo>
                  <a:pt x="90881" y="544570"/>
                </a:lnTo>
                <a:cubicBezTo>
                  <a:pt x="73734" y="544570"/>
                  <a:pt x="60558" y="531415"/>
                  <a:pt x="60558" y="514296"/>
                </a:cubicBezTo>
                <a:lnTo>
                  <a:pt x="60558" y="80730"/>
                </a:lnTo>
                <a:lnTo>
                  <a:pt x="59565" y="80730"/>
                </a:lnTo>
                <a:close/>
                <a:moveTo>
                  <a:pt x="383741" y="34328"/>
                </a:moveTo>
                <a:lnTo>
                  <a:pt x="383741" y="110914"/>
                </a:lnTo>
                <a:cubicBezTo>
                  <a:pt x="383741" y="117041"/>
                  <a:pt x="387803" y="121006"/>
                  <a:pt x="393849" y="121006"/>
                </a:cubicBezTo>
                <a:lnTo>
                  <a:pt x="470652" y="121006"/>
                </a:lnTo>
                <a:close/>
                <a:moveTo>
                  <a:pt x="90881" y="20183"/>
                </a:moveTo>
                <a:cubicBezTo>
                  <a:pt x="84835" y="20183"/>
                  <a:pt x="80773" y="25228"/>
                  <a:pt x="80773" y="30274"/>
                </a:cubicBezTo>
                <a:lnTo>
                  <a:pt x="80773" y="72621"/>
                </a:lnTo>
                <a:lnTo>
                  <a:pt x="80773" y="514296"/>
                </a:lnTo>
                <a:cubicBezTo>
                  <a:pt x="80773" y="520333"/>
                  <a:pt x="84835" y="524388"/>
                  <a:pt x="90881" y="524388"/>
                </a:cubicBezTo>
                <a:lnTo>
                  <a:pt x="433289" y="524388"/>
                </a:lnTo>
                <a:lnTo>
                  <a:pt x="474623" y="524388"/>
                </a:lnTo>
                <a:cubicBezTo>
                  <a:pt x="480760" y="524388"/>
                  <a:pt x="484731" y="520333"/>
                  <a:pt x="484731" y="514296"/>
                </a:cubicBezTo>
                <a:lnTo>
                  <a:pt x="484731" y="141188"/>
                </a:lnTo>
                <a:lnTo>
                  <a:pt x="393849" y="141188"/>
                </a:lnTo>
                <a:cubicBezTo>
                  <a:pt x="376702" y="141188"/>
                  <a:pt x="363526" y="128124"/>
                  <a:pt x="363526" y="110914"/>
                </a:cubicBezTo>
                <a:lnTo>
                  <a:pt x="363526" y="20183"/>
                </a:lnTo>
                <a:close/>
                <a:moveTo>
                  <a:pt x="90881" y="0"/>
                </a:moveTo>
                <a:lnTo>
                  <a:pt x="373092" y="0"/>
                </a:lnTo>
                <a:cubicBezTo>
                  <a:pt x="373995" y="0"/>
                  <a:pt x="374897" y="0"/>
                  <a:pt x="375800" y="180"/>
                </a:cubicBezTo>
                <a:cubicBezTo>
                  <a:pt x="378778" y="721"/>
                  <a:pt x="381124" y="2343"/>
                  <a:pt x="382478" y="4775"/>
                </a:cubicBezTo>
                <a:lnTo>
                  <a:pt x="500164" y="122357"/>
                </a:lnTo>
                <a:cubicBezTo>
                  <a:pt x="502600" y="123709"/>
                  <a:pt x="504315" y="126051"/>
                  <a:pt x="504766" y="129025"/>
                </a:cubicBezTo>
                <a:cubicBezTo>
                  <a:pt x="504947" y="129926"/>
                  <a:pt x="505037" y="130737"/>
                  <a:pt x="504947" y="131638"/>
                </a:cubicBezTo>
                <a:lnTo>
                  <a:pt x="504947" y="514296"/>
                </a:lnTo>
                <a:cubicBezTo>
                  <a:pt x="504947" y="531415"/>
                  <a:pt x="491861" y="544570"/>
                  <a:pt x="474623" y="544570"/>
                </a:cubicBezTo>
                <a:lnTo>
                  <a:pt x="444389" y="544570"/>
                </a:lnTo>
                <a:lnTo>
                  <a:pt x="444389" y="574754"/>
                </a:lnTo>
                <a:cubicBezTo>
                  <a:pt x="444389" y="591963"/>
                  <a:pt x="431213" y="605028"/>
                  <a:pt x="414065" y="605028"/>
                </a:cubicBezTo>
                <a:lnTo>
                  <a:pt x="30234" y="605028"/>
                </a:lnTo>
                <a:cubicBezTo>
                  <a:pt x="13086" y="605028"/>
                  <a:pt x="0" y="591963"/>
                  <a:pt x="0" y="574754"/>
                </a:cubicBezTo>
                <a:lnTo>
                  <a:pt x="0" y="90822"/>
                </a:lnTo>
                <a:cubicBezTo>
                  <a:pt x="0" y="73612"/>
                  <a:pt x="13086" y="60548"/>
                  <a:pt x="30234" y="60548"/>
                </a:cubicBezTo>
                <a:lnTo>
                  <a:pt x="60558" y="60548"/>
                </a:lnTo>
                <a:lnTo>
                  <a:pt x="60558" y="30274"/>
                </a:lnTo>
                <a:cubicBezTo>
                  <a:pt x="60558" y="13155"/>
                  <a:pt x="73734" y="0"/>
                  <a:pt x="908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EDF6CB6-CC44-D88C-4C6D-E2E80849767C}"/>
              </a:ext>
            </a:extLst>
          </p:cNvPr>
          <p:cNvCxnSpPr>
            <a:cxnSpLocks/>
          </p:cNvCxnSpPr>
          <p:nvPr/>
        </p:nvCxnSpPr>
        <p:spPr>
          <a:xfrm>
            <a:off x="3140768" y="4426688"/>
            <a:ext cx="1947729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317D804-08A2-3CDA-79CE-9ACA9453FFF6}"/>
              </a:ext>
            </a:extLst>
          </p:cNvPr>
          <p:cNvCxnSpPr>
            <a:cxnSpLocks/>
          </p:cNvCxnSpPr>
          <p:nvPr/>
        </p:nvCxnSpPr>
        <p:spPr>
          <a:xfrm>
            <a:off x="6874226" y="4426688"/>
            <a:ext cx="186558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9B11E11-15C9-7670-FA96-9C022D7F0600}"/>
              </a:ext>
            </a:extLst>
          </p:cNvPr>
          <p:cNvCxnSpPr>
            <a:cxnSpLocks/>
          </p:cNvCxnSpPr>
          <p:nvPr/>
        </p:nvCxnSpPr>
        <p:spPr>
          <a:xfrm>
            <a:off x="6874226" y="4903284"/>
            <a:ext cx="1812577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6A72A1-6A89-877F-5CE7-39EC8CA7B826}"/>
              </a:ext>
            </a:extLst>
          </p:cNvPr>
          <p:cNvCxnSpPr>
            <a:cxnSpLocks/>
          </p:cNvCxnSpPr>
          <p:nvPr/>
        </p:nvCxnSpPr>
        <p:spPr>
          <a:xfrm>
            <a:off x="3140768" y="4896658"/>
            <a:ext cx="1947729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04D4A35-882E-8365-4AAD-E72348B2BD21}"/>
              </a:ext>
            </a:extLst>
          </p:cNvPr>
          <p:cNvSpPr txBox="1"/>
          <p:nvPr/>
        </p:nvSpPr>
        <p:spPr>
          <a:xfrm>
            <a:off x="1433367" y="553928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前端：界面展示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5C2F67-A7BB-2138-F851-A9817CA97E44}"/>
              </a:ext>
            </a:extLst>
          </p:cNvPr>
          <p:cNvSpPr txBox="1"/>
          <p:nvPr/>
        </p:nvSpPr>
        <p:spPr>
          <a:xfrm>
            <a:off x="4894197" y="5533252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服务端：业务逻辑处理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4642CF-4EA9-D6FE-C399-2383718CC5D7}"/>
              </a:ext>
            </a:extLst>
          </p:cNvPr>
          <p:cNvSpPr txBox="1"/>
          <p:nvPr/>
        </p:nvSpPr>
        <p:spPr>
          <a:xfrm>
            <a:off x="8408759" y="5539286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文件：数据存储和管理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0CA4001-362A-F9F6-93DF-64F909119F73}"/>
              </a:ext>
            </a:extLst>
          </p:cNvPr>
          <p:cNvSpPr txBox="1"/>
          <p:nvPr/>
        </p:nvSpPr>
        <p:spPr>
          <a:xfrm>
            <a:off x="5356749" y="3267533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FastAPI</a:t>
            </a:r>
            <a:endParaRPr lang="zh-CN" altLang="en-US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821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4592-752F-8562-DF2B-B633EBF1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8B8C3B-7193-D388-D8DE-2C182B249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一个</a:t>
            </a:r>
            <a:r>
              <a:rPr lang="en-US" altLang="zh-CN"/>
              <a:t>Web</a:t>
            </a:r>
            <a:r>
              <a:rPr lang="zh-CN" altLang="en-US"/>
              <a:t>网站通常是由哪几部分组成的？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前端程序：负责界面展示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后端程序：负责业务逻辑处理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数据库：负责数据的存储与管理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前端网页程序的组成部分？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HTML</a:t>
            </a:r>
            <a:r>
              <a:rPr lang="zh-CN" altLang="en-US" sz="1600"/>
              <a:t>：负责网页的结构（内容）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CSS</a:t>
            </a:r>
            <a:r>
              <a:rPr lang="zh-CN" altLang="en-US" sz="1600"/>
              <a:t>：负责网页的表现（样式）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JS</a:t>
            </a:r>
            <a:r>
              <a:rPr lang="zh-CN" altLang="en-US" sz="1600"/>
              <a:t>：负责网页的动作行为（交互效果）</a:t>
            </a:r>
          </a:p>
        </p:txBody>
      </p:sp>
    </p:spTree>
    <p:extLst>
      <p:ext uri="{BB962C8B-B14F-4D97-AF65-F5344CB8AC3E}">
        <p14:creationId xmlns:p14="http://schemas.microsoft.com/office/powerpoint/2010/main" val="293751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FBA7-8AA0-4466-5471-26E72A3A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8B5EE6-BD62-17AD-C5A7-E6ED80CA37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FastAPI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C639BC6-96B7-B5B9-0A26-0D2F1C939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Web</a:t>
            </a:r>
            <a:r>
              <a:rPr lang="zh-CN" altLang="en-US">
                <a:latin typeface="+mn-lt"/>
              </a:rPr>
              <a:t>初识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FastAPI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入门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098CAD-3955-808F-2850-D4D3E409B2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627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6399-4C89-FF0D-395F-DA1BA801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A83ECC-B69E-83FC-FC51-7A7B928B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6" y="956242"/>
            <a:ext cx="11060481" cy="104483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FastAPI</a:t>
            </a:r>
            <a:r>
              <a:rPr lang="zh-CN" altLang="en-US"/>
              <a:t>是一个现代、快速、高性能的</a:t>
            </a:r>
            <a:r>
              <a:rPr lang="en-US" altLang="zh-CN"/>
              <a:t>Web</a:t>
            </a:r>
            <a:r>
              <a:rPr lang="zh-CN" altLang="en-US"/>
              <a:t>框架，用于基于标准的</a:t>
            </a:r>
            <a:r>
              <a:rPr lang="en-US" altLang="zh-CN"/>
              <a:t>Python</a:t>
            </a:r>
            <a:r>
              <a:rPr lang="zh-CN" altLang="en-US"/>
              <a:t>类型提示构建</a:t>
            </a:r>
            <a:r>
              <a:rPr lang="en-US" altLang="zh-CN"/>
              <a:t>API</a:t>
            </a:r>
            <a:r>
              <a:rPr lang="zh-CN" altLang="en-US"/>
              <a:t>接口服务。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官网：</a:t>
            </a:r>
            <a:r>
              <a:rPr lang="en-US" altLang="zh-CN">
                <a:hlinkClick r:id="rId3"/>
              </a:rPr>
              <a:t>https://fastapi.org.cn</a:t>
            </a:r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7C55638-6C4F-3E21-F813-51C41F86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FastAPI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2BC68A-2DC1-0A8A-692B-61DA51E22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742" y="385774"/>
            <a:ext cx="368319" cy="368319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D895CB9E-C0D8-460C-4416-D6494A42D79F}"/>
              </a:ext>
            </a:extLst>
          </p:cNvPr>
          <p:cNvSpPr/>
          <p:nvPr/>
        </p:nvSpPr>
        <p:spPr>
          <a:xfrm>
            <a:off x="8063948" y="2584173"/>
            <a:ext cx="1895061" cy="2888971"/>
          </a:xfrm>
          <a:prstGeom prst="roundRect">
            <a:avLst>
              <a:gd name="adj" fmla="val 4429"/>
            </a:avLst>
          </a:prstGeom>
          <a:solidFill>
            <a:srgbClr val="05988A">
              <a:alpha val="20000"/>
            </a:srgbClr>
          </a:solidFill>
          <a:ln w="6350">
            <a:solidFill>
              <a:srgbClr val="059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world-wide-web_22617">
            <a:extLst>
              <a:ext uri="{FF2B5EF4-FFF2-40B4-BE49-F238E27FC236}">
                <a16:creationId xmlns:a16="http://schemas.microsoft.com/office/drawing/2014/main" id="{ACC8364F-0E67-6238-1C02-C290B5BA09C4}"/>
              </a:ext>
            </a:extLst>
          </p:cNvPr>
          <p:cNvSpPr/>
          <p:nvPr/>
        </p:nvSpPr>
        <p:spPr>
          <a:xfrm>
            <a:off x="1771821" y="3422109"/>
            <a:ext cx="978004" cy="858344"/>
          </a:xfrm>
          <a:custGeom>
            <a:avLst/>
            <a:gdLst>
              <a:gd name="connsiteX0" fmla="*/ 424113 w 609614"/>
              <a:gd name="connsiteY0" fmla="*/ 396119 h 535027"/>
              <a:gd name="connsiteX1" fmla="*/ 422903 w 609614"/>
              <a:gd name="connsiteY1" fmla="*/ 401354 h 535027"/>
              <a:gd name="connsiteX2" fmla="*/ 392856 w 609614"/>
              <a:gd name="connsiteY2" fmla="*/ 497582 h 535027"/>
              <a:gd name="connsiteX3" fmla="*/ 389024 w 609614"/>
              <a:gd name="connsiteY3" fmla="*/ 509661 h 535027"/>
              <a:gd name="connsiteX4" fmla="*/ 389427 w 609614"/>
              <a:gd name="connsiteY4" fmla="*/ 509661 h 535027"/>
              <a:gd name="connsiteX5" fmla="*/ 389226 w 609614"/>
              <a:gd name="connsiteY5" fmla="*/ 509460 h 535027"/>
              <a:gd name="connsiteX6" fmla="*/ 400519 w 609614"/>
              <a:gd name="connsiteY6" fmla="*/ 505031 h 535027"/>
              <a:gd name="connsiteX7" fmla="*/ 510019 w 609614"/>
              <a:gd name="connsiteY7" fmla="*/ 420479 h 535027"/>
              <a:gd name="connsiteX8" fmla="*/ 515262 w 609614"/>
              <a:gd name="connsiteY8" fmla="*/ 413634 h 535027"/>
              <a:gd name="connsiteX9" fmla="*/ 506792 w 609614"/>
              <a:gd name="connsiteY9" fmla="*/ 411621 h 535027"/>
              <a:gd name="connsiteX10" fmla="*/ 429356 w 609614"/>
              <a:gd name="connsiteY10" fmla="*/ 396925 h 535027"/>
              <a:gd name="connsiteX11" fmla="*/ 183132 w 609614"/>
              <a:gd name="connsiteY11" fmla="*/ 394912 h 535027"/>
              <a:gd name="connsiteX12" fmla="*/ 177889 w 609614"/>
              <a:gd name="connsiteY12" fmla="*/ 395717 h 535027"/>
              <a:gd name="connsiteX13" fmla="*/ 102066 w 609614"/>
              <a:gd name="connsiteY13" fmla="*/ 411218 h 535027"/>
              <a:gd name="connsiteX14" fmla="*/ 94000 w 609614"/>
              <a:gd name="connsiteY14" fmla="*/ 413433 h 535027"/>
              <a:gd name="connsiteX15" fmla="*/ 99042 w 609614"/>
              <a:gd name="connsiteY15" fmla="*/ 420277 h 535027"/>
              <a:gd name="connsiteX16" fmla="*/ 206726 w 609614"/>
              <a:gd name="connsiteY16" fmla="*/ 504025 h 535027"/>
              <a:gd name="connsiteX17" fmla="*/ 219027 w 609614"/>
              <a:gd name="connsiteY17" fmla="*/ 509259 h 535027"/>
              <a:gd name="connsiteX18" fmla="*/ 218826 w 609614"/>
              <a:gd name="connsiteY18" fmla="*/ 509259 h 535027"/>
              <a:gd name="connsiteX19" fmla="*/ 220439 w 609614"/>
              <a:gd name="connsiteY19" fmla="*/ 509661 h 535027"/>
              <a:gd name="connsiteX20" fmla="*/ 219027 w 609614"/>
              <a:gd name="connsiteY20" fmla="*/ 509057 h 535027"/>
              <a:gd name="connsiteX21" fmla="*/ 214188 w 609614"/>
              <a:gd name="connsiteY21" fmla="*/ 496777 h 535027"/>
              <a:gd name="connsiteX22" fmla="*/ 184342 w 609614"/>
              <a:gd name="connsiteY22" fmla="*/ 400146 h 535027"/>
              <a:gd name="connsiteX23" fmla="*/ 310378 w 609614"/>
              <a:gd name="connsiteY23" fmla="*/ 387262 h 535027"/>
              <a:gd name="connsiteX24" fmla="*/ 310378 w 609614"/>
              <a:gd name="connsiteY24" fmla="*/ 523552 h 535027"/>
              <a:gd name="connsiteX25" fmla="*/ 316428 w 609614"/>
              <a:gd name="connsiteY25" fmla="*/ 523351 h 535027"/>
              <a:gd name="connsiteX26" fmla="*/ 372690 w 609614"/>
              <a:gd name="connsiteY26" fmla="*/ 514292 h 535027"/>
              <a:gd name="connsiteX27" fmla="*/ 411206 w 609614"/>
              <a:gd name="connsiteY27" fmla="*/ 400951 h 535027"/>
              <a:gd name="connsiteX28" fmla="*/ 412618 w 609614"/>
              <a:gd name="connsiteY28" fmla="*/ 394710 h 535027"/>
              <a:gd name="connsiteX29" fmla="*/ 406367 w 609614"/>
              <a:gd name="connsiteY29" fmla="*/ 393905 h 535027"/>
              <a:gd name="connsiteX30" fmla="*/ 316226 w 609614"/>
              <a:gd name="connsiteY30" fmla="*/ 387463 h 535027"/>
              <a:gd name="connsiteX31" fmla="*/ 293035 w 609614"/>
              <a:gd name="connsiteY31" fmla="*/ 387262 h 535027"/>
              <a:gd name="connsiteX32" fmla="*/ 200878 w 609614"/>
              <a:gd name="connsiteY32" fmla="*/ 392697 h 535027"/>
              <a:gd name="connsiteX33" fmla="*/ 194425 w 609614"/>
              <a:gd name="connsiteY33" fmla="*/ 393502 h 535027"/>
              <a:gd name="connsiteX34" fmla="*/ 196039 w 609614"/>
              <a:gd name="connsiteY34" fmla="*/ 399743 h 535027"/>
              <a:gd name="connsiteX35" fmla="*/ 233143 w 609614"/>
              <a:gd name="connsiteY35" fmla="*/ 513486 h 535027"/>
              <a:gd name="connsiteX36" fmla="*/ 234353 w 609614"/>
              <a:gd name="connsiteY36" fmla="*/ 513688 h 535027"/>
              <a:gd name="connsiteX37" fmla="*/ 292834 w 609614"/>
              <a:gd name="connsiteY37" fmla="*/ 523351 h 535027"/>
              <a:gd name="connsiteX38" fmla="*/ 298884 w 609614"/>
              <a:gd name="connsiteY38" fmla="*/ 523552 h 535027"/>
              <a:gd name="connsiteX39" fmla="*/ 298884 w 609614"/>
              <a:gd name="connsiteY39" fmla="*/ 387262 h 535027"/>
              <a:gd name="connsiteX40" fmla="*/ 304732 w 609614"/>
              <a:gd name="connsiteY40" fmla="*/ 325659 h 535027"/>
              <a:gd name="connsiteX41" fmla="*/ 310378 w 609614"/>
              <a:gd name="connsiteY41" fmla="*/ 346797 h 535027"/>
              <a:gd name="connsiteX42" fmla="*/ 310378 w 609614"/>
              <a:gd name="connsiteY42" fmla="*/ 375384 h 535027"/>
              <a:gd name="connsiteX43" fmla="*/ 409795 w 609614"/>
              <a:gd name="connsiteY43" fmla="*/ 382229 h 535027"/>
              <a:gd name="connsiteX44" fmla="*/ 415240 w 609614"/>
              <a:gd name="connsiteY44" fmla="*/ 383034 h 535027"/>
              <a:gd name="connsiteX45" fmla="*/ 416248 w 609614"/>
              <a:gd name="connsiteY45" fmla="*/ 377800 h 535027"/>
              <a:gd name="connsiteX46" fmla="*/ 423911 w 609614"/>
              <a:gd name="connsiteY46" fmla="*/ 329685 h 535027"/>
              <a:gd name="connsiteX47" fmla="*/ 431776 w 609614"/>
              <a:gd name="connsiteY47" fmla="*/ 355856 h 535027"/>
              <a:gd name="connsiteX48" fmla="*/ 427743 w 609614"/>
              <a:gd name="connsiteY48" fmla="*/ 378605 h 535027"/>
              <a:gd name="connsiteX49" fmla="*/ 426533 w 609614"/>
              <a:gd name="connsiteY49" fmla="*/ 384443 h 535027"/>
              <a:gd name="connsiteX50" fmla="*/ 432583 w 609614"/>
              <a:gd name="connsiteY50" fmla="*/ 385450 h 535027"/>
              <a:gd name="connsiteX51" fmla="*/ 517682 w 609614"/>
              <a:gd name="connsiteY51" fmla="*/ 402360 h 535027"/>
              <a:gd name="connsiteX52" fmla="*/ 521917 w 609614"/>
              <a:gd name="connsiteY52" fmla="*/ 403367 h 535027"/>
              <a:gd name="connsiteX53" fmla="*/ 524135 w 609614"/>
              <a:gd name="connsiteY53" fmla="*/ 399743 h 535027"/>
              <a:gd name="connsiteX54" fmla="*/ 536436 w 609614"/>
              <a:gd name="connsiteY54" fmla="*/ 376391 h 535027"/>
              <a:gd name="connsiteX55" fmla="*/ 549140 w 609614"/>
              <a:gd name="connsiteY55" fmla="*/ 376391 h 535027"/>
              <a:gd name="connsiteX56" fmla="*/ 304732 w 609614"/>
              <a:gd name="connsiteY56" fmla="*/ 535027 h 535027"/>
              <a:gd name="connsiteX57" fmla="*/ 60122 w 609614"/>
              <a:gd name="connsiteY57" fmla="*/ 376391 h 535027"/>
              <a:gd name="connsiteX58" fmla="*/ 72826 w 609614"/>
              <a:gd name="connsiteY58" fmla="*/ 376391 h 535027"/>
              <a:gd name="connsiteX59" fmla="*/ 85127 w 609614"/>
              <a:gd name="connsiteY59" fmla="*/ 399743 h 535027"/>
              <a:gd name="connsiteX60" fmla="*/ 87345 w 609614"/>
              <a:gd name="connsiteY60" fmla="*/ 403568 h 535027"/>
              <a:gd name="connsiteX61" fmla="*/ 91580 w 609614"/>
              <a:gd name="connsiteY61" fmla="*/ 402360 h 535027"/>
              <a:gd name="connsiteX62" fmla="*/ 174865 w 609614"/>
              <a:gd name="connsiteY62" fmla="*/ 384443 h 535027"/>
              <a:gd name="connsiteX63" fmla="*/ 180713 w 609614"/>
              <a:gd name="connsiteY63" fmla="*/ 383638 h 535027"/>
              <a:gd name="connsiteX64" fmla="*/ 179503 w 609614"/>
              <a:gd name="connsiteY64" fmla="*/ 377800 h 535027"/>
              <a:gd name="connsiteX65" fmla="*/ 175470 w 609614"/>
              <a:gd name="connsiteY65" fmla="*/ 354045 h 535027"/>
              <a:gd name="connsiteX66" fmla="*/ 183536 w 609614"/>
              <a:gd name="connsiteY66" fmla="*/ 328880 h 535027"/>
              <a:gd name="connsiteX67" fmla="*/ 190997 w 609614"/>
              <a:gd name="connsiteY67" fmla="*/ 376793 h 535027"/>
              <a:gd name="connsiteX68" fmla="*/ 192005 w 609614"/>
              <a:gd name="connsiteY68" fmla="*/ 382027 h 535027"/>
              <a:gd name="connsiteX69" fmla="*/ 197450 w 609614"/>
              <a:gd name="connsiteY69" fmla="*/ 381423 h 535027"/>
              <a:gd name="connsiteX70" fmla="*/ 298884 w 609614"/>
              <a:gd name="connsiteY70" fmla="*/ 375384 h 535027"/>
              <a:gd name="connsiteX71" fmla="*/ 299287 w 609614"/>
              <a:gd name="connsiteY71" fmla="*/ 346797 h 535027"/>
              <a:gd name="connsiteX72" fmla="*/ 414854 w 609614"/>
              <a:gd name="connsiteY72" fmla="*/ 217483 h 535027"/>
              <a:gd name="connsiteX73" fmla="*/ 439854 w 609614"/>
              <a:gd name="connsiteY73" fmla="*/ 217483 h 535027"/>
              <a:gd name="connsiteX74" fmla="*/ 457597 w 609614"/>
              <a:gd name="connsiteY74" fmla="*/ 285557 h 535027"/>
              <a:gd name="connsiteX75" fmla="*/ 467476 w 609614"/>
              <a:gd name="connsiteY75" fmla="*/ 328053 h 535027"/>
              <a:gd name="connsiteX76" fmla="*/ 468282 w 609614"/>
              <a:gd name="connsiteY76" fmla="*/ 328053 h 535027"/>
              <a:gd name="connsiteX77" fmla="*/ 480177 w 609614"/>
              <a:gd name="connsiteY77" fmla="*/ 285759 h 535027"/>
              <a:gd name="connsiteX78" fmla="*/ 502154 w 609614"/>
              <a:gd name="connsiteY78" fmla="*/ 217483 h 535027"/>
              <a:gd name="connsiteX79" fmla="*/ 522718 w 609614"/>
              <a:gd name="connsiteY79" fmla="*/ 217483 h 535027"/>
              <a:gd name="connsiteX80" fmla="*/ 543485 w 609614"/>
              <a:gd name="connsiteY80" fmla="*/ 284550 h 535027"/>
              <a:gd name="connsiteX81" fmla="*/ 555380 w 609614"/>
              <a:gd name="connsiteY81" fmla="*/ 328255 h 535027"/>
              <a:gd name="connsiteX82" fmla="*/ 556186 w 609614"/>
              <a:gd name="connsiteY82" fmla="*/ 328255 h 535027"/>
              <a:gd name="connsiteX83" fmla="*/ 566469 w 609614"/>
              <a:gd name="connsiteY83" fmla="*/ 284752 h 535027"/>
              <a:gd name="connsiteX84" fmla="*/ 585420 w 609614"/>
              <a:gd name="connsiteY84" fmla="*/ 217483 h 535027"/>
              <a:gd name="connsiteX85" fmla="*/ 609614 w 609614"/>
              <a:gd name="connsiteY85" fmla="*/ 217483 h 535027"/>
              <a:gd name="connsiteX86" fmla="*/ 566469 w 609614"/>
              <a:gd name="connsiteY86" fmla="*/ 351416 h 535027"/>
              <a:gd name="connsiteX87" fmla="*/ 544291 w 609614"/>
              <a:gd name="connsiteY87" fmla="*/ 351416 h 535027"/>
              <a:gd name="connsiteX88" fmla="*/ 523726 w 609614"/>
              <a:gd name="connsiteY88" fmla="*/ 287571 h 535027"/>
              <a:gd name="connsiteX89" fmla="*/ 511831 w 609614"/>
              <a:gd name="connsiteY89" fmla="*/ 243464 h 535027"/>
              <a:gd name="connsiteX90" fmla="*/ 511226 w 609614"/>
              <a:gd name="connsiteY90" fmla="*/ 243464 h 535027"/>
              <a:gd name="connsiteX91" fmla="*/ 499129 w 609614"/>
              <a:gd name="connsiteY91" fmla="*/ 287773 h 535027"/>
              <a:gd name="connsiteX92" fmla="*/ 477556 w 609614"/>
              <a:gd name="connsiteY92" fmla="*/ 351416 h 535027"/>
              <a:gd name="connsiteX93" fmla="*/ 455379 w 609614"/>
              <a:gd name="connsiteY93" fmla="*/ 351416 h 535027"/>
              <a:gd name="connsiteX94" fmla="*/ 207321 w 609614"/>
              <a:gd name="connsiteY94" fmla="*/ 217483 h 535027"/>
              <a:gd name="connsiteX95" fmla="*/ 232322 w 609614"/>
              <a:gd name="connsiteY95" fmla="*/ 217483 h 535027"/>
              <a:gd name="connsiteX96" fmla="*/ 250065 w 609614"/>
              <a:gd name="connsiteY96" fmla="*/ 285557 h 535027"/>
              <a:gd name="connsiteX97" fmla="*/ 260147 w 609614"/>
              <a:gd name="connsiteY97" fmla="*/ 328053 h 535027"/>
              <a:gd name="connsiteX98" fmla="*/ 260953 w 609614"/>
              <a:gd name="connsiteY98" fmla="*/ 328053 h 535027"/>
              <a:gd name="connsiteX99" fmla="*/ 272849 w 609614"/>
              <a:gd name="connsiteY99" fmla="*/ 285759 h 535027"/>
              <a:gd name="connsiteX100" fmla="*/ 294826 w 609614"/>
              <a:gd name="connsiteY100" fmla="*/ 217483 h 535027"/>
              <a:gd name="connsiteX101" fmla="*/ 315190 w 609614"/>
              <a:gd name="connsiteY101" fmla="*/ 217483 h 535027"/>
              <a:gd name="connsiteX102" fmla="*/ 335958 w 609614"/>
              <a:gd name="connsiteY102" fmla="*/ 284349 h 535027"/>
              <a:gd name="connsiteX103" fmla="*/ 347854 w 609614"/>
              <a:gd name="connsiteY103" fmla="*/ 328255 h 535027"/>
              <a:gd name="connsiteX104" fmla="*/ 348660 w 609614"/>
              <a:gd name="connsiteY104" fmla="*/ 328255 h 535027"/>
              <a:gd name="connsiteX105" fmla="*/ 358943 w 609614"/>
              <a:gd name="connsiteY105" fmla="*/ 284752 h 535027"/>
              <a:gd name="connsiteX106" fmla="*/ 378098 w 609614"/>
              <a:gd name="connsiteY106" fmla="*/ 217483 h 535027"/>
              <a:gd name="connsiteX107" fmla="*/ 402293 w 609614"/>
              <a:gd name="connsiteY107" fmla="*/ 217483 h 535027"/>
              <a:gd name="connsiteX108" fmla="*/ 358943 w 609614"/>
              <a:gd name="connsiteY108" fmla="*/ 351416 h 535027"/>
              <a:gd name="connsiteX109" fmla="*/ 336764 w 609614"/>
              <a:gd name="connsiteY109" fmla="*/ 351416 h 535027"/>
              <a:gd name="connsiteX110" fmla="*/ 316400 w 609614"/>
              <a:gd name="connsiteY110" fmla="*/ 287571 h 535027"/>
              <a:gd name="connsiteX111" fmla="*/ 304504 w 609614"/>
              <a:gd name="connsiteY111" fmla="*/ 243464 h 535027"/>
              <a:gd name="connsiteX112" fmla="*/ 303899 w 609614"/>
              <a:gd name="connsiteY112" fmla="*/ 243464 h 535027"/>
              <a:gd name="connsiteX113" fmla="*/ 291600 w 609614"/>
              <a:gd name="connsiteY113" fmla="*/ 287773 h 535027"/>
              <a:gd name="connsiteX114" fmla="*/ 270026 w 609614"/>
              <a:gd name="connsiteY114" fmla="*/ 351416 h 535027"/>
              <a:gd name="connsiteX115" fmla="*/ 247848 w 609614"/>
              <a:gd name="connsiteY115" fmla="*/ 351416 h 535027"/>
              <a:gd name="connsiteX116" fmla="*/ 0 w 609614"/>
              <a:gd name="connsiteY116" fmla="*/ 217483 h 535027"/>
              <a:gd name="connsiteX117" fmla="*/ 25009 w 609614"/>
              <a:gd name="connsiteY117" fmla="*/ 217483 h 535027"/>
              <a:gd name="connsiteX118" fmla="*/ 42758 w 609614"/>
              <a:gd name="connsiteY118" fmla="*/ 285557 h 535027"/>
              <a:gd name="connsiteX119" fmla="*/ 52640 w 609614"/>
              <a:gd name="connsiteY119" fmla="*/ 328053 h 535027"/>
              <a:gd name="connsiteX120" fmla="*/ 53447 w 609614"/>
              <a:gd name="connsiteY120" fmla="*/ 328053 h 535027"/>
              <a:gd name="connsiteX121" fmla="*/ 65347 w 609614"/>
              <a:gd name="connsiteY121" fmla="*/ 285759 h 535027"/>
              <a:gd name="connsiteX122" fmla="*/ 87331 w 609614"/>
              <a:gd name="connsiteY122" fmla="*/ 217483 h 535027"/>
              <a:gd name="connsiteX123" fmla="*/ 107701 w 609614"/>
              <a:gd name="connsiteY123" fmla="*/ 217483 h 535027"/>
              <a:gd name="connsiteX124" fmla="*/ 128677 w 609614"/>
              <a:gd name="connsiteY124" fmla="*/ 284550 h 535027"/>
              <a:gd name="connsiteX125" fmla="*/ 140577 w 609614"/>
              <a:gd name="connsiteY125" fmla="*/ 328255 h 535027"/>
              <a:gd name="connsiteX126" fmla="*/ 141383 w 609614"/>
              <a:gd name="connsiteY126" fmla="*/ 328255 h 535027"/>
              <a:gd name="connsiteX127" fmla="*/ 151669 w 609614"/>
              <a:gd name="connsiteY127" fmla="*/ 284752 h 535027"/>
              <a:gd name="connsiteX128" fmla="*/ 170830 w 609614"/>
              <a:gd name="connsiteY128" fmla="*/ 217483 h 535027"/>
              <a:gd name="connsiteX129" fmla="*/ 194831 w 609614"/>
              <a:gd name="connsiteY129" fmla="*/ 217483 h 535027"/>
              <a:gd name="connsiteX130" fmla="*/ 151669 w 609614"/>
              <a:gd name="connsiteY130" fmla="*/ 351416 h 535027"/>
              <a:gd name="connsiteX131" fmla="*/ 129484 w 609614"/>
              <a:gd name="connsiteY131" fmla="*/ 351416 h 535027"/>
              <a:gd name="connsiteX132" fmla="*/ 108911 w 609614"/>
              <a:gd name="connsiteY132" fmla="*/ 287571 h 535027"/>
              <a:gd name="connsiteX133" fmla="*/ 97012 w 609614"/>
              <a:gd name="connsiteY133" fmla="*/ 243464 h 535027"/>
              <a:gd name="connsiteX134" fmla="*/ 96407 w 609614"/>
              <a:gd name="connsiteY134" fmla="*/ 243464 h 535027"/>
              <a:gd name="connsiteX135" fmla="*/ 84306 w 609614"/>
              <a:gd name="connsiteY135" fmla="*/ 287773 h 535027"/>
              <a:gd name="connsiteX136" fmla="*/ 62725 w 609614"/>
              <a:gd name="connsiteY136" fmla="*/ 351416 h 535027"/>
              <a:gd name="connsiteX137" fmla="*/ 40539 w 609614"/>
              <a:gd name="connsiteY137" fmla="*/ 351416 h 535027"/>
              <a:gd name="connsiteX138" fmla="*/ 200680 w 609614"/>
              <a:gd name="connsiteY138" fmla="*/ 33224 h 535027"/>
              <a:gd name="connsiteX139" fmla="*/ 188580 w 609614"/>
              <a:gd name="connsiteY139" fmla="*/ 39467 h 535027"/>
              <a:gd name="connsiteX140" fmla="*/ 103072 w 609614"/>
              <a:gd name="connsiteY140" fmla="*/ 109742 h 535027"/>
              <a:gd name="connsiteX141" fmla="*/ 97425 w 609614"/>
              <a:gd name="connsiteY141" fmla="*/ 116789 h 535027"/>
              <a:gd name="connsiteX142" fmla="*/ 106298 w 609614"/>
              <a:gd name="connsiteY142" fmla="*/ 118803 h 535027"/>
              <a:gd name="connsiteX143" fmla="*/ 171034 w 609614"/>
              <a:gd name="connsiteY143" fmla="*/ 131287 h 535027"/>
              <a:gd name="connsiteX144" fmla="*/ 176681 w 609614"/>
              <a:gd name="connsiteY144" fmla="*/ 132093 h 535027"/>
              <a:gd name="connsiteX145" fmla="*/ 177689 w 609614"/>
              <a:gd name="connsiteY145" fmla="*/ 126455 h 535027"/>
              <a:gd name="connsiteX146" fmla="*/ 196646 w 609614"/>
              <a:gd name="connsiteY146" fmla="*/ 46112 h 535027"/>
              <a:gd name="connsiteX147" fmla="*/ 406383 w 609614"/>
              <a:gd name="connsiteY147" fmla="*/ 32218 h 535027"/>
              <a:gd name="connsiteX148" fmla="*/ 410416 w 609614"/>
              <a:gd name="connsiteY148" fmla="*/ 45105 h 535027"/>
              <a:gd name="connsiteX149" fmla="*/ 429979 w 609614"/>
              <a:gd name="connsiteY149" fmla="*/ 128065 h 535027"/>
              <a:gd name="connsiteX150" fmla="*/ 430987 w 609614"/>
              <a:gd name="connsiteY150" fmla="*/ 133502 h 535027"/>
              <a:gd name="connsiteX151" fmla="*/ 436634 w 609614"/>
              <a:gd name="connsiteY151" fmla="*/ 132697 h 535027"/>
              <a:gd name="connsiteX152" fmla="*/ 503387 w 609614"/>
              <a:gd name="connsiteY152" fmla="*/ 119004 h 535027"/>
              <a:gd name="connsiteX153" fmla="*/ 511857 w 609614"/>
              <a:gd name="connsiteY153" fmla="*/ 116789 h 535027"/>
              <a:gd name="connsiteX154" fmla="*/ 506412 w 609614"/>
              <a:gd name="connsiteY154" fmla="*/ 109943 h 535027"/>
              <a:gd name="connsiteX155" fmla="*/ 418484 w 609614"/>
              <a:gd name="connsiteY155" fmla="*/ 38259 h 535027"/>
              <a:gd name="connsiteX156" fmla="*/ 310388 w 609614"/>
              <a:gd name="connsiteY156" fmla="*/ 11478 h 535027"/>
              <a:gd name="connsiteX157" fmla="*/ 310388 w 609614"/>
              <a:gd name="connsiteY157" fmla="*/ 142161 h 535027"/>
              <a:gd name="connsiteX158" fmla="*/ 316237 w 609614"/>
              <a:gd name="connsiteY158" fmla="*/ 141959 h 535027"/>
              <a:gd name="connsiteX159" fmla="*/ 413845 w 609614"/>
              <a:gd name="connsiteY159" fmla="*/ 135919 h 535027"/>
              <a:gd name="connsiteX160" fmla="*/ 419694 w 609614"/>
              <a:gd name="connsiteY160" fmla="*/ 135113 h 535027"/>
              <a:gd name="connsiteX161" fmla="*/ 418685 w 609614"/>
              <a:gd name="connsiteY161" fmla="*/ 129274 h 535027"/>
              <a:gd name="connsiteX162" fmla="*/ 393073 w 609614"/>
              <a:gd name="connsiteY162" fmla="*/ 29600 h 535027"/>
              <a:gd name="connsiteX163" fmla="*/ 392266 w 609614"/>
              <a:gd name="connsiteY163" fmla="*/ 26982 h 535027"/>
              <a:gd name="connsiteX164" fmla="*/ 389644 w 609614"/>
              <a:gd name="connsiteY164" fmla="*/ 26177 h 535027"/>
              <a:gd name="connsiteX165" fmla="*/ 316438 w 609614"/>
              <a:gd name="connsiteY165" fmla="*/ 11880 h 535027"/>
              <a:gd name="connsiteX166" fmla="*/ 298893 w 609614"/>
              <a:gd name="connsiteY166" fmla="*/ 11478 h 535027"/>
              <a:gd name="connsiteX167" fmla="*/ 292843 w 609614"/>
              <a:gd name="connsiteY167" fmla="*/ 11880 h 535027"/>
              <a:gd name="connsiteX168" fmla="*/ 217620 w 609614"/>
              <a:gd name="connsiteY168" fmla="*/ 26781 h 535027"/>
              <a:gd name="connsiteX169" fmla="*/ 214998 w 609614"/>
              <a:gd name="connsiteY169" fmla="*/ 27586 h 535027"/>
              <a:gd name="connsiteX170" fmla="*/ 214192 w 609614"/>
              <a:gd name="connsiteY170" fmla="*/ 30204 h 535027"/>
              <a:gd name="connsiteX171" fmla="*/ 188983 w 609614"/>
              <a:gd name="connsiteY171" fmla="*/ 127663 h 535027"/>
              <a:gd name="connsiteX172" fmla="*/ 187975 w 609614"/>
              <a:gd name="connsiteY172" fmla="*/ 133704 h 535027"/>
              <a:gd name="connsiteX173" fmla="*/ 194025 w 609614"/>
              <a:gd name="connsiteY173" fmla="*/ 134509 h 535027"/>
              <a:gd name="connsiteX174" fmla="*/ 293045 w 609614"/>
              <a:gd name="connsiteY174" fmla="*/ 141758 h 535027"/>
              <a:gd name="connsiteX175" fmla="*/ 298893 w 609614"/>
              <a:gd name="connsiteY175" fmla="*/ 141959 h 535027"/>
              <a:gd name="connsiteX176" fmla="*/ 304741 w 609614"/>
              <a:gd name="connsiteY176" fmla="*/ 0 h 535027"/>
              <a:gd name="connsiteX177" fmla="*/ 565299 w 609614"/>
              <a:gd name="connsiteY177" fmla="*/ 205992 h 535027"/>
              <a:gd name="connsiteX178" fmla="*/ 558241 w 609614"/>
              <a:gd name="connsiteY178" fmla="*/ 230961 h 535027"/>
              <a:gd name="connsiteX179" fmla="*/ 520730 w 609614"/>
              <a:gd name="connsiteY179" fmla="*/ 130079 h 535027"/>
              <a:gd name="connsiteX180" fmla="*/ 518512 w 609614"/>
              <a:gd name="connsiteY180" fmla="*/ 126455 h 535027"/>
              <a:gd name="connsiteX181" fmla="*/ 514478 w 609614"/>
              <a:gd name="connsiteY181" fmla="*/ 127663 h 535027"/>
              <a:gd name="connsiteX182" fmla="*/ 438449 w 609614"/>
              <a:gd name="connsiteY182" fmla="*/ 144174 h 535027"/>
              <a:gd name="connsiteX183" fmla="*/ 432802 w 609614"/>
              <a:gd name="connsiteY183" fmla="*/ 144980 h 535027"/>
              <a:gd name="connsiteX184" fmla="*/ 433609 w 609614"/>
              <a:gd name="connsiteY184" fmla="*/ 150618 h 535027"/>
              <a:gd name="connsiteX185" fmla="*/ 438247 w 609614"/>
              <a:gd name="connsiteY185" fmla="*/ 196528 h 535027"/>
              <a:gd name="connsiteX186" fmla="*/ 433609 w 609614"/>
              <a:gd name="connsiteY186" fmla="*/ 196528 h 535027"/>
              <a:gd name="connsiteX187" fmla="*/ 426954 w 609614"/>
              <a:gd name="connsiteY187" fmla="*/ 196528 h 535027"/>
              <a:gd name="connsiteX188" fmla="*/ 422315 w 609614"/>
              <a:gd name="connsiteY188" fmla="*/ 152229 h 535027"/>
              <a:gd name="connsiteX189" fmla="*/ 421509 w 609614"/>
              <a:gd name="connsiteY189" fmla="*/ 146792 h 535027"/>
              <a:gd name="connsiteX190" fmla="*/ 415862 w 609614"/>
              <a:gd name="connsiteY190" fmla="*/ 147396 h 535027"/>
              <a:gd name="connsiteX191" fmla="*/ 316035 w 609614"/>
              <a:gd name="connsiteY191" fmla="*/ 153840 h 535027"/>
              <a:gd name="connsiteX192" fmla="*/ 310388 w 609614"/>
              <a:gd name="connsiteY192" fmla="*/ 154041 h 535027"/>
              <a:gd name="connsiteX193" fmla="*/ 310388 w 609614"/>
              <a:gd name="connsiteY193" fmla="*/ 196528 h 535027"/>
              <a:gd name="connsiteX194" fmla="*/ 298893 w 609614"/>
              <a:gd name="connsiteY194" fmla="*/ 196528 h 535027"/>
              <a:gd name="connsiteX195" fmla="*/ 298893 w 609614"/>
              <a:gd name="connsiteY195" fmla="*/ 153840 h 535027"/>
              <a:gd name="connsiteX196" fmla="*/ 293246 w 609614"/>
              <a:gd name="connsiteY196" fmla="*/ 153840 h 535027"/>
              <a:gd name="connsiteX197" fmla="*/ 191806 w 609614"/>
              <a:gd name="connsiteY197" fmla="*/ 146188 h 535027"/>
              <a:gd name="connsiteX198" fmla="*/ 186160 w 609614"/>
              <a:gd name="connsiteY198" fmla="*/ 145383 h 535027"/>
              <a:gd name="connsiteX199" fmla="*/ 185353 w 609614"/>
              <a:gd name="connsiteY199" fmla="*/ 151021 h 535027"/>
              <a:gd name="connsiteX200" fmla="*/ 180513 w 609614"/>
              <a:gd name="connsiteY200" fmla="*/ 196528 h 535027"/>
              <a:gd name="connsiteX201" fmla="*/ 176278 w 609614"/>
              <a:gd name="connsiteY201" fmla="*/ 196528 h 535027"/>
              <a:gd name="connsiteX202" fmla="*/ 169219 w 609614"/>
              <a:gd name="connsiteY202" fmla="*/ 196528 h 535027"/>
              <a:gd name="connsiteX203" fmla="*/ 174059 w 609614"/>
              <a:gd name="connsiteY203" fmla="*/ 149410 h 535027"/>
              <a:gd name="connsiteX204" fmla="*/ 174866 w 609614"/>
              <a:gd name="connsiteY204" fmla="*/ 143772 h 535027"/>
              <a:gd name="connsiteX205" fmla="*/ 169219 w 609614"/>
              <a:gd name="connsiteY205" fmla="*/ 142966 h 535027"/>
              <a:gd name="connsiteX206" fmla="*/ 94602 w 609614"/>
              <a:gd name="connsiteY206" fmla="*/ 127864 h 535027"/>
              <a:gd name="connsiteX207" fmla="*/ 90568 w 609614"/>
              <a:gd name="connsiteY207" fmla="*/ 126857 h 535027"/>
              <a:gd name="connsiteX208" fmla="*/ 88350 w 609614"/>
              <a:gd name="connsiteY208" fmla="*/ 130280 h 535027"/>
              <a:gd name="connsiteX209" fmla="*/ 51243 w 609614"/>
              <a:gd name="connsiteY209" fmla="*/ 229954 h 535027"/>
              <a:gd name="connsiteX210" fmla="*/ 44386 w 609614"/>
              <a:gd name="connsiteY210" fmla="*/ 204180 h 535027"/>
              <a:gd name="connsiteX211" fmla="*/ 304741 w 609614"/>
              <a:gd name="connsiteY211" fmla="*/ 0 h 53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09614" h="535027">
                <a:moveTo>
                  <a:pt x="424113" y="396119"/>
                </a:moveTo>
                <a:lnTo>
                  <a:pt x="422903" y="401354"/>
                </a:lnTo>
                <a:cubicBezTo>
                  <a:pt x="415442" y="433765"/>
                  <a:pt x="405358" y="466177"/>
                  <a:pt x="392856" y="497582"/>
                </a:cubicBezTo>
                <a:lnTo>
                  <a:pt x="389024" y="509661"/>
                </a:lnTo>
                <a:lnTo>
                  <a:pt x="389427" y="509661"/>
                </a:lnTo>
                <a:lnTo>
                  <a:pt x="389226" y="509460"/>
                </a:lnTo>
                <a:lnTo>
                  <a:pt x="400519" y="505031"/>
                </a:lnTo>
                <a:cubicBezTo>
                  <a:pt x="444077" y="487315"/>
                  <a:pt x="481988" y="458125"/>
                  <a:pt x="510019" y="420479"/>
                </a:cubicBezTo>
                <a:lnTo>
                  <a:pt x="515262" y="413634"/>
                </a:lnTo>
                <a:lnTo>
                  <a:pt x="506792" y="411621"/>
                </a:lnTo>
                <a:cubicBezTo>
                  <a:pt x="490458" y="407594"/>
                  <a:pt x="463638" y="401756"/>
                  <a:pt x="429356" y="396925"/>
                </a:cubicBezTo>
                <a:close/>
                <a:moveTo>
                  <a:pt x="183132" y="394912"/>
                </a:moveTo>
                <a:lnTo>
                  <a:pt x="177889" y="395717"/>
                </a:lnTo>
                <a:cubicBezTo>
                  <a:pt x="151674" y="399743"/>
                  <a:pt x="126265" y="404776"/>
                  <a:pt x="102066" y="411218"/>
                </a:cubicBezTo>
                <a:lnTo>
                  <a:pt x="94000" y="413433"/>
                </a:lnTo>
                <a:lnTo>
                  <a:pt x="99042" y="420277"/>
                </a:lnTo>
                <a:cubicBezTo>
                  <a:pt x="126669" y="457319"/>
                  <a:pt x="163975" y="486309"/>
                  <a:pt x="206726" y="504025"/>
                </a:cubicBezTo>
                <a:lnTo>
                  <a:pt x="219027" y="509259"/>
                </a:lnTo>
                <a:lnTo>
                  <a:pt x="218826" y="509259"/>
                </a:lnTo>
                <a:lnTo>
                  <a:pt x="220439" y="509661"/>
                </a:lnTo>
                <a:lnTo>
                  <a:pt x="219027" y="509057"/>
                </a:lnTo>
                <a:lnTo>
                  <a:pt x="214188" y="496777"/>
                </a:lnTo>
                <a:cubicBezTo>
                  <a:pt x="201685" y="465171"/>
                  <a:pt x="191804" y="432759"/>
                  <a:pt x="184342" y="400146"/>
                </a:cubicBezTo>
                <a:close/>
                <a:moveTo>
                  <a:pt x="310378" y="387262"/>
                </a:moveTo>
                <a:lnTo>
                  <a:pt x="310378" y="523552"/>
                </a:lnTo>
                <a:lnTo>
                  <a:pt x="316428" y="523351"/>
                </a:lnTo>
                <a:cubicBezTo>
                  <a:pt x="335383" y="522344"/>
                  <a:pt x="354339" y="519324"/>
                  <a:pt x="372690" y="514292"/>
                </a:cubicBezTo>
                <a:cubicBezTo>
                  <a:pt x="386604" y="481075"/>
                  <a:pt x="403140" y="435779"/>
                  <a:pt x="411206" y="400951"/>
                </a:cubicBezTo>
                <a:lnTo>
                  <a:pt x="412618" y="394710"/>
                </a:lnTo>
                <a:lnTo>
                  <a:pt x="406367" y="393905"/>
                </a:lnTo>
                <a:cubicBezTo>
                  <a:pt x="376320" y="390281"/>
                  <a:pt x="346071" y="388067"/>
                  <a:pt x="316226" y="387463"/>
                </a:cubicBezTo>
                <a:close/>
                <a:moveTo>
                  <a:pt x="293035" y="387262"/>
                </a:moveTo>
                <a:cubicBezTo>
                  <a:pt x="261779" y="387463"/>
                  <a:pt x="230724" y="389275"/>
                  <a:pt x="200878" y="392697"/>
                </a:cubicBezTo>
                <a:lnTo>
                  <a:pt x="194425" y="393502"/>
                </a:lnTo>
                <a:lnTo>
                  <a:pt x="196039" y="399743"/>
                </a:lnTo>
                <a:cubicBezTo>
                  <a:pt x="204105" y="434772"/>
                  <a:pt x="219431" y="479867"/>
                  <a:pt x="233143" y="513486"/>
                </a:cubicBezTo>
                <a:lnTo>
                  <a:pt x="234353" y="513688"/>
                </a:lnTo>
                <a:cubicBezTo>
                  <a:pt x="253511" y="519123"/>
                  <a:pt x="273071" y="522344"/>
                  <a:pt x="292834" y="523351"/>
                </a:cubicBezTo>
                <a:lnTo>
                  <a:pt x="298884" y="523552"/>
                </a:lnTo>
                <a:lnTo>
                  <a:pt x="298884" y="387262"/>
                </a:lnTo>
                <a:close/>
                <a:moveTo>
                  <a:pt x="304732" y="325659"/>
                </a:moveTo>
                <a:lnTo>
                  <a:pt x="310378" y="346797"/>
                </a:lnTo>
                <a:lnTo>
                  <a:pt x="310378" y="375384"/>
                </a:lnTo>
                <a:cubicBezTo>
                  <a:pt x="310378" y="375384"/>
                  <a:pt x="360994" y="375585"/>
                  <a:pt x="409795" y="382229"/>
                </a:cubicBezTo>
                <a:lnTo>
                  <a:pt x="415240" y="383034"/>
                </a:lnTo>
                <a:lnTo>
                  <a:pt x="416248" y="377800"/>
                </a:lnTo>
                <a:cubicBezTo>
                  <a:pt x="419273" y="361896"/>
                  <a:pt x="421895" y="345791"/>
                  <a:pt x="423911" y="329685"/>
                </a:cubicBezTo>
                <a:lnTo>
                  <a:pt x="431776" y="355856"/>
                </a:lnTo>
                <a:cubicBezTo>
                  <a:pt x="430566" y="363506"/>
                  <a:pt x="429154" y="370955"/>
                  <a:pt x="427743" y="378605"/>
                </a:cubicBezTo>
                <a:lnTo>
                  <a:pt x="426533" y="384443"/>
                </a:lnTo>
                <a:lnTo>
                  <a:pt x="432583" y="385450"/>
                </a:lnTo>
                <a:cubicBezTo>
                  <a:pt x="473519" y="391489"/>
                  <a:pt x="503566" y="398535"/>
                  <a:pt x="517682" y="402360"/>
                </a:cubicBezTo>
                <a:lnTo>
                  <a:pt x="521917" y="403367"/>
                </a:lnTo>
                <a:lnTo>
                  <a:pt x="524135" y="399743"/>
                </a:lnTo>
                <a:cubicBezTo>
                  <a:pt x="528773" y="392294"/>
                  <a:pt x="532806" y="384443"/>
                  <a:pt x="536436" y="376391"/>
                </a:cubicBezTo>
                <a:lnTo>
                  <a:pt x="549140" y="376391"/>
                </a:lnTo>
                <a:cubicBezTo>
                  <a:pt x="507397" y="469801"/>
                  <a:pt x="413425" y="535027"/>
                  <a:pt x="304732" y="535027"/>
                </a:cubicBezTo>
                <a:cubicBezTo>
                  <a:pt x="195837" y="535027"/>
                  <a:pt x="101865" y="469801"/>
                  <a:pt x="60122" y="376391"/>
                </a:cubicBezTo>
                <a:lnTo>
                  <a:pt x="72826" y="376391"/>
                </a:lnTo>
                <a:cubicBezTo>
                  <a:pt x="76456" y="384443"/>
                  <a:pt x="80489" y="392294"/>
                  <a:pt x="85127" y="399743"/>
                </a:cubicBezTo>
                <a:lnTo>
                  <a:pt x="87345" y="403568"/>
                </a:lnTo>
                <a:lnTo>
                  <a:pt x="91580" y="402360"/>
                </a:lnTo>
                <a:cubicBezTo>
                  <a:pt x="118602" y="394710"/>
                  <a:pt x="146633" y="388872"/>
                  <a:pt x="174865" y="384443"/>
                </a:cubicBezTo>
                <a:lnTo>
                  <a:pt x="180713" y="383638"/>
                </a:lnTo>
                <a:lnTo>
                  <a:pt x="179503" y="377800"/>
                </a:lnTo>
                <a:cubicBezTo>
                  <a:pt x="178091" y="369948"/>
                  <a:pt x="176679" y="361896"/>
                  <a:pt x="175470" y="354045"/>
                </a:cubicBezTo>
                <a:lnTo>
                  <a:pt x="183536" y="328880"/>
                </a:lnTo>
                <a:cubicBezTo>
                  <a:pt x="185351" y="344985"/>
                  <a:pt x="187972" y="360889"/>
                  <a:pt x="190997" y="376793"/>
                </a:cubicBezTo>
                <a:lnTo>
                  <a:pt x="192005" y="382027"/>
                </a:lnTo>
                <a:lnTo>
                  <a:pt x="197450" y="381423"/>
                </a:lnTo>
                <a:cubicBezTo>
                  <a:pt x="249881" y="375183"/>
                  <a:pt x="298884" y="375384"/>
                  <a:pt x="298884" y="375384"/>
                </a:cubicBezTo>
                <a:lnTo>
                  <a:pt x="299287" y="346797"/>
                </a:lnTo>
                <a:close/>
                <a:moveTo>
                  <a:pt x="414854" y="217483"/>
                </a:moveTo>
                <a:lnTo>
                  <a:pt x="439854" y="217483"/>
                </a:lnTo>
                <a:lnTo>
                  <a:pt x="457597" y="285557"/>
                </a:lnTo>
                <a:cubicBezTo>
                  <a:pt x="461427" y="300461"/>
                  <a:pt x="465056" y="314358"/>
                  <a:pt x="467476" y="328053"/>
                </a:cubicBezTo>
                <a:lnTo>
                  <a:pt x="468282" y="328053"/>
                </a:lnTo>
                <a:cubicBezTo>
                  <a:pt x="471306" y="314559"/>
                  <a:pt x="475742" y="300260"/>
                  <a:pt x="480177" y="285759"/>
                </a:cubicBezTo>
                <a:lnTo>
                  <a:pt x="502154" y="217483"/>
                </a:lnTo>
                <a:lnTo>
                  <a:pt x="522718" y="217483"/>
                </a:lnTo>
                <a:lnTo>
                  <a:pt x="543485" y="284550"/>
                </a:lnTo>
                <a:cubicBezTo>
                  <a:pt x="548323" y="300461"/>
                  <a:pt x="552356" y="314559"/>
                  <a:pt x="555380" y="328255"/>
                </a:cubicBezTo>
                <a:lnTo>
                  <a:pt x="556186" y="328255"/>
                </a:lnTo>
                <a:cubicBezTo>
                  <a:pt x="558404" y="314559"/>
                  <a:pt x="562033" y="300461"/>
                  <a:pt x="566469" y="284752"/>
                </a:cubicBezTo>
                <a:lnTo>
                  <a:pt x="585420" y="217483"/>
                </a:lnTo>
                <a:lnTo>
                  <a:pt x="609614" y="217483"/>
                </a:lnTo>
                <a:lnTo>
                  <a:pt x="566469" y="351416"/>
                </a:lnTo>
                <a:lnTo>
                  <a:pt x="544291" y="351416"/>
                </a:lnTo>
                <a:lnTo>
                  <a:pt x="523726" y="287571"/>
                </a:lnTo>
                <a:cubicBezTo>
                  <a:pt x="519089" y="272466"/>
                  <a:pt x="515258" y="259173"/>
                  <a:pt x="511831" y="243464"/>
                </a:cubicBezTo>
                <a:lnTo>
                  <a:pt x="511226" y="243464"/>
                </a:lnTo>
                <a:cubicBezTo>
                  <a:pt x="508000" y="259576"/>
                  <a:pt x="503766" y="273272"/>
                  <a:pt x="499129" y="287773"/>
                </a:cubicBezTo>
                <a:lnTo>
                  <a:pt x="477556" y="351416"/>
                </a:lnTo>
                <a:lnTo>
                  <a:pt x="455379" y="351416"/>
                </a:lnTo>
                <a:close/>
                <a:moveTo>
                  <a:pt x="207321" y="217483"/>
                </a:moveTo>
                <a:lnTo>
                  <a:pt x="232322" y="217483"/>
                </a:lnTo>
                <a:lnTo>
                  <a:pt x="250065" y="285557"/>
                </a:lnTo>
                <a:cubicBezTo>
                  <a:pt x="253896" y="300461"/>
                  <a:pt x="257526" y="314358"/>
                  <a:pt x="260147" y="328053"/>
                </a:cubicBezTo>
                <a:lnTo>
                  <a:pt x="260953" y="328053"/>
                </a:lnTo>
                <a:cubicBezTo>
                  <a:pt x="263978" y="314559"/>
                  <a:pt x="268413" y="300260"/>
                  <a:pt x="272849" y="285759"/>
                </a:cubicBezTo>
                <a:lnTo>
                  <a:pt x="294826" y="217483"/>
                </a:lnTo>
                <a:lnTo>
                  <a:pt x="315190" y="217483"/>
                </a:lnTo>
                <a:lnTo>
                  <a:pt x="335958" y="284349"/>
                </a:lnTo>
                <a:cubicBezTo>
                  <a:pt x="340999" y="300461"/>
                  <a:pt x="344829" y="314559"/>
                  <a:pt x="347854" y="328255"/>
                </a:cubicBezTo>
                <a:lnTo>
                  <a:pt x="348660" y="328255"/>
                </a:lnTo>
                <a:cubicBezTo>
                  <a:pt x="350878" y="314559"/>
                  <a:pt x="354507" y="300461"/>
                  <a:pt x="358943" y="284752"/>
                </a:cubicBezTo>
                <a:lnTo>
                  <a:pt x="378098" y="217483"/>
                </a:lnTo>
                <a:lnTo>
                  <a:pt x="402293" y="217483"/>
                </a:lnTo>
                <a:lnTo>
                  <a:pt x="358943" y="351416"/>
                </a:lnTo>
                <a:lnTo>
                  <a:pt x="336764" y="351416"/>
                </a:lnTo>
                <a:lnTo>
                  <a:pt x="316400" y="287571"/>
                </a:lnTo>
                <a:cubicBezTo>
                  <a:pt x="311561" y="272466"/>
                  <a:pt x="307730" y="259173"/>
                  <a:pt x="304504" y="243464"/>
                </a:cubicBezTo>
                <a:lnTo>
                  <a:pt x="303899" y="243464"/>
                </a:lnTo>
                <a:cubicBezTo>
                  <a:pt x="300472" y="259576"/>
                  <a:pt x="296439" y="273272"/>
                  <a:pt x="291600" y="287773"/>
                </a:cubicBezTo>
                <a:lnTo>
                  <a:pt x="270026" y="351416"/>
                </a:lnTo>
                <a:lnTo>
                  <a:pt x="247848" y="351416"/>
                </a:lnTo>
                <a:close/>
                <a:moveTo>
                  <a:pt x="0" y="217483"/>
                </a:moveTo>
                <a:lnTo>
                  <a:pt x="25009" y="217483"/>
                </a:lnTo>
                <a:lnTo>
                  <a:pt x="42758" y="285557"/>
                </a:lnTo>
                <a:cubicBezTo>
                  <a:pt x="46590" y="300461"/>
                  <a:pt x="50220" y="314358"/>
                  <a:pt x="52640" y="328053"/>
                </a:cubicBezTo>
                <a:lnTo>
                  <a:pt x="53447" y="328053"/>
                </a:lnTo>
                <a:cubicBezTo>
                  <a:pt x="56473" y="314559"/>
                  <a:pt x="60910" y="300260"/>
                  <a:pt x="65347" y="285759"/>
                </a:cubicBezTo>
                <a:lnTo>
                  <a:pt x="87331" y="217483"/>
                </a:lnTo>
                <a:lnTo>
                  <a:pt x="107701" y="217483"/>
                </a:lnTo>
                <a:lnTo>
                  <a:pt x="128677" y="284550"/>
                </a:lnTo>
                <a:cubicBezTo>
                  <a:pt x="133517" y="300461"/>
                  <a:pt x="137551" y="314559"/>
                  <a:pt x="140577" y="328255"/>
                </a:cubicBezTo>
                <a:lnTo>
                  <a:pt x="141383" y="328255"/>
                </a:lnTo>
                <a:cubicBezTo>
                  <a:pt x="143602" y="314559"/>
                  <a:pt x="147232" y="300461"/>
                  <a:pt x="151669" y="284752"/>
                </a:cubicBezTo>
                <a:lnTo>
                  <a:pt x="170830" y="217483"/>
                </a:lnTo>
                <a:lnTo>
                  <a:pt x="194831" y="217483"/>
                </a:lnTo>
                <a:lnTo>
                  <a:pt x="151669" y="351416"/>
                </a:lnTo>
                <a:lnTo>
                  <a:pt x="129484" y="351416"/>
                </a:lnTo>
                <a:lnTo>
                  <a:pt x="108911" y="287571"/>
                </a:lnTo>
                <a:cubicBezTo>
                  <a:pt x="104273" y="272466"/>
                  <a:pt x="100441" y="259173"/>
                  <a:pt x="97012" y="243464"/>
                </a:cubicBezTo>
                <a:lnTo>
                  <a:pt x="96407" y="243464"/>
                </a:lnTo>
                <a:cubicBezTo>
                  <a:pt x="93180" y="259576"/>
                  <a:pt x="88944" y="273272"/>
                  <a:pt x="84306" y="287773"/>
                </a:cubicBezTo>
                <a:lnTo>
                  <a:pt x="62725" y="351416"/>
                </a:lnTo>
                <a:lnTo>
                  <a:pt x="40539" y="351416"/>
                </a:lnTo>
                <a:close/>
                <a:moveTo>
                  <a:pt x="200680" y="33224"/>
                </a:moveTo>
                <a:lnTo>
                  <a:pt x="188580" y="39467"/>
                </a:lnTo>
                <a:cubicBezTo>
                  <a:pt x="155707" y="56180"/>
                  <a:pt x="126062" y="80544"/>
                  <a:pt x="103072" y="109742"/>
                </a:cubicBezTo>
                <a:lnTo>
                  <a:pt x="97425" y="116789"/>
                </a:lnTo>
                <a:lnTo>
                  <a:pt x="106298" y="118803"/>
                </a:lnTo>
                <a:cubicBezTo>
                  <a:pt x="120012" y="122025"/>
                  <a:pt x="142599" y="126857"/>
                  <a:pt x="171034" y="131287"/>
                </a:cubicBezTo>
                <a:lnTo>
                  <a:pt x="176681" y="132093"/>
                </a:lnTo>
                <a:lnTo>
                  <a:pt x="177689" y="126455"/>
                </a:lnTo>
                <a:cubicBezTo>
                  <a:pt x="183740" y="91015"/>
                  <a:pt x="191403" y="63227"/>
                  <a:pt x="196646" y="46112"/>
                </a:cubicBezTo>
                <a:close/>
                <a:moveTo>
                  <a:pt x="406383" y="32218"/>
                </a:moveTo>
                <a:lnTo>
                  <a:pt x="410416" y="45105"/>
                </a:lnTo>
                <a:cubicBezTo>
                  <a:pt x="415862" y="62825"/>
                  <a:pt x="423929" y="91418"/>
                  <a:pt x="429979" y="128065"/>
                </a:cubicBezTo>
                <a:lnTo>
                  <a:pt x="430987" y="133502"/>
                </a:lnTo>
                <a:lnTo>
                  <a:pt x="436634" y="132697"/>
                </a:lnTo>
                <a:cubicBezTo>
                  <a:pt x="459826" y="129072"/>
                  <a:pt x="482211" y="124441"/>
                  <a:pt x="503387" y="119004"/>
                </a:cubicBezTo>
                <a:lnTo>
                  <a:pt x="511857" y="116789"/>
                </a:lnTo>
                <a:lnTo>
                  <a:pt x="506412" y="109943"/>
                </a:lnTo>
                <a:cubicBezTo>
                  <a:pt x="482816" y="79940"/>
                  <a:pt x="452364" y="55173"/>
                  <a:pt x="418484" y="38259"/>
                </a:cubicBezTo>
                <a:close/>
                <a:moveTo>
                  <a:pt x="310388" y="11478"/>
                </a:moveTo>
                <a:lnTo>
                  <a:pt x="310388" y="142161"/>
                </a:lnTo>
                <a:lnTo>
                  <a:pt x="316237" y="141959"/>
                </a:lnTo>
                <a:cubicBezTo>
                  <a:pt x="349310" y="141959"/>
                  <a:pt x="382183" y="139744"/>
                  <a:pt x="413845" y="135919"/>
                </a:cubicBezTo>
                <a:lnTo>
                  <a:pt x="419694" y="135113"/>
                </a:lnTo>
                <a:lnTo>
                  <a:pt x="418685" y="129274"/>
                </a:lnTo>
                <a:cubicBezTo>
                  <a:pt x="410013" y="78329"/>
                  <a:pt x="397913" y="42487"/>
                  <a:pt x="393073" y="29600"/>
                </a:cubicBezTo>
                <a:lnTo>
                  <a:pt x="392266" y="26982"/>
                </a:lnTo>
                <a:lnTo>
                  <a:pt x="389644" y="26177"/>
                </a:lnTo>
                <a:cubicBezTo>
                  <a:pt x="366049" y="17720"/>
                  <a:pt x="341445" y="12887"/>
                  <a:pt x="316438" y="11880"/>
                </a:cubicBezTo>
                <a:close/>
                <a:moveTo>
                  <a:pt x="298893" y="11478"/>
                </a:moveTo>
                <a:lnTo>
                  <a:pt x="292843" y="11880"/>
                </a:lnTo>
                <a:cubicBezTo>
                  <a:pt x="267029" y="13088"/>
                  <a:pt x="241820" y="17921"/>
                  <a:pt x="217620" y="26781"/>
                </a:cubicBezTo>
                <a:lnTo>
                  <a:pt x="214998" y="27586"/>
                </a:lnTo>
                <a:lnTo>
                  <a:pt x="214192" y="30204"/>
                </a:lnTo>
                <a:cubicBezTo>
                  <a:pt x="208343" y="46112"/>
                  <a:pt x="197453" y="80142"/>
                  <a:pt x="188983" y="127663"/>
                </a:cubicBezTo>
                <a:lnTo>
                  <a:pt x="187975" y="133704"/>
                </a:lnTo>
                <a:lnTo>
                  <a:pt x="194025" y="134509"/>
                </a:lnTo>
                <a:cubicBezTo>
                  <a:pt x="226897" y="138738"/>
                  <a:pt x="260374" y="141154"/>
                  <a:pt x="293045" y="141758"/>
                </a:cubicBezTo>
                <a:lnTo>
                  <a:pt x="298893" y="141959"/>
                </a:lnTo>
                <a:close/>
                <a:moveTo>
                  <a:pt x="304741" y="0"/>
                </a:moveTo>
                <a:cubicBezTo>
                  <a:pt x="431189" y="0"/>
                  <a:pt x="537469" y="88196"/>
                  <a:pt x="565299" y="205992"/>
                </a:cubicBezTo>
                <a:lnTo>
                  <a:pt x="558241" y="230961"/>
                </a:lnTo>
                <a:cubicBezTo>
                  <a:pt x="552997" y="195119"/>
                  <a:pt x="540292" y="160686"/>
                  <a:pt x="520730" y="130079"/>
                </a:cubicBezTo>
                <a:lnTo>
                  <a:pt x="518512" y="126455"/>
                </a:lnTo>
                <a:lnTo>
                  <a:pt x="514478" y="127663"/>
                </a:lnTo>
                <a:cubicBezTo>
                  <a:pt x="489471" y="134509"/>
                  <a:pt x="463859" y="140147"/>
                  <a:pt x="438449" y="144174"/>
                </a:cubicBezTo>
                <a:lnTo>
                  <a:pt x="432802" y="144980"/>
                </a:lnTo>
                <a:lnTo>
                  <a:pt x="433609" y="150618"/>
                </a:lnTo>
                <a:cubicBezTo>
                  <a:pt x="435626" y="165720"/>
                  <a:pt x="437239" y="181225"/>
                  <a:pt x="438247" y="196528"/>
                </a:cubicBezTo>
                <a:lnTo>
                  <a:pt x="433609" y="196528"/>
                </a:lnTo>
                <a:lnTo>
                  <a:pt x="426954" y="196528"/>
                </a:lnTo>
                <a:cubicBezTo>
                  <a:pt x="425744" y="181829"/>
                  <a:pt x="424332" y="166928"/>
                  <a:pt x="422315" y="152229"/>
                </a:cubicBezTo>
                <a:lnTo>
                  <a:pt x="421509" y="146792"/>
                </a:lnTo>
                <a:lnTo>
                  <a:pt x="415862" y="147396"/>
                </a:lnTo>
                <a:cubicBezTo>
                  <a:pt x="383998" y="151423"/>
                  <a:pt x="350319" y="153638"/>
                  <a:pt x="316035" y="153840"/>
                </a:cubicBezTo>
                <a:lnTo>
                  <a:pt x="310388" y="154041"/>
                </a:lnTo>
                <a:lnTo>
                  <a:pt x="310388" y="196528"/>
                </a:lnTo>
                <a:lnTo>
                  <a:pt x="298893" y="196528"/>
                </a:lnTo>
                <a:lnTo>
                  <a:pt x="298893" y="153840"/>
                </a:lnTo>
                <a:lnTo>
                  <a:pt x="293246" y="153840"/>
                </a:lnTo>
                <a:cubicBezTo>
                  <a:pt x="259567" y="153034"/>
                  <a:pt x="225284" y="150618"/>
                  <a:pt x="191806" y="146188"/>
                </a:cubicBezTo>
                <a:lnTo>
                  <a:pt x="186160" y="145383"/>
                </a:lnTo>
                <a:lnTo>
                  <a:pt x="185353" y="151021"/>
                </a:lnTo>
                <a:cubicBezTo>
                  <a:pt x="183336" y="166123"/>
                  <a:pt x="181723" y="181225"/>
                  <a:pt x="180513" y="196528"/>
                </a:cubicBezTo>
                <a:lnTo>
                  <a:pt x="176278" y="196528"/>
                </a:lnTo>
                <a:lnTo>
                  <a:pt x="169219" y="196528"/>
                </a:lnTo>
                <a:cubicBezTo>
                  <a:pt x="170228" y="180822"/>
                  <a:pt x="171841" y="164915"/>
                  <a:pt x="174059" y="149410"/>
                </a:cubicBezTo>
                <a:lnTo>
                  <a:pt x="174866" y="143772"/>
                </a:lnTo>
                <a:lnTo>
                  <a:pt x="169219" y="142966"/>
                </a:lnTo>
                <a:cubicBezTo>
                  <a:pt x="135742" y="137731"/>
                  <a:pt x="110130" y="131891"/>
                  <a:pt x="94602" y="127864"/>
                </a:cubicBezTo>
                <a:lnTo>
                  <a:pt x="90568" y="126857"/>
                </a:lnTo>
                <a:lnTo>
                  <a:pt x="88350" y="130280"/>
                </a:lnTo>
                <a:cubicBezTo>
                  <a:pt x="68989" y="160686"/>
                  <a:pt x="56486" y="194716"/>
                  <a:pt x="51243" y="229954"/>
                </a:cubicBezTo>
                <a:lnTo>
                  <a:pt x="44386" y="204180"/>
                </a:lnTo>
                <a:cubicBezTo>
                  <a:pt x="73023" y="87189"/>
                  <a:pt x="178899" y="0"/>
                  <a:pt x="304741" y="0"/>
                </a:cubicBezTo>
                <a:close/>
              </a:path>
            </a:pathLst>
          </a:custGeom>
          <a:solidFill>
            <a:srgbClr val="059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D19E588-B8F5-470F-3457-E842218ECAA8}"/>
              </a:ext>
            </a:extLst>
          </p:cNvPr>
          <p:cNvGrpSpPr/>
          <p:nvPr/>
        </p:nvGrpSpPr>
        <p:grpSpPr>
          <a:xfrm>
            <a:off x="804094" y="6201383"/>
            <a:ext cx="10879906" cy="348335"/>
            <a:chOff x="4685665" y="1834757"/>
            <a:chExt cx="10954648" cy="348335"/>
          </a:xfrm>
        </p:grpSpPr>
        <p:sp>
          <p:nvSpPr>
            <p:cNvPr id="9" name="ComponentBackground2">
              <a:extLst>
                <a:ext uri="{FF2B5EF4-FFF2-40B4-BE49-F238E27FC236}">
                  <a16:creationId xmlns:a16="http://schemas.microsoft.com/office/drawing/2014/main" id="{98D3FBF7-B214-3CDA-5D5A-7B917FEDAEDA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en-US" altLang="zh-CN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API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接口：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应用程序编程接口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(Application Programming Interface)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，就是对外提供的功能入口，供别人来调用（比如：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  <a:hlinkClick r:id="rId5"/>
                </a:rPr>
                <a:t>天气查询的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  <a:hlinkClick r:id="rId5"/>
                </a:rPr>
                <a:t>API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  <a:hlinkClick r:id="rId5"/>
                </a:rPr>
                <a:t>接口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）。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0" name="Shape2">
              <a:extLst>
                <a:ext uri="{FF2B5EF4-FFF2-40B4-BE49-F238E27FC236}">
                  <a16:creationId xmlns:a16="http://schemas.microsoft.com/office/drawing/2014/main" id="{ABA8B496-EE9F-3754-B9A5-0079CED3D0F0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598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0066321-BA66-BB37-D29F-0DE89C54E261}"/>
              </a:ext>
            </a:extLst>
          </p:cNvPr>
          <p:cNvGrpSpPr/>
          <p:nvPr/>
        </p:nvGrpSpPr>
        <p:grpSpPr>
          <a:xfrm>
            <a:off x="8262730" y="2789583"/>
            <a:ext cx="1497495" cy="490330"/>
            <a:chOff x="8262730" y="2789583"/>
            <a:chExt cx="1497495" cy="490330"/>
          </a:xfrm>
        </p:grpSpPr>
        <p:sp>
          <p:nvSpPr>
            <p:cNvPr id="11" name="流程图: 文档 10">
              <a:extLst>
                <a:ext uri="{FF2B5EF4-FFF2-40B4-BE49-F238E27FC236}">
                  <a16:creationId xmlns:a16="http://schemas.microsoft.com/office/drawing/2014/main" id="{2E83FD71-4CB8-8E8D-DBA1-D8B297A6D94D}"/>
                </a:ext>
              </a:extLst>
            </p:cNvPr>
            <p:cNvSpPr/>
            <p:nvPr/>
          </p:nvSpPr>
          <p:spPr>
            <a:xfrm>
              <a:off x="8262730" y="278958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流程图: 接点 14">
              <a:extLst>
                <a:ext uri="{FF2B5EF4-FFF2-40B4-BE49-F238E27FC236}">
                  <a16:creationId xmlns:a16="http://schemas.microsoft.com/office/drawing/2014/main" id="{577924C2-14EB-0AAA-463F-06ABBAD394C0}"/>
                </a:ext>
              </a:extLst>
            </p:cNvPr>
            <p:cNvSpPr/>
            <p:nvPr/>
          </p:nvSpPr>
          <p:spPr>
            <a:xfrm>
              <a:off x="8706679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流程图: 接点 15">
              <a:extLst>
                <a:ext uri="{FF2B5EF4-FFF2-40B4-BE49-F238E27FC236}">
                  <a16:creationId xmlns:a16="http://schemas.microsoft.com/office/drawing/2014/main" id="{32253412-0085-CF87-E2BF-337AC0FF9567}"/>
                </a:ext>
              </a:extLst>
            </p:cNvPr>
            <p:cNvSpPr/>
            <p:nvPr/>
          </p:nvSpPr>
          <p:spPr>
            <a:xfrm>
              <a:off x="8978347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流程图: 接点 16">
              <a:extLst>
                <a:ext uri="{FF2B5EF4-FFF2-40B4-BE49-F238E27FC236}">
                  <a16:creationId xmlns:a16="http://schemas.microsoft.com/office/drawing/2014/main" id="{DBAE30A9-B1AC-513E-FFAF-19F0137FE43A}"/>
                </a:ext>
              </a:extLst>
            </p:cNvPr>
            <p:cNvSpPr/>
            <p:nvPr/>
          </p:nvSpPr>
          <p:spPr>
            <a:xfrm>
              <a:off x="9250015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CD94EB0-081F-287F-5328-E4E996A1EA8D}"/>
              </a:ext>
            </a:extLst>
          </p:cNvPr>
          <p:cNvGrpSpPr/>
          <p:nvPr/>
        </p:nvGrpSpPr>
        <p:grpSpPr>
          <a:xfrm>
            <a:off x="8262730" y="3432313"/>
            <a:ext cx="1497495" cy="490330"/>
            <a:chOff x="8262730" y="3432313"/>
            <a:chExt cx="1497495" cy="490330"/>
          </a:xfrm>
        </p:grpSpPr>
        <p:sp>
          <p:nvSpPr>
            <p:cNvPr id="13" name="流程图: 文档 12">
              <a:extLst>
                <a:ext uri="{FF2B5EF4-FFF2-40B4-BE49-F238E27FC236}">
                  <a16:creationId xmlns:a16="http://schemas.microsoft.com/office/drawing/2014/main" id="{31626EE0-45F1-5EE5-ACD7-453D1D2C2B5B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B88AC240-276E-044C-DC50-232A737AAA66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71A7AD14-13B4-4A42-EF7B-3FEF109BBF45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E01B8FCF-A52E-B8BC-B95F-543D499FDCE2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DF0604D-4B4E-31F6-55C6-BE4959BD8B52}"/>
              </a:ext>
            </a:extLst>
          </p:cNvPr>
          <p:cNvGrpSpPr/>
          <p:nvPr/>
        </p:nvGrpSpPr>
        <p:grpSpPr>
          <a:xfrm>
            <a:off x="8262729" y="4101548"/>
            <a:ext cx="1497495" cy="490330"/>
            <a:chOff x="8262730" y="3432313"/>
            <a:chExt cx="1497495" cy="490330"/>
          </a:xfrm>
        </p:grpSpPr>
        <p:sp>
          <p:nvSpPr>
            <p:cNvPr id="24" name="流程图: 文档 23">
              <a:extLst>
                <a:ext uri="{FF2B5EF4-FFF2-40B4-BE49-F238E27FC236}">
                  <a16:creationId xmlns:a16="http://schemas.microsoft.com/office/drawing/2014/main" id="{DF0CFB6C-3A15-FBFA-460C-D5A5C224C441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流程图: 接点 24">
              <a:extLst>
                <a:ext uri="{FF2B5EF4-FFF2-40B4-BE49-F238E27FC236}">
                  <a16:creationId xmlns:a16="http://schemas.microsoft.com/office/drawing/2014/main" id="{985C9E16-8445-CD37-0BD6-CB29C96E251B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流程图: 接点 25">
              <a:extLst>
                <a:ext uri="{FF2B5EF4-FFF2-40B4-BE49-F238E27FC236}">
                  <a16:creationId xmlns:a16="http://schemas.microsoft.com/office/drawing/2014/main" id="{F7A9CFA7-99D1-C40E-22B4-B0E07C668D76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流程图: 接点 26">
              <a:extLst>
                <a:ext uri="{FF2B5EF4-FFF2-40B4-BE49-F238E27FC236}">
                  <a16:creationId xmlns:a16="http://schemas.microsoft.com/office/drawing/2014/main" id="{E637EC76-E05F-617D-8AFE-36404ABCA81A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3927EE3-898F-AACB-992F-0858B248F32B}"/>
              </a:ext>
            </a:extLst>
          </p:cNvPr>
          <p:cNvGrpSpPr/>
          <p:nvPr/>
        </p:nvGrpSpPr>
        <p:grpSpPr>
          <a:xfrm>
            <a:off x="8262729" y="4765954"/>
            <a:ext cx="1497495" cy="490330"/>
            <a:chOff x="8262730" y="3432313"/>
            <a:chExt cx="1497495" cy="490330"/>
          </a:xfrm>
        </p:grpSpPr>
        <p:sp>
          <p:nvSpPr>
            <p:cNvPr id="29" name="流程图: 文档 28">
              <a:extLst>
                <a:ext uri="{FF2B5EF4-FFF2-40B4-BE49-F238E27FC236}">
                  <a16:creationId xmlns:a16="http://schemas.microsoft.com/office/drawing/2014/main" id="{D882517A-8C1D-7F14-20F0-3EB55F9E2DF0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流程图: 接点 29">
              <a:extLst>
                <a:ext uri="{FF2B5EF4-FFF2-40B4-BE49-F238E27FC236}">
                  <a16:creationId xmlns:a16="http://schemas.microsoft.com/office/drawing/2014/main" id="{95AAED67-7CE3-209E-EE42-0B67434302D1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126BF6AB-B260-857A-E413-2A64F3C7E552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流程图: 接点 31">
              <a:extLst>
                <a:ext uri="{FF2B5EF4-FFF2-40B4-BE49-F238E27FC236}">
                  <a16:creationId xmlns:a16="http://schemas.microsoft.com/office/drawing/2014/main" id="{4DE6665B-C24F-9C1F-CF06-3A3C2FD27E16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95C464A-824D-9EE3-4846-F1834D4306C2}"/>
              </a:ext>
            </a:extLst>
          </p:cNvPr>
          <p:cNvCxnSpPr/>
          <p:nvPr/>
        </p:nvCxnSpPr>
        <p:spPr>
          <a:xfrm>
            <a:off x="2822713" y="3705772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7462CB7-9626-E32C-284F-EC405315D621}"/>
              </a:ext>
            </a:extLst>
          </p:cNvPr>
          <p:cNvCxnSpPr/>
          <p:nvPr/>
        </p:nvCxnSpPr>
        <p:spPr>
          <a:xfrm>
            <a:off x="2822712" y="4090085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BA1B557-5B4A-13DA-514F-F954269A022E}"/>
              </a:ext>
            </a:extLst>
          </p:cNvPr>
          <p:cNvSpPr txBox="1"/>
          <p:nvPr/>
        </p:nvSpPr>
        <p:spPr>
          <a:xfrm>
            <a:off x="4631635" y="3369701"/>
            <a:ext cx="966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HTTP</a:t>
            </a:r>
            <a:r>
              <a:rPr lang="zh-CN" altLang="en-US" sz="1400"/>
              <a:t>请求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2AF0566-7B01-B580-B8AE-ECA3F81F2C73}"/>
              </a:ext>
            </a:extLst>
          </p:cNvPr>
          <p:cNvSpPr txBox="1"/>
          <p:nvPr/>
        </p:nvSpPr>
        <p:spPr>
          <a:xfrm>
            <a:off x="4631634" y="4097940"/>
            <a:ext cx="966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HTTP</a:t>
            </a:r>
            <a:r>
              <a:rPr lang="zh-CN" altLang="en-US" sz="1400"/>
              <a:t>响应</a:t>
            </a:r>
          </a:p>
        </p:txBody>
      </p:sp>
      <p:sp>
        <p:nvSpPr>
          <p:cNvPr id="12" name="computer-connected-to-the-network_4318">
            <a:extLst>
              <a:ext uri="{FF2B5EF4-FFF2-40B4-BE49-F238E27FC236}">
                <a16:creationId xmlns:a16="http://schemas.microsoft.com/office/drawing/2014/main" id="{2F51CC75-F33A-6BE8-1677-58400F3EAC58}"/>
              </a:ext>
            </a:extLst>
          </p:cNvPr>
          <p:cNvSpPr/>
          <p:nvPr/>
        </p:nvSpPr>
        <p:spPr>
          <a:xfrm>
            <a:off x="694127" y="3422109"/>
            <a:ext cx="974990" cy="8213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51291" h="464390">
                <a:moveTo>
                  <a:pt x="153571" y="454275"/>
                </a:moveTo>
                <a:lnTo>
                  <a:pt x="548303" y="454275"/>
                </a:lnTo>
                <a:lnTo>
                  <a:pt x="545432" y="464390"/>
                </a:lnTo>
                <a:lnTo>
                  <a:pt x="157877" y="464390"/>
                </a:lnTo>
                <a:close/>
                <a:moveTo>
                  <a:pt x="327304" y="428604"/>
                </a:moveTo>
                <a:lnTo>
                  <a:pt x="321561" y="447265"/>
                </a:lnTo>
                <a:lnTo>
                  <a:pt x="373250" y="447265"/>
                </a:lnTo>
                <a:lnTo>
                  <a:pt x="366071" y="428604"/>
                </a:lnTo>
                <a:close/>
                <a:moveTo>
                  <a:pt x="193774" y="397025"/>
                </a:moveTo>
                <a:lnTo>
                  <a:pt x="180851" y="425734"/>
                </a:lnTo>
                <a:lnTo>
                  <a:pt x="522575" y="425734"/>
                </a:lnTo>
                <a:lnTo>
                  <a:pt x="512524" y="397025"/>
                </a:lnTo>
                <a:close/>
                <a:moveTo>
                  <a:pt x="180851" y="391283"/>
                </a:moveTo>
                <a:lnTo>
                  <a:pt x="531190" y="391283"/>
                </a:lnTo>
                <a:lnTo>
                  <a:pt x="551291" y="447265"/>
                </a:lnTo>
                <a:lnTo>
                  <a:pt x="549855" y="450136"/>
                </a:lnTo>
                <a:lnTo>
                  <a:pt x="153571" y="450136"/>
                </a:lnTo>
                <a:close/>
                <a:moveTo>
                  <a:pt x="199538" y="212061"/>
                </a:moveTo>
                <a:lnTo>
                  <a:pt x="199538" y="282376"/>
                </a:lnTo>
                <a:lnTo>
                  <a:pt x="199538" y="362736"/>
                </a:lnTo>
                <a:lnTo>
                  <a:pt x="403358" y="362736"/>
                </a:lnTo>
                <a:lnTo>
                  <a:pt x="508139" y="362736"/>
                </a:lnTo>
                <a:lnTo>
                  <a:pt x="508139" y="275201"/>
                </a:lnTo>
                <a:lnTo>
                  <a:pt x="508139" y="212061"/>
                </a:lnTo>
                <a:lnTo>
                  <a:pt x="289965" y="212061"/>
                </a:lnTo>
                <a:close/>
                <a:moveTo>
                  <a:pt x="188055" y="197711"/>
                </a:moveTo>
                <a:lnTo>
                  <a:pt x="295706" y="197711"/>
                </a:lnTo>
                <a:lnTo>
                  <a:pt x="518186" y="197711"/>
                </a:lnTo>
                <a:lnTo>
                  <a:pt x="518186" y="278071"/>
                </a:lnTo>
                <a:lnTo>
                  <a:pt x="518186" y="375651"/>
                </a:lnTo>
                <a:lnTo>
                  <a:pt x="396181" y="375651"/>
                </a:lnTo>
                <a:lnTo>
                  <a:pt x="188055" y="375651"/>
                </a:lnTo>
                <a:lnTo>
                  <a:pt x="188055" y="280941"/>
                </a:lnTo>
                <a:close/>
                <a:moveTo>
                  <a:pt x="120643" y="121858"/>
                </a:moveTo>
                <a:cubicBezTo>
                  <a:pt x="119208" y="121858"/>
                  <a:pt x="116338" y="123292"/>
                  <a:pt x="113467" y="123292"/>
                </a:cubicBezTo>
                <a:cubicBezTo>
                  <a:pt x="100552" y="126159"/>
                  <a:pt x="87637" y="129025"/>
                  <a:pt x="74721" y="131892"/>
                </a:cubicBezTo>
                <a:cubicBezTo>
                  <a:pt x="70416" y="150528"/>
                  <a:pt x="68981" y="170596"/>
                  <a:pt x="70416" y="189231"/>
                </a:cubicBezTo>
                <a:cubicBezTo>
                  <a:pt x="70416" y="207866"/>
                  <a:pt x="73286" y="226501"/>
                  <a:pt x="79026" y="245137"/>
                </a:cubicBezTo>
                <a:cubicBezTo>
                  <a:pt x="89072" y="248004"/>
                  <a:pt x="100552" y="249437"/>
                  <a:pt x="110597" y="252304"/>
                </a:cubicBezTo>
                <a:cubicBezTo>
                  <a:pt x="114902" y="252304"/>
                  <a:pt x="119208" y="253737"/>
                  <a:pt x="123513" y="253737"/>
                </a:cubicBezTo>
                <a:cubicBezTo>
                  <a:pt x="119208" y="232235"/>
                  <a:pt x="114902" y="210733"/>
                  <a:pt x="114902" y="187798"/>
                </a:cubicBezTo>
                <a:cubicBezTo>
                  <a:pt x="114902" y="166296"/>
                  <a:pt x="116338" y="143360"/>
                  <a:pt x="120643" y="121858"/>
                </a:cubicBezTo>
                <a:close/>
                <a:moveTo>
                  <a:pt x="165129" y="30116"/>
                </a:moveTo>
                <a:cubicBezTo>
                  <a:pt x="159389" y="43017"/>
                  <a:pt x="155084" y="55918"/>
                  <a:pt x="152214" y="68820"/>
                </a:cubicBezTo>
                <a:cubicBezTo>
                  <a:pt x="149344" y="78854"/>
                  <a:pt x="146473" y="88888"/>
                  <a:pt x="143603" y="98923"/>
                </a:cubicBezTo>
                <a:cubicBezTo>
                  <a:pt x="160824" y="96056"/>
                  <a:pt x="176610" y="96056"/>
                  <a:pt x="193830" y="96056"/>
                </a:cubicBezTo>
                <a:cubicBezTo>
                  <a:pt x="202440" y="96056"/>
                  <a:pt x="209616" y="96056"/>
                  <a:pt x="218226" y="97489"/>
                </a:cubicBezTo>
                <a:cubicBezTo>
                  <a:pt x="215356" y="88888"/>
                  <a:pt x="213921" y="80287"/>
                  <a:pt x="211051" y="70253"/>
                </a:cubicBezTo>
                <a:cubicBezTo>
                  <a:pt x="206745" y="57352"/>
                  <a:pt x="202440" y="44451"/>
                  <a:pt x="196700" y="32983"/>
                </a:cubicBezTo>
                <a:cubicBezTo>
                  <a:pt x="202440" y="37283"/>
                  <a:pt x="206745" y="43017"/>
                  <a:pt x="209616" y="48751"/>
                </a:cubicBezTo>
                <a:cubicBezTo>
                  <a:pt x="213921" y="54485"/>
                  <a:pt x="218226" y="60219"/>
                  <a:pt x="221096" y="67386"/>
                </a:cubicBezTo>
                <a:cubicBezTo>
                  <a:pt x="226836" y="77421"/>
                  <a:pt x="231141" y="88888"/>
                  <a:pt x="234011" y="100356"/>
                </a:cubicBezTo>
                <a:cubicBezTo>
                  <a:pt x="248362" y="101790"/>
                  <a:pt x="262712" y="106090"/>
                  <a:pt x="277063" y="110390"/>
                </a:cubicBezTo>
                <a:cubicBezTo>
                  <a:pt x="284238" y="113257"/>
                  <a:pt x="292848" y="114691"/>
                  <a:pt x="300023" y="118991"/>
                </a:cubicBezTo>
                <a:cubicBezTo>
                  <a:pt x="292848" y="96056"/>
                  <a:pt x="282803" y="74554"/>
                  <a:pt x="269887" y="54485"/>
                </a:cubicBezTo>
                <a:cubicBezTo>
                  <a:pt x="288543" y="68820"/>
                  <a:pt x="305764" y="88888"/>
                  <a:pt x="315809" y="113257"/>
                </a:cubicBezTo>
                <a:cubicBezTo>
                  <a:pt x="317244" y="117558"/>
                  <a:pt x="320114" y="123292"/>
                  <a:pt x="321549" y="127592"/>
                </a:cubicBezTo>
                <a:lnTo>
                  <a:pt x="350496" y="144678"/>
                </a:lnTo>
                <a:lnTo>
                  <a:pt x="350712" y="145626"/>
                </a:lnTo>
                <a:lnTo>
                  <a:pt x="324419" y="139060"/>
                </a:lnTo>
                <a:cubicBezTo>
                  <a:pt x="328724" y="154828"/>
                  <a:pt x="330159" y="170596"/>
                  <a:pt x="330159" y="187798"/>
                </a:cubicBezTo>
                <a:lnTo>
                  <a:pt x="308634" y="187798"/>
                </a:lnTo>
                <a:cubicBezTo>
                  <a:pt x="308634" y="169163"/>
                  <a:pt x="307199" y="150528"/>
                  <a:pt x="304329" y="133326"/>
                </a:cubicBezTo>
                <a:cubicBezTo>
                  <a:pt x="292848" y="130459"/>
                  <a:pt x="282803" y="129025"/>
                  <a:pt x="272758" y="126159"/>
                </a:cubicBezTo>
                <a:cubicBezTo>
                  <a:pt x="262712" y="124725"/>
                  <a:pt x="251232" y="123292"/>
                  <a:pt x="241187" y="121858"/>
                </a:cubicBezTo>
                <a:cubicBezTo>
                  <a:pt x="245492" y="143360"/>
                  <a:pt x="248362" y="164862"/>
                  <a:pt x="248362" y="187798"/>
                </a:cubicBezTo>
                <a:lnTo>
                  <a:pt x="226836" y="187798"/>
                </a:lnTo>
                <a:cubicBezTo>
                  <a:pt x="226836" y="164862"/>
                  <a:pt x="225401" y="141927"/>
                  <a:pt x="221096" y="118991"/>
                </a:cubicBezTo>
                <a:cubicBezTo>
                  <a:pt x="212486" y="117558"/>
                  <a:pt x="202440" y="117558"/>
                  <a:pt x="193830" y="117558"/>
                </a:cubicBezTo>
                <a:cubicBezTo>
                  <a:pt x="175175" y="117558"/>
                  <a:pt x="157954" y="117558"/>
                  <a:pt x="140733" y="118991"/>
                </a:cubicBezTo>
                <a:cubicBezTo>
                  <a:pt x="136428" y="141927"/>
                  <a:pt x="136428" y="164862"/>
                  <a:pt x="136428" y="187798"/>
                </a:cubicBezTo>
                <a:cubicBezTo>
                  <a:pt x="136428" y="210733"/>
                  <a:pt x="139298" y="233669"/>
                  <a:pt x="143603" y="256604"/>
                </a:cubicBezTo>
                <a:cubicBezTo>
                  <a:pt x="153649" y="258038"/>
                  <a:pt x="163694" y="258038"/>
                  <a:pt x="175175" y="258038"/>
                </a:cubicBezTo>
                <a:lnTo>
                  <a:pt x="175175" y="279540"/>
                </a:lnTo>
                <a:cubicBezTo>
                  <a:pt x="165129" y="279540"/>
                  <a:pt x="156519" y="278106"/>
                  <a:pt x="147909" y="276673"/>
                </a:cubicBezTo>
                <a:cubicBezTo>
                  <a:pt x="152214" y="301042"/>
                  <a:pt x="159389" y="323977"/>
                  <a:pt x="165129" y="346913"/>
                </a:cubicBezTo>
                <a:cubicBezTo>
                  <a:pt x="150779" y="325411"/>
                  <a:pt x="137863" y="299608"/>
                  <a:pt x="129253" y="273806"/>
                </a:cubicBezTo>
                <a:cubicBezTo>
                  <a:pt x="122078" y="272373"/>
                  <a:pt x="114902" y="270939"/>
                  <a:pt x="106292" y="268072"/>
                </a:cubicBezTo>
                <a:cubicBezTo>
                  <a:pt x="99117" y="266639"/>
                  <a:pt x="90507" y="262338"/>
                  <a:pt x="83332" y="259471"/>
                </a:cubicBezTo>
                <a:cubicBezTo>
                  <a:pt x="89072" y="282407"/>
                  <a:pt x="97682" y="303909"/>
                  <a:pt x="109162" y="325411"/>
                </a:cubicBezTo>
                <a:cubicBezTo>
                  <a:pt x="103422" y="321111"/>
                  <a:pt x="100552" y="316810"/>
                  <a:pt x="96247" y="312510"/>
                </a:cubicBezTo>
                <a:cubicBezTo>
                  <a:pt x="91942" y="306776"/>
                  <a:pt x="87637" y="302475"/>
                  <a:pt x="84767" y="296742"/>
                </a:cubicBezTo>
                <a:cubicBezTo>
                  <a:pt x="77591" y="286707"/>
                  <a:pt x="71851" y="275239"/>
                  <a:pt x="66111" y="263772"/>
                </a:cubicBezTo>
                <a:cubicBezTo>
                  <a:pt x="64676" y="259471"/>
                  <a:pt x="61806" y="253737"/>
                  <a:pt x="60371" y="248004"/>
                </a:cubicBezTo>
                <a:cubicBezTo>
                  <a:pt x="56066" y="246570"/>
                  <a:pt x="53196" y="243703"/>
                  <a:pt x="48890" y="242270"/>
                </a:cubicBezTo>
                <a:cubicBezTo>
                  <a:pt x="43150" y="237969"/>
                  <a:pt x="37410" y="233669"/>
                  <a:pt x="33105" y="229368"/>
                </a:cubicBezTo>
                <a:cubicBezTo>
                  <a:pt x="40280" y="232235"/>
                  <a:pt x="48890" y="235102"/>
                  <a:pt x="57501" y="237969"/>
                </a:cubicBezTo>
                <a:cubicBezTo>
                  <a:pt x="51761" y="222201"/>
                  <a:pt x="48890" y="206433"/>
                  <a:pt x="48890" y="190665"/>
                </a:cubicBezTo>
                <a:cubicBezTo>
                  <a:pt x="47455" y="173463"/>
                  <a:pt x="48890" y="156261"/>
                  <a:pt x="53196" y="139060"/>
                </a:cubicBezTo>
                <a:cubicBezTo>
                  <a:pt x="47455" y="141927"/>
                  <a:pt x="41715" y="143360"/>
                  <a:pt x="35975" y="146227"/>
                </a:cubicBezTo>
                <a:cubicBezTo>
                  <a:pt x="40280" y="141927"/>
                  <a:pt x="46020" y="137626"/>
                  <a:pt x="51761" y="133326"/>
                </a:cubicBezTo>
                <a:cubicBezTo>
                  <a:pt x="53196" y="133326"/>
                  <a:pt x="54631" y="131892"/>
                  <a:pt x="56066" y="130459"/>
                </a:cubicBezTo>
                <a:cubicBezTo>
                  <a:pt x="57501" y="126159"/>
                  <a:pt x="60371" y="120425"/>
                  <a:pt x="61806" y="114691"/>
                </a:cubicBezTo>
                <a:cubicBezTo>
                  <a:pt x="73286" y="91755"/>
                  <a:pt x="89072" y="70253"/>
                  <a:pt x="109162" y="55918"/>
                </a:cubicBezTo>
                <a:cubicBezTo>
                  <a:pt x="96247" y="75987"/>
                  <a:pt x="84767" y="97489"/>
                  <a:pt x="79026" y="118991"/>
                </a:cubicBezTo>
                <a:cubicBezTo>
                  <a:pt x="89072" y="114691"/>
                  <a:pt x="99117" y="110390"/>
                  <a:pt x="109162" y="107523"/>
                </a:cubicBezTo>
                <a:cubicBezTo>
                  <a:pt x="114902" y="106090"/>
                  <a:pt x="120643" y="104656"/>
                  <a:pt x="126383" y="103223"/>
                </a:cubicBezTo>
                <a:cubicBezTo>
                  <a:pt x="130688" y="90322"/>
                  <a:pt x="134993" y="77421"/>
                  <a:pt x="142168" y="64519"/>
                </a:cubicBezTo>
                <a:cubicBezTo>
                  <a:pt x="145038" y="58785"/>
                  <a:pt x="147909" y="53052"/>
                  <a:pt x="152214" y="47318"/>
                </a:cubicBezTo>
                <a:cubicBezTo>
                  <a:pt x="156519" y="41584"/>
                  <a:pt x="160824" y="35850"/>
                  <a:pt x="165129" y="30116"/>
                </a:cubicBezTo>
                <a:close/>
                <a:moveTo>
                  <a:pt x="190929" y="0"/>
                </a:moveTo>
                <a:cubicBezTo>
                  <a:pt x="294289" y="0"/>
                  <a:pt x="378987" y="84557"/>
                  <a:pt x="381858" y="187744"/>
                </a:cubicBezTo>
                <a:lnTo>
                  <a:pt x="360325" y="187744"/>
                </a:lnTo>
                <a:lnTo>
                  <a:pt x="350712" y="145626"/>
                </a:lnTo>
                <a:lnTo>
                  <a:pt x="353120" y="146227"/>
                </a:lnTo>
                <a:lnTo>
                  <a:pt x="350496" y="144678"/>
                </a:lnTo>
                <a:lnTo>
                  <a:pt x="345565" y="123073"/>
                </a:lnTo>
                <a:cubicBezTo>
                  <a:pt x="319052" y="63417"/>
                  <a:pt x="259836" y="21497"/>
                  <a:pt x="190929" y="21497"/>
                </a:cubicBezTo>
                <a:cubicBezTo>
                  <a:pt x="97618" y="21497"/>
                  <a:pt x="21533" y="97455"/>
                  <a:pt x="21533" y="190611"/>
                </a:cubicBezTo>
                <a:cubicBezTo>
                  <a:pt x="21533" y="278033"/>
                  <a:pt x="89004" y="351125"/>
                  <a:pt x="175138" y="358291"/>
                </a:cubicBezTo>
                <a:lnTo>
                  <a:pt x="175138" y="379788"/>
                </a:lnTo>
                <a:lnTo>
                  <a:pt x="173702" y="379788"/>
                </a:lnTo>
                <a:lnTo>
                  <a:pt x="172267" y="379788"/>
                </a:lnTo>
                <a:cubicBezTo>
                  <a:pt x="76084" y="371189"/>
                  <a:pt x="0" y="289499"/>
                  <a:pt x="0" y="190611"/>
                </a:cubicBezTo>
                <a:cubicBezTo>
                  <a:pt x="0" y="85990"/>
                  <a:pt x="86133" y="0"/>
                  <a:pt x="190929" y="0"/>
                </a:cubicBezTo>
                <a:close/>
              </a:path>
            </a:pathLst>
          </a:custGeom>
          <a:solidFill>
            <a:srgbClr val="059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37" grpId="0"/>
      <p:bldP spid="38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B592-7BCC-6469-2F45-3102A58F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086E3C-7424-3B93-AD7B-DD86A22AB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32367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使用步骤：</a:t>
            </a:r>
            <a:endParaRPr lang="en-US" altLang="zh-CN"/>
          </a:p>
          <a:p>
            <a:pPr marL="702000" indent="-342900">
              <a:buFont typeface="+mj-lt"/>
              <a:buAutoNum type="arabicPeriod"/>
            </a:pPr>
            <a:r>
              <a:rPr lang="zh-CN" altLang="en-US" sz="1400"/>
              <a:t>导入</a:t>
            </a:r>
            <a:r>
              <a:rPr lang="en-US" altLang="zh-CN" sz="1400"/>
              <a:t>FastAPI</a:t>
            </a:r>
          </a:p>
          <a:p>
            <a:pPr marL="702000" indent="-342900">
              <a:buFont typeface="+mj-lt"/>
              <a:buAutoNum type="arabicPeriod"/>
            </a:pPr>
            <a:r>
              <a:rPr lang="zh-CN" altLang="en-US" sz="1400"/>
              <a:t>创建</a:t>
            </a:r>
            <a:r>
              <a:rPr lang="en-US" altLang="zh-CN" sz="1400"/>
              <a:t>FastAPI</a:t>
            </a:r>
            <a:r>
              <a:rPr lang="zh-CN" altLang="en-US" sz="1400"/>
              <a:t>实例对象</a:t>
            </a:r>
            <a:endParaRPr lang="en-US" altLang="zh-CN" sz="1400"/>
          </a:p>
          <a:p>
            <a:pPr marL="702000" indent="-342900">
              <a:buFont typeface="+mj-lt"/>
              <a:buAutoNum type="arabicPeriod"/>
            </a:pPr>
            <a:r>
              <a:rPr lang="zh-CN" altLang="en-US" sz="1400"/>
              <a:t>创建路径操作函数，定义访问路径</a:t>
            </a:r>
            <a:endParaRPr lang="en-US" altLang="zh-CN" sz="1400"/>
          </a:p>
          <a:p>
            <a:pPr marL="702000" indent="-342900">
              <a:buFont typeface="+mj-lt"/>
              <a:buAutoNum type="arabicPeriod"/>
            </a:pPr>
            <a:r>
              <a:rPr lang="zh-CN" altLang="en-US" sz="1400"/>
              <a:t>运行</a:t>
            </a:r>
            <a:r>
              <a:rPr lang="en-US" altLang="zh-CN" sz="1400"/>
              <a:t>FastAPI</a:t>
            </a:r>
            <a:r>
              <a:rPr lang="zh-CN" altLang="en-US" sz="1400"/>
              <a:t>服务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377B7E7-F965-A22D-9919-80DD35C1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FastAPI</a:t>
            </a:r>
            <a:r>
              <a:rPr lang="zh-CN" altLang="en-US"/>
              <a:t>入门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059867-430A-BEFF-FD75-293F7CC2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838" y="389446"/>
            <a:ext cx="368319" cy="368319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71ABC0C5-89E7-8B61-C7A6-4BDFB81C4F7A}"/>
              </a:ext>
            </a:extLst>
          </p:cNvPr>
          <p:cNvGrpSpPr/>
          <p:nvPr/>
        </p:nvGrpSpPr>
        <p:grpSpPr>
          <a:xfrm>
            <a:off x="4797574" y="953808"/>
            <a:ext cx="6818229" cy="5301215"/>
            <a:chOff x="2297717" y="3660320"/>
            <a:chExt cx="7664369" cy="560086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6D23CF0-6AF0-CD04-4BC5-C670F14C5815}"/>
                </a:ext>
              </a:extLst>
            </p:cNvPr>
            <p:cNvSpPr/>
            <p:nvPr/>
          </p:nvSpPr>
          <p:spPr>
            <a:xfrm>
              <a:off x="2297727" y="3660320"/>
              <a:ext cx="7664359" cy="5600864"/>
            </a:xfrm>
            <a:prstGeom prst="roundRect">
              <a:avLst>
                <a:gd name="adj" fmla="val 97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from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创建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FastAPI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实例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app = FastAPI()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定义功能</a:t>
              </a:r>
              <a:r>
                <a:rPr lang="zh-CN" altLang="en-US" sz="1100">
                  <a:solidFill>
                    <a:srgbClr val="8C8C8C"/>
                  </a:solidFill>
                  <a:latin typeface="Courier New" panose="02070309020205020404" pitchFamily="49" charset="0"/>
                </a:rPr>
                <a:t>接口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@app.get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root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"message"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"Hello World"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定义功能接口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@app.get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"/users"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get_users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[{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"id"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"Alice"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    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"id"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"Bob"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}]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55031B31-25B6-7F84-7FBD-0029509B725C}"/>
                </a:ext>
              </a:extLst>
            </p:cNvPr>
            <p:cNvSpPr/>
            <p:nvPr/>
          </p:nvSpPr>
          <p:spPr>
            <a:xfrm>
              <a:off x="2297717" y="3660322"/>
              <a:ext cx="7664359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main.py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5E70B75-F503-4841-AC00-C01DDAA01B1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9371A74-5796-3B81-2DD8-AD0FE63517B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4B594B8-7AF8-A17F-AAB0-D705AB277F2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A105065-C7B4-4A9E-E084-8FA29AA5942F}"/>
              </a:ext>
            </a:extLst>
          </p:cNvPr>
          <p:cNvCxnSpPr/>
          <p:nvPr/>
        </p:nvCxnSpPr>
        <p:spPr>
          <a:xfrm>
            <a:off x="1351722" y="3187147"/>
            <a:ext cx="15201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54906C6-44C5-0594-9F4C-4FB7FDF3A9D8}"/>
              </a:ext>
            </a:extLst>
          </p:cNvPr>
          <p:cNvCxnSpPr>
            <a:cxnSpLocks/>
          </p:cNvCxnSpPr>
          <p:nvPr/>
        </p:nvCxnSpPr>
        <p:spPr>
          <a:xfrm>
            <a:off x="2050203" y="3187147"/>
            <a:ext cx="0" cy="73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8E4B55A-9F23-643E-BD55-9031203633C8}"/>
              </a:ext>
            </a:extLst>
          </p:cNvPr>
          <p:cNvSpPr txBox="1"/>
          <p:nvPr/>
        </p:nvSpPr>
        <p:spPr>
          <a:xfrm>
            <a:off x="984338" y="3988904"/>
            <a:ext cx="2547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 </a:t>
            </a:r>
            <a:r>
              <a:rPr lang="en-US" altLang="zh-CN" sz="1400">
                <a:solidFill>
                  <a:srgbClr val="0000FF"/>
                </a:solidFill>
              </a:rPr>
              <a:t>fastapi dev</a:t>
            </a:r>
            <a:r>
              <a:rPr lang="en-US" altLang="zh-CN" sz="1400"/>
              <a:t> "xxxx.py"</a:t>
            </a:r>
            <a:endParaRPr lang="zh-CN" altLang="en-US" sz="14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6F8A3E-D59D-2932-243F-E9AEF66F6D51}"/>
              </a:ext>
            </a:extLst>
          </p:cNvPr>
          <p:cNvSpPr txBox="1"/>
          <p:nvPr/>
        </p:nvSpPr>
        <p:spPr>
          <a:xfrm>
            <a:off x="984338" y="4477744"/>
            <a:ext cx="2977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 </a:t>
            </a:r>
            <a:r>
              <a:rPr lang="en-US" altLang="zh-CN" sz="1400">
                <a:solidFill>
                  <a:srgbClr val="0000FF"/>
                </a:solidFill>
              </a:rPr>
              <a:t>uvicorn</a:t>
            </a:r>
            <a:r>
              <a:rPr lang="en-US" altLang="zh-CN" sz="1400"/>
              <a:t> xxxx:app </a:t>
            </a:r>
            <a:r>
              <a:rPr lang="en-US" altLang="zh-CN" sz="1400">
                <a:solidFill>
                  <a:srgbClr val="0000FF"/>
                </a:solidFill>
              </a:rPr>
              <a:t>--reload</a:t>
            </a:r>
            <a:endParaRPr lang="zh-CN" altLang="en-US" sz="1400">
              <a:solidFill>
                <a:srgbClr val="0000FF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FCB2F9-C3AB-A771-5254-1841E17F32B3}"/>
              </a:ext>
            </a:extLst>
          </p:cNvPr>
          <p:cNvSpPr/>
          <p:nvPr/>
        </p:nvSpPr>
        <p:spPr>
          <a:xfrm>
            <a:off x="4804200" y="5172889"/>
            <a:ext cx="6622551" cy="1049004"/>
          </a:xfrm>
          <a:prstGeom prst="roundRect">
            <a:avLst>
              <a:gd name="adj" fmla="val 97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启动</a:t>
            </a: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FastAPI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服务器</a:t>
            </a:r>
            <a:b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if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__name__ == 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"__main__"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import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uvicorn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uvicorn.run(app, </a:t>
            </a:r>
            <a:r>
              <a:rPr lang="en-US" altLang="zh-CN" sz="11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host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"0.0.0.0"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port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1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8000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D6FEDDC-58A1-3D60-F5B2-5B89CF312DD5}"/>
              </a:ext>
            </a:extLst>
          </p:cNvPr>
          <p:cNvGrpSpPr/>
          <p:nvPr/>
        </p:nvGrpSpPr>
        <p:grpSpPr>
          <a:xfrm>
            <a:off x="765249" y="6435350"/>
            <a:ext cx="10879906" cy="348335"/>
            <a:chOff x="4685665" y="1834757"/>
            <a:chExt cx="10954648" cy="348335"/>
          </a:xfrm>
        </p:grpSpPr>
        <p:sp>
          <p:nvSpPr>
            <p:cNvPr id="21" name="ComponentBackground2">
              <a:extLst>
                <a:ext uri="{FF2B5EF4-FFF2-40B4-BE49-F238E27FC236}">
                  <a16:creationId xmlns:a16="http://schemas.microsoft.com/office/drawing/2014/main" id="{2F402C0B-3C33-84AC-E6D3-5AAE2E94B47F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en-US" altLang="zh-CN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uvicorn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：</a:t>
              </a:r>
              <a:r>
                <a:rPr lang="zh-CN" altLang="en-US" sz="1200" b="0" i="0">
                  <a:solidFill>
                    <a:srgbClr val="0F1115"/>
                  </a:solidFill>
                  <a:effectLst/>
                </a:rPr>
                <a:t>专门为现代 </a:t>
              </a:r>
              <a:r>
                <a:rPr lang="en-US" altLang="zh-CN" sz="1200" b="0" i="0">
                  <a:solidFill>
                    <a:srgbClr val="0F1115"/>
                  </a:solidFill>
                  <a:effectLst/>
                </a:rPr>
                <a:t>Python Web </a:t>
              </a:r>
              <a:r>
                <a:rPr lang="zh-CN" altLang="en-US" sz="1200" b="0" i="0">
                  <a:solidFill>
                    <a:srgbClr val="0F1115"/>
                  </a:solidFill>
                  <a:effectLst/>
                </a:rPr>
                <a:t>框架（</a:t>
              </a:r>
              <a:r>
                <a:rPr lang="en-US" altLang="zh-CN" sz="1200" b="0" i="0">
                  <a:solidFill>
                    <a:srgbClr val="0F1115"/>
                  </a:solidFill>
                  <a:effectLst/>
                </a:rPr>
                <a:t>FastAPI</a:t>
              </a:r>
              <a:r>
                <a:rPr lang="zh-CN" altLang="en-US" sz="1200" b="0" i="0">
                  <a:solidFill>
                    <a:srgbClr val="0F1115"/>
                  </a:solidFill>
                  <a:effectLst/>
                </a:rPr>
                <a:t>、</a:t>
              </a:r>
              <a:r>
                <a:rPr lang="en-US" altLang="zh-CN" sz="1200" b="0" i="0">
                  <a:solidFill>
                    <a:srgbClr val="0F1115"/>
                  </a:solidFill>
                  <a:effectLst/>
                </a:rPr>
                <a:t>Starlette</a:t>
              </a:r>
              <a:r>
                <a:rPr lang="zh-CN" altLang="en-US" sz="1200" b="0" i="0">
                  <a:solidFill>
                    <a:srgbClr val="0F1115"/>
                  </a:solidFill>
                  <a:effectLst/>
                </a:rPr>
                <a:t>）设计的高性能服务器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2" name="Shape2">
              <a:extLst>
                <a:ext uri="{FF2B5EF4-FFF2-40B4-BE49-F238E27FC236}">
                  <a16:creationId xmlns:a16="http://schemas.microsoft.com/office/drawing/2014/main" id="{A0349E27-0DC9-0AA2-6486-5AE94AA7A612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598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4E050C6-621F-BAD5-AA24-D08F52F0413A}"/>
              </a:ext>
            </a:extLst>
          </p:cNvPr>
          <p:cNvSpPr/>
          <p:nvPr/>
        </p:nvSpPr>
        <p:spPr>
          <a:xfrm>
            <a:off x="4804200" y="1227817"/>
            <a:ext cx="4447750" cy="346983"/>
          </a:xfrm>
          <a:prstGeom prst="roundRect">
            <a:avLst>
              <a:gd name="adj" fmla="val 11177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EC2D45F-4EFE-9998-CA39-53BD85D1AD42}"/>
              </a:ext>
            </a:extLst>
          </p:cNvPr>
          <p:cNvSpPr/>
          <p:nvPr/>
        </p:nvSpPr>
        <p:spPr>
          <a:xfrm>
            <a:off x="4804200" y="1777894"/>
            <a:ext cx="4447750" cy="489056"/>
          </a:xfrm>
          <a:prstGeom prst="roundRect">
            <a:avLst>
              <a:gd name="adj" fmla="val 7282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BB98CD4-859F-9D7B-764F-C46FB097FDBD}"/>
              </a:ext>
            </a:extLst>
          </p:cNvPr>
          <p:cNvSpPr/>
          <p:nvPr/>
        </p:nvSpPr>
        <p:spPr>
          <a:xfrm>
            <a:off x="4804200" y="2507592"/>
            <a:ext cx="4447750" cy="1049004"/>
          </a:xfrm>
          <a:prstGeom prst="roundRect">
            <a:avLst>
              <a:gd name="adj" fmla="val 3650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B6860ED-849E-9B70-935F-5855D006333A}"/>
              </a:ext>
            </a:extLst>
          </p:cNvPr>
          <p:cNvSpPr/>
          <p:nvPr/>
        </p:nvSpPr>
        <p:spPr>
          <a:xfrm>
            <a:off x="4804200" y="3803588"/>
            <a:ext cx="4447750" cy="1251011"/>
          </a:xfrm>
          <a:prstGeom prst="roundRect">
            <a:avLst>
              <a:gd name="adj" fmla="val 3650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53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6B0B-9D2F-93D1-6EF8-5C4A39D2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95478A-2E30-96FE-C525-4ED94CAD89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8734" y="1774812"/>
            <a:ext cx="7170081" cy="33083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什么是的</a:t>
            </a:r>
            <a:r>
              <a:rPr lang="en-US" altLang="zh-CN"/>
              <a:t>FastAPI?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FastAPI</a:t>
            </a:r>
            <a:r>
              <a:rPr lang="zh-CN" altLang="en-US" sz="1400"/>
              <a:t>是一个现代、快速、高性能的</a:t>
            </a:r>
            <a:r>
              <a:rPr lang="en-US" altLang="zh-CN" sz="1400"/>
              <a:t>Python Web</a:t>
            </a:r>
            <a:r>
              <a:rPr lang="zh-CN" altLang="en-US" sz="1400"/>
              <a:t>框架，用来构建</a:t>
            </a:r>
            <a:r>
              <a:rPr lang="en-US" altLang="zh-CN" sz="1400"/>
              <a:t>API</a:t>
            </a:r>
            <a:r>
              <a:rPr lang="zh-CN" altLang="en-US" sz="1400"/>
              <a:t>接口服务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基于</a:t>
            </a:r>
            <a:r>
              <a:rPr lang="en-US" altLang="zh-CN"/>
              <a:t>FastAPI</a:t>
            </a:r>
            <a:r>
              <a:rPr lang="zh-CN" altLang="en-US"/>
              <a:t>如何来开发服务端接口</a:t>
            </a:r>
            <a:r>
              <a:rPr lang="en-US" altLang="zh-CN"/>
              <a:t>?</a:t>
            </a:r>
          </a:p>
          <a:p>
            <a:pPr marL="6448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导入</a:t>
            </a:r>
            <a:r>
              <a:rPr lang="en-US" altLang="zh-CN" sz="1400"/>
              <a:t>FastAPI</a:t>
            </a:r>
          </a:p>
          <a:p>
            <a:pPr marL="6448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创建</a:t>
            </a:r>
            <a:r>
              <a:rPr lang="en-US" altLang="zh-CN" sz="1400"/>
              <a:t>FastAPI</a:t>
            </a:r>
            <a:r>
              <a:rPr lang="zh-CN" altLang="en-US" sz="1400"/>
              <a:t>实例对象</a:t>
            </a:r>
            <a:endParaRPr lang="en-US" altLang="zh-CN" sz="1400"/>
          </a:p>
          <a:p>
            <a:pPr marL="6448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创建路径操作函数，定义访问路径</a:t>
            </a:r>
            <a:endParaRPr lang="en-US" altLang="zh-CN" sz="1400"/>
          </a:p>
          <a:p>
            <a:pPr marL="6448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运行</a:t>
            </a:r>
            <a:r>
              <a:rPr lang="en-US" altLang="zh-CN" sz="1400"/>
              <a:t>FastAPI</a:t>
            </a:r>
            <a:r>
              <a:rPr lang="zh-CN" altLang="en-US" sz="1400"/>
              <a:t>服务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A4A8C4-7BEB-FE9F-B5B4-62ACFFC51A46}"/>
              </a:ext>
            </a:extLst>
          </p:cNvPr>
          <p:cNvSpPr txBox="1"/>
          <p:nvPr/>
        </p:nvSpPr>
        <p:spPr>
          <a:xfrm>
            <a:off x="4607451" y="5150954"/>
            <a:ext cx="2547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 </a:t>
            </a:r>
            <a:r>
              <a:rPr lang="en-US" altLang="zh-CN" sz="1400">
                <a:solidFill>
                  <a:srgbClr val="0000FF"/>
                </a:solidFill>
              </a:rPr>
              <a:t>fastapi dev</a:t>
            </a:r>
            <a:r>
              <a:rPr lang="en-US" altLang="zh-CN" sz="1400"/>
              <a:t> "xxxx.py"</a:t>
            </a:r>
            <a:endParaRPr lang="zh-CN" altLang="en-US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27EFD4-ED03-93FA-737B-678CD8CC4ABA}"/>
              </a:ext>
            </a:extLst>
          </p:cNvPr>
          <p:cNvSpPr txBox="1"/>
          <p:nvPr/>
        </p:nvSpPr>
        <p:spPr>
          <a:xfrm>
            <a:off x="4607451" y="5639794"/>
            <a:ext cx="2977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 </a:t>
            </a:r>
            <a:r>
              <a:rPr lang="en-US" altLang="zh-CN" sz="1400">
                <a:solidFill>
                  <a:srgbClr val="0000FF"/>
                </a:solidFill>
              </a:rPr>
              <a:t>uvicorn</a:t>
            </a:r>
            <a:r>
              <a:rPr lang="en-US" altLang="zh-CN" sz="1400"/>
              <a:t> xxxx:app </a:t>
            </a:r>
            <a:r>
              <a:rPr lang="en-US" altLang="zh-CN" sz="1400">
                <a:solidFill>
                  <a:srgbClr val="0000FF"/>
                </a:solidFill>
              </a:rPr>
              <a:t>--reload</a:t>
            </a:r>
            <a:endParaRPr lang="zh-CN" altLang="en-US" sz="1400">
              <a:solidFill>
                <a:srgbClr val="0000FF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D06387-FB29-FAB3-2309-EA101C3D4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425" y="1643114"/>
            <a:ext cx="3609575" cy="5214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3925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2AAC7-F780-B923-4864-D7BA0E2F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81CAABF7-D3AC-45D7-FF2D-0C5C9A33A1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面向对象高级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FastAPI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汉字谜盒案例</a:t>
            </a:r>
          </a:p>
        </p:txBody>
      </p:sp>
    </p:spTree>
    <p:extLst>
      <p:ext uri="{BB962C8B-B14F-4D97-AF65-F5344CB8AC3E}">
        <p14:creationId xmlns:p14="http://schemas.microsoft.com/office/powerpoint/2010/main" val="356471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50C0E-5219-8758-0749-FDDB11B84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3C820B-F6F5-3200-E1E1-C670E151FF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3754F14-D72E-BA00-A243-14DDBF1580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14906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核心功能开发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504761-1126-26B2-5061-FF3F6E5DAC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02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7996-5092-60EA-3014-BF036105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55BD0C-FFE7-EAD5-ECC9-96F0122A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698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Restful</a:t>
            </a:r>
            <a:r>
              <a:rPr lang="zh-CN" altLang="en-US"/>
              <a:t>指的是遵循</a:t>
            </a:r>
            <a:r>
              <a:rPr lang="en-US" altLang="zh-CN"/>
              <a:t>REST</a:t>
            </a:r>
            <a:r>
              <a:rPr lang="zh-CN" altLang="en-US"/>
              <a:t>架构风格的</a:t>
            </a:r>
            <a:r>
              <a:rPr lang="en-US" altLang="zh-CN"/>
              <a:t>API</a:t>
            </a:r>
            <a:r>
              <a:rPr lang="zh-CN" altLang="en-US"/>
              <a:t>接口服务，而</a:t>
            </a:r>
            <a:r>
              <a:rPr lang="en-US" altLang="zh-CN"/>
              <a:t>REST</a:t>
            </a:r>
            <a:r>
              <a:rPr lang="zh-CN" altLang="en-US"/>
              <a:t>（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RE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presentational 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S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tate 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T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ransfer</a:t>
            </a:r>
            <a:r>
              <a:rPr lang="zh-CN" altLang="en-US"/>
              <a:t>），表述性状态转换，它是一种软件架构风格。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5DF9DD1-6D70-41C0-F14C-03547918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开发规范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C06BFC-1E24-87D2-D0C9-3A8F81E625F0}"/>
              </a:ext>
            </a:extLst>
          </p:cNvPr>
          <p:cNvSpPr/>
          <p:nvPr/>
        </p:nvSpPr>
        <p:spPr>
          <a:xfrm>
            <a:off x="8228952" y="2591048"/>
            <a:ext cx="1895061" cy="2888971"/>
          </a:xfrm>
          <a:prstGeom prst="roundRect">
            <a:avLst>
              <a:gd name="adj" fmla="val 4429"/>
            </a:avLst>
          </a:prstGeom>
          <a:solidFill>
            <a:srgbClr val="05988A">
              <a:alpha val="20000"/>
            </a:srgbClr>
          </a:solidFill>
          <a:ln w="6350">
            <a:solidFill>
              <a:srgbClr val="059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world-wide-web_22617">
            <a:extLst>
              <a:ext uri="{FF2B5EF4-FFF2-40B4-BE49-F238E27FC236}">
                <a16:creationId xmlns:a16="http://schemas.microsoft.com/office/drawing/2014/main" id="{10FF79BC-EC42-95E5-6E4A-309693C3AC7B}"/>
              </a:ext>
            </a:extLst>
          </p:cNvPr>
          <p:cNvSpPr/>
          <p:nvPr/>
        </p:nvSpPr>
        <p:spPr>
          <a:xfrm>
            <a:off x="1844061" y="3435875"/>
            <a:ext cx="978004" cy="858344"/>
          </a:xfrm>
          <a:custGeom>
            <a:avLst/>
            <a:gdLst>
              <a:gd name="connsiteX0" fmla="*/ 424113 w 609614"/>
              <a:gd name="connsiteY0" fmla="*/ 396119 h 535027"/>
              <a:gd name="connsiteX1" fmla="*/ 422903 w 609614"/>
              <a:gd name="connsiteY1" fmla="*/ 401354 h 535027"/>
              <a:gd name="connsiteX2" fmla="*/ 392856 w 609614"/>
              <a:gd name="connsiteY2" fmla="*/ 497582 h 535027"/>
              <a:gd name="connsiteX3" fmla="*/ 389024 w 609614"/>
              <a:gd name="connsiteY3" fmla="*/ 509661 h 535027"/>
              <a:gd name="connsiteX4" fmla="*/ 389427 w 609614"/>
              <a:gd name="connsiteY4" fmla="*/ 509661 h 535027"/>
              <a:gd name="connsiteX5" fmla="*/ 389226 w 609614"/>
              <a:gd name="connsiteY5" fmla="*/ 509460 h 535027"/>
              <a:gd name="connsiteX6" fmla="*/ 400519 w 609614"/>
              <a:gd name="connsiteY6" fmla="*/ 505031 h 535027"/>
              <a:gd name="connsiteX7" fmla="*/ 510019 w 609614"/>
              <a:gd name="connsiteY7" fmla="*/ 420479 h 535027"/>
              <a:gd name="connsiteX8" fmla="*/ 515262 w 609614"/>
              <a:gd name="connsiteY8" fmla="*/ 413634 h 535027"/>
              <a:gd name="connsiteX9" fmla="*/ 506792 w 609614"/>
              <a:gd name="connsiteY9" fmla="*/ 411621 h 535027"/>
              <a:gd name="connsiteX10" fmla="*/ 429356 w 609614"/>
              <a:gd name="connsiteY10" fmla="*/ 396925 h 535027"/>
              <a:gd name="connsiteX11" fmla="*/ 183132 w 609614"/>
              <a:gd name="connsiteY11" fmla="*/ 394912 h 535027"/>
              <a:gd name="connsiteX12" fmla="*/ 177889 w 609614"/>
              <a:gd name="connsiteY12" fmla="*/ 395717 h 535027"/>
              <a:gd name="connsiteX13" fmla="*/ 102066 w 609614"/>
              <a:gd name="connsiteY13" fmla="*/ 411218 h 535027"/>
              <a:gd name="connsiteX14" fmla="*/ 94000 w 609614"/>
              <a:gd name="connsiteY14" fmla="*/ 413433 h 535027"/>
              <a:gd name="connsiteX15" fmla="*/ 99042 w 609614"/>
              <a:gd name="connsiteY15" fmla="*/ 420277 h 535027"/>
              <a:gd name="connsiteX16" fmla="*/ 206726 w 609614"/>
              <a:gd name="connsiteY16" fmla="*/ 504025 h 535027"/>
              <a:gd name="connsiteX17" fmla="*/ 219027 w 609614"/>
              <a:gd name="connsiteY17" fmla="*/ 509259 h 535027"/>
              <a:gd name="connsiteX18" fmla="*/ 218826 w 609614"/>
              <a:gd name="connsiteY18" fmla="*/ 509259 h 535027"/>
              <a:gd name="connsiteX19" fmla="*/ 220439 w 609614"/>
              <a:gd name="connsiteY19" fmla="*/ 509661 h 535027"/>
              <a:gd name="connsiteX20" fmla="*/ 219027 w 609614"/>
              <a:gd name="connsiteY20" fmla="*/ 509057 h 535027"/>
              <a:gd name="connsiteX21" fmla="*/ 214188 w 609614"/>
              <a:gd name="connsiteY21" fmla="*/ 496777 h 535027"/>
              <a:gd name="connsiteX22" fmla="*/ 184342 w 609614"/>
              <a:gd name="connsiteY22" fmla="*/ 400146 h 535027"/>
              <a:gd name="connsiteX23" fmla="*/ 310378 w 609614"/>
              <a:gd name="connsiteY23" fmla="*/ 387262 h 535027"/>
              <a:gd name="connsiteX24" fmla="*/ 310378 w 609614"/>
              <a:gd name="connsiteY24" fmla="*/ 523552 h 535027"/>
              <a:gd name="connsiteX25" fmla="*/ 316428 w 609614"/>
              <a:gd name="connsiteY25" fmla="*/ 523351 h 535027"/>
              <a:gd name="connsiteX26" fmla="*/ 372690 w 609614"/>
              <a:gd name="connsiteY26" fmla="*/ 514292 h 535027"/>
              <a:gd name="connsiteX27" fmla="*/ 411206 w 609614"/>
              <a:gd name="connsiteY27" fmla="*/ 400951 h 535027"/>
              <a:gd name="connsiteX28" fmla="*/ 412618 w 609614"/>
              <a:gd name="connsiteY28" fmla="*/ 394710 h 535027"/>
              <a:gd name="connsiteX29" fmla="*/ 406367 w 609614"/>
              <a:gd name="connsiteY29" fmla="*/ 393905 h 535027"/>
              <a:gd name="connsiteX30" fmla="*/ 316226 w 609614"/>
              <a:gd name="connsiteY30" fmla="*/ 387463 h 535027"/>
              <a:gd name="connsiteX31" fmla="*/ 293035 w 609614"/>
              <a:gd name="connsiteY31" fmla="*/ 387262 h 535027"/>
              <a:gd name="connsiteX32" fmla="*/ 200878 w 609614"/>
              <a:gd name="connsiteY32" fmla="*/ 392697 h 535027"/>
              <a:gd name="connsiteX33" fmla="*/ 194425 w 609614"/>
              <a:gd name="connsiteY33" fmla="*/ 393502 h 535027"/>
              <a:gd name="connsiteX34" fmla="*/ 196039 w 609614"/>
              <a:gd name="connsiteY34" fmla="*/ 399743 h 535027"/>
              <a:gd name="connsiteX35" fmla="*/ 233143 w 609614"/>
              <a:gd name="connsiteY35" fmla="*/ 513486 h 535027"/>
              <a:gd name="connsiteX36" fmla="*/ 234353 w 609614"/>
              <a:gd name="connsiteY36" fmla="*/ 513688 h 535027"/>
              <a:gd name="connsiteX37" fmla="*/ 292834 w 609614"/>
              <a:gd name="connsiteY37" fmla="*/ 523351 h 535027"/>
              <a:gd name="connsiteX38" fmla="*/ 298884 w 609614"/>
              <a:gd name="connsiteY38" fmla="*/ 523552 h 535027"/>
              <a:gd name="connsiteX39" fmla="*/ 298884 w 609614"/>
              <a:gd name="connsiteY39" fmla="*/ 387262 h 535027"/>
              <a:gd name="connsiteX40" fmla="*/ 304732 w 609614"/>
              <a:gd name="connsiteY40" fmla="*/ 325659 h 535027"/>
              <a:gd name="connsiteX41" fmla="*/ 310378 w 609614"/>
              <a:gd name="connsiteY41" fmla="*/ 346797 h 535027"/>
              <a:gd name="connsiteX42" fmla="*/ 310378 w 609614"/>
              <a:gd name="connsiteY42" fmla="*/ 375384 h 535027"/>
              <a:gd name="connsiteX43" fmla="*/ 409795 w 609614"/>
              <a:gd name="connsiteY43" fmla="*/ 382229 h 535027"/>
              <a:gd name="connsiteX44" fmla="*/ 415240 w 609614"/>
              <a:gd name="connsiteY44" fmla="*/ 383034 h 535027"/>
              <a:gd name="connsiteX45" fmla="*/ 416248 w 609614"/>
              <a:gd name="connsiteY45" fmla="*/ 377800 h 535027"/>
              <a:gd name="connsiteX46" fmla="*/ 423911 w 609614"/>
              <a:gd name="connsiteY46" fmla="*/ 329685 h 535027"/>
              <a:gd name="connsiteX47" fmla="*/ 431776 w 609614"/>
              <a:gd name="connsiteY47" fmla="*/ 355856 h 535027"/>
              <a:gd name="connsiteX48" fmla="*/ 427743 w 609614"/>
              <a:gd name="connsiteY48" fmla="*/ 378605 h 535027"/>
              <a:gd name="connsiteX49" fmla="*/ 426533 w 609614"/>
              <a:gd name="connsiteY49" fmla="*/ 384443 h 535027"/>
              <a:gd name="connsiteX50" fmla="*/ 432583 w 609614"/>
              <a:gd name="connsiteY50" fmla="*/ 385450 h 535027"/>
              <a:gd name="connsiteX51" fmla="*/ 517682 w 609614"/>
              <a:gd name="connsiteY51" fmla="*/ 402360 h 535027"/>
              <a:gd name="connsiteX52" fmla="*/ 521917 w 609614"/>
              <a:gd name="connsiteY52" fmla="*/ 403367 h 535027"/>
              <a:gd name="connsiteX53" fmla="*/ 524135 w 609614"/>
              <a:gd name="connsiteY53" fmla="*/ 399743 h 535027"/>
              <a:gd name="connsiteX54" fmla="*/ 536436 w 609614"/>
              <a:gd name="connsiteY54" fmla="*/ 376391 h 535027"/>
              <a:gd name="connsiteX55" fmla="*/ 549140 w 609614"/>
              <a:gd name="connsiteY55" fmla="*/ 376391 h 535027"/>
              <a:gd name="connsiteX56" fmla="*/ 304732 w 609614"/>
              <a:gd name="connsiteY56" fmla="*/ 535027 h 535027"/>
              <a:gd name="connsiteX57" fmla="*/ 60122 w 609614"/>
              <a:gd name="connsiteY57" fmla="*/ 376391 h 535027"/>
              <a:gd name="connsiteX58" fmla="*/ 72826 w 609614"/>
              <a:gd name="connsiteY58" fmla="*/ 376391 h 535027"/>
              <a:gd name="connsiteX59" fmla="*/ 85127 w 609614"/>
              <a:gd name="connsiteY59" fmla="*/ 399743 h 535027"/>
              <a:gd name="connsiteX60" fmla="*/ 87345 w 609614"/>
              <a:gd name="connsiteY60" fmla="*/ 403568 h 535027"/>
              <a:gd name="connsiteX61" fmla="*/ 91580 w 609614"/>
              <a:gd name="connsiteY61" fmla="*/ 402360 h 535027"/>
              <a:gd name="connsiteX62" fmla="*/ 174865 w 609614"/>
              <a:gd name="connsiteY62" fmla="*/ 384443 h 535027"/>
              <a:gd name="connsiteX63" fmla="*/ 180713 w 609614"/>
              <a:gd name="connsiteY63" fmla="*/ 383638 h 535027"/>
              <a:gd name="connsiteX64" fmla="*/ 179503 w 609614"/>
              <a:gd name="connsiteY64" fmla="*/ 377800 h 535027"/>
              <a:gd name="connsiteX65" fmla="*/ 175470 w 609614"/>
              <a:gd name="connsiteY65" fmla="*/ 354045 h 535027"/>
              <a:gd name="connsiteX66" fmla="*/ 183536 w 609614"/>
              <a:gd name="connsiteY66" fmla="*/ 328880 h 535027"/>
              <a:gd name="connsiteX67" fmla="*/ 190997 w 609614"/>
              <a:gd name="connsiteY67" fmla="*/ 376793 h 535027"/>
              <a:gd name="connsiteX68" fmla="*/ 192005 w 609614"/>
              <a:gd name="connsiteY68" fmla="*/ 382027 h 535027"/>
              <a:gd name="connsiteX69" fmla="*/ 197450 w 609614"/>
              <a:gd name="connsiteY69" fmla="*/ 381423 h 535027"/>
              <a:gd name="connsiteX70" fmla="*/ 298884 w 609614"/>
              <a:gd name="connsiteY70" fmla="*/ 375384 h 535027"/>
              <a:gd name="connsiteX71" fmla="*/ 299287 w 609614"/>
              <a:gd name="connsiteY71" fmla="*/ 346797 h 535027"/>
              <a:gd name="connsiteX72" fmla="*/ 414854 w 609614"/>
              <a:gd name="connsiteY72" fmla="*/ 217483 h 535027"/>
              <a:gd name="connsiteX73" fmla="*/ 439854 w 609614"/>
              <a:gd name="connsiteY73" fmla="*/ 217483 h 535027"/>
              <a:gd name="connsiteX74" fmla="*/ 457597 w 609614"/>
              <a:gd name="connsiteY74" fmla="*/ 285557 h 535027"/>
              <a:gd name="connsiteX75" fmla="*/ 467476 w 609614"/>
              <a:gd name="connsiteY75" fmla="*/ 328053 h 535027"/>
              <a:gd name="connsiteX76" fmla="*/ 468282 w 609614"/>
              <a:gd name="connsiteY76" fmla="*/ 328053 h 535027"/>
              <a:gd name="connsiteX77" fmla="*/ 480177 w 609614"/>
              <a:gd name="connsiteY77" fmla="*/ 285759 h 535027"/>
              <a:gd name="connsiteX78" fmla="*/ 502154 w 609614"/>
              <a:gd name="connsiteY78" fmla="*/ 217483 h 535027"/>
              <a:gd name="connsiteX79" fmla="*/ 522718 w 609614"/>
              <a:gd name="connsiteY79" fmla="*/ 217483 h 535027"/>
              <a:gd name="connsiteX80" fmla="*/ 543485 w 609614"/>
              <a:gd name="connsiteY80" fmla="*/ 284550 h 535027"/>
              <a:gd name="connsiteX81" fmla="*/ 555380 w 609614"/>
              <a:gd name="connsiteY81" fmla="*/ 328255 h 535027"/>
              <a:gd name="connsiteX82" fmla="*/ 556186 w 609614"/>
              <a:gd name="connsiteY82" fmla="*/ 328255 h 535027"/>
              <a:gd name="connsiteX83" fmla="*/ 566469 w 609614"/>
              <a:gd name="connsiteY83" fmla="*/ 284752 h 535027"/>
              <a:gd name="connsiteX84" fmla="*/ 585420 w 609614"/>
              <a:gd name="connsiteY84" fmla="*/ 217483 h 535027"/>
              <a:gd name="connsiteX85" fmla="*/ 609614 w 609614"/>
              <a:gd name="connsiteY85" fmla="*/ 217483 h 535027"/>
              <a:gd name="connsiteX86" fmla="*/ 566469 w 609614"/>
              <a:gd name="connsiteY86" fmla="*/ 351416 h 535027"/>
              <a:gd name="connsiteX87" fmla="*/ 544291 w 609614"/>
              <a:gd name="connsiteY87" fmla="*/ 351416 h 535027"/>
              <a:gd name="connsiteX88" fmla="*/ 523726 w 609614"/>
              <a:gd name="connsiteY88" fmla="*/ 287571 h 535027"/>
              <a:gd name="connsiteX89" fmla="*/ 511831 w 609614"/>
              <a:gd name="connsiteY89" fmla="*/ 243464 h 535027"/>
              <a:gd name="connsiteX90" fmla="*/ 511226 w 609614"/>
              <a:gd name="connsiteY90" fmla="*/ 243464 h 535027"/>
              <a:gd name="connsiteX91" fmla="*/ 499129 w 609614"/>
              <a:gd name="connsiteY91" fmla="*/ 287773 h 535027"/>
              <a:gd name="connsiteX92" fmla="*/ 477556 w 609614"/>
              <a:gd name="connsiteY92" fmla="*/ 351416 h 535027"/>
              <a:gd name="connsiteX93" fmla="*/ 455379 w 609614"/>
              <a:gd name="connsiteY93" fmla="*/ 351416 h 535027"/>
              <a:gd name="connsiteX94" fmla="*/ 207321 w 609614"/>
              <a:gd name="connsiteY94" fmla="*/ 217483 h 535027"/>
              <a:gd name="connsiteX95" fmla="*/ 232322 w 609614"/>
              <a:gd name="connsiteY95" fmla="*/ 217483 h 535027"/>
              <a:gd name="connsiteX96" fmla="*/ 250065 w 609614"/>
              <a:gd name="connsiteY96" fmla="*/ 285557 h 535027"/>
              <a:gd name="connsiteX97" fmla="*/ 260147 w 609614"/>
              <a:gd name="connsiteY97" fmla="*/ 328053 h 535027"/>
              <a:gd name="connsiteX98" fmla="*/ 260953 w 609614"/>
              <a:gd name="connsiteY98" fmla="*/ 328053 h 535027"/>
              <a:gd name="connsiteX99" fmla="*/ 272849 w 609614"/>
              <a:gd name="connsiteY99" fmla="*/ 285759 h 535027"/>
              <a:gd name="connsiteX100" fmla="*/ 294826 w 609614"/>
              <a:gd name="connsiteY100" fmla="*/ 217483 h 535027"/>
              <a:gd name="connsiteX101" fmla="*/ 315190 w 609614"/>
              <a:gd name="connsiteY101" fmla="*/ 217483 h 535027"/>
              <a:gd name="connsiteX102" fmla="*/ 335958 w 609614"/>
              <a:gd name="connsiteY102" fmla="*/ 284349 h 535027"/>
              <a:gd name="connsiteX103" fmla="*/ 347854 w 609614"/>
              <a:gd name="connsiteY103" fmla="*/ 328255 h 535027"/>
              <a:gd name="connsiteX104" fmla="*/ 348660 w 609614"/>
              <a:gd name="connsiteY104" fmla="*/ 328255 h 535027"/>
              <a:gd name="connsiteX105" fmla="*/ 358943 w 609614"/>
              <a:gd name="connsiteY105" fmla="*/ 284752 h 535027"/>
              <a:gd name="connsiteX106" fmla="*/ 378098 w 609614"/>
              <a:gd name="connsiteY106" fmla="*/ 217483 h 535027"/>
              <a:gd name="connsiteX107" fmla="*/ 402293 w 609614"/>
              <a:gd name="connsiteY107" fmla="*/ 217483 h 535027"/>
              <a:gd name="connsiteX108" fmla="*/ 358943 w 609614"/>
              <a:gd name="connsiteY108" fmla="*/ 351416 h 535027"/>
              <a:gd name="connsiteX109" fmla="*/ 336764 w 609614"/>
              <a:gd name="connsiteY109" fmla="*/ 351416 h 535027"/>
              <a:gd name="connsiteX110" fmla="*/ 316400 w 609614"/>
              <a:gd name="connsiteY110" fmla="*/ 287571 h 535027"/>
              <a:gd name="connsiteX111" fmla="*/ 304504 w 609614"/>
              <a:gd name="connsiteY111" fmla="*/ 243464 h 535027"/>
              <a:gd name="connsiteX112" fmla="*/ 303899 w 609614"/>
              <a:gd name="connsiteY112" fmla="*/ 243464 h 535027"/>
              <a:gd name="connsiteX113" fmla="*/ 291600 w 609614"/>
              <a:gd name="connsiteY113" fmla="*/ 287773 h 535027"/>
              <a:gd name="connsiteX114" fmla="*/ 270026 w 609614"/>
              <a:gd name="connsiteY114" fmla="*/ 351416 h 535027"/>
              <a:gd name="connsiteX115" fmla="*/ 247848 w 609614"/>
              <a:gd name="connsiteY115" fmla="*/ 351416 h 535027"/>
              <a:gd name="connsiteX116" fmla="*/ 0 w 609614"/>
              <a:gd name="connsiteY116" fmla="*/ 217483 h 535027"/>
              <a:gd name="connsiteX117" fmla="*/ 25009 w 609614"/>
              <a:gd name="connsiteY117" fmla="*/ 217483 h 535027"/>
              <a:gd name="connsiteX118" fmla="*/ 42758 w 609614"/>
              <a:gd name="connsiteY118" fmla="*/ 285557 h 535027"/>
              <a:gd name="connsiteX119" fmla="*/ 52640 w 609614"/>
              <a:gd name="connsiteY119" fmla="*/ 328053 h 535027"/>
              <a:gd name="connsiteX120" fmla="*/ 53447 w 609614"/>
              <a:gd name="connsiteY120" fmla="*/ 328053 h 535027"/>
              <a:gd name="connsiteX121" fmla="*/ 65347 w 609614"/>
              <a:gd name="connsiteY121" fmla="*/ 285759 h 535027"/>
              <a:gd name="connsiteX122" fmla="*/ 87331 w 609614"/>
              <a:gd name="connsiteY122" fmla="*/ 217483 h 535027"/>
              <a:gd name="connsiteX123" fmla="*/ 107701 w 609614"/>
              <a:gd name="connsiteY123" fmla="*/ 217483 h 535027"/>
              <a:gd name="connsiteX124" fmla="*/ 128677 w 609614"/>
              <a:gd name="connsiteY124" fmla="*/ 284550 h 535027"/>
              <a:gd name="connsiteX125" fmla="*/ 140577 w 609614"/>
              <a:gd name="connsiteY125" fmla="*/ 328255 h 535027"/>
              <a:gd name="connsiteX126" fmla="*/ 141383 w 609614"/>
              <a:gd name="connsiteY126" fmla="*/ 328255 h 535027"/>
              <a:gd name="connsiteX127" fmla="*/ 151669 w 609614"/>
              <a:gd name="connsiteY127" fmla="*/ 284752 h 535027"/>
              <a:gd name="connsiteX128" fmla="*/ 170830 w 609614"/>
              <a:gd name="connsiteY128" fmla="*/ 217483 h 535027"/>
              <a:gd name="connsiteX129" fmla="*/ 194831 w 609614"/>
              <a:gd name="connsiteY129" fmla="*/ 217483 h 535027"/>
              <a:gd name="connsiteX130" fmla="*/ 151669 w 609614"/>
              <a:gd name="connsiteY130" fmla="*/ 351416 h 535027"/>
              <a:gd name="connsiteX131" fmla="*/ 129484 w 609614"/>
              <a:gd name="connsiteY131" fmla="*/ 351416 h 535027"/>
              <a:gd name="connsiteX132" fmla="*/ 108911 w 609614"/>
              <a:gd name="connsiteY132" fmla="*/ 287571 h 535027"/>
              <a:gd name="connsiteX133" fmla="*/ 97012 w 609614"/>
              <a:gd name="connsiteY133" fmla="*/ 243464 h 535027"/>
              <a:gd name="connsiteX134" fmla="*/ 96407 w 609614"/>
              <a:gd name="connsiteY134" fmla="*/ 243464 h 535027"/>
              <a:gd name="connsiteX135" fmla="*/ 84306 w 609614"/>
              <a:gd name="connsiteY135" fmla="*/ 287773 h 535027"/>
              <a:gd name="connsiteX136" fmla="*/ 62725 w 609614"/>
              <a:gd name="connsiteY136" fmla="*/ 351416 h 535027"/>
              <a:gd name="connsiteX137" fmla="*/ 40539 w 609614"/>
              <a:gd name="connsiteY137" fmla="*/ 351416 h 535027"/>
              <a:gd name="connsiteX138" fmla="*/ 200680 w 609614"/>
              <a:gd name="connsiteY138" fmla="*/ 33224 h 535027"/>
              <a:gd name="connsiteX139" fmla="*/ 188580 w 609614"/>
              <a:gd name="connsiteY139" fmla="*/ 39467 h 535027"/>
              <a:gd name="connsiteX140" fmla="*/ 103072 w 609614"/>
              <a:gd name="connsiteY140" fmla="*/ 109742 h 535027"/>
              <a:gd name="connsiteX141" fmla="*/ 97425 w 609614"/>
              <a:gd name="connsiteY141" fmla="*/ 116789 h 535027"/>
              <a:gd name="connsiteX142" fmla="*/ 106298 w 609614"/>
              <a:gd name="connsiteY142" fmla="*/ 118803 h 535027"/>
              <a:gd name="connsiteX143" fmla="*/ 171034 w 609614"/>
              <a:gd name="connsiteY143" fmla="*/ 131287 h 535027"/>
              <a:gd name="connsiteX144" fmla="*/ 176681 w 609614"/>
              <a:gd name="connsiteY144" fmla="*/ 132093 h 535027"/>
              <a:gd name="connsiteX145" fmla="*/ 177689 w 609614"/>
              <a:gd name="connsiteY145" fmla="*/ 126455 h 535027"/>
              <a:gd name="connsiteX146" fmla="*/ 196646 w 609614"/>
              <a:gd name="connsiteY146" fmla="*/ 46112 h 535027"/>
              <a:gd name="connsiteX147" fmla="*/ 406383 w 609614"/>
              <a:gd name="connsiteY147" fmla="*/ 32218 h 535027"/>
              <a:gd name="connsiteX148" fmla="*/ 410416 w 609614"/>
              <a:gd name="connsiteY148" fmla="*/ 45105 h 535027"/>
              <a:gd name="connsiteX149" fmla="*/ 429979 w 609614"/>
              <a:gd name="connsiteY149" fmla="*/ 128065 h 535027"/>
              <a:gd name="connsiteX150" fmla="*/ 430987 w 609614"/>
              <a:gd name="connsiteY150" fmla="*/ 133502 h 535027"/>
              <a:gd name="connsiteX151" fmla="*/ 436634 w 609614"/>
              <a:gd name="connsiteY151" fmla="*/ 132697 h 535027"/>
              <a:gd name="connsiteX152" fmla="*/ 503387 w 609614"/>
              <a:gd name="connsiteY152" fmla="*/ 119004 h 535027"/>
              <a:gd name="connsiteX153" fmla="*/ 511857 w 609614"/>
              <a:gd name="connsiteY153" fmla="*/ 116789 h 535027"/>
              <a:gd name="connsiteX154" fmla="*/ 506412 w 609614"/>
              <a:gd name="connsiteY154" fmla="*/ 109943 h 535027"/>
              <a:gd name="connsiteX155" fmla="*/ 418484 w 609614"/>
              <a:gd name="connsiteY155" fmla="*/ 38259 h 535027"/>
              <a:gd name="connsiteX156" fmla="*/ 310388 w 609614"/>
              <a:gd name="connsiteY156" fmla="*/ 11478 h 535027"/>
              <a:gd name="connsiteX157" fmla="*/ 310388 w 609614"/>
              <a:gd name="connsiteY157" fmla="*/ 142161 h 535027"/>
              <a:gd name="connsiteX158" fmla="*/ 316237 w 609614"/>
              <a:gd name="connsiteY158" fmla="*/ 141959 h 535027"/>
              <a:gd name="connsiteX159" fmla="*/ 413845 w 609614"/>
              <a:gd name="connsiteY159" fmla="*/ 135919 h 535027"/>
              <a:gd name="connsiteX160" fmla="*/ 419694 w 609614"/>
              <a:gd name="connsiteY160" fmla="*/ 135113 h 535027"/>
              <a:gd name="connsiteX161" fmla="*/ 418685 w 609614"/>
              <a:gd name="connsiteY161" fmla="*/ 129274 h 535027"/>
              <a:gd name="connsiteX162" fmla="*/ 393073 w 609614"/>
              <a:gd name="connsiteY162" fmla="*/ 29600 h 535027"/>
              <a:gd name="connsiteX163" fmla="*/ 392266 w 609614"/>
              <a:gd name="connsiteY163" fmla="*/ 26982 h 535027"/>
              <a:gd name="connsiteX164" fmla="*/ 389644 w 609614"/>
              <a:gd name="connsiteY164" fmla="*/ 26177 h 535027"/>
              <a:gd name="connsiteX165" fmla="*/ 316438 w 609614"/>
              <a:gd name="connsiteY165" fmla="*/ 11880 h 535027"/>
              <a:gd name="connsiteX166" fmla="*/ 298893 w 609614"/>
              <a:gd name="connsiteY166" fmla="*/ 11478 h 535027"/>
              <a:gd name="connsiteX167" fmla="*/ 292843 w 609614"/>
              <a:gd name="connsiteY167" fmla="*/ 11880 h 535027"/>
              <a:gd name="connsiteX168" fmla="*/ 217620 w 609614"/>
              <a:gd name="connsiteY168" fmla="*/ 26781 h 535027"/>
              <a:gd name="connsiteX169" fmla="*/ 214998 w 609614"/>
              <a:gd name="connsiteY169" fmla="*/ 27586 h 535027"/>
              <a:gd name="connsiteX170" fmla="*/ 214192 w 609614"/>
              <a:gd name="connsiteY170" fmla="*/ 30204 h 535027"/>
              <a:gd name="connsiteX171" fmla="*/ 188983 w 609614"/>
              <a:gd name="connsiteY171" fmla="*/ 127663 h 535027"/>
              <a:gd name="connsiteX172" fmla="*/ 187975 w 609614"/>
              <a:gd name="connsiteY172" fmla="*/ 133704 h 535027"/>
              <a:gd name="connsiteX173" fmla="*/ 194025 w 609614"/>
              <a:gd name="connsiteY173" fmla="*/ 134509 h 535027"/>
              <a:gd name="connsiteX174" fmla="*/ 293045 w 609614"/>
              <a:gd name="connsiteY174" fmla="*/ 141758 h 535027"/>
              <a:gd name="connsiteX175" fmla="*/ 298893 w 609614"/>
              <a:gd name="connsiteY175" fmla="*/ 141959 h 535027"/>
              <a:gd name="connsiteX176" fmla="*/ 304741 w 609614"/>
              <a:gd name="connsiteY176" fmla="*/ 0 h 535027"/>
              <a:gd name="connsiteX177" fmla="*/ 565299 w 609614"/>
              <a:gd name="connsiteY177" fmla="*/ 205992 h 535027"/>
              <a:gd name="connsiteX178" fmla="*/ 558241 w 609614"/>
              <a:gd name="connsiteY178" fmla="*/ 230961 h 535027"/>
              <a:gd name="connsiteX179" fmla="*/ 520730 w 609614"/>
              <a:gd name="connsiteY179" fmla="*/ 130079 h 535027"/>
              <a:gd name="connsiteX180" fmla="*/ 518512 w 609614"/>
              <a:gd name="connsiteY180" fmla="*/ 126455 h 535027"/>
              <a:gd name="connsiteX181" fmla="*/ 514478 w 609614"/>
              <a:gd name="connsiteY181" fmla="*/ 127663 h 535027"/>
              <a:gd name="connsiteX182" fmla="*/ 438449 w 609614"/>
              <a:gd name="connsiteY182" fmla="*/ 144174 h 535027"/>
              <a:gd name="connsiteX183" fmla="*/ 432802 w 609614"/>
              <a:gd name="connsiteY183" fmla="*/ 144980 h 535027"/>
              <a:gd name="connsiteX184" fmla="*/ 433609 w 609614"/>
              <a:gd name="connsiteY184" fmla="*/ 150618 h 535027"/>
              <a:gd name="connsiteX185" fmla="*/ 438247 w 609614"/>
              <a:gd name="connsiteY185" fmla="*/ 196528 h 535027"/>
              <a:gd name="connsiteX186" fmla="*/ 433609 w 609614"/>
              <a:gd name="connsiteY186" fmla="*/ 196528 h 535027"/>
              <a:gd name="connsiteX187" fmla="*/ 426954 w 609614"/>
              <a:gd name="connsiteY187" fmla="*/ 196528 h 535027"/>
              <a:gd name="connsiteX188" fmla="*/ 422315 w 609614"/>
              <a:gd name="connsiteY188" fmla="*/ 152229 h 535027"/>
              <a:gd name="connsiteX189" fmla="*/ 421509 w 609614"/>
              <a:gd name="connsiteY189" fmla="*/ 146792 h 535027"/>
              <a:gd name="connsiteX190" fmla="*/ 415862 w 609614"/>
              <a:gd name="connsiteY190" fmla="*/ 147396 h 535027"/>
              <a:gd name="connsiteX191" fmla="*/ 316035 w 609614"/>
              <a:gd name="connsiteY191" fmla="*/ 153840 h 535027"/>
              <a:gd name="connsiteX192" fmla="*/ 310388 w 609614"/>
              <a:gd name="connsiteY192" fmla="*/ 154041 h 535027"/>
              <a:gd name="connsiteX193" fmla="*/ 310388 w 609614"/>
              <a:gd name="connsiteY193" fmla="*/ 196528 h 535027"/>
              <a:gd name="connsiteX194" fmla="*/ 298893 w 609614"/>
              <a:gd name="connsiteY194" fmla="*/ 196528 h 535027"/>
              <a:gd name="connsiteX195" fmla="*/ 298893 w 609614"/>
              <a:gd name="connsiteY195" fmla="*/ 153840 h 535027"/>
              <a:gd name="connsiteX196" fmla="*/ 293246 w 609614"/>
              <a:gd name="connsiteY196" fmla="*/ 153840 h 535027"/>
              <a:gd name="connsiteX197" fmla="*/ 191806 w 609614"/>
              <a:gd name="connsiteY197" fmla="*/ 146188 h 535027"/>
              <a:gd name="connsiteX198" fmla="*/ 186160 w 609614"/>
              <a:gd name="connsiteY198" fmla="*/ 145383 h 535027"/>
              <a:gd name="connsiteX199" fmla="*/ 185353 w 609614"/>
              <a:gd name="connsiteY199" fmla="*/ 151021 h 535027"/>
              <a:gd name="connsiteX200" fmla="*/ 180513 w 609614"/>
              <a:gd name="connsiteY200" fmla="*/ 196528 h 535027"/>
              <a:gd name="connsiteX201" fmla="*/ 176278 w 609614"/>
              <a:gd name="connsiteY201" fmla="*/ 196528 h 535027"/>
              <a:gd name="connsiteX202" fmla="*/ 169219 w 609614"/>
              <a:gd name="connsiteY202" fmla="*/ 196528 h 535027"/>
              <a:gd name="connsiteX203" fmla="*/ 174059 w 609614"/>
              <a:gd name="connsiteY203" fmla="*/ 149410 h 535027"/>
              <a:gd name="connsiteX204" fmla="*/ 174866 w 609614"/>
              <a:gd name="connsiteY204" fmla="*/ 143772 h 535027"/>
              <a:gd name="connsiteX205" fmla="*/ 169219 w 609614"/>
              <a:gd name="connsiteY205" fmla="*/ 142966 h 535027"/>
              <a:gd name="connsiteX206" fmla="*/ 94602 w 609614"/>
              <a:gd name="connsiteY206" fmla="*/ 127864 h 535027"/>
              <a:gd name="connsiteX207" fmla="*/ 90568 w 609614"/>
              <a:gd name="connsiteY207" fmla="*/ 126857 h 535027"/>
              <a:gd name="connsiteX208" fmla="*/ 88350 w 609614"/>
              <a:gd name="connsiteY208" fmla="*/ 130280 h 535027"/>
              <a:gd name="connsiteX209" fmla="*/ 51243 w 609614"/>
              <a:gd name="connsiteY209" fmla="*/ 229954 h 535027"/>
              <a:gd name="connsiteX210" fmla="*/ 44386 w 609614"/>
              <a:gd name="connsiteY210" fmla="*/ 204180 h 535027"/>
              <a:gd name="connsiteX211" fmla="*/ 304741 w 609614"/>
              <a:gd name="connsiteY211" fmla="*/ 0 h 53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09614" h="535027">
                <a:moveTo>
                  <a:pt x="424113" y="396119"/>
                </a:moveTo>
                <a:lnTo>
                  <a:pt x="422903" y="401354"/>
                </a:lnTo>
                <a:cubicBezTo>
                  <a:pt x="415442" y="433765"/>
                  <a:pt x="405358" y="466177"/>
                  <a:pt x="392856" y="497582"/>
                </a:cubicBezTo>
                <a:lnTo>
                  <a:pt x="389024" y="509661"/>
                </a:lnTo>
                <a:lnTo>
                  <a:pt x="389427" y="509661"/>
                </a:lnTo>
                <a:lnTo>
                  <a:pt x="389226" y="509460"/>
                </a:lnTo>
                <a:lnTo>
                  <a:pt x="400519" y="505031"/>
                </a:lnTo>
                <a:cubicBezTo>
                  <a:pt x="444077" y="487315"/>
                  <a:pt x="481988" y="458125"/>
                  <a:pt x="510019" y="420479"/>
                </a:cubicBezTo>
                <a:lnTo>
                  <a:pt x="515262" y="413634"/>
                </a:lnTo>
                <a:lnTo>
                  <a:pt x="506792" y="411621"/>
                </a:lnTo>
                <a:cubicBezTo>
                  <a:pt x="490458" y="407594"/>
                  <a:pt x="463638" y="401756"/>
                  <a:pt x="429356" y="396925"/>
                </a:cubicBezTo>
                <a:close/>
                <a:moveTo>
                  <a:pt x="183132" y="394912"/>
                </a:moveTo>
                <a:lnTo>
                  <a:pt x="177889" y="395717"/>
                </a:lnTo>
                <a:cubicBezTo>
                  <a:pt x="151674" y="399743"/>
                  <a:pt x="126265" y="404776"/>
                  <a:pt x="102066" y="411218"/>
                </a:cubicBezTo>
                <a:lnTo>
                  <a:pt x="94000" y="413433"/>
                </a:lnTo>
                <a:lnTo>
                  <a:pt x="99042" y="420277"/>
                </a:lnTo>
                <a:cubicBezTo>
                  <a:pt x="126669" y="457319"/>
                  <a:pt x="163975" y="486309"/>
                  <a:pt x="206726" y="504025"/>
                </a:cubicBezTo>
                <a:lnTo>
                  <a:pt x="219027" y="509259"/>
                </a:lnTo>
                <a:lnTo>
                  <a:pt x="218826" y="509259"/>
                </a:lnTo>
                <a:lnTo>
                  <a:pt x="220439" y="509661"/>
                </a:lnTo>
                <a:lnTo>
                  <a:pt x="219027" y="509057"/>
                </a:lnTo>
                <a:lnTo>
                  <a:pt x="214188" y="496777"/>
                </a:lnTo>
                <a:cubicBezTo>
                  <a:pt x="201685" y="465171"/>
                  <a:pt x="191804" y="432759"/>
                  <a:pt x="184342" y="400146"/>
                </a:cubicBezTo>
                <a:close/>
                <a:moveTo>
                  <a:pt x="310378" y="387262"/>
                </a:moveTo>
                <a:lnTo>
                  <a:pt x="310378" y="523552"/>
                </a:lnTo>
                <a:lnTo>
                  <a:pt x="316428" y="523351"/>
                </a:lnTo>
                <a:cubicBezTo>
                  <a:pt x="335383" y="522344"/>
                  <a:pt x="354339" y="519324"/>
                  <a:pt x="372690" y="514292"/>
                </a:cubicBezTo>
                <a:cubicBezTo>
                  <a:pt x="386604" y="481075"/>
                  <a:pt x="403140" y="435779"/>
                  <a:pt x="411206" y="400951"/>
                </a:cubicBezTo>
                <a:lnTo>
                  <a:pt x="412618" y="394710"/>
                </a:lnTo>
                <a:lnTo>
                  <a:pt x="406367" y="393905"/>
                </a:lnTo>
                <a:cubicBezTo>
                  <a:pt x="376320" y="390281"/>
                  <a:pt x="346071" y="388067"/>
                  <a:pt x="316226" y="387463"/>
                </a:cubicBezTo>
                <a:close/>
                <a:moveTo>
                  <a:pt x="293035" y="387262"/>
                </a:moveTo>
                <a:cubicBezTo>
                  <a:pt x="261779" y="387463"/>
                  <a:pt x="230724" y="389275"/>
                  <a:pt x="200878" y="392697"/>
                </a:cubicBezTo>
                <a:lnTo>
                  <a:pt x="194425" y="393502"/>
                </a:lnTo>
                <a:lnTo>
                  <a:pt x="196039" y="399743"/>
                </a:lnTo>
                <a:cubicBezTo>
                  <a:pt x="204105" y="434772"/>
                  <a:pt x="219431" y="479867"/>
                  <a:pt x="233143" y="513486"/>
                </a:cubicBezTo>
                <a:lnTo>
                  <a:pt x="234353" y="513688"/>
                </a:lnTo>
                <a:cubicBezTo>
                  <a:pt x="253511" y="519123"/>
                  <a:pt x="273071" y="522344"/>
                  <a:pt x="292834" y="523351"/>
                </a:cubicBezTo>
                <a:lnTo>
                  <a:pt x="298884" y="523552"/>
                </a:lnTo>
                <a:lnTo>
                  <a:pt x="298884" y="387262"/>
                </a:lnTo>
                <a:close/>
                <a:moveTo>
                  <a:pt x="304732" y="325659"/>
                </a:moveTo>
                <a:lnTo>
                  <a:pt x="310378" y="346797"/>
                </a:lnTo>
                <a:lnTo>
                  <a:pt x="310378" y="375384"/>
                </a:lnTo>
                <a:cubicBezTo>
                  <a:pt x="310378" y="375384"/>
                  <a:pt x="360994" y="375585"/>
                  <a:pt x="409795" y="382229"/>
                </a:cubicBezTo>
                <a:lnTo>
                  <a:pt x="415240" y="383034"/>
                </a:lnTo>
                <a:lnTo>
                  <a:pt x="416248" y="377800"/>
                </a:lnTo>
                <a:cubicBezTo>
                  <a:pt x="419273" y="361896"/>
                  <a:pt x="421895" y="345791"/>
                  <a:pt x="423911" y="329685"/>
                </a:cubicBezTo>
                <a:lnTo>
                  <a:pt x="431776" y="355856"/>
                </a:lnTo>
                <a:cubicBezTo>
                  <a:pt x="430566" y="363506"/>
                  <a:pt x="429154" y="370955"/>
                  <a:pt x="427743" y="378605"/>
                </a:cubicBezTo>
                <a:lnTo>
                  <a:pt x="426533" y="384443"/>
                </a:lnTo>
                <a:lnTo>
                  <a:pt x="432583" y="385450"/>
                </a:lnTo>
                <a:cubicBezTo>
                  <a:pt x="473519" y="391489"/>
                  <a:pt x="503566" y="398535"/>
                  <a:pt x="517682" y="402360"/>
                </a:cubicBezTo>
                <a:lnTo>
                  <a:pt x="521917" y="403367"/>
                </a:lnTo>
                <a:lnTo>
                  <a:pt x="524135" y="399743"/>
                </a:lnTo>
                <a:cubicBezTo>
                  <a:pt x="528773" y="392294"/>
                  <a:pt x="532806" y="384443"/>
                  <a:pt x="536436" y="376391"/>
                </a:cubicBezTo>
                <a:lnTo>
                  <a:pt x="549140" y="376391"/>
                </a:lnTo>
                <a:cubicBezTo>
                  <a:pt x="507397" y="469801"/>
                  <a:pt x="413425" y="535027"/>
                  <a:pt x="304732" y="535027"/>
                </a:cubicBezTo>
                <a:cubicBezTo>
                  <a:pt x="195837" y="535027"/>
                  <a:pt x="101865" y="469801"/>
                  <a:pt x="60122" y="376391"/>
                </a:cubicBezTo>
                <a:lnTo>
                  <a:pt x="72826" y="376391"/>
                </a:lnTo>
                <a:cubicBezTo>
                  <a:pt x="76456" y="384443"/>
                  <a:pt x="80489" y="392294"/>
                  <a:pt x="85127" y="399743"/>
                </a:cubicBezTo>
                <a:lnTo>
                  <a:pt x="87345" y="403568"/>
                </a:lnTo>
                <a:lnTo>
                  <a:pt x="91580" y="402360"/>
                </a:lnTo>
                <a:cubicBezTo>
                  <a:pt x="118602" y="394710"/>
                  <a:pt x="146633" y="388872"/>
                  <a:pt x="174865" y="384443"/>
                </a:cubicBezTo>
                <a:lnTo>
                  <a:pt x="180713" y="383638"/>
                </a:lnTo>
                <a:lnTo>
                  <a:pt x="179503" y="377800"/>
                </a:lnTo>
                <a:cubicBezTo>
                  <a:pt x="178091" y="369948"/>
                  <a:pt x="176679" y="361896"/>
                  <a:pt x="175470" y="354045"/>
                </a:cubicBezTo>
                <a:lnTo>
                  <a:pt x="183536" y="328880"/>
                </a:lnTo>
                <a:cubicBezTo>
                  <a:pt x="185351" y="344985"/>
                  <a:pt x="187972" y="360889"/>
                  <a:pt x="190997" y="376793"/>
                </a:cubicBezTo>
                <a:lnTo>
                  <a:pt x="192005" y="382027"/>
                </a:lnTo>
                <a:lnTo>
                  <a:pt x="197450" y="381423"/>
                </a:lnTo>
                <a:cubicBezTo>
                  <a:pt x="249881" y="375183"/>
                  <a:pt x="298884" y="375384"/>
                  <a:pt x="298884" y="375384"/>
                </a:cubicBezTo>
                <a:lnTo>
                  <a:pt x="299287" y="346797"/>
                </a:lnTo>
                <a:close/>
                <a:moveTo>
                  <a:pt x="414854" y="217483"/>
                </a:moveTo>
                <a:lnTo>
                  <a:pt x="439854" y="217483"/>
                </a:lnTo>
                <a:lnTo>
                  <a:pt x="457597" y="285557"/>
                </a:lnTo>
                <a:cubicBezTo>
                  <a:pt x="461427" y="300461"/>
                  <a:pt x="465056" y="314358"/>
                  <a:pt x="467476" y="328053"/>
                </a:cubicBezTo>
                <a:lnTo>
                  <a:pt x="468282" y="328053"/>
                </a:lnTo>
                <a:cubicBezTo>
                  <a:pt x="471306" y="314559"/>
                  <a:pt x="475742" y="300260"/>
                  <a:pt x="480177" y="285759"/>
                </a:cubicBezTo>
                <a:lnTo>
                  <a:pt x="502154" y="217483"/>
                </a:lnTo>
                <a:lnTo>
                  <a:pt x="522718" y="217483"/>
                </a:lnTo>
                <a:lnTo>
                  <a:pt x="543485" y="284550"/>
                </a:lnTo>
                <a:cubicBezTo>
                  <a:pt x="548323" y="300461"/>
                  <a:pt x="552356" y="314559"/>
                  <a:pt x="555380" y="328255"/>
                </a:cubicBezTo>
                <a:lnTo>
                  <a:pt x="556186" y="328255"/>
                </a:lnTo>
                <a:cubicBezTo>
                  <a:pt x="558404" y="314559"/>
                  <a:pt x="562033" y="300461"/>
                  <a:pt x="566469" y="284752"/>
                </a:cubicBezTo>
                <a:lnTo>
                  <a:pt x="585420" y="217483"/>
                </a:lnTo>
                <a:lnTo>
                  <a:pt x="609614" y="217483"/>
                </a:lnTo>
                <a:lnTo>
                  <a:pt x="566469" y="351416"/>
                </a:lnTo>
                <a:lnTo>
                  <a:pt x="544291" y="351416"/>
                </a:lnTo>
                <a:lnTo>
                  <a:pt x="523726" y="287571"/>
                </a:lnTo>
                <a:cubicBezTo>
                  <a:pt x="519089" y="272466"/>
                  <a:pt x="515258" y="259173"/>
                  <a:pt x="511831" y="243464"/>
                </a:cubicBezTo>
                <a:lnTo>
                  <a:pt x="511226" y="243464"/>
                </a:lnTo>
                <a:cubicBezTo>
                  <a:pt x="508000" y="259576"/>
                  <a:pt x="503766" y="273272"/>
                  <a:pt x="499129" y="287773"/>
                </a:cubicBezTo>
                <a:lnTo>
                  <a:pt x="477556" y="351416"/>
                </a:lnTo>
                <a:lnTo>
                  <a:pt x="455379" y="351416"/>
                </a:lnTo>
                <a:close/>
                <a:moveTo>
                  <a:pt x="207321" y="217483"/>
                </a:moveTo>
                <a:lnTo>
                  <a:pt x="232322" y="217483"/>
                </a:lnTo>
                <a:lnTo>
                  <a:pt x="250065" y="285557"/>
                </a:lnTo>
                <a:cubicBezTo>
                  <a:pt x="253896" y="300461"/>
                  <a:pt x="257526" y="314358"/>
                  <a:pt x="260147" y="328053"/>
                </a:cubicBezTo>
                <a:lnTo>
                  <a:pt x="260953" y="328053"/>
                </a:lnTo>
                <a:cubicBezTo>
                  <a:pt x="263978" y="314559"/>
                  <a:pt x="268413" y="300260"/>
                  <a:pt x="272849" y="285759"/>
                </a:cubicBezTo>
                <a:lnTo>
                  <a:pt x="294826" y="217483"/>
                </a:lnTo>
                <a:lnTo>
                  <a:pt x="315190" y="217483"/>
                </a:lnTo>
                <a:lnTo>
                  <a:pt x="335958" y="284349"/>
                </a:lnTo>
                <a:cubicBezTo>
                  <a:pt x="340999" y="300461"/>
                  <a:pt x="344829" y="314559"/>
                  <a:pt x="347854" y="328255"/>
                </a:cubicBezTo>
                <a:lnTo>
                  <a:pt x="348660" y="328255"/>
                </a:lnTo>
                <a:cubicBezTo>
                  <a:pt x="350878" y="314559"/>
                  <a:pt x="354507" y="300461"/>
                  <a:pt x="358943" y="284752"/>
                </a:cubicBezTo>
                <a:lnTo>
                  <a:pt x="378098" y="217483"/>
                </a:lnTo>
                <a:lnTo>
                  <a:pt x="402293" y="217483"/>
                </a:lnTo>
                <a:lnTo>
                  <a:pt x="358943" y="351416"/>
                </a:lnTo>
                <a:lnTo>
                  <a:pt x="336764" y="351416"/>
                </a:lnTo>
                <a:lnTo>
                  <a:pt x="316400" y="287571"/>
                </a:lnTo>
                <a:cubicBezTo>
                  <a:pt x="311561" y="272466"/>
                  <a:pt x="307730" y="259173"/>
                  <a:pt x="304504" y="243464"/>
                </a:cubicBezTo>
                <a:lnTo>
                  <a:pt x="303899" y="243464"/>
                </a:lnTo>
                <a:cubicBezTo>
                  <a:pt x="300472" y="259576"/>
                  <a:pt x="296439" y="273272"/>
                  <a:pt x="291600" y="287773"/>
                </a:cubicBezTo>
                <a:lnTo>
                  <a:pt x="270026" y="351416"/>
                </a:lnTo>
                <a:lnTo>
                  <a:pt x="247848" y="351416"/>
                </a:lnTo>
                <a:close/>
                <a:moveTo>
                  <a:pt x="0" y="217483"/>
                </a:moveTo>
                <a:lnTo>
                  <a:pt x="25009" y="217483"/>
                </a:lnTo>
                <a:lnTo>
                  <a:pt x="42758" y="285557"/>
                </a:lnTo>
                <a:cubicBezTo>
                  <a:pt x="46590" y="300461"/>
                  <a:pt x="50220" y="314358"/>
                  <a:pt x="52640" y="328053"/>
                </a:cubicBezTo>
                <a:lnTo>
                  <a:pt x="53447" y="328053"/>
                </a:lnTo>
                <a:cubicBezTo>
                  <a:pt x="56473" y="314559"/>
                  <a:pt x="60910" y="300260"/>
                  <a:pt x="65347" y="285759"/>
                </a:cubicBezTo>
                <a:lnTo>
                  <a:pt x="87331" y="217483"/>
                </a:lnTo>
                <a:lnTo>
                  <a:pt x="107701" y="217483"/>
                </a:lnTo>
                <a:lnTo>
                  <a:pt x="128677" y="284550"/>
                </a:lnTo>
                <a:cubicBezTo>
                  <a:pt x="133517" y="300461"/>
                  <a:pt x="137551" y="314559"/>
                  <a:pt x="140577" y="328255"/>
                </a:cubicBezTo>
                <a:lnTo>
                  <a:pt x="141383" y="328255"/>
                </a:lnTo>
                <a:cubicBezTo>
                  <a:pt x="143602" y="314559"/>
                  <a:pt x="147232" y="300461"/>
                  <a:pt x="151669" y="284752"/>
                </a:cubicBezTo>
                <a:lnTo>
                  <a:pt x="170830" y="217483"/>
                </a:lnTo>
                <a:lnTo>
                  <a:pt x="194831" y="217483"/>
                </a:lnTo>
                <a:lnTo>
                  <a:pt x="151669" y="351416"/>
                </a:lnTo>
                <a:lnTo>
                  <a:pt x="129484" y="351416"/>
                </a:lnTo>
                <a:lnTo>
                  <a:pt x="108911" y="287571"/>
                </a:lnTo>
                <a:cubicBezTo>
                  <a:pt x="104273" y="272466"/>
                  <a:pt x="100441" y="259173"/>
                  <a:pt x="97012" y="243464"/>
                </a:cubicBezTo>
                <a:lnTo>
                  <a:pt x="96407" y="243464"/>
                </a:lnTo>
                <a:cubicBezTo>
                  <a:pt x="93180" y="259576"/>
                  <a:pt x="88944" y="273272"/>
                  <a:pt x="84306" y="287773"/>
                </a:cubicBezTo>
                <a:lnTo>
                  <a:pt x="62725" y="351416"/>
                </a:lnTo>
                <a:lnTo>
                  <a:pt x="40539" y="351416"/>
                </a:lnTo>
                <a:close/>
                <a:moveTo>
                  <a:pt x="200680" y="33224"/>
                </a:moveTo>
                <a:lnTo>
                  <a:pt x="188580" y="39467"/>
                </a:lnTo>
                <a:cubicBezTo>
                  <a:pt x="155707" y="56180"/>
                  <a:pt x="126062" y="80544"/>
                  <a:pt x="103072" y="109742"/>
                </a:cubicBezTo>
                <a:lnTo>
                  <a:pt x="97425" y="116789"/>
                </a:lnTo>
                <a:lnTo>
                  <a:pt x="106298" y="118803"/>
                </a:lnTo>
                <a:cubicBezTo>
                  <a:pt x="120012" y="122025"/>
                  <a:pt x="142599" y="126857"/>
                  <a:pt x="171034" y="131287"/>
                </a:cubicBezTo>
                <a:lnTo>
                  <a:pt x="176681" y="132093"/>
                </a:lnTo>
                <a:lnTo>
                  <a:pt x="177689" y="126455"/>
                </a:lnTo>
                <a:cubicBezTo>
                  <a:pt x="183740" y="91015"/>
                  <a:pt x="191403" y="63227"/>
                  <a:pt x="196646" y="46112"/>
                </a:cubicBezTo>
                <a:close/>
                <a:moveTo>
                  <a:pt x="406383" y="32218"/>
                </a:moveTo>
                <a:lnTo>
                  <a:pt x="410416" y="45105"/>
                </a:lnTo>
                <a:cubicBezTo>
                  <a:pt x="415862" y="62825"/>
                  <a:pt x="423929" y="91418"/>
                  <a:pt x="429979" y="128065"/>
                </a:cubicBezTo>
                <a:lnTo>
                  <a:pt x="430987" y="133502"/>
                </a:lnTo>
                <a:lnTo>
                  <a:pt x="436634" y="132697"/>
                </a:lnTo>
                <a:cubicBezTo>
                  <a:pt x="459826" y="129072"/>
                  <a:pt x="482211" y="124441"/>
                  <a:pt x="503387" y="119004"/>
                </a:cubicBezTo>
                <a:lnTo>
                  <a:pt x="511857" y="116789"/>
                </a:lnTo>
                <a:lnTo>
                  <a:pt x="506412" y="109943"/>
                </a:lnTo>
                <a:cubicBezTo>
                  <a:pt x="482816" y="79940"/>
                  <a:pt x="452364" y="55173"/>
                  <a:pt x="418484" y="38259"/>
                </a:cubicBezTo>
                <a:close/>
                <a:moveTo>
                  <a:pt x="310388" y="11478"/>
                </a:moveTo>
                <a:lnTo>
                  <a:pt x="310388" y="142161"/>
                </a:lnTo>
                <a:lnTo>
                  <a:pt x="316237" y="141959"/>
                </a:lnTo>
                <a:cubicBezTo>
                  <a:pt x="349310" y="141959"/>
                  <a:pt x="382183" y="139744"/>
                  <a:pt x="413845" y="135919"/>
                </a:cubicBezTo>
                <a:lnTo>
                  <a:pt x="419694" y="135113"/>
                </a:lnTo>
                <a:lnTo>
                  <a:pt x="418685" y="129274"/>
                </a:lnTo>
                <a:cubicBezTo>
                  <a:pt x="410013" y="78329"/>
                  <a:pt x="397913" y="42487"/>
                  <a:pt x="393073" y="29600"/>
                </a:cubicBezTo>
                <a:lnTo>
                  <a:pt x="392266" y="26982"/>
                </a:lnTo>
                <a:lnTo>
                  <a:pt x="389644" y="26177"/>
                </a:lnTo>
                <a:cubicBezTo>
                  <a:pt x="366049" y="17720"/>
                  <a:pt x="341445" y="12887"/>
                  <a:pt x="316438" y="11880"/>
                </a:cubicBezTo>
                <a:close/>
                <a:moveTo>
                  <a:pt x="298893" y="11478"/>
                </a:moveTo>
                <a:lnTo>
                  <a:pt x="292843" y="11880"/>
                </a:lnTo>
                <a:cubicBezTo>
                  <a:pt x="267029" y="13088"/>
                  <a:pt x="241820" y="17921"/>
                  <a:pt x="217620" y="26781"/>
                </a:cubicBezTo>
                <a:lnTo>
                  <a:pt x="214998" y="27586"/>
                </a:lnTo>
                <a:lnTo>
                  <a:pt x="214192" y="30204"/>
                </a:lnTo>
                <a:cubicBezTo>
                  <a:pt x="208343" y="46112"/>
                  <a:pt x="197453" y="80142"/>
                  <a:pt x="188983" y="127663"/>
                </a:cubicBezTo>
                <a:lnTo>
                  <a:pt x="187975" y="133704"/>
                </a:lnTo>
                <a:lnTo>
                  <a:pt x="194025" y="134509"/>
                </a:lnTo>
                <a:cubicBezTo>
                  <a:pt x="226897" y="138738"/>
                  <a:pt x="260374" y="141154"/>
                  <a:pt x="293045" y="141758"/>
                </a:cubicBezTo>
                <a:lnTo>
                  <a:pt x="298893" y="141959"/>
                </a:lnTo>
                <a:close/>
                <a:moveTo>
                  <a:pt x="304741" y="0"/>
                </a:moveTo>
                <a:cubicBezTo>
                  <a:pt x="431189" y="0"/>
                  <a:pt x="537469" y="88196"/>
                  <a:pt x="565299" y="205992"/>
                </a:cubicBezTo>
                <a:lnTo>
                  <a:pt x="558241" y="230961"/>
                </a:lnTo>
                <a:cubicBezTo>
                  <a:pt x="552997" y="195119"/>
                  <a:pt x="540292" y="160686"/>
                  <a:pt x="520730" y="130079"/>
                </a:cubicBezTo>
                <a:lnTo>
                  <a:pt x="518512" y="126455"/>
                </a:lnTo>
                <a:lnTo>
                  <a:pt x="514478" y="127663"/>
                </a:lnTo>
                <a:cubicBezTo>
                  <a:pt x="489471" y="134509"/>
                  <a:pt x="463859" y="140147"/>
                  <a:pt x="438449" y="144174"/>
                </a:cubicBezTo>
                <a:lnTo>
                  <a:pt x="432802" y="144980"/>
                </a:lnTo>
                <a:lnTo>
                  <a:pt x="433609" y="150618"/>
                </a:lnTo>
                <a:cubicBezTo>
                  <a:pt x="435626" y="165720"/>
                  <a:pt x="437239" y="181225"/>
                  <a:pt x="438247" y="196528"/>
                </a:cubicBezTo>
                <a:lnTo>
                  <a:pt x="433609" y="196528"/>
                </a:lnTo>
                <a:lnTo>
                  <a:pt x="426954" y="196528"/>
                </a:lnTo>
                <a:cubicBezTo>
                  <a:pt x="425744" y="181829"/>
                  <a:pt x="424332" y="166928"/>
                  <a:pt x="422315" y="152229"/>
                </a:cubicBezTo>
                <a:lnTo>
                  <a:pt x="421509" y="146792"/>
                </a:lnTo>
                <a:lnTo>
                  <a:pt x="415862" y="147396"/>
                </a:lnTo>
                <a:cubicBezTo>
                  <a:pt x="383998" y="151423"/>
                  <a:pt x="350319" y="153638"/>
                  <a:pt x="316035" y="153840"/>
                </a:cubicBezTo>
                <a:lnTo>
                  <a:pt x="310388" y="154041"/>
                </a:lnTo>
                <a:lnTo>
                  <a:pt x="310388" y="196528"/>
                </a:lnTo>
                <a:lnTo>
                  <a:pt x="298893" y="196528"/>
                </a:lnTo>
                <a:lnTo>
                  <a:pt x="298893" y="153840"/>
                </a:lnTo>
                <a:lnTo>
                  <a:pt x="293246" y="153840"/>
                </a:lnTo>
                <a:cubicBezTo>
                  <a:pt x="259567" y="153034"/>
                  <a:pt x="225284" y="150618"/>
                  <a:pt x="191806" y="146188"/>
                </a:cubicBezTo>
                <a:lnTo>
                  <a:pt x="186160" y="145383"/>
                </a:lnTo>
                <a:lnTo>
                  <a:pt x="185353" y="151021"/>
                </a:lnTo>
                <a:cubicBezTo>
                  <a:pt x="183336" y="166123"/>
                  <a:pt x="181723" y="181225"/>
                  <a:pt x="180513" y="196528"/>
                </a:cubicBezTo>
                <a:lnTo>
                  <a:pt x="176278" y="196528"/>
                </a:lnTo>
                <a:lnTo>
                  <a:pt x="169219" y="196528"/>
                </a:lnTo>
                <a:cubicBezTo>
                  <a:pt x="170228" y="180822"/>
                  <a:pt x="171841" y="164915"/>
                  <a:pt x="174059" y="149410"/>
                </a:cubicBezTo>
                <a:lnTo>
                  <a:pt x="174866" y="143772"/>
                </a:lnTo>
                <a:lnTo>
                  <a:pt x="169219" y="142966"/>
                </a:lnTo>
                <a:cubicBezTo>
                  <a:pt x="135742" y="137731"/>
                  <a:pt x="110130" y="131891"/>
                  <a:pt x="94602" y="127864"/>
                </a:cubicBezTo>
                <a:lnTo>
                  <a:pt x="90568" y="126857"/>
                </a:lnTo>
                <a:lnTo>
                  <a:pt x="88350" y="130280"/>
                </a:lnTo>
                <a:cubicBezTo>
                  <a:pt x="68989" y="160686"/>
                  <a:pt x="56486" y="194716"/>
                  <a:pt x="51243" y="229954"/>
                </a:cubicBezTo>
                <a:lnTo>
                  <a:pt x="44386" y="204180"/>
                </a:lnTo>
                <a:cubicBezTo>
                  <a:pt x="73023" y="87189"/>
                  <a:pt x="178899" y="0"/>
                  <a:pt x="304741" y="0"/>
                </a:cubicBezTo>
                <a:close/>
              </a:path>
            </a:pathLst>
          </a:custGeom>
          <a:solidFill>
            <a:srgbClr val="059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96635D-65D8-0378-D901-592F61BCCFE1}"/>
              </a:ext>
            </a:extLst>
          </p:cNvPr>
          <p:cNvGrpSpPr/>
          <p:nvPr/>
        </p:nvGrpSpPr>
        <p:grpSpPr>
          <a:xfrm>
            <a:off x="8427734" y="2796458"/>
            <a:ext cx="1497495" cy="490330"/>
            <a:chOff x="8262730" y="2789583"/>
            <a:chExt cx="1497495" cy="490330"/>
          </a:xfrm>
        </p:grpSpPr>
        <p:sp>
          <p:nvSpPr>
            <p:cNvPr id="7" name="流程图: 文档 6">
              <a:extLst>
                <a:ext uri="{FF2B5EF4-FFF2-40B4-BE49-F238E27FC236}">
                  <a16:creationId xmlns:a16="http://schemas.microsoft.com/office/drawing/2014/main" id="{FA9AD51A-EBB3-8466-AD48-58FEA8336ADF}"/>
                </a:ext>
              </a:extLst>
            </p:cNvPr>
            <p:cNvSpPr/>
            <p:nvPr/>
          </p:nvSpPr>
          <p:spPr>
            <a:xfrm>
              <a:off x="8262730" y="278958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DDAA8926-41AA-B40A-DBEC-44A181FFA49E}"/>
                </a:ext>
              </a:extLst>
            </p:cNvPr>
            <p:cNvSpPr/>
            <p:nvPr/>
          </p:nvSpPr>
          <p:spPr>
            <a:xfrm>
              <a:off x="8706679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45B5B5A7-D570-19A8-C8D6-F3BFE5F0FE01}"/>
                </a:ext>
              </a:extLst>
            </p:cNvPr>
            <p:cNvSpPr/>
            <p:nvPr/>
          </p:nvSpPr>
          <p:spPr>
            <a:xfrm>
              <a:off x="8978347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流程图: 接点 9">
              <a:extLst>
                <a:ext uri="{FF2B5EF4-FFF2-40B4-BE49-F238E27FC236}">
                  <a16:creationId xmlns:a16="http://schemas.microsoft.com/office/drawing/2014/main" id="{50FA60D7-983E-4BDD-21EA-CBEDAD048B5A}"/>
                </a:ext>
              </a:extLst>
            </p:cNvPr>
            <p:cNvSpPr/>
            <p:nvPr/>
          </p:nvSpPr>
          <p:spPr>
            <a:xfrm>
              <a:off x="9250015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186845C-4D18-7833-5115-FC52DC36465C}"/>
              </a:ext>
            </a:extLst>
          </p:cNvPr>
          <p:cNvGrpSpPr/>
          <p:nvPr/>
        </p:nvGrpSpPr>
        <p:grpSpPr>
          <a:xfrm>
            <a:off x="8427734" y="3439188"/>
            <a:ext cx="1497495" cy="490330"/>
            <a:chOff x="8262730" y="3432313"/>
            <a:chExt cx="1497495" cy="490330"/>
          </a:xfrm>
        </p:grpSpPr>
        <p:sp>
          <p:nvSpPr>
            <p:cNvPr id="12" name="流程图: 文档 11">
              <a:extLst>
                <a:ext uri="{FF2B5EF4-FFF2-40B4-BE49-F238E27FC236}">
                  <a16:creationId xmlns:a16="http://schemas.microsoft.com/office/drawing/2014/main" id="{AB4357A2-95A9-71FC-3032-7B463209BA11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接点 12">
              <a:extLst>
                <a:ext uri="{FF2B5EF4-FFF2-40B4-BE49-F238E27FC236}">
                  <a16:creationId xmlns:a16="http://schemas.microsoft.com/office/drawing/2014/main" id="{F0050118-2B28-561F-F84C-A387C144ED09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流程图: 接点 13">
              <a:extLst>
                <a:ext uri="{FF2B5EF4-FFF2-40B4-BE49-F238E27FC236}">
                  <a16:creationId xmlns:a16="http://schemas.microsoft.com/office/drawing/2014/main" id="{B0305766-3849-A355-D48E-1804A4873719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流程图: 接点 14">
              <a:extLst>
                <a:ext uri="{FF2B5EF4-FFF2-40B4-BE49-F238E27FC236}">
                  <a16:creationId xmlns:a16="http://schemas.microsoft.com/office/drawing/2014/main" id="{52090FAB-ACF0-2C78-5028-72089933DD8E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2582539-F935-128D-4E46-0FE39B7C1FCF}"/>
              </a:ext>
            </a:extLst>
          </p:cNvPr>
          <p:cNvGrpSpPr/>
          <p:nvPr/>
        </p:nvGrpSpPr>
        <p:grpSpPr>
          <a:xfrm>
            <a:off x="8427733" y="4108423"/>
            <a:ext cx="1497495" cy="490330"/>
            <a:chOff x="8262730" y="3432313"/>
            <a:chExt cx="1497495" cy="490330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426CA364-858C-981C-1EA9-ACA2FFA65416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2D09D3AD-606B-E1C4-9A6C-6CEE703439F0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B17CED4C-A5F5-E454-7142-92EB0A435657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8600BAD9-05A3-AFDA-C039-7665C1E6D851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3D505B7-8B1A-70DB-2BC4-0CF70B9E399D}"/>
              </a:ext>
            </a:extLst>
          </p:cNvPr>
          <p:cNvGrpSpPr/>
          <p:nvPr/>
        </p:nvGrpSpPr>
        <p:grpSpPr>
          <a:xfrm>
            <a:off x="8427733" y="4772829"/>
            <a:ext cx="1497495" cy="490330"/>
            <a:chOff x="8262730" y="3432313"/>
            <a:chExt cx="1497495" cy="490330"/>
          </a:xfrm>
        </p:grpSpPr>
        <p:sp>
          <p:nvSpPr>
            <p:cNvPr id="22" name="流程图: 文档 21">
              <a:extLst>
                <a:ext uri="{FF2B5EF4-FFF2-40B4-BE49-F238E27FC236}">
                  <a16:creationId xmlns:a16="http://schemas.microsoft.com/office/drawing/2014/main" id="{C0365A17-01AF-2B02-8A1F-853708676C4B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流程图: 接点 22">
              <a:extLst>
                <a:ext uri="{FF2B5EF4-FFF2-40B4-BE49-F238E27FC236}">
                  <a16:creationId xmlns:a16="http://schemas.microsoft.com/office/drawing/2014/main" id="{3B5BD383-8E84-504F-E0F8-86EE0E069204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EF73E2F4-AB35-045B-CADB-04084833EA9E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流程图: 接点 24">
              <a:extLst>
                <a:ext uri="{FF2B5EF4-FFF2-40B4-BE49-F238E27FC236}">
                  <a16:creationId xmlns:a16="http://schemas.microsoft.com/office/drawing/2014/main" id="{CC5B601E-39BC-063A-FD39-FC1711DEA2E9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53ADC5B-2B46-8DEA-7EB2-825AE9585E9A}"/>
              </a:ext>
            </a:extLst>
          </p:cNvPr>
          <p:cNvCxnSpPr/>
          <p:nvPr/>
        </p:nvCxnSpPr>
        <p:spPr>
          <a:xfrm>
            <a:off x="2987717" y="3712647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A0D86AE-1187-1A38-245D-22D4B459A606}"/>
              </a:ext>
            </a:extLst>
          </p:cNvPr>
          <p:cNvCxnSpPr/>
          <p:nvPr/>
        </p:nvCxnSpPr>
        <p:spPr>
          <a:xfrm>
            <a:off x="2987716" y="4096960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8A5A9D3-1258-1DEF-101B-63F4436A4E25}"/>
              </a:ext>
            </a:extLst>
          </p:cNvPr>
          <p:cNvSpPr txBox="1"/>
          <p:nvPr/>
        </p:nvSpPr>
        <p:spPr>
          <a:xfrm>
            <a:off x="4920389" y="3376576"/>
            <a:ext cx="966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HTTP</a:t>
            </a:r>
            <a:r>
              <a:rPr lang="zh-CN" altLang="en-US" sz="1400"/>
              <a:t>请求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98C369-03F6-D420-93FC-1D0F2525E914}"/>
              </a:ext>
            </a:extLst>
          </p:cNvPr>
          <p:cNvSpPr txBox="1"/>
          <p:nvPr/>
        </p:nvSpPr>
        <p:spPr>
          <a:xfrm>
            <a:off x="4920388" y="4104815"/>
            <a:ext cx="966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HTTP</a:t>
            </a:r>
            <a:r>
              <a:rPr lang="zh-CN" altLang="en-US" sz="1400"/>
              <a:t>响应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B2B1AD-A8F0-759B-3CDA-BE722201D53C}"/>
              </a:ext>
            </a:extLst>
          </p:cNvPr>
          <p:cNvSpPr txBox="1"/>
          <p:nvPr/>
        </p:nvSpPr>
        <p:spPr>
          <a:xfrm>
            <a:off x="4948958" y="3740942"/>
            <a:ext cx="100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C00000"/>
                </a:solidFill>
              </a:rPr>
              <a:t>Restful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50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animBg="1"/>
      <p:bldP spid="3" grpId="0" animBg="1"/>
      <p:bldP spid="28" grpId="0"/>
      <p:bldP spid="29" grpId="0"/>
      <p:bldP spid="3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CF76-E2C9-8A41-93C3-0EE7BAFB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404FC7-2AA6-2DC5-C184-A00D6860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698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Restful</a:t>
            </a:r>
            <a:r>
              <a:rPr lang="zh-CN" altLang="en-US"/>
              <a:t>指的是遵循</a:t>
            </a:r>
            <a:r>
              <a:rPr lang="en-US" altLang="zh-CN"/>
              <a:t>REST</a:t>
            </a:r>
            <a:r>
              <a:rPr lang="zh-CN" altLang="en-US"/>
              <a:t>架构风格的</a:t>
            </a:r>
            <a:r>
              <a:rPr lang="en-US" altLang="zh-CN"/>
              <a:t>API</a:t>
            </a:r>
            <a:r>
              <a:rPr lang="zh-CN" altLang="en-US"/>
              <a:t>接口服务，而</a:t>
            </a:r>
            <a:r>
              <a:rPr lang="en-US" altLang="zh-CN"/>
              <a:t>REST</a:t>
            </a:r>
            <a:r>
              <a:rPr lang="zh-CN" altLang="en-US"/>
              <a:t>（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RE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presentational 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S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tate 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T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ransfer</a:t>
            </a:r>
            <a:r>
              <a:rPr lang="zh-CN" altLang="en-US"/>
              <a:t>），表述性状态转换，它是一种软件架构风格。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E7270A7-25B3-F29C-888B-B369D8F4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Restful</a:t>
            </a:r>
            <a:endParaRPr lang="zh-CN" altLang="en-US"/>
          </a:p>
        </p:txBody>
      </p:sp>
      <p:graphicFrame>
        <p:nvGraphicFramePr>
          <p:cNvPr id="36" name="表格 2">
            <a:extLst>
              <a:ext uri="{FF2B5EF4-FFF2-40B4-BE49-F238E27FC236}">
                <a16:creationId xmlns:a16="http://schemas.microsoft.com/office/drawing/2014/main" id="{94111B9F-95EE-9534-6F4C-DEFE51FC1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564439"/>
              </p:ext>
            </p:extLst>
          </p:nvPr>
        </p:nvGraphicFramePr>
        <p:xfrm>
          <a:off x="978058" y="1826074"/>
          <a:ext cx="10345635" cy="2340000"/>
        </p:xfrm>
        <a:graphic>
          <a:graphicData uri="http://schemas.openxmlformats.org/drawingml/2006/table">
            <a:tbl>
              <a:tblPr bandRow="1"/>
              <a:tblGrid>
                <a:gridCol w="4281017">
                  <a:extLst>
                    <a:ext uri="{9D8B030D-6E8A-4147-A177-3AD203B41FA5}">
                      <a16:colId xmlns:a16="http://schemas.microsoft.com/office/drawing/2014/main" val="2557866498"/>
                    </a:ext>
                  </a:extLst>
                </a:gridCol>
                <a:gridCol w="1420464">
                  <a:extLst>
                    <a:ext uri="{9D8B030D-6E8A-4147-A177-3AD203B41FA5}">
                      <a16:colId xmlns:a16="http://schemas.microsoft.com/office/drawing/2014/main" val="208312605"/>
                    </a:ext>
                  </a:extLst>
                </a:gridCol>
                <a:gridCol w="2322077">
                  <a:extLst>
                    <a:ext uri="{9D8B030D-6E8A-4147-A177-3AD203B41FA5}">
                      <a16:colId xmlns:a16="http://schemas.microsoft.com/office/drawing/2014/main" val="1601882693"/>
                    </a:ext>
                  </a:extLst>
                </a:gridCol>
                <a:gridCol w="2322077">
                  <a:extLst>
                    <a:ext uri="{9D8B030D-6E8A-4147-A177-3AD203B41FA5}">
                      <a16:colId xmlns:a16="http://schemas.microsoft.com/office/drawing/2014/main" val="1074509790"/>
                    </a:ext>
                  </a:extLst>
                </a:gridCol>
              </a:tblGrid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传统风格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请求方式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9200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l"/>
                      <a:r>
                        <a:rPr lang="en-US" altLang="zh-CN" sz="1100" b="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http://localhost:8000/user/getById?id=1</a:t>
                      </a:r>
                      <a:endParaRPr lang="zh-CN" altLang="en-US" sz="1100" b="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100" b="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查询</a:t>
                      </a:r>
                      <a:r>
                        <a:rPr lang="en-US" altLang="zh-CN" sz="1100" b="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100" b="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100" b="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100" b="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b="0">
                          <a:solidFill>
                            <a:srgbClr val="C00000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不规范</a:t>
                      </a:r>
                      <a:endParaRPr lang="en-US" altLang="zh-CN" sz="2000" b="0">
                        <a:solidFill>
                          <a:srgbClr val="C00000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b="0">
                          <a:solidFill>
                            <a:srgbClr val="C00000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难维护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702005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l"/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http://localhost:8000/user/saveUser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新增用户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06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http://localhost:8000/user/updateUser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1954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http://localhost:8000/user/deleteUser?id=1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bg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B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62197"/>
                  </a:ext>
                </a:extLst>
              </a:tr>
            </a:tbl>
          </a:graphicData>
        </a:graphic>
      </p:graphicFrame>
      <p:graphicFrame>
        <p:nvGraphicFramePr>
          <p:cNvPr id="37" name="!!表格 3">
            <a:extLst>
              <a:ext uri="{FF2B5EF4-FFF2-40B4-BE49-F238E27FC236}">
                <a16:creationId xmlns:a16="http://schemas.microsoft.com/office/drawing/2014/main" id="{6885903C-C1D3-9735-5327-3D9410D12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713972"/>
              </p:ext>
            </p:extLst>
          </p:nvPr>
        </p:nvGraphicFramePr>
        <p:xfrm>
          <a:off x="978057" y="4409052"/>
          <a:ext cx="10345636" cy="2340000"/>
        </p:xfrm>
        <a:graphic>
          <a:graphicData uri="http://schemas.openxmlformats.org/drawingml/2006/table">
            <a:tbl>
              <a:tblPr bandRow="1"/>
              <a:tblGrid>
                <a:gridCol w="4153415">
                  <a:extLst>
                    <a:ext uri="{9D8B030D-6E8A-4147-A177-3AD203B41FA5}">
                      <a16:colId xmlns:a16="http://schemas.microsoft.com/office/drawing/2014/main" val="2557866498"/>
                    </a:ext>
                  </a:extLst>
                </a:gridCol>
                <a:gridCol w="1353670">
                  <a:extLst>
                    <a:ext uri="{9D8B030D-6E8A-4147-A177-3AD203B41FA5}">
                      <a16:colId xmlns:a16="http://schemas.microsoft.com/office/drawing/2014/main" val="208312605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601882693"/>
                    </a:ext>
                  </a:extLst>
                </a:gridCol>
                <a:gridCol w="2310504">
                  <a:extLst>
                    <a:ext uri="{9D8B030D-6E8A-4147-A177-3AD203B41FA5}">
                      <a16:colId xmlns:a16="http://schemas.microsoft.com/office/drawing/2014/main" val="3777342491"/>
                    </a:ext>
                  </a:extLst>
                </a:gridCol>
              </a:tblGrid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REST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风格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请求方式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9200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l"/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http://localhost:8000/users/1</a:t>
                      </a:r>
                      <a:endParaRPr lang="zh-CN" altLang="en-US" sz="11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1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查询</a:t>
                      </a:r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URL</a:t>
                      </a:r>
                      <a:r>
                        <a:rPr lang="zh-CN" altLang="en-US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定位资源</a:t>
                      </a:r>
                      <a:endParaRPr lang="en-US" altLang="zh-CN" sz="1600" b="0">
                        <a:solidFill>
                          <a:srgbClr val="42B883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HTTP</a:t>
                      </a:r>
                      <a:r>
                        <a:rPr lang="zh-CN" altLang="en-US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动词描述操作</a:t>
                      </a:r>
                      <a:endParaRPr lang="en-US" altLang="zh-CN" sz="1600" b="0">
                        <a:solidFill>
                          <a:srgbClr val="42B883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600" b="0">
                        <a:solidFill>
                          <a:srgbClr val="42B883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简洁、规范、优雅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702005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http://localhost:8000/users/1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DELETE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</a:t>
                      </a: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06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新增用户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1954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PUT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62197"/>
                  </a:ext>
                </a:extLst>
              </a:tr>
            </a:tbl>
          </a:graphicData>
        </a:graphic>
      </p:graphicFrame>
      <p:pic>
        <p:nvPicPr>
          <p:cNvPr id="38" name="图片 37">
            <a:extLst>
              <a:ext uri="{FF2B5EF4-FFF2-40B4-BE49-F238E27FC236}">
                <a16:creationId xmlns:a16="http://schemas.microsoft.com/office/drawing/2014/main" id="{AC6EFED2-7008-FF78-8451-0FA602C7A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260" y="1779682"/>
            <a:ext cx="2466247" cy="240533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4BE06159-168E-4DB8-60BA-1E88CEFB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138" y="4404208"/>
            <a:ext cx="2466247" cy="2405334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C89F8F52-846C-20DE-C3E8-DA329957D0EE}"/>
              </a:ext>
            </a:extLst>
          </p:cNvPr>
          <p:cNvSpPr txBox="1"/>
          <p:nvPr/>
        </p:nvSpPr>
        <p:spPr>
          <a:xfrm>
            <a:off x="9279319" y="2069052"/>
            <a:ext cx="1898127" cy="1973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ea typeface="Fira Code" panose="020B0809050000020004" pitchFamily="49" charset="0"/>
              </a:rPr>
              <a:t>/user/addUser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ea typeface="Fira Code" panose="020B0809050000020004" pitchFamily="49" charset="0"/>
              </a:rPr>
              <a:t>/user/add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ea typeface="Fira Code" panose="020B0809050000020004" pitchFamily="49" charset="0"/>
              </a:rPr>
              <a:t>/user/insertUser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ea typeface="Fira Code" panose="020B0809050000020004" pitchFamily="49" charset="0"/>
              </a:rPr>
              <a:t>/user/insert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ea typeface="Fira Code" panose="020B0809050000020004" pitchFamily="49" charset="0"/>
              </a:rPr>
              <a:t>/user/saveUser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ea typeface="Fira Code" panose="020B0809050000020004" pitchFamily="49" charset="0"/>
              </a:rPr>
              <a:t>/user/save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2476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38A9-AE5B-859A-7C7B-F34F870A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9990E7-2F38-9736-E624-87660728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394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Restful</a:t>
            </a:r>
            <a:r>
              <a:rPr lang="zh-CN" altLang="en-US"/>
              <a:t>指的是遵循</a:t>
            </a:r>
            <a:r>
              <a:rPr lang="en-US" altLang="zh-CN"/>
              <a:t>REST</a:t>
            </a:r>
            <a:r>
              <a:rPr lang="zh-CN" altLang="en-US"/>
              <a:t>架构风格的</a:t>
            </a:r>
            <a:r>
              <a:rPr lang="en-US" altLang="zh-CN"/>
              <a:t>API</a:t>
            </a:r>
            <a:r>
              <a:rPr lang="zh-CN" altLang="en-US"/>
              <a:t>接口服务，而</a:t>
            </a:r>
            <a:r>
              <a:rPr lang="en-US" altLang="zh-CN"/>
              <a:t>REST</a:t>
            </a:r>
            <a:r>
              <a:rPr lang="zh-CN" altLang="en-US"/>
              <a:t>（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RE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presentational 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S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tate </a:t>
            </a:r>
            <a:r>
              <a:rPr lang="en-US" altLang="zh-CN">
                <a:solidFill>
                  <a:srgbClr val="C00000"/>
                </a:solidFill>
                <a:ea typeface="Optima-Regular"/>
              </a:rPr>
              <a:t>T</a:t>
            </a:r>
            <a:r>
              <a:rPr lang="en-US" altLang="zh-CN">
                <a:solidFill>
                  <a:srgbClr val="000000"/>
                </a:solidFill>
                <a:ea typeface="Optima-Regular"/>
              </a:rPr>
              <a:t>ransfer</a:t>
            </a:r>
            <a:r>
              <a:rPr lang="zh-CN" altLang="en-US"/>
              <a:t>），表述性状态转换，它是一种软件架构风格。</a:t>
            </a:r>
          </a:p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A50498B-8A11-9176-77F6-E2778B25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Restful</a:t>
            </a:r>
            <a:endParaRPr lang="zh-CN" altLang="en-US"/>
          </a:p>
        </p:txBody>
      </p:sp>
      <p:graphicFrame>
        <p:nvGraphicFramePr>
          <p:cNvPr id="2" name="!!表格 3">
            <a:extLst>
              <a:ext uri="{FF2B5EF4-FFF2-40B4-BE49-F238E27FC236}">
                <a16:creationId xmlns:a16="http://schemas.microsoft.com/office/drawing/2014/main" id="{CB1740CD-E14A-8F55-B926-F963A5D37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10018"/>
              </p:ext>
            </p:extLst>
          </p:nvPr>
        </p:nvGraphicFramePr>
        <p:xfrm>
          <a:off x="978057" y="1941097"/>
          <a:ext cx="10345636" cy="2340000"/>
        </p:xfrm>
        <a:graphic>
          <a:graphicData uri="http://schemas.openxmlformats.org/drawingml/2006/table">
            <a:tbl>
              <a:tblPr bandRow="1"/>
              <a:tblGrid>
                <a:gridCol w="4153415">
                  <a:extLst>
                    <a:ext uri="{9D8B030D-6E8A-4147-A177-3AD203B41FA5}">
                      <a16:colId xmlns:a16="http://schemas.microsoft.com/office/drawing/2014/main" val="2557866498"/>
                    </a:ext>
                  </a:extLst>
                </a:gridCol>
                <a:gridCol w="1353670">
                  <a:extLst>
                    <a:ext uri="{9D8B030D-6E8A-4147-A177-3AD203B41FA5}">
                      <a16:colId xmlns:a16="http://schemas.microsoft.com/office/drawing/2014/main" val="208312605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601882693"/>
                    </a:ext>
                  </a:extLst>
                </a:gridCol>
                <a:gridCol w="2310504">
                  <a:extLst>
                    <a:ext uri="{9D8B030D-6E8A-4147-A177-3AD203B41FA5}">
                      <a16:colId xmlns:a16="http://schemas.microsoft.com/office/drawing/2014/main" val="3777342491"/>
                    </a:ext>
                  </a:extLst>
                </a:gridCol>
              </a:tblGrid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REST</a:t>
                      </a:r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风格</a:t>
                      </a:r>
                      <a:r>
                        <a:rPr lang="en-US" altLang="zh-CN" sz="1200" b="0">
                          <a:solidFill>
                            <a:schemeClr val="bg1"/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url</a:t>
                      </a:r>
                      <a:endParaRPr lang="zh-CN" altLang="en-US" sz="1200" b="0">
                        <a:solidFill>
                          <a:schemeClr val="bg1"/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请求方式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备注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9200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l"/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http://localhost:8000/users/1</a:t>
                      </a:r>
                      <a:endParaRPr lang="zh-CN" altLang="en-US" sz="11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GET</a:t>
                      </a:r>
                      <a:endParaRPr lang="zh-CN" altLang="en-US" sz="11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查询</a:t>
                      </a:r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1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URL</a:t>
                      </a:r>
                      <a:r>
                        <a:rPr lang="zh-CN" altLang="en-US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定位资源</a:t>
                      </a:r>
                      <a:endParaRPr lang="en-US" altLang="zh-CN" sz="1600" b="0">
                        <a:solidFill>
                          <a:srgbClr val="42B883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HTTP</a:t>
                      </a:r>
                      <a:r>
                        <a:rPr lang="zh-CN" altLang="en-US" sz="16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动词描述操作</a:t>
                      </a:r>
                      <a:endParaRPr lang="en-US" altLang="zh-CN" sz="1600" b="0">
                        <a:solidFill>
                          <a:srgbClr val="42B883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sz="1600" b="0">
                        <a:solidFill>
                          <a:srgbClr val="42B883"/>
                        </a:solidFill>
                        <a:latin typeface="+mn-lt"/>
                        <a:ea typeface="汉仪尚巍流云体简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0">
                          <a:solidFill>
                            <a:srgbClr val="42B883"/>
                          </a:solidFill>
                          <a:latin typeface="+mn-lt"/>
                          <a:ea typeface="汉仪尚巍流云体简" panose="00020600040101010101" pitchFamily="18" charset="-122"/>
                          <a:cs typeface="阿里巴巴普惠体" panose="00020600040101010101" pitchFamily="18" charset="-122"/>
                        </a:rPr>
                        <a:t>简洁、规范、优雅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702005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http://localhost:8000/users/1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DELETE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</a:t>
                      </a: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为</a:t>
                      </a: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1</a:t>
                      </a:r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06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POST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新增用户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19549"/>
                  </a:ext>
                </a:extLst>
              </a:tr>
              <a:tr h="46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http://localhost:8000/users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en-US" altLang="zh-CN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PUT</a:t>
                      </a:r>
                      <a:endParaRPr lang="zh-CN" altLang="en-US" sz="1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Code Pro"/>
                          <a:ea typeface="阿里巴巴普惠体"/>
                        </a:defRPr>
                      </a:lvl9pPr>
                    </a:lstStyle>
                    <a:p>
                      <a:pPr algn="ctr"/>
                      <a:r>
                        <a:rPr lang="zh-CN" altLang="en-US" sz="1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修改用户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988A">
                        <a:alpha val="10196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62197"/>
                  </a:ext>
                </a:extLst>
              </a:tr>
            </a:tbl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8B9C9F77-3FC4-D52D-6290-3AE0FF2A173B}"/>
              </a:ext>
            </a:extLst>
          </p:cNvPr>
          <p:cNvGrpSpPr/>
          <p:nvPr/>
        </p:nvGrpSpPr>
        <p:grpSpPr>
          <a:xfrm>
            <a:off x="904396" y="5892013"/>
            <a:ext cx="10879906" cy="348335"/>
            <a:chOff x="4685665" y="1834757"/>
            <a:chExt cx="10954648" cy="348335"/>
          </a:xfrm>
        </p:grpSpPr>
        <p:sp>
          <p:nvSpPr>
            <p:cNvPr id="12" name="ComponentBackground2">
              <a:extLst>
                <a:ext uri="{FF2B5EF4-FFF2-40B4-BE49-F238E27FC236}">
                  <a16:creationId xmlns:a16="http://schemas.microsoft.com/office/drawing/2014/main" id="{482AF94C-D8C8-7FD1-55F6-6F61B4DE5A98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en-US" altLang="zh-CN" sz="1200"/>
                <a:t>REST</a:t>
              </a:r>
              <a:r>
                <a:rPr kumimoji="1" lang="zh-CN" altLang="en-US" sz="1200"/>
                <a:t>是风格，是约定方式，约定不是规定，可以打破</a:t>
              </a:r>
              <a:r>
                <a:rPr kumimoji="1" lang="zh-CN" altLang="en-US" sz="1200">
                  <a:solidFill>
                    <a:schemeClr val="bg2">
                      <a:lumMod val="10000"/>
                    </a:schemeClr>
                  </a:solidFill>
                </a:rPr>
                <a:t>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3" name="Shape2">
              <a:extLst>
                <a:ext uri="{FF2B5EF4-FFF2-40B4-BE49-F238E27FC236}">
                  <a16:creationId xmlns:a16="http://schemas.microsoft.com/office/drawing/2014/main" id="{6565EC1E-5740-852E-4F4F-4FF6D22CDECB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9EC6564-D5F2-0137-C9CC-079C2873F502}"/>
              </a:ext>
            </a:extLst>
          </p:cNvPr>
          <p:cNvGrpSpPr/>
          <p:nvPr/>
        </p:nvGrpSpPr>
        <p:grpSpPr>
          <a:xfrm>
            <a:off x="900889" y="6323084"/>
            <a:ext cx="10879906" cy="348335"/>
            <a:chOff x="4685665" y="1834757"/>
            <a:chExt cx="10954648" cy="348335"/>
          </a:xfrm>
        </p:grpSpPr>
        <p:sp>
          <p:nvSpPr>
            <p:cNvPr id="15" name="ComponentBackground2">
              <a:extLst>
                <a:ext uri="{FF2B5EF4-FFF2-40B4-BE49-F238E27FC236}">
                  <a16:creationId xmlns:a16="http://schemas.microsoft.com/office/drawing/2014/main" id="{917A532F-0E50-F283-D6D4-F3F5F970D764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lang="zh-CN" altLang="en-US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描述功能模块通常使用复数形式（加</a:t>
              </a:r>
              <a:r>
                <a:rPr lang="en-US" altLang="zh-CN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s</a:t>
              </a:r>
              <a:r>
                <a:rPr lang="zh-CN" altLang="en-US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），表示此类资源，而非单个资源。如：</a:t>
              </a:r>
              <a:r>
                <a:rPr lang="en-US" altLang="zh-CN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users</a:t>
              </a:r>
              <a:r>
                <a:rPr lang="zh-CN" altLang="en-US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、</a:t>
              </a:r>
              <a:r>
                <a:rPr lang="en-US" altLang="zh-CN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books</a:t>
              </a:r>
              <a:r>
                <a:rPr lang="zh-CN" altLang="en-US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、</a:t>
              </a:r>
              <a:r>
                <a:rPr lang="en-US" altLang="zh-CN" sz="1200">
                  <a:ea typeface="Fira Code" panose="020B0809050000020004" pitchFamily="49" charset="0"/>
                  <a:cs typeface="阿里巴巴普惠体" panose="00020600040101010101" pitchFamily="18" charset="-122"/>
                </a:rPr>
                <a:t>items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6" name="Shape2">
              <a:extLst>
                <a:ext uri="{FF2B5EF4-FFF2-40B4-BE49-F238E27FC236}">
                  <a16:creationId xmlns:a16="http://schemas.microsoft.com/office/drawing/2014/main" id="{4AC9B525-E71E-E1BC-D676-4E40029532D2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460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978E-00F5-26F5-B18E-EBF58C64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E7C3DF8-76D7-08B7-E107-3C43AEF75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REST</a:t>
            </a:r>
            <a:r>
              <a:rPr lang="zh-CN" altLang="en-US" sz="1800"/>
              <a:t>风格的特点 </a:t>
            </a:r>
            <a:r>
              <a:rPr lang="en-US" altLang="zh-CN" sz="1800"/>
              <a:t>?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URL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定义资源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HTTP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动词描述操作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REST</a:t>
            </a:r>
            <a:r>
              <a:rPr lang="zh-CN" altLang="en-US" sz="1800"/>
              <a:t>风格中的四种请求方式及对应的操作</a:t>
            </a:r>
            <a:r>
              <a:rPr lang="en-US" altLang="zh-CN" sz="1800"/>
              <a:t>?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GET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：查询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POST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：新增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PUT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：修改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DELETE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：删除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7EAAD2-134C-1B25-2C27-CC3B668B1767}"/>
              </a:ext>
            </a:extLst>
          </p:cNvPr>
          <p:cNvSpPr txBox="1"/>
          <p:nvPr/>
        </p:nvSpPr>
        <p:spPr>
          <a:xfrm>
            <a:off x="6180794" y="2151934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http://localhost:8000/users/5</a:t>
            </a:r>
            <a:endParaRPr lang="zh-CN" altLang="en-US" sz="1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7D45FE-C9A4-5410-5A96-B67DE0F9EC7D}"/>
              </a:ext>
            </a:extLst>
          </p:cNvPr>
          <p:cNvSpPr txBox="1"/>
          <p:nvPr/>
        </p:nvSpPr>
        <p:spPr>
          <a:xfrm>
            <a:off x="6180794" y="259309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DELETE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93422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CFDF-BB66-B870-1B7E-C245F4B7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DE6A81-AC3A-09C2-05DD-311991CBAE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463CCB9-B70B-BA12-9E67-E09C40C84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14906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基础环境搭建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核心功能开发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FF6DE6-63BB-9588-A943-95163BAE1E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930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4154B2-0529-84F3-68E0-60D0520F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136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8F7A-C84D-363D-9BC0-5E5C789B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C98641-5AC3-D409-2A72-1AE48E661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13" y="549965"/>
            <a:ext cx="8673548" cy="487887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DF71980-DA95-4905-512E-BE52DE50E232}"/>
              </a:ext>
            </a:extLst>
          </p:cNvPr>
          <p:cNvSpPr txBox="1"/>
          <p:nvPr/>
        </p:nvSpPr>
        <p:spPr>
          <a:xfrm>
            <a:off x="662607" y="5507792"/>
            <a:ext cx="11105323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汉字谜盒 是一款基于人工智能的字谜互动游戏，专为汉字爱好者设计。在这里，你将与</a:t>
            </a:r>
            <a:r>
              <a:rPr lang="en-US" altLang="zh-CN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机器人进行有趣的猜字挑战！</a:t>
            </a:r>
            <a:endParaRPr lang="en-US" altLang="zh-CN" sz="1400" i="0">
              <a:solidFill>
                <a:schemeClr val="tx1">
                  <a:lumMod val="50000"/>
                </a:schemeClr>
              </a:solidFill>
              <a:effectLst/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会随机出一道经典字谜（如</a:t>
            </a:r>
            <a:r>
              <a:rPr lang="en-US" altLang="zh-CN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"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一箭穿心</a:t>
            </a:r>
            <a:r>
              <a:rPr lang="en-US" altLang="zh-CN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"</a:t>
            </a:r>
            <a:r>
              <a:rPr lang="zh-CN" altLang="en-US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），你需要根据谜面提示猜出对应的汉字，</a:t>
            </a:r>
            <a:r>
              <a:rPr lang="en-US" altLang="zh-CN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1400" i="0">
                <a:solidFill>
                  <a:schemeClr val="tx1">
                    <a:lumMod val="50000"/>
                  </a:schemeClr>
                </a:solidFill>
                <a:effectLst/>
                <a:latin typeface="荆南波波黑" panose="02000800000000000000" pitchFamily="2" charset="-122"/>
                <a:ea typeface="荆南波波黑" panose="02000800000000000000" pitchFamily="2" charset="-122"/>
              </a:rPr>
              <a:t>会根据你的回答给出相应的提示，并给出最终的答案。</a:t>
            </a:r>
            <a:endParaRPr lang="zh-CN" altLang="en-US" sz="1400">
              <a:solidFill>
                <a:schemeClr val="tx1">
                  <a:lumMod val="50000"/>
                </a:schemeClr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120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98933-11B2-1DF2-C417-6B0F7D29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BABF2F0-16D9-6252-DFCF-DBA9F8F9E7D0}"/>
              </a:ext>
            </a:extLst>
          </p:cNvPr>
          <p:cNvGrpSpPr/>
          <p:nvPr/>
        </p:nvGrpSpPr>
        <p:grpSpPr>
          <a:xfrm>
            <a:off x="974322" y="2166386"/>
            <a:ext cx="6818229" cy="3889858"/>
            <a:chOff x="2297717" y="3660321"/>
            <a:chExt cx="7664369" cy="41097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5AC86DB-FCF3-CC20-73ED-5EB6B1E2AF93}"/>
                </a:ext>
              </a:extLst>
            </p:cNvPr>
            <p:cNvSpPr/>
            <p:nvPr/>
          </p:nvSpPr>
          <p:spPr>
            <a:xfrm>
              <a:off x="2297727" y="3660321"/>
              <a:ext cx="7664359" cy="4109731"/>
            </a:xfrm>
            <a:prstGeom prst="roundRect">
              <a:avLst>
                <a:gd name="adj" fmla="val 97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from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from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fastapi.responses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FileResponse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创建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FastAPI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实例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app = FastAPI(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title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汉字谜盒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定义路径操作函数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@app.get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root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FileResponse(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"static/index.html"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AB8EBD8A-5423-CD52-409F-363CC9236760}"/>
                </a:ext>
              </a:extLst>
            </p:cNvPr>
            <p:cNvSpPr/>
            <p:nvPr/>
          </p:nvSpPr>
          <p:spPr>
            <a:xfrm>
              <a:off x="2297717" y="3660322"/>
              <a:ext cx="7664359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main.py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176069A-4BCB-E1FE-4B5A-BE1996E0181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3CD0093-FF71-B1B5-A60F-CA2FC281FE4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664122F-CA54-1B08-6D68-3BD567586B7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A73B231-8205-9C4F-4C98-595F03378F81}"/>
              </a:ext>
            </a:extLst>
          </p:cNvPr>
          <p:cNvSpPr/>
          <p:nvPr/>
        </p:nvSpPr>
        <p:spPr>
          <a:xfrm>
            <a:off x="983128" y="3942648"/>
            <a:ext cx="6387252" cy="609942"/>
          </a:xfrm>
          <a:prstGeom prst="roundRect">
            <a:avLst>
              <a:gd name="adj" fmla="val 97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挂载静态文件目录</a:t>
            </a:r>
            <a:b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app.mount(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"/static"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StaticFiles(</a:t>
            </a:r>
            <a:r>
              <a:rPr lang="en-US" altLang="zh-CN" sz="11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directory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"static"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), </a:t>
            </a:r>
            <a:r>
              <a:rPr lang="en-US" altLang="zh-CN" sz="11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name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"static"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8E80C9-3750-6CAA-0E32-7943B6751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064716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/>
              <a:t>创建项目文件夹，将资料中的 </a:t>
            </a:r>
            <a:r>
              <a:rPr lang="en-US" altLang="zh-CN"/>
              <a:t>static </a:t>
            </a:r>
            <a:r>
              <a:rPr lang="zh-CN" altLang="en-US"/>
              <a:t>目录拷贝到项目中 。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编写</a:t>
            </a:r>
            <a:r>
              <a:rPr lang="en-US" altLang="zh-CN"/>
              <a:t>python</a:t>
            </a:r>
            <a:r>
              <a:rPr lang="zh-CN" altLang="en-US"/>
              <a:t>程序，定义路径操作函数，访问前端</a:t>
            </a:r>
            <a:r>
              <a:rPr lang="en-US" altLang="zh-CN"/>
              <a:t>HTML</a:t>
            </a:r>
            <a:r>
              <a:rPr lang="zh-CN" altLang="en-US"/>
              <a:t>页面 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EDCF631-CEB1-4754-5FBC-66FD02FC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基础环境搭建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1D5151A-39D5-898C-B1F3-E8BF573536BE}"/>
              </a:ext>
            </a:extLst>
          </p:cNvPr>
          <p:cNvCxnSpPr/>
          <p:nvPr/>
        </p:nvCxnSpPr>
        <p:spPr>
          <a:xfrm>
            <a:off x="1875183" y="4499113"/>
            <a:ext cx="762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BB90B6-7183-9D2C-7E1C-C84D0E00BEEB}"/>
              </a:ext>
            </a:extLst>
          </p:cNvPr>
          <p:cNvCxnSpPr/>
          <p:nvPr/>
        </p:nvCxnSpPr>
        <p:spPr>
          <a:xfrm>
            <a:off x="4697896" y="4485861"/>
            <a:ext cx="762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529CFB9-4595-ACBA-76D3-E1879F1DF941}"/>
              </a:ext>
            </a:extLst>
          </p:cNvPr>
          <p:cNvCxnSpPr/>
          <p:nvPr/>
        </p:nvCxnSpPr>
        <p:spPr>
          <a:xfrm>
            <a:off x="6042992" y="4485861"/>
            <a:ext cx="7620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B63374B-E232-292B-3220-2ACBEE40088B}"/>
              </a:ext>
            </a:extLst>
          </p:cNvPr>
          <p:cNvSpPr txBox="1"/>
          <p:nvPr/>
        </p:nvSpPr>
        <p:spPr>
          <a:xfrm>
            <a:off x="7971266" y="3691522"/>
            <a:ext cx="3283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任何以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/static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开头的路径都会交给这儿处理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A438A3-C4BC-AEAC-A064-7C1960313CEC}"/>
              </a:ext>
            </a:extLst>
          </p:cNvPr>
          <p:cNvSpPr txBox="1"/>
          <p:nvPr/>
        </p:nvSpPr>
        <p:spPr>
          <a:xfrm>
            <a:off x="7971266" y="4702505"/>
            <a:ext cx="2983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HTML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、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CSS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、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JS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等静态资源存放目录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34C5C3-672D-B32F-428D-F0F739F53D1F}"/>
              </a:ext>
            </a:extLst>
          </p:cNvPr>
          <p:cNvSpPr txBox="1"/>
          <p:nvPr/>
        </p:nvSpPr>
        <p:spPr>
          <a:xfrm>
            <a:off x="7975721" y="4222114"/>
            <a:ext cx="3078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FastAPI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内部使用的名称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可以自由定义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  <a:endParaRPr lang="zh-CN" altLang="en-US" sz="12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FB11A8-1F16-F64E-7095-0EEC448EA0DB}"/>
              </a:ext>
            </a:extLst>
          </p:cNvPr>
          <p:cNvCxnSpPr>
            <a:endCxn id="14" idx="1"/>
          </p:cNvCxnSpPr>
          <p:nvPr/>
        </p:nvCxnSpPr>
        <p:spPr>
          <a:xfrm flipV="1">
            <a:off x="2256182" y="3830022"/>
            <a:ext cx="5715084" cy="679822"/>
          </a:xfrm>
          <a:prstGeom prst="bentConnector3">
            <a:avLst>
              <a:gd name="adj1" fmla="val -86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F0A37D0-D8A8-DDC6-8008-B71CF5499EA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029200" y="4485860"/>
            <a:ext cx="2942066" cy="355145"/>
          </a:xfrm>
          <a:prstGeom prst="bentConnector3">
            <a:avLst>
              <a:gd name="adj1" fmla="val 1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9CB6112-EC89-4433-A939-F48EB84E5BB2}"/>
              </a:ext>
            </a:extLst>
          </p:cNvPr>
          <p:cNvCxnSpPr>
            <a:endCxn id="16" idx="1"/>
          </p:cNvCxnSpPr>
          <p:nvPr/>
        </p:nvCxnSpPr>
        <p:spPr>
          <a:xfrm>
            <a:off x="6712226" y="4360613"/>
            <a:ext cx="1263495" cy="1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113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4" grpId="0"/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0CC8-7FCE-EB2A-A856-B27C9549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3E2E7-4989-A92F-968E-93E4F5B7AF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1420A6D-D093-9EB2-97C0-F49E93D5D8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149063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核心功能开发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4DF33-0B49-4969-5DED-9305C52BCF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009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70B1-381B-5134-8310-F8F4887F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E2B2E8E-CFA7-C831-DE53-2AAE7BBA1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D49774C-7FF4-FD61-7890-3385C3CA07AE}"/>
              </a:ext>
            </a:extLst>
          </p:cNvPr>
          <p:cNvSpPr txBox="1"/>
          <p:nvPr/>
        </p:nvSpPr>
        <p:spPr>
          <a:xfrm>
            <a:off x="7050156" y="16035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新建会话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97F40B-4696-92C7-601F-D6C56176C1C3}"/>
              </a:ext>
            </a:extLst>
          </p:cNvPr>
          <p:cNvSpPr txBox="1"/>
          <p:nvPr/>
        </p:nvSpPr>
        <p:spPr>
          <a:xfrm>
            <a:off x="7050156" y="2093843"/>
            <a:ext cx="159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与</a:t>
            </a:r>
            <a:r>
              <a:rPr lang="en-US" altLang="zh-CN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游戏交互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FA6052-027D-3306-DEDE-66A29E9A7F54}"/>
              </a:ext>
            </a:extLst>
          </p:cNvPr>
          <p:cNvSpPr txBox="1"/>
          <p:nvPr/>
        </p:nvSpPr>
        <p:spPr>
          <a:xfrm>
            <a:off x="7050156" y="25841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会话列表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B186EF-5A07-A4F2-B6FE-AD8F759896CD}"/>
              </a:ext>
            </a:extLst>
          </p:cNvPr>
          <p:cNvSpPr txBox="1"/>
          <p:nvPr/>
        </p:nvSpPr>
        <p:spPr>
          <a:xfrm>
            <a:off x="7050156" y="30745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加载指定会话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355564-16A2-14CC-BDFE-3514EA42F721}"/>
              </a:ext>
            </a:extLst>
          </p:cNvPr>
          <p:cNvSpPr txBox="1"/>
          <p:nvPr/>
        </p:nvSpPr>
        <p:spPr>
          <a:xfrm>
            <a:off x="7050156" y="356483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删除会话</a:t>
            </a:r>
          </a:p>
        </p:txBody>
      </p:sp>
    </p:spTree>
    <p:extLst>
      <p:ext uri="{BB962C8B-B14F-4D97-AF65-F5344CB8AC3E}">
        <p14:creationId xmlns:p14="http://schemas.microsoft.com/office/powerpoint/2010/main" val="12267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BB80-BFF6-1209-3A19-7AD96123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C33E533-C0EC-3274-A83E-5FA717B09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9" y="907775"/>
            <a:ext cx="7745895" cy="435706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DB35C52-B596-65FF-5091-DDDCE744AA3B}"/>
              </a:ext>
            </a:extLst>
          </p:cNvPr>
          <p:cNvSpPr txBox="1"/>
          <p:nvPr/>
        </p:nvSpPr>
        <p:spPr>
          <a:xfrm>
            <a:off x="4128052" y="185948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新建会话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F835D7-CD68-3BE5-7C4A-25D6210FF094}"/>
              </a:ext>
            </a:extLst>
          </p:cNvPr>
          <p:cNvSpPr txBox="1"/>
          <p:nvPr/>
        </p:nvSpPr>
        <p:spPr>
          <a:xfrm>
            <a:off x="4128052" y="2349813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与</a:t>
            </a:r>
            <a:r>
              <a:rPr lang="en-US" altLang="zh-CN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AI</a:t>
            </a:r>
            <a:r>
              <a:rPr lang="zh-CN" altLang="en-US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游戏交互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6C2675-DA1B-D305-42FB-566E26219E12}"/>
              </a:ext>
            </a:extLst>
          </p:cNvPr>
          <p:cNvSpPr txBox="1"/>
          <p:nvPr/>
        </p:nvSpPr>
        <p:spPr>
          <a:xfrm>
            <a:off x="4128052" y="284014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会话列表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5181C7-CBEF-7C1B-004F-AE1C8326D553}"/>
              </a:ext>
            </a:extLst>
          </p:cNvPr>
          <p:cNvSpPr txBox="1"/>
          <p:nvPr/>
        </p:nvSpPr>
        <p:spPr>
          <a:xfrm>
            <a:off x="4128052" y="333047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加载指定会话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35D6E4-8497-EB78-1D63-45841176E310}"/>
              </a:ext>
            </a:extLst>
          </p:cNvPr>
          <p:cNvSpPr txBox="1"/>
          <p:nvPr/>
        </p:nvSpPr>
        <p:spPr>
          <a:xfrm>
            <a:off x="4128052" y="382080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删除会话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1F2C47-BCDF-B529-4DD1-5852441E2FB4}"/>
              </a:ext>
            </a:extLst>
          </p:cNvPr>
          <p:cNvSpPr txBox="1"/>
          <p:nvPr/>
        </p:nvSpPr>
        <p:spPr>
          <a:xfrm>
            <a:off x="7928287" y="802195"/>
            <a:ext cx="4104182" cy="492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{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"current_session"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"2026-04-12_13-18-03"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"messages"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[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"user"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"Hello"</a:t>
            </a:r>
            <a:b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"assistant"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来猜个字谜吧：</a:t>
            </a:r>
            <a:r>
              <a:rPr lang="zh-CN" altLang="en-US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“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一人在内</a:t>
            </a:r>
            <a:r>
              <a:rPr lang="zh-CN" altLang="en-US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”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（打一字）。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b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"user"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肉 字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b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"assistant"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10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太棒了！就是</a:t>
            </a:r>
            <a:r>
              <a:rPr lang="zh-CN" altLang="en-US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“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肉</a:t>
            </a:r>
            <a:r>
              <a:rPr lang="zh-CN" altLang="en-US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”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字。要不要再来一题？</a:t>
            </a: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b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]</a:t>
            </a:r>
            <a:b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649724-981C-61CD-70DA-A9049018C83B}"/>
              </a:ext>
            </a:extLst>
          </p:cNvPr>
          <p:cNvSpPr txBox="1"/>
          <p:nvPr/>
        </p:nvSpPr>
        <p:spPr>
          <a:xfrm>
            <a:off x="8536592" y="5748028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2026-04-12_13-18-03.json</a:t>
            </a:r>
            <a:endParaRPr lang="zh-CN" altLang="en-US" sz="1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141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D594A-B40F-9466-751B-CFB33820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660287-6292-971B-C468-3C99DB3F51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9E38137-4100-A29F-6472-A2C77F3EF8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393317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核心功能开发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新建会话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与</a:t>
            </a:r>
            <a:r>
              <a:rPr lang="en-US" altLang="zh-CN" sz="1500"/>
              <a:t>AI</a:t>
            </a:r>
            <a:r>
              <a:rPr lang="zh-CN" altLang="en-US" sz="1500"/>
              <a:t>交互</a:t>
            </a:r>
            <a:endParaRPr lang="en-US" altLang="zh-CN" sz="150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会话列表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加载指定会话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删除会话</a:t>
            </a:r>
            <a:endParaRPr lang="en-US" altLang="zh-CN" sz="1500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1941E2-28AC-167B-ED60-21854AB199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8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0679-7D30-1BCD-6550-AD6B3221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8FDEC4-9A17-53D4-8032-755B8C419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在打开该项目页面时，如果之前没有会话，则要自动创建一个会话，会话标识形式如 </a:t>
            </a:r>
            <a:r>
              <a:rPr lang="en-US" altLang="zh-CN"/>
              <a:t>2026-04-15_12-00-05</a:t>
            </a:r>
            <a:r>
              <a:rPr lang="zh-CN" altLang="en-US"/>
              <a:t>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3BB1FAE-7A93-BA19-87BB-187D1872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新建会话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CC90D4-F5BB-B336-C3D9-06B6E0E3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7" y="1857467"/>
            <a:ext cx="7440578" cy="41853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9DD2A79-7D50-0DD5-898B-35DFFB175783}"/>
              </a:ext>
            </a:extLst>
          </p:cNvPr>
          <p:cNvSpPr txBox="1"/>
          <p:nvPr/>
        </p:nvSpPr>
        <p:spPr>
          <a:xfrm>
            <a:off x="8693426" y="4145630"/>
            <a:ext cx="3339547" cy="164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{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    "code": 200,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    "message": "创建会话成功",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    "data": "2026-04-12_16-16-13"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497E6B-44E8-885F-ED3E-02390C416F74}"/>
              </a:ext>
            </a:extLst>
          </p:cNvPr>
          <p:cNvSpPr txBox="1"/>
          <p:nvPr/>
        </p:nvSpPr>
        <p:spPr>
          <a:xfrm>
            <a:off x="8527774" y="2345635"/>
            <a:ext cx="2319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请求路径：</a:t>
            </a:r>
            <a:r>
              <a:rPr lang="en-US" altLang="zh-CN" sz="1200"/>
              <a:t>/api/sessions</a:t>
            </a:r>
            <a:endParaRPr lang="zh-CN" altLang="en-US" sz="1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441FB9-8322-E081-36F7-C58BC339723F}"/>
              </a:ext>
            </a:extLst>
          </p:cNvPr>
          <p:cNvSpPr txBox="1"/>
          <p:nvPr/>
        </p:nvSpPr>
        <p:spPr>
          <a:xfrm>
            <a:off x="8527774" y="2817885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请求方式：</a:t>
            </a:r>
            <a:r>
              <a:rPr lang="en-US" altLang="zh-CN" sz="1200"/>
              <a:t>POST</a:t>
            </a:r>
            <a:endParaRPr lang="zh-CN" altLang="en-US" sz="12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8D54AB-3C0D-2907-DC16-240D14164CA6}"/>
              </a:ext>
            </a:extLst>
          </p:cNvPr>
          <p:cNvSpPr txBox="1"/>
          <p:nvPr/>
        </p:nvSpPr>
        <p:spPr>
          <a:xfrm>
            <a:off x="8527774" y="329013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请求参数：无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EB1C5F-3A5C-BBCD-9F35-D72653F2461A}"/>
              </a:ext>
            </a:extLst>
          </p:cNvPr>
          <p:cNvSpPr txBox="1"/>
          <p:nvPr/>
        </p:nvSpPr>
        <p:spPr>
          <a:xfrm>
            <a:off x="8527774" y="3762385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响应数据：</a:t>
            </a:r>
          </a:p>
        </p:txBody>
      </p:sp>
    </p:spTree>
    <p:extLst>
      <p:ext uri="{BB962C8B-B14F-4D97-AF65-F5344CB8AC3E}">
        <p14:creationId xmlns:p14="http://schemas.microsoft.com/office/powerpoint/2010/main" val="276810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E1FC-7959-B38A-A105-DC326003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96059-BF4D-632A-46D5-CFF4A454A9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AFEC9B9-1697-AB21-2EA3-289DEDEE2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393317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核心功能开发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新建会话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solidFill>
                  <a:srgbClr val="C00000"/>
                </a:solidFill>
              </a:rPr>
              <a:t>与</a:t>
            </a:r>
            <a:r>
              <a:rPr lang="en-US" altLang="zh-CN" sz="1500">
                <a:solidFill>
                  <a:srgbClr val="C00000"/>
                </a:solidFill>
              </a:rPr>
              <a:t>AI</a:t>
            </a:r>
            <a:r>
              <a:rPr lang="zh-CN" altLang="en-US" sz="1500">
                <a:solidFill>
                  <a:srgbClr val="C00000"/>
                </a:solidFill>
              </a:rPr>
              <a:t>交互</a:t>
            </a:r>
            <a:endParaRPr lang="en-US" altLang="zh-CN" sz="15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会话列表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加载指定会话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删除会话</a:t>
            </a:r>
            <a:endParaRPr lang="en-US" altLang="zh-CN" sz="1500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AF2C26-C0DB-9AE6-3151-E51F47595A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238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B0E2-FDB9-B143-498E-8AC35266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042D43-0191-C82E-401F-BC5D567D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在会话页面，我们就可以输入我们的问题或者答案，然后请求服务端与</a:t>
            </a:r>
            <a:r>
              <a:rPr lang="en-US" altLang="zh-CN"/>
              <a:t>AI</a:t>
            </a:r>
            <a:r>
              <a:rPr lang="zh-CN" altLang="en-US"/>
              <a:t>进行交互了。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BD9C851-4D76-8BBD-4328-4B4DC187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</a:t>
            </a:r>
            <a:r>
              <a:rPr lang="en-US" altLang="zh-CN"/>
              <a:t>AI</a:t>
            </a:r>
            <a:r>
              <a:rPr lang="zh-CN" altLang="en-US"/>
              <a:t>交互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998F17-AB2A-6323-9590-D60576957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7" y="1857467"/>
            <a:ext cx="7440578" cy="41853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F67D337-9591-0BB1-48BF-1CF962307B4A}"/>
              </a:ext>
            </a:extLst>
          </p:cNvPr>
          <p:cNvSpPr txBox="1"/>
          <p:nvPr/>
        </p:nvSpPr>
        <p:spPr>
          <a:xfrm>
            <a:off x="8693426" y="4517683"/>
            <a:ext cx="3339547" cy="164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{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    "code": 200,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    "message": "请求成功",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    "data": "谜面</a:t>
            </a:r>
            <a:r>
              <a:rPr lang="en-US" altLang="zh-CN" sz="1100"/>
              <a:t>: </a:t>
            </a:r>
            <a:r>
              <a:rPr lang="zh-CN" altLang="en-US" sz="1100"/>
              <a:t>半部春秋</a:t>
            </a:r>
            <a:r>
              <a:rPr lang="en-US" altLang="zh-CN" sz="1100"/>
              <a:t>(</a:t>
            </a:r>
            <a:r>
              <a:rPr lang="zh-CN" altLang="en-US" sz="1100"/>
              <a:t>打一字</a:t>
            </a:r>
            <a:r>
              <a:rPr lang="en-US" altLang="zh-CN" sz="1100"/>
              <a:t>)</a:t>
            </a:r>
            <a:r>
              <a:rPr lang="zh-CN" altLang="en-US" sz="1100"/>
              <a:t>"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100"/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06F2A4-D421-2FF2-EEC2-BF3F617221BF}"/>
              </a:ext>
            </a:extLst>
          </p:cNvPr>
          <p:cNvSpPr txBox="1"/>
          <p:nvPr/>
        </p:nvSpPr>
        <p:spPr>
          <a:xfrm>
            <a:off x="8527774" y="1733896"/>
            <a:ext cx="1947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请求路径：</a:t>
            </a:r>
            <a:r>
              <a:rPr lang="en-US" altLang="zh-CN" sz="1200"/>
              <a:t>/api/chat</a:t>
            </a:r>
            <a:endParaRPr lang="zh-CN" altLang="en-US" sz="1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D1581F-2944-EE88-7D32-F7B6F4F1EFEA}"/>
              </a:ext>
            </a:extLst>
          </p:cNvPr>
          <p:cNvSpPr txBox="1"/>
          <p:nvPr/>
        </p:nvSpPr>
        <p:spPr>
          <a:xfrm>
            <a:off x="8527774" y="2206146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请求方式：</a:t>
            </a:r>
            <a:r>
              <a:rPr lang="en-US" altLang="zh-CN" sz="1200"/>
              <a:t>POST</a:t>
            </a:r>
            <a:endParaRPr lang="zh-CN" altLang="en-US" sz="12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B4FC79-97D1-4826-D687-E4048E73898B}"/>
              </a:ext>
            </a:extLst>
          </p:cNvPr>
          <p:cNvSpPr txBox="1"/>
          <p:nvPr/>
        </p:nvSpPr>
        <p:spPr>
          <a:xfrm>
            <a:off x="8527774" y="2678396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请求参数：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F3288F-9FFC-AAF8-BCF3-B2D2E4A41CF3}"/>
              </a:ext>
            </a:extLst>
          </p:cNvPr>
          <p:cNvSpPr txBox="1"/>
          <p:nvPr/>
        </p:nvSpPr>
        <p:spPr>
          <a:xfrm>
            <a:off x="8527774" y="4134438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响应数据：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9E451A-D624-249D-6AD0-CF5CEBCE7990}"/>
              </a:ext>
            </a:extLst>
          </p:cNvPr>
          <p:cNvSpPr txBox="1"/>
          <p:nvPr/>
        </p:nvSpPr>
        <p:spPr>
          <a:xfrm>
            <a:off x="8673258" y="2992944"/>
            <a:ext cx="3459107" cy="1081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a-DK" altLang="zh-CN" sz="1100" b="0" i="0">
                <a:effectLst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da-DK" altLang="zh-CN" sz="1100"/>
              <a:t>  </a:t>
            </a:r>
            <a:r>
              <a:rPr lang="da-DK" altLang="zh-CN" sz="1100" b="0" i="0">
                <a:effectLst/>
              </a:rPr>
              <a:t>"session_id": "2026-04-12_16-16-13", </a:t>
            </a:r>
          </a:p>
          <a:p>
            <a:pPr>
              <a:lnSpc>
                <a:spcPct val="150000"/>
              </a:lnSpc>
            </a:pPr>
            <a:r>
              <a:rPr lang="da-DK" altLang="zh-CN" sz="1100"/>
              <a:t>  </a:t>
            </a:r>
            <a:r>
              <a:rPr lang="da-DK" altLang="zh-CN" sz="1100" b="0" i="0">
                <a:effectLst/>
              </a:rPr>
              <a:t>"message": "</a:t>
            </a:r>
            <a:r>
              <a:rPr lang="zh-CN" altLang="en-US" sz="1100"/>
              <a:t>你好</a:t>
            </a:r>
            <a:r>
              <a:rPr lang="da-DK" altLang="zh-CN" sz="1100" b="0" i="0">
                <a:effectLst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da-DK" altLang="zh-CN" sz="1100" b="0" i="0">
                <a:effectLst/>
              </a:rPr>
              <a:t>}</a:t>
            </a:r>
            <a:endParaRPr lang="zh-CN" altLang="en-US" sz="1100"/>
          </a:p>
        </p:txBody>
      </p:sp>
    </p:spTree>
    <p:extLst>
      <p:ext uri="{BB962C8B-B14F-4D97-AF65-F5344CB8AC3E}">
        <p14:creationId xmlns:p14="http://schemas.microsoft.com/office/powerpoint/2010/main" val="375696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BD85-7784-8498-D37C-14C68A42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0851DC-8113-FB5A-AB49-1B8FE5ED7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791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在与</a:t>
            </a:r>
            <a:r>
              <a:rPr lang="en-US" altLang="zh-CN"/>
              <a:t>AI</a:t>
            </a:r>
            <a:r>
              <a:rPr lang="zh-CN" altLang="en-US"/>
              <a:t>进行交互式，前端传递给服务端的参数包含两项，分别为</a:t>
            </a:r>
            <a:r>
              <a:rPr lang="en-US" altLang="zh-CN"/>
              <a:t>session_id </a:t>
            </a:r>
            <a:r>
              <a:rPr lang="zh-CN" altLang="en-US"/>
              <a:t>与 </a:t>
            </a:r>
            <a:r>
              <a:rPr lang="en-US" altLang="zh-CN"/>
              <a:t>message</a:t>
            </a:r>
            <a:r>
              <a:rPr lang="zh-CN" altLang="en-US"/>
              <a:t>，并以</a:t>
            </a:r>
            <a:r>
              <a:rPr lang="en-US" altLang="zh-CN"/>
              <a:t>json</a:t>
            </a:r>
            <a:r>
              <a:rPr lang="zh-CN" altLang="en-US"/>
              <a:t>格式在请求体中传递到服务端。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EEA18BE-4333-C163-33F2-069551AF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</a:t>
            </a:r>
            <a:r>
              <a:rPr lang="en-US" altLang="zh-CN"/>
              <a:t>AI</a:t>
            </a:r>
            <a:r>
              <a:rPr lang="zh-CN" altLang="en-US"/>
              <a:t>交互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F461173-D10C-5D12-DF6E-1056F737F731}"/>
              </a:ext>
            </a:extLst>
          </p:cNvPr>
          <p:cNvSpPr/>
          <p:nvPr/>
        </p:nvSpPr>
        <p:spPr>
          <a:xfrm>
            <a:off x="7334430" y="3088008"/>
            <a:ext cx="1895061" cy="2888971"/>
          </a:xfrm>
          <a:prstGeom prst="roundRect">
            <a:avLst>
              <a:gd name="adj" fmla="val 4429"/>
            </a:avLst>
          </a:prstGeom>
          <a:solidFill>
            <a:srgbClr val="05988A">
              <a:alpha val="20000"/>
            </a:srgbClr>
          </a:solidFill>
          <a:ln w="6350">
            <a:solidFill>
              <a:srgbClr val="059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world-wide-web_22617">
            <a:extLst>
              <a:ext uri="{FF2B5EF4-FFF2-40B4-BE49-F238E27FC236}">
                <a16:creationId xmlns:a16="http://schemas.microsoft.com/office/drawing/2014/main" id="{B59E5CEF-7511-D476-580E-42A5C222386B}"/>
              </a:ext>
            </a:extLst>
          </p:cNvPr>
          <p:cNvSpPr/>
          <p:nvPr/>
        </p:nvSpPr>
        <p:spPr>
          <a:xfrm>
            <a:off x="949539" y="3932835"/>
            <a:ext cx="978004" cy="858344"/>
          </a:xfrm>
          <a:custGeom>
            <a:avLst/>
            <a:gdLst>
              <a:gd name="connsiteX0" fmla="*/ 424113 w 609614"/>
              <a:gd name="connsiteY0" fmla="*/ 396119 h 535027"/>
              <a:gd name="connsiteX1" fmla="*/ 422903 w 609614"/>
              <a:gd name="connsiteY1" fmla="*/ 401354 h 535027"/>
              <a:gd name="connsiteX2" fmla="*/ 392856 w 609614"/>
              <a:gd name="connsiteY2" fmla="*/ 497582 h 535027"/>
              <a:gd name="connsiteX3" fmla="*/ 389024 w 609614"/>
              <a:gd name="connsiteY3" fmla="*/ 509661 h 535027"/>
              <a:gd name="connsiteX4" fmla="*/ 389427 w 609614"/>
              <a:gd name="connsiteY4" fmla="*/ 509661 h 535027"/>
              <a:gd name="connsiteX5" fmla="*/ 389226 w 609614"/>
              <a:gd name="connsiteY5" fmla="*/ 509460 h 535027"/>
              <a:gd name="connsiteX6" fmla="*/ 400519 w 609614"/>
              <a:gd name="connsiteY6" fmla="*/ 505031 h 535027"/>
              <a:gd name="connsiteX7" fmla="*/ 510019 w 609614"/>
              <a:gd name="connsiteY7" fmla="*/ 420479 h 535027"/>
              <a:gd name="connsiteX8" fmla="*/ 515262 w 609614"/>
              <a:gd name="connsiteY8" fmla="*/ 413634 h 535027"/>
              <a:gd name="connsiteX9" fmla="*/ 506792 w 609614"/>
              <a:gd name="connsiteY9" fmla="*/ 411621 h 535027"/>
              <a:gd name="connsiteX10" fmla="*/ 429356 w 609614"/>
              <a:gd name="connsiteY10" fmla="*/ 396925 h 535027"/>
              <a:gd name="connsiteX11" fmla="*/ 183132 w 609614"/>
              <a:gd name="connsiteY11" fmla="*/ 394912 h 535027"/>
              <a:gd name="connsiteX12" fmla="*/ 177889 w 609614"/>
              <a:gd name="connsiteY12" fmla="*/ 395717 h 535027"/>
              <a:gd name="connsiteX13" fmla="*/ 102066 w 609614"/>
              <a:gd name="connsiteY13" fmla="*/ 411218 h 535027"/>
              <a:gd name="connsiteX14" fmla="*/ 94000 w 609614"/>
              <a:gd name="connsiteY14" fmla="*/ 413433 h 535027"/>
              <a:gd name="connsiteX15" fmla="*/ 99042 w 609614"/>
              <a:gd name="connsiteY15" fmla="*/ 420277 h 535027"/>
              <a:gd name="connsiteX16" fmla="*/ 206726 w 609614"/>
              <a:gd name="connsiteY16" fmla="*/ 504025 h 535027"/>
              <a:gd name="connsiteX17" fmla="*/ 219027 w 609614"/>
              <a:gd name="connsiteY17" fmla="*/ 509259 h 535027"/>
              <a:gd name="connsiteX18" fmla="*/ 218826 w 609614"/>
              <a:gd name="connsiteY18" fmla="*/ 509259 h 535027"/>
              <a:gd name="connsiteX19" fmla="*/ 220439 w 609614"/>
              <a:gd name="connsiteY19" fmla="*/ 509661 h 535027"/>
              <a:gd name="connsiteX20" fmla="*/ 219027 w 609614"/>
              <a:gd name="connsiteY20" fmla="*/ 509057 h 535027"/>
              <a:gd name="connsiteX21" fmla="*/ 214188 w 609614"/>
              <a:gd name="connsiteY21" fmla="*/ 496777 h 535027"/>
              <a:gd name="connsiteX22" fmla="*/ 184342 w 609614"/>
              <a:gd name="connsiteY22" fmla="*/ 400146 h 535027"/>
              <a:gd name="connsiteX23" fmla="*/ 310378 w 609614"/>
              <a:gd name="connsiteY23" fmla="*/ 387262 h 535027"/>
              <a:gd name="connsiteX24" fmla="*/ 310378 w 609614"/>
              <a:gd name="connsiteY24" fmla="*/ 523552 h 535027"/>
              <a:gd name="connsiteX25" fmla="*/ 316428 w 609614"/>
              <a:gd name="connsiteY25" fmla="*/ 523351 h 535027"/>
              <a:gd name="connsiteX26" fmla="*/ 372690 w 609614"/>
              <a:gd name="connsiteY26" fmla="*/ 514292 h 535027"/>
              <a:gd name="connsiteX27" fmla="*/ 411206 w 609614"/>
              <a:gd name="connsiteY27" fmla="*/ 400951 h 535027"/>
              <a:gd name="connsiteX28" fmla="*/ 412618 w 609614"/>
              <a:gd name="connsiteY28" fmla="*/ 394710 h 535027"/>
              <a:gd name="connsiteX29" fmla="*/ 406367 w 609614"/>
              <a:gd name="connsiteY29" fmla="*/ 393905 h 535027"/>
              <a:gd name="connsiteX30" fmla="*/ 316226 w 609614"/>
              <a:gd name="connsiteY30" fmla="*/ 387463 h 535027"/>
              <a:gd name="connsiteX31" fmla="*/ 293035 w 609614"/>
              <a:gd name="connsiteY31" fmla="*/ 387262 h 535027"/>
              <a:gd name="connsiteX32" fmla="*/ 200878 w 609614"/>
              <a:gd name="connsiteY32" fmla="*/ 392697 h 535027"/>
              <a:gd name="connsiteX33" fmla="*/ 194425 w 609614"/>
              <a:gd name="connsiteY33" fmla="*/ 393502 h 535027"/>
              <a:gd name="connsiteX34" fmla="*/ 196039 w 609614"/>
              <a:gd name="connsiteY34" fmla="*/ 399743 h 535027"/>
              <a:gd name="connsiteX35" fmla="*/ 233143 w 609614"/>
              <a:gd name="connsiteY35" fmla="*/ 513486 h 535027"/>
              <a:gd name="connsiteX36" fmla="*/ 234353 w 609614"/>
              <a:gd name="connsiteY36" fmla="*/ 513688 h 535027"/>
              <a:gd name="connsiteX37" fmla="*/ 292834 w 609614"/>
              <a:gd name="connsiteY37" fmla="*/ 523351 h 535027"/>
              <a:gd name="connsiteX38" fmla="*/ 298884 w 609614"/>
              <a:gd name="connsiteY38" fmla="*/ 523552 h 535027"/>
              <a:gd name="connsiteX39" fmla="*/ 298884 w 609614"/>
              <a:gd name="connsiteY39" fmla="*/ 387262 h 535027"/>
              <a:gd name="connsiteX40" fmla="*/ 304732 w 609614"/>
              <a:gd name="connsiteY40" fmla="*/ 325659 h 535027"/>
              <a:gd name="connsiteX41" fmla="*/ 310378 w 609614"/>
              <a:gd name="connsiteY41" fmla="*/ 346797 h 535027"/>
              <a:gd name="connsiteX42" fmla="*/ 310378 w 609614"/>
              <a:gd name="connsiteY42" fmla="*/ 375384 h 535027"/>
              <a:gd name="connsiteX43" fmla="*/ 409795 w 609614"/>
              <a:gd name="connsiteY43" fmla="*/ 382229 h 535027"/>
              <a:gd name="connsiteX44" fmla="*/ 415240 w 609614"/>
              <a:gd name="connsiteY44" fmla="*/ 383034 h 535027"/>
              <a:gd name="connsiteX45" fmla="*/ 416248 w 609614"/>
              <a:gd name="connsiteY45" fmla="*/ 377800 h 535027"/>
              <a:gd name="connsiteX46" fmla="*/ 423911 w 609614"/>
              <a:gd name="connsiteY46" fmla="*/ 329685 h 535027"/>
              <a:gd name="connsiteX47" fmla="*/ 431776 w 609614"/>
              <a:gd name="connsiteY47" fmla="*/ 355856 h 535027"/>
              <a:gd name="connsiteX48" fmla="*/ 427743 w 609614"/>
              <a:gd name="connsiteY48" fmla="*/ 378605 h 535027"/>
              <a:gd name="connsiteX49" fmla="*/ 426533 w 609614"/>
              <a:gd name="connsiteY49" fmla="*/ 384443 h 535027"/>
              <a:gd name="connsiteX50" fmla="*/ 432583 w 609614"/>
              <a:gd name="connsiteY50" fmla="*/ 385450 h 535027"/>
              <a:gd name="connsiteX51" fmla="*/ 517682 w 609614"/>
              <a:gd name="connsiteY51" fmla="*/ 402360 h 535027"/>
              <a:gd name="connsiteX52" fmla="*/ 521917 w 609614"/>
              <a:gd name="connsiteY52" fmla="*/ 403367 h 535027"/>
              <a:gd name="connsiteX53" fmla="*/ 524135 w 609614"/>
              <a:gd name="connsiteY53" fmla="*/ 399743 h 535027"/>
              <a:gd name="connsiteX54" fmla="*/ 536436 w 609614"/>
              <a:gd name="connsiteY54" fmla="*/ 376391 h 535027"/>
              <a:gd name="connsiteX55" fmla="*/ 549140 w 609614"/>
              <a:gd name="connsiteY55" fmla="*/ 376391 h 535027"/>
              <a:gd name="connsiteX56" fmla="*/ 304732 w 609614"/>
              <a:gd name="connsiteY56" fmla="*/ 535027 h 535027"/>
              <a:gd name="connsiteX57" fmla="*/ 60122 w 609614"/>
              <a:gd name="connsiteY57" fmla="*/ 376391 h 535027"/>
              <a:gd name="connsiteX58" fmla="*/ 72826 w 609614"/>
              <a:gd name="connsiteY58" fmla="*/ 376391 h 535027"/>
              <a:gd name="connsiteX59" fmla="*/ 85127 w 609614"/>
              <a:gd name="connsiteY59" fmla="*/ 399743 h 535027"/>
              <a:gd name="connsiteX60" fmla="*/ 87345 w 609614"/>
              <a:gd name="connsiteY60" fmla="*/ 403568 h 535027"/>
              <a:gd name="connsiteX61" fmla="*/ 91580 w 609614"/>
              <a:gd name="connsiteY61" fmla="*/ 402360 h 535027"/>
              <a:gd name="connsiteX62" fmla="*/ 174865 w 609614"/>
              <a:gd name="connsiteY62" fmla="*/ 384443 h 535027"/>
              <a:gd name="connsiteX63" fmla="*/ 180713 w 609614"/>
              <a:gd name="connsiteY63" fmla="*/ 383638 h 535027"/>
              <a:gd name="connsiteX64" fmla="*/ 179503 w 609614"/>
              <a:gd name="connsiteY64" fmla="*/ 377800 h 535027"/>
              <a:gd name="connsiteX65" fmla="*/ 175470 w 609614"/>
              <a:gd name="connsiteY65" fmla="*/ 354045 h 535027"/>
              <a:gd name="connsiteX66" fmla="*/ 183536 w 609614"/>
              <a:gd name="connsiteY66" fmla="*/ 328880 h 535027"/>
              <a:gd name="connsiteX67" fmla="*/ 190997 w 609614"/>
              <a:gd name="connsiteY67" fmla="*/ 376793 h 535027"/>
              <a:gd name="connsiteX68" fmla="*/ 192005 w 609614"/>
              <a:gd name="connsiteY68" fmla="*/ 382027 h 535027"/>
              <a:gd name="connsiteX69" fmla="*/ 197450 w 609614"/>
              <a:gd name="connsiteY69" fmla="*/ 381423 h 535027"/>
              <a:gd name="connsiteX70" fmla="*/ 298884 w 609614"/>
              <a:gd name="connsiteY70" fmla="*/ 375384 h 535027"/>
              <a:gd name="connsiteX71" fmla="*/ 299287 w 609614"/>
              <a:gd name="connsiteY71" fmla="*/ 346797 h 535027"/>
              <a:gd name="connsiteX72" fmla="*/ 414854 w 609614"/>
              <a:gd name="connsiteY72" fmla="*/ 217483 h 535027"/>
              <a:gd name="connsiteX73" fmla="*/ 439854 w 609614"/>
              <a:gd name="connsiteY73" fmla="*/ 217483 h 535027"/>
              <a:gd name="connsiteX74" fmla="*/ 457597 w 609614"/>
              <a:gd name="connsiteY74" fmla="*/ 285557 h 535027"/>
              <a:gd name="connsiteX75" fmla="*/ 467476 w 609614"/>
              <a:gd name="connsiteY75" fmla="*/ 328053 h 535027"/>
              <a:gd name="connsiteX76" fmla="*/ 468282 w 609614"/>
              <a:gd name="connsiteY76" fmla="*/ 328053 h 535027"/>
              <a:gd name="connsiteX77" fmla="*/ 480177 w 609614"/>
              <a:gd name="connsiteY77" fmla="*/ 285759 h 535027"/>
              <a:gd name="connsiteX78" fmla="*/ 502154 w 609614"/>
              <a:gd name="connsiteY78" fmla="*/ 217483 h 535027"/>
              <a:gd name="connsiteX79" fmla="*/ 522718 w 609614"/>
              <a:gd name="connsiteY79" fmla="*/ 217483 h 535027"/>
              <a:gd name="connsiteX80" fmla="*/ 543485 w 609614"/>
              <a:gd name="connsiteY80" fmla="*/ 284550 h 535027"/>
              <a:gd name="connsiteX81" fmla="*/ 555380 w 609614"/>
              <a:gd name="connsiteY81" fmla="*/ 328255 h 535027"/>
              <a:gd name="connsiteX82" fmla="*/ 556186 w 609614"/>
              <a:gd name="connsiteY82" fmla="*/ 328255 h 535027"/>
              <a:gd name="connsiteX83" fmla="*/ 566469 w 609614"/>
              <a:gd name="connsiteY83" fmla="*/ 284752 h 535027"/>
              <a:gd name="connsiteX84" fmla="*/ 585420 w 609614"/>
              <a:gd name="connsiteY84" fmla="*/ 217483 h 535027"/>
              <a:gd name="connsiteX85" fmla="*/ 609614 w 609614"/>
              <a:gd name="connsiteY85" fmla="*/ 217483 h 535027"/>
              <a:gd name="connsiteX86" fmla="*/ 566469 w 609614"/>
              <a:gd name="connsiteY86" fmla="*/ 351416 h 535027"/>
              <a:gd name="connsiteX87" fmla="*/ 544291 w 609614"/>
              <a:gd name="connsiteY87" fmla="*/ 351416 h 535027"/>
              <a:gd name="connsiteX88" fmla="*/ 523726 w 609614"/>
              <a:gd name="connsiteY88" fmla="*/ 287571 h 535027"/>
              <a:gd name="connsiteX89" fmla="*/ 511831 w 609614"/>
              <a:gd name="connsiteY89" fmla="*/ 243464 h 535027"/>
              <a:gd name="connsiteX90" fmla="*/ 511226 w 609614"/>
              <a:gd name="connsiteY90" fmla="*/ 243464 h 535027"/>
              <a:gd name="connsiteX91" fmla="*/ 499129 w 609614"/>
              <a:gd name="connsiteY91" fmla="*/ 287773 h 535027"/>
              <a:gd name="connsiteX92" fmla="*/ 477556 w 609614"/>
              <a:gd name="connsiteY92" fmla="*/ 351416 h 535027"/>
              <a:gd name="connsiteX93" fmla="*/ 455379 w 609614"/>
              <a:gd name="connsiteY93" fmla="*/ 351416 h 535027"/>
              <a:gd name="connsiteX94" fmla="*/ 207321 w 609614"/>
              <a:gd name="connsiteY94" fmla="*/ 217483 h 535027"/>
              <a:gd name="connsiteX95" fmla="*/ 232322 w 609614"/>
              <a:gd name="connsiteY95" fmla="*/ 217483 h 535027"/>
              <a:gd name="connsiteX96" fmla="*/ 250065 w 609614"/>
              <a:gd name="connsiteY96" fmla="*/ 285557 h 535027"/>
              <a:gd name="connsiteX97" fmla="*/ 260147 w 609614"/>
              <a:gd name="connsiteY97" fmla="*/ 328053 h 535027"/>
              <a:gd name="connsiteX98" fmla="*/ 260953 w 609614"/>
              <a:gd name="connsiteY98" fmla="*/ 328053 h 535027"/>
              <a:gd name="connsiteX99" fmla="*/ 272849 w 609614"/>
              <a:gd name="connsiteY99" fmla="*/ 285759 h 535027"/>
              <a:gd name="connsiteX100" fmla="*/ 294826 w 609614"/>
              <a:gd name="connsiteY100" fmla="*/ 217483 h 535027"/>
              <a:gd name="connsiteX101" fmla="*/ 315190 w 609614"/>
              <a:gd name="connsiteY101" fmla="*/ 217483 h 535027"/>
              <a:gd name="connsiteX102" fmla="*/ 335958 w 609614"/>
              <a:gd name="connsiteY102" fmla="*/ 284349 h 535027"/>
              <a:gd name="connsiteX103" fmla="*/ 347854 w 609614"/>
              <a:gd name="connsiteY103" fmla="*/ 328255 h 535027"/>
              <a:gd name="connsiteX104" fmla="*/ 348660 w 609614"/>
              <a:gd name="connsiteY104" fmla="*/ 328255 h 535027"/>
              <a:gd name="connsiteX105" fmla="*/ 358943 w 609614"/>
              <a:gd name="connsiteY105" fmla="*/ 284752 h 535027"/>
              <a:gd name="connsiteX106" fmla="*/ 378098 w 609614"/>
              <a:gd name="connsiteY106" fmla="*/ 217483 h 535027"/>
              <a:gd name="connsiteX107" fmla="*/ 402293 w 609614"/>
              <a:gd name="connsiteY107" fmla="*/ 217483 h 535027"/>
              <a:gd name="connsiteX108" fmla="*/ 358943 w 609614"/>
              <a:gd name="connsiteY108" fmla="*/ 351416 h 535027"/>
              <a:gd name="connsiteX109" fmla="*/ 336764 w 609614"/>
              <a:gd name="connsiteY109" fmla="*/ 351416 h 535027"/>
              <a:gd name="connsiteX110" fmla="*/ 316400 w 609614"/>
              <a:gd name="connsiteY110" fmla="*/ 287571 h 535027"/>
              <a:gd name="connsiteX111" fmla="*/ 304504 w 609614"/>
              <a:gd name="connsiteY111" fmla="*/ 243464 h 535027"/>
              <a:gd name="connsiteX112" fmla="*/ 303899 w 609614"/>
              <a:gd name="connsiteY112" fmla="*/ 243464 h 535027"/>
              <a:gd name="connsiteX113" fmla="*/ 291600 w 609614"/>
              <a:gd name="connsiteY113" fmla="*/ 287773 h 535027"/>
              <a:gd name="connsiteX114" fmla="*/ 270026 w 609614"/>
              <a:gd name="connsiteY114" fmla="*/ 351416 h 535027"/>
              <a:gd name="connsiteX115" fmla="*/ 247848 w 609614"/>
              <a:gd name="connsiteY115" fmla="*/ 351416 h 535027"/>
              <a:gd name="connsiteX116" fmla="*/ 0 w 609614"/>
              <a:gd name="connsiteY116" fmla="*/ 217483 h 535027"/>
              <a:gd name="connsiteX117" fmla="*/ 25009 w 609614"/>
              <a:gd name="connsiteY117" fmla="*/ 217483 h 535027"/>
              <a:gd name="connsiteX118" fmla="*/ 42758 w 609614"/>
              <a:gd name="connsiteY118" fmla="*/ 285557 h 535027"/>
              <a:gd name="connsiteX119" fmla="*/ 52640 w 609614"/>
              <a:gd name="connsiteY119" fmla="*/ 328053 h 535027"/>
              <a:gd name="connsiteX120" fmla="*/ 53447 w 609614"/>
              <a:gd name="connsiteY120" fmla="*/ 328053 h 535027"/>
              <a:gd name="connsiteX121" fmla="*/ 65347 w 609614"/>
              <a:gd name="connsiteY121" fmla="*/ 285759 h 535027"/>
              <a:gd name="connsiteX122" fmla="*/ 87331 w 609614"/>
              <a:gd name="connsiteY122" fmla="*/ 217483 h 535027"/>
              <a:gd name="connsiteX123" fmla="*/ 107701 w 609614"/>
              <a:gd name="connsiteY123" fmla="*/ 217483 h 535027"/>
              <a:gd name="connsiteX124" fmla="*/ 128677 w 609614"/>
              <a:gd name="connsiteY124" fmla="*/ 284550 h 535027"/>
              <a:gd name="connsiteX125" fmla="*/ 140577 w 609614"/>
              <a:gd name="connsiteY125" fmla="*/ 328255 h 535027"/>
              <a:gd name="connsiteX126" fmla="*/ 141383 w 609614"/>
              <a:gd name="connsiteY126" fmla="*/ 328255 h 535027"/>
              <a:gd name="connsiteX127" fmla="*/ 151669 w 609614"/>
              <a:gd name="connsiteY127" fmla="*/ 284752 h 535027"/>
              <a:gd name="connsiteX128" fmla="*/ 170830 w 609614"/>
              <a:gd name="connsiteY128" fmla="*/ 217483 h 535027"/>
              <a:gd name="connsiteX129" fmla="*/ 194831 w 609614"/>
              <a:gd name="connsiteY129" fmla="*/ 217483 h 535027"/>
              <a:gd name="connsiteX130" fmla="*/ 151669 w 609614"/>
              <a:gd name="connsiteY130" fmla="*/ 351416 h 535027"/>
              <a:gd name="connsiteX131" fmla="*/ 129484 w 609614"/>
              <a:gd name="connsiteY131" fmla="*/ 351416 h 535027"/>
              <a:gd name="connsiteX132" fmla="*/ 108911 w 609614"/>
              <a:gd name="connsiteY132" fmla="*/ 287571 h 535027"/>
              <a:gd name="connsiteX133" fmla="*/ 97012 w 609614"/>
              <a:gd name="connsiteY133" fmla="*/ 243464 h 535027"/>
              <a:gd name="connsiteX134" fmla="*/ 96407 w 609614"/>
              <a:gd name="connsiteY134" fmla="*/ 243464 h 535027"/>
              <a:gd name="connsiteX135" fmla="*/ 84306 w 609614"/>
              <a:gd name="connsiteY135" fmla="*/ 287773 h 535027"/>
              <a:gd name="connsiteX136" fmla="*/ 62725 w 609614"/>
              <a:gd name="connsiteY136" fmla="*/ 351416 h 535027"/>
              <a:gd name="connsiteX137" fmla="*/ 40539 w 609614"/>
              <a:gd name="connsiteY137" fmla="*/ 351416 h 535027"/>
              <a:gd name="connsiteX138" fmla="*/ 200680 w 609614"/>
              <a:gd name="connsiteY138" fmla="*/ 33224 h 535027"/>
              <a:gd name="connsiteX139" fmla="*/ 188580 w 609614"/>
              <a:gd name="connsiteY139" fmla="*/ 39467 h 535027"/>
              <a:gd name="connsiteX140" fmla="*/ 103072 w 609614"/>
              <a:gd name="connsiteY140" fmla="*/ 109742 h 535027"/>
              <a:gd name="connsiteX141" fmla="*/ 97425 w 609614"/>
              <a:gd name="connsiteY141" fmla="*/ 116789 h 535027"/>
              <a:gd name="connsiteX142" fmla="*/ 106298 w 609614"/>
              <a:gd name="connsiteY142" fmla="*/ 118803 h 535027"/>
              <a:gd name="connsiteX143" fmla="*/ 171034 w 609614"/>
              <a:gd name="connsiteY143" fmla="*/ 131287 h 535027"/>
              <a:gd name="connsiteX144" fmla="*/ 176681 w 609614"/>
              <a:gd name="connsiteY144" fmla="*/ 132093 h 535027"/>
              <a:gd name="connsiteX145" fmla="*/ 177689 w 609614"/>
              <a:gd name="connsiteY145" fmla="*/ 126455 h 535027"/>
              <a:gd name="connsiteX146" fmla="*/ 196646 w 609614"/>
              <a:gd name="connsiteY146" fmla="*/ 46112 h 535027"/>
              <a:gd name="connsiteX147" fmla="*/ 406383 w 609614"/>
              <a:gd name="connsiteY147" fmla="*/ 32218 h 535027"/>
              <a:gd name="connsiteX148" fmla="*/ 410416 w 609614"/>
              <a:gd name="connsiteY148" fmla="*/ 45105 h 535027"/>
              <a:gd name="connsiteX149" fmla="*/ 429979 w 609614"/>
              <a:gd name="connsiteY149" fmla="*/ 128065 h 535027"/>
              <a:gd name="connsiteX150" fmla="*/ 430987 w 609614"/>
              <a:gd name="connsiteY150" fmla="*/ 133502 h 535027"/>
              <a:gd name="connsiteX151" fmla="*/ 436634 w 609614"/>
              <a:gd name="connsiteY151" fmla="*/ 132697 h 535027"/>
              <a:gd name="connsiteX152" fmla="*/ 503387 w 609614"/>
              <a:gd name="connsiteY152" fmla="*/ 119004 h 535027"/>
              <a:gd name="connsiteX153" fmla="*/ 511857 w 609614"/>
              <a:gd name="connsiteY153" fmla="*/ 116789 h 535027"/>
              <a:gd name="connsiteX154" fmla="*/ 506412 w 609614"/>
              <a:gd name="connsiteY154" fmla="*/ 109943 h 535027"/>
              <a:gd name="connsiteX155" fmla="*/ 418484 w 609614"/>
              <a:gd name="connsiteY155" fmla="*/ 38259 h 535027"/>
              <a:gd name="connsiteX156" fmla="*/ 310388 w 609614"/>
              <a:gd name="connsiteY156" fmla="*/ 11478 h 535027"/>
              <a:gd name="connsiteX157" fmla="*/ 310388 w 609614"/>
              <a:gd name="connsiteY157" fmla="*/ 142161 h 535027"/>
              <a:gd name="connsiteX158" fmla="*/ 316237 w 609614"/>
              <a:gd name="connsiteY158" fmla="*/ 141959 h 535027"/>
              <a:gd name="connsiteX159" fmla="*/ 413845 w 609614"/>
              <a:gd name="connsiteY159" fmla="*/ 135919 h 535027"/>
              <a:gd name="connsiteX160" fmla="*/ 419694 w 609614"/>
              <a:gd name="connsiteY160" fmla="*/ 135113 h 535027"/>
              <a:gd name="connsiteX161" fmla="*/ 418685 w 609614"/>
              <a:gd name="connsiteY161" fmla="*/ 129274 h 535027"/>
              <a:gd name="connsiteX162" fmla="*/ 393073 w 609614"/>
              <a:gd name="connsiteY162" fmla="*/ 29600 h 535027"/>
              <a:gd name="connsiteX163" fmla="*/ 392266 w 609614"/>
              <a:gd name="connsiteY163" fmla="*/ 26982 h 535027"/>
              <a:gd name="connsiteX164" fmla="*/ 389644 w 609614"/>
              <a:gd name="connsiteY164" fmla="*/ 26177 h 535027"/>
              <a:gd name="connsiteX165" fmla="*/ 316438 w 609614"/>
              <a:gd name="connsiteY165" fmla="*/ 11880 h 535027"/>
              <a:gd name="connsiteX166" fmla="*/ 298893 w 609614"/>
              <a:gd name="connsiteY166" fmla="*/ 11478 h 535027"/>
              <a:gd name="connsiteX167" fmla="*/ 292843 w 609614"/>
              <a:gd name="connsiteY167" fmla="*/ 11880 h 535027"/>
              <a:gd name="connsiteX168" fmla="*/ 217620 w 609614"/>
              <a:gd name="connsiteY168" fmla="*/ 26781 h 535027"/>
              <a:gd name="connsiteX169" fmla="*/ 214998 w 609614"/>
              <a:gd name="connsiteY169" fmla="*/ 27586 h 535027"/>
              <a:gd name="connsiteX170" fmla="*/ 214192 w 609614"/>
              <a:gd name="connsiteY170" fmla="*/ 30204 h 535027"/>
              <a:gd name="connsiteX171" fmla="*/ 188983 w 609614"/>
              <a:gd name="connsiteY171" fmla="*/ 127663 h 535027"/>
              <a:gd name="connsiteX172" fmla="*/ 187975 w 609614"/>
              <a:gd name="connsiteY172" fmla="*/ 133704 h 535027"/>
              <a:gd name="connsiteX173" fmla="*/ 194025 w 609614"/>
              <a:gd name="connsiteY173" fmla="*/ 134509 h 535027"/>
              <a:gd name="connsiteX174" fmla="*/ 293045 w 609614"/>
              <a:gd name="connsiteY174" fmla="*/ 141758 h 535027"/>
              <a:gd name="connsiteX175" fmla="*/ 298893 w 609614"/>
              <a:gd name="connsiteY175" fmla="*/ 141959 h 535027"/>
              <a:gd name="connsiteX176" fmla="*/ 304741 w 609614"/>
              <a:gd name="connsiteY176" fmla="*/ 0 h 535027"/>
              <a:gd name="connsiteX177" fmla="*/ 565299 w 609614"/>
              <a:gd name="connsiteY177" fmla="*/ 205992 h 535027"/>
              <a:gd name="connsiteX178" fmla="*/ 558241 w 609614"/>
              <a:gd name="connsiteY178" fmla="*/ 230961 h 535027"/>
              <a:gd name="connsiteX179" fmla="*/ 520730 w 609614"/>
              <a:gd name="connsiteY179" fmla="*/ 130079 h 535027"/>
              <a:gd name="connsiteX180" fmla="*/ 518512 w 609614"/>
              <a:gd name="connsiteY180" fmla="*/ 126455 h 535027"/>
              <a:gd name="connsiteX181" fmla="*/ 514478 w 609614"/>
              <a:gd name="connsiteY181" fmla="*/ 127663 h 535027"/>
              <a:gd name="connsiteX182" fmla="*/ 438449 w 609614"/>
              <a:gd name="connsiteY182" fmla="*/ 144174 h 535027"/>
              <a:gd name="connsiteX183" fmla="*/ 432802 w 609614"/>
              <a:gd name="connsiteY183" fmla="*/ 144980 h 535027"/>
              <a:gd name="connsiteX184" fmla="*/ 433609 w 609614"/>
              <a:gd name="connsiteY184" fmla="*/ 150618 h 535027"/>
              <a:gd name="connsiteX185" fmla="*/ 438247 w 609614"/>
              <a:gd name="connsiteY185" fmla="*/ 196528 h 535027"/>
              <a:gd name="connsiteX186" fmla="*/ 433609 w 609614"/>
              <a:gd name="connsiteY186" fmla="*/ 196528 h 535027"/>
              <a:gd name="connsiteX187" fmla="*/ 426954 w 609614"/>
              <a:gd name="connsiteY187" fmla="*/ 196528 h 535027"/>
              <a:gd name="connsiteX188" fmla="*/ 422315 w 609614"/>
              <a:gd name="connsiteY188" fmla="*/ 152229 h 535027"/>
              <a:gd name="connsiteX189" fmla="*/ 421509 w 609614"/>
              <a:gd name="connsiteY189" fmla="*/ 146792 h 535027"/>
              <a:gd name="connsiteX190" fmla="*/ 415862 w 609614"/>
              <a:gd name="connsiteY190" fmla="*/ 147396 h 535027"/>
              <a:gd name="connsiteX191" fmla="*/ 316035 w 609614"/>
              <a:gd name="connsiteY191" fmla="*/ 153840 h 535027"/>
              <a:gd name="connsiteX192" fmla="*/ 310388 w 609614"/>
              <a:gd name="connsiteY192" fmla="*/ 154041 h 535027"/>
              <a:gd name="connsiteX193" fmla="*/ 310388 w 609614"/>
              <a:gd name="connsiteY193" fmla="*/ 196528 h 535027"/>
              <a:gd name="connsiteX194" fmla="*/ 298893 w 609614"/>
              <a:gd name="connsiteY194" fmla="*/ 196528 h 535027"/>
              <a:gd name="connsiteX195" fmla="*/ 298893 w 609614"/>
              <a:gd name="connsiteY195" fmla="*/ 153840 h 535027"/>
              <a:gd name="connsiteX196" fmla="*/ 293246 w 609614"/>
              <a:gd name="connsiteY196" fmla="*/ 153840 h 535027"/>
              <a:gd name="connsiteX197" fmla="*/ 191806 w 609614"/>
              <a:gd name="connsiteY197" fmla="*/ 146188 h 535027"/>
              <a:gd name="connsiteX198" fmla="*/ 186160 w 609614"/>
              <a:gd name="connsiteY198" fmla="*/ 145383 h 535027"/>
              <a:gd name="connsiteX199" fmla="*/ 185353 w 609614"/>
              <a:gd name="connsiteY199" fmla="*/ 151021 h 535027"/>
              <a:gd name="connsiteX200" fmla="*/ 180513 w 609614"/>
              <a:gd name="connsiteY200" fmla="*/ 196528 h 535027"/>
              <a:gd name="connsiteX201" fmla="*/ 176278 w 609614"/>
              <a:gd name="connsiteY201" fmla="*/ 196528 h 535027"/>
              <a:gd name="connsiteX202" fmla="*/ 169219 w 609614"/>
              <a:gd name="connsiteY202" fmla="*/ 196528 h 535027"/>
              <a:gd name="connsiteX203" fmla="*/ 174059 w 609614"/>
              <a:gd name="connsiteY203" fmla="*/ 149410 h 535027"/>
              <a:gd name="connsiteX204" fmla="*/ 174866 w 609614"/>
              <a:gd name="connsiteY204" fmla="*/ 143772 h 535027"/>
              <a:gd name="connsiteX205" fmla="*/ 169219 w 609614"/>
              <a:gd name="connsiteY205" fmla="*/ 142966 h 535027"/>
              <a:gd name="connsiteX206" fmla="*/ 94602 w 609614"/>
              <a:gd name="connsiteY206" fmla="*/ 127864 h 535027"/>
              <a:gd name="connsiteX207" fmla="*/ 90568 w 609614"/>
              <a:gd name="connsiteY207" fmla="*/ 126857 h 535027"/>
              <a:gd name="connsiteX208" fmla="*/ 88350 w 609614"/>
              <a:gd name="connsiteY208" fmla="*/ 130280 h 535027"/>
              <a:gd name="connsiteX209" fmla="*/ 51243 w 609614"/>
              <a:gd name="connsiteY209" fmla="*/ 229954 h 535027"/>
              <a:gd name="connsiteX210" fmla="*/ 44386 w 609614"/>
              <a:gd name="connsiteY210" fmla="*/ 204180 h 535027"/>
              <a:gd name="connsiteX211" fmla="*/ 304741 w 609614"/>
              <a:gd name="connsiteY211" fmla="*/ 0 h 53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09614" h="535027">
                <a:moveTo>
                  <a:pt x="424113" y="396119"/>
                </a:moveTo>
                <a:lnTo>
                  <a:pt x="422903" y="401354"/>
                </a:lnTo>
                <a:cubicBezTo>
                  <a:pt x="415442" y="433765"/>
                  <a:pt x="405358" y="466177"/>
                  <a:pt x="392856" y="497582"/>
                </a:cubicBezTo>
                <a:lnTo>
                  <a:pt x="389024" y="509661"/>
                </a:lnTo>
                <a:lnTo>
                  <a:pt x="389427" y="509661"/>
                </a:lnTo>
                <a:lnTo>
                  <a:pt x="389226" y="509460"/>
                </a:lnTo>
                <a:lnTo>
                  <a:pt x="400519" y="505031"/>
                </a:lnTo>
                <a:cubicBezTo>
                  <a:pt x="444077" y="487315"/>
                  <a:pt x="481988" y="458125"/>
                  <a:pt x="510019" y="420479"/>
                </a:cubicBezTo>
                <a:lnTo>
                  <a:pt x="515262" y="413634"/>
                </a:lnTo>
                <a:lnTo>
                  <a:pt x="506792" y="411621"/>
                </a:lnTo>
                <a:cubicBezTo>
                  <a:pt x="490458" y="407594"/>
                  <a:pt x="463638" y="401756"/>
                  <a:pt x="429356" y="396925"/>
                </a:cubicBezTo>
                <a:close/>
                <a:moveTo>
                  <a:pt x="183132" y="394912"/>
                </a:moveTo>
                <a:lnTo>
                  <a:pt x="177889" y="395717"/>
                </a:lnTo>
                <a:cubicBezTo>
                  <a:pt x="151674" y="399743"/>
                  <a:pt x="126265" y="404776"/>
                  <a:pt x="102066" y="411218"/>
                </a:cubicBezTo>
                <a:lnTo>
                  <a:pt x="94000" y="413433"/>
                </a:lnTo>
                <a:lnTo>
                  <a:pt x="99042" y="420277"/>
                </a:lnTo>
                <a:cubicBezTo>
                  <a:pt x="126669" y="457319"/>
                  <a:pt x="163975" y="486309"/>
                  <a:pt x="206726" y="504025"/>
                </a:cubicBezTo>
                <a:lnTo>
                  <a:pt x="219027" y="509259"/>
                </a:lnTo>
                <a:lnTo>
                  <a:pt x="218826" y="509259"/>
                </a:lnTo>
                <a:lnTo>
                  <a:pt x="220439" y="509661"/>
                </a:lnTo>
                <a:lnTo>
                  <a:pt x="219027" y="509057"/>
                </a:lnTo>
                <a:lnTo>
                  <a:pt x="214188" y="496777"/>
                </a:lnTo>
                <a:cubicBezTo>
                  <a:pt x="201685" y="465171"/>
                  <a:pt x="191804" y="432759"/>
                  <a:pt x="184342" y="400146"/>
                </a:cubicBezTo>
                <a:close/>
                <a:moveTo>
                  <a:pt x="310378" y="387262"/>
                </a:moveTo>
                <a:lnTo>
                  <a:pt x="310378" y="523552"/>
                </a:lnTo>
                <a:lnTo>
                  <a:pt x="316428" y="523351"/>
                </a:lnTo>
                <a:cubicBezTo>
                  <a:pt x="335383" y="522344"/>
                  <a:pt x="354339" y="519324"/>
                  <a:pt x="372690" y="514292"/>
                </a:cubicBezTo>
                <a:cubicBezTo>
                  <a:pt x="386604" y="481075"/>
                  <a:pt x="403140" y="435779"/>
                  <a:pt x="411206" y="400951"/>
                </a:cubicBezTo>
                <a:lnTo>
                  <a:pt x="412618" y="394710"/>
                </a:lnTo>
                <a:lnTo>
                  <a:pt x="406367" y="393905"/>
                </a:lnTo>
                <a:cubicBezTo>
                  <a:pt x="376320" y="390281"/>
                  <a:pt x="346071" y="388067"/>
                  <a:pt x="316226" y="387463"/>
                </a:cubicBezTo>
                <a:close/>
                <a:moveTo>
                  <a:pt x="293035" y="387262"/>
                </a:moveTo>
                <a:cubicBezTo>
                  <a:pt x="261779" y="387463"/>
                  <a:pt x="230724" y="389275"/>
                  <a:pt x="200878" y="392697"/>
                </a:cubicBezTo>
                <a:lnTo>
                  <a:pt x="194425" y="393502"/>
                </a:lnTo>
                <a:lnTo>
                  <a:pt x="196039" y="399743"/>
                </a:lnTo>
                <a:cubicBezTo>
                  <a:pt x="204105" y="434772"/>
                  <a:pt x="219431" y="479867"/>
                  <a:pt x="233143" y="513486"/>
                </a:cubicBezTo>
                <a:lnTo>
                  <a:pt x="234353" y="513688"/>
                </a:lnTo>
                <a:cubicBezTo>
                  <a:pt x="253511" y="519123"/>
                  <a:pt x="273071" y="522344"/>
                  <a:pt x="292834" y="523351"/>
                </a:cubicBezTo>
                <a:lnTo>
                  <a:pt x="298884" y="523552"/>
                </a:lnTo>
                <a:lnTo>
                  <a:pt x="298884" y="387262"/>
                </a:lnTo>
                <a:close/>
                <a:moveTo>
                  <a:pt x="304732" y="325659"/>
                </a:moveTo>
                <a:lnTo>
                  <a:pt x="310378" y="346797"/>
                </a:lnTo>
                <a:lnTo>
                  <a:pt x="310378" y="375384"/>
                </a:lnTo>
                <a:cubicBezTo>
                  <a:pt x="310378" y="375384"/>
                  <a:pt x="360994" y="375585"/>
                  <a:pt x="409795" y="382229"/>
                </a:cubicBezTo>
                <a:lnTo>
                  <a:pt x="415240" y="383034"/>
                </a:lnTo>
                <a:lnTo>
                  <a:pt x="416248" y="377800"/>
                </a:lnTo>
                <a:cubicBezTo>
                  <a:pt x="419273" y="361896"/>
                  <a:pt x="421895" y="345791"/>
                  <a:pt x="423911" y="329685"/>
                </a:cubicBezTo>
                <a:lnTo>
                  <a:pt x="431776" y="355856"/>
                </a:lnTo>
                <a:cubicBezTo>
                  <a:pt x="430566" y="363506"/>
                  <a:pt x="429154" y="370955"/>
                  <a:pt x="427743" y="378605"/>
                </a:cubicBezTo>
                <a:lnTo>
                  <a:pt x="426533" y="384443"/>
                </a:lnTo>
                <a:lnTo>
                  <a:pt x="432583" y="385450"/>
                </a:lnTo>
                <a:cubicBezTo>
                  <a:pt x="473519" y="391489"/>
                  <a:pt x="503566" y="398535"/>
                  <a:pt x="517682" y="402360"/>
                </a:cubicBezTo>
                <a:lnTo>
                  <a:pt x="521917" y="403367"/>
                </a:lnTo>
                <a:lnTo>
                  <a:pt x="524135" y="399743"/>
                </a:lnTo>
                <a:cubicBezTo>
                  <a:pt x="528773" y="392294"/>
                  <a:pt x="532806" y="384443"/>
                  <a:pt x="536436" y="376391"/>
                </a:cubicBezTo>
                <a:lnTo>
                  <a:pt x="549140" y="376391"/>
                </a:lnTo>
                <a:cubicBezTo>
                  <a:pt x="507397" y="469801"/>
                  <a:pt x="413425" y="535027"/>
                  <a:pt x="304732" y="535027"/>
                </a:cubicBezTo>
                <a:cubicBezTo>
                  <a:pt x="195837" y="535027"/>
                  <a:pt x="101865" y="469801"/>
                  <a:pt x="60122" y="376391"/>
                </a:cubicBezTo>
                <a:lnTo>
                  <a:pt x="72826" y="376391"/>
                </a:lnTo>
                <a:cubicBezTo>
                  <a:pt x="76456" y="384443"/>
                  <a:pt x="80489" y="392294"/>
                  <a:pt x="85127" y="399743"/>
                </a:cubicBezTo>
                <a:lnTo>
                  <a:pt x="87345" y="403568"/>
                </a:lnTo>
                <a:lnTo>
                  <a:pt x="91580" y="402360"/>
                </a:lnTo>
                <a:cubicBezTo>
                  <a:pt x="118602" y="394710"/>
                  <a:pt x="146633" y="388872"/>
                  <a:pt x="174865" y="384443"/>
                </a:cubicBezTo>
                <a:lnTo>
                  <a:pt x="180713" y="383638"/>
                </a:lnTo>
                <a:lnTo>
                  <a:pt x="179503" y="377800"/>
                </a:lnTo>
                <a:cubicBezTo>
                  <a:pt x="178091" y="369948"/>
                  <a:pt x="176679" y="361896"/>
                  <a:pt x="175470" y="354045"/>
                </a:cubicBezTo>
                <a:lnTo>
                  <a:pt x="183536" y="328880"/>
                </a:lnTo>
                <a:cubicBezTo>
                  <a:pt x="185351" y="344985"/>
                  <a:pt x="187972" y="360889"/>
                  <a:pt x="190997" y="376793"/>
                </a:cubicBezTo>
                <a:lnTo>
                  <a:pt x="192005" y="382027"/>
                </a:lnTo>
                <a:lnTo>
                  <a:pt x="197450" y="381423"/>
                </a:lnTo>
                <a:cubicBezTo>
                  <a:pt x="249881" y="375183"/>
                  <a:pt x="298884" y="375384"/>
                  <a:pt x="298884" y="375384"/>
                </a:cubicBezTo>
                <a:lnTo>
                  <a:pt x="299287" y="346797"/>
                </a:lnTo>
                <a:close/>
                <a:moveTo>
                  <a:pt x="414854" y="217483"/>
                </a:moveTo>
                <a:lnTo>
                  <a:pt x="439854" y="217483"/>
                </a:lnTo>
                <a:lnTo>
                  <a:pt x="457597" y="285557"/>
                </a:lnTo>
                <a:cubicBezTo>
                  <a:pt x="461427" y="300461"/>
                  <a:pt x="465056" y="314358"/>
                  <a:pt x="467476" y="328053"/>
                </a:cubicBezTo>
                <a:lnTo>
                  <a:pt x="468282" y="328053"/>
                </a:lnTo>
                <a:cubicBezTo>
                  <a:pt x="471306" y="314559"/>
                  <a:pt x="475742" y="300260"/>
                  <a:pt x="480177" y="285759"/>
                </a:cubicBezTo>
                <a:lnTo>
                  <a:pt x="502154" y="217483"/>
                </a:lnTo>
                <a:lnTo>
                  <a:pt x="522718" y="217483"/>
                </a:lnTo>
                <a:lnTo>
                  <a:pt x="543485" y="284550"/>
                </a:lnTo>
                <a:cubicBezTo>
                  <a:pt x="548323" y="300461"/>
                  <a:pt x="552356" y="314559"/>
                  <a:pt x="555380" y="328255"/>
                </a:cubicBezTo>
                <a:lnTo>
                  <a:pt x="556186" y="328255"/>
                </a:lnTo>
                <a:cubicBezTo>
                  <a:pt x="558404" y="314559"/>
                  <a:pt x="562033" y="300461"/>
                  <a:pt x="566469" y="284752"/>
                </a:cubicBezTo>
                <a:lnTo>
                  <a:pt x="585420" y="217483"/>
                </a:lnTo>
                <a:lnTo>
                  <a:pt x="609614" y="217483"/>
                </a:lnTo>
                <a:lnTo>
                  <a:pt x="566469" y="351416"/>
                </a:lnTo>
                <a:lnTo>
                  <a:pt x="544291" y="351416"/>
                </a:lnTo>
                <a:lnTo>
                  <a:pt x="523726" y="287571"/>
                </a:lnTo>
                <a:cubicBezTo>
                  <a:pt x="519089" y="272466"/>
                  <a:pt x="515258" y="259173"/>
                  <a:pt x="511831" y="243464"/>
                </a:cubicBezTo>
                <a:lnTo>
                  <a:pt x="511226" y="243464"/>
                </a:lnTo>
                <a:cubicBezTo>
                  <a:pt x="508000" y="259576"/>
                  <a:pt x="503766" y="273272"/>
                  <a:pt x="499129" y="287773"/>
                </a:cubicBezTo>
                <a:lnTo>
                  <a:pt x="477556" y="351416"/>
                </a:lnTo>
                <a:lnTo>
                  <a:pt x="455379" y="351416"/>
                </a:lnTo>
                <a:close/>
                <a:moveTo>
                  <a:pt x="207321" y="217483"/>
                </a:moveTo>
                <a:lnTo>
                  <a:pt x="232322" y="217483"/>
                </a:lnTo>
                <a:lnTo>
                  <a:pt x="250065" y="285557"/>
                </a:lnTo>
                <a:cubicBezTo>
                  <a:pt x="253896" y="300461"/>
                  <a:pt x="257526" y="314358"/>
                  <a:pt x="260147" y="328053"/>
                </a:cubicBezTo>
                <a:lnTo>
                  <a:pt x="260953" y="328053"/>
                </a:lnTo>
                <a:cubicBezTo>
                  <a:pt x="263978" y="314559"/>
                  <a:pt x="268413" y="300260"/>
                  <a:pt x="272849" y="285759"/>
                </a:cubicBezTo>
                <a:lnTo>
                  <a:pt x="294826" y="217483"/>
                </a:lnTo>
                <a:lnTo>
                  <a:pt x="315190" y="217483"/>
                </a:lnTo>
                <a:lnTo>
                  <a:pt x="335958" y="284349"/>
                </a:lnTo>
                <a:cubicBezTo>
                  <a:pt x="340999" y="300461"/>
                  <a:pt x="344829" y="314559"/>
                  <a:pt x="347854" y="328255"/>
                </a:cubicBezTo>
                <a:lnTo>
                  <a:pt x="348660" y="328255"/>
                </a:lnTo>
                <a:cubicBezTo>
                  <a:pt x="350878" y="314559"/>
                  <a:pt x="354507" y="300461"/>
                  <a:pt x="358943" y="284752"/>
                </a:cubicBezTo>
                <a:lnTo>
                  <a:pt x="378098" y="217483"/>
                </a:lnTo>
                <a:lnTo>
                  <a:pt x="402293" y="217483"/>
                </a:lnTo>
                <a:lnTo>
                  <a:pt x="358943" y="351416"/>
                </a:lnTo>
                <a:lnTo>
                  <a:pt x="336764" y="351416"/>
                </a:lnTo>
                <a:lnTo>
                  <a:pt x="316400" y="287571"/>
                </a:lnTo>
                <a:cubicBezTo>
                  <a:pt x="311561" y="272466"/>
                  <a:pt x="307730" y="259173"/>
                  <a:pt x="304504" y="243464"/>
                </a:cubicBezTo>
                <a:lnTo>
                  <a:pt x="303899" y="243464"/>
                </a:lnTo>
                <a:cubicBezTo>
                  <a:pt x="300472" y="259576"/>
                  <a:pt x="296439" y="273272"/>
                  <a:pt x="291600" y="287773"/>
                </a:cubicBezTo>
                <a:lnTo>
                  <a:pt x="270026" y="351416"/>
                </a:lnTo>
                <a:lnTo>
                  <a:pt x="247848" y="351416"/>
                </a:lnTo>
                <a:close/>
                <a:moveTo>
                  <a:pt x="0" y="217483"/>
                </a:moveTo>
                <a:lnTo>
                  <a:pt x="25009" y="217483"/>
                </a:lnTo>
                <a:lnTo>
                  <a:pt x="42758" y="285557"/>
                </a:lnTo>
                <a:cubicBezTo>
                  <a:pt x="46590" y="300461"/>
                  <a:pt x="50220" y="314358"/>
                  <a:pt x="52640" y="328053"/>
                </a:cubicBezTo>
                <a:lnTo>
                  <a:pt x="53447" y="328053"/>
                </a:lnTo>
                <a:cubicBezTo>
                  <a:pt x="56473" y="314559"/>
                  <a:pt x="60910" y="300260"/>
                  <a:pt x="65347" y="285759"/>
                </a:cubicBezTo>
                <a:lnTo>
                  <a:pt x="87331" y="217483"/>
                </a:lnTo>
                <a:lnTo>
                  <a:pt x="107701" y="217483"/>
                </a:lnTo>
                <a:lnTo>
                  <a:pt x="128677" y="284550"/>
                </a:lnTo>
                <a:cubicBezTo>
                  <a:pt x="133517" y="300461"/>
                  <a:pt x="137551" y="314559"/>
                  <a:pt x="140577" y="328255"/>
                </a:cubicBezTo>
                <a:lnTo>
                  <a:pt x="141383" y="328255"/>
                </a:lnTo>
                <a:cubicBezTo>
                  <a:pt x="143602" y="314559"/>
                  <a:pt x="147232" y="300461"/>
                  <a:pt x="151669" y="284752"/>
                </a:cubicBezTo>
                <a:lnTo>
                  <a:pt x="170830" y="217483"/>
                </a:lnTo>
                <a:lnTo>
                  <a:pt x="194831" y="217483"/>
                </a:lnTo>
                <a:lnTo>
                  <a:pt x="151669" y="351416"/>
                </a:lnTo>
                <a:lnTo>
                  <a:pt x="129484" y="351416"/>
                </a:lnTo>
                <a:lnTo>
                  <a:pt x="108911" y="287571"/>
                </a:lnTo>
                <a:cubicBezTo>
                  <a:pt x="104273" y="272466"/>
                  <a:pt x="100441" y="259173"/>
                  <a:pt x="97012" y="243464"/>
                </a:cubicBezTo>
                <a:lnTo>
                  <a:pt x="96407" y="243464"/>
                </a:lnTo>
                <a:cubicBezTo>
                  <a:pt x="93180" y="259576"/>
                  <a:pt x="88944" y="273272"/>
                  <a:pt x="84306" y="287773"/>
                </a:cubicBezTo>
                <a:lnTo>
                  <a:pt x="62725" y="351416"/>
                </a:lnTo>
                <a:lnTo>
                  <a:pt x="40539" y="351416"/>
                </a:lnTo>
                <a:close/>
                <a:moveTo>
                  <a:pt x="200680" y="33224"/>
                </a:moveTo>
                <a:lnTo>
                  <a:pt x="188580" y="39467"/>
                </a:lnTo>
                <a:cubicBezTo>
                  <a:pt x="155707" y="56180"/>
                  <a:pt x="126062" y="80544"/>
                  <a:pt x="103072" y="109742"/>
                </a:cubicBezTo>
                <a:lnTo>
                  <a:pt x="97425" y="116789"/>
                </a:lnTo>
                <a:lnTo>
                  <a:pt x="106298" y="118803"/>
                </a:lnTo>
                <a:cubicBezTo>
                  <a:pt x="120012" y="122025"/>
                  <a:pt x="142599" y="126857"/>
                  <a:pt x="171034" y="131287"/>
                </a:cubicBezTo>
                <a:lnTo>
                  <a:pt x="176681" y="132093"/>
                </a:lnTo>
                <a:lnTo>
                  <a:pt x="177689" y="126455"/>
                </a:lnTo>
                <a:cubicBezTo>
                  <a:pt x="183740" y="91015"/>
                  <a:pt x="191403" y="63227"/>
                  <a:pt x="196646" y="46112"/>
                </a:cubicBezTo>
                <a:close/>
                <a:moveTo>
                  <a:pt x="406383" y="32218"/>
                </a:moveTo>
                <a:lnTo>
                  <a:pt x="410416" y="45105"/>
                </a:lnTo>
                <a:cubicBezTo>
                  <a:pt x="415862" y="62825"/>
                  <a:pt x="423929" y="91418"/>
                  <a:pt x="429979" y="128065"/>
                </a:cubicBezTo>
                <a:lnTo>
                  <a:pt x="430987" y="133502"/>
                </a:lnTo>
                <a:lnTo>
                  <a:pt x="436634" y="132697"/>
                </a:lnTo>
                <a:cubicBezTo>
                  <a:pt x="459826" y="129072"/>
                  <a:pt x="482211" y="124441"/>
                  <a:pt x="503387" y="119004"/>
                </a:cubicBezTo>
                <a:lnTo>
                  <a:pt x="511857" y="116789"/>
                </a:lnTo>
                <a:lnTo>
                  <a:pt x="506412" y="109943"/>
                </a:lnTo>
                <a:cubicBezTo>
                  <a:pt x="482816" y="79940"/>
                  <a:pt x="452364" y="55173"/>
                  <a:pt x="418484" y="38259"/>
                </a:cubicBezTo>
                <a:close/>
                <a:moveTo>
                  <a:pt x="310388" y="11478"/>
                </a:moveTo>
                <a:lnTo>
                  <a:pt x="310388" y="142161"/>
                </a:lnTo>
                <a:lnTo>
                  <a:pt x="316237" y="141959"/>
                </a:lnTo>
                <a:cubicBezTo>
                  <a:pt x="349310" y="141959"/>
                  <a:pt x="382183" y="139744"/>
                  <a:pt x="413845" y="135919"/>
                </a:cubicBezTo>
                <a:lnTo>
                  <a:pt x="419694" y="135113"/>
                </a:lnTo>
                <a:lnTo>
                  <a:pt x="418685" y="129274"/>
                </a:lnTo>
                <a:cubicBezTo>
                  <a:pt x="410013" y="78329"/>
                  <a:pt x="397913" y="42487"/>
                  <a:pt x="393073" y="29600"/>
                </a:cubicBezTo>
                <a:lnTo>
                  <a:pt x="392266" y="26982"/>
                </a:lnTo>
                <a:lnTo>
                  <a:pt x="389644" y="26177"/>
                </a:lnTo>
                <a:cubicBezTo>
                  <a:pt x="366049" y="17720"/>
                  <a:pt x="341445" y="12887"/>
                  <a:pt x="316438" y="11880"/>
                </a:cubicBezTo>
                <a:close/>
                <a:moveTo>
                  <a:pt x="298893" y="11478"/>
                </a:moveTo>
                <a:lnTo>
                  <a:pt x="292843" y="11880"/>
                </a:lnTo>
                <a:cubicBezTo>
                  <a:pt x="267029" y="13088"/>
                  <a:pt x="241820" y="17921"/>
                  <a:pt x="217620" y="26781"/>
                </a:cubicBezTo>
                <a:lnTo>
                  <a:pt x="214998" y="27586"/>
                </a:lnTo>
                <a:lnTo>
                  <a:pt x="214192" y="30204"/>
                </a:lnTo>
                <a:cubicBezTo>
                  <a:pt x="208343" y="46112"/>
                  <a:pt x="197453" y="80142"/>
                  <a:pt x="188983" y="127663"/>
                </a:cubicBezTo>
                <a:lnTo>
                  <a:pt x="187975" y="133704"/>
                </a:lnTo>
                <a:lnTo>
                  <a:pt x="194025" y="134509"/>
                </a:lnTo>
                <a:cubicBezTo>
                  <a:pt x="226897" y="138738"/>
                  <a:pt x="260374" y="141154"/>
                  <a:pt x="293045" y="141758"/>
                </a:cubicBezTo>
                <a:lnTo>
                  <a:pt x="298893" y="141959"/>
                </a:lnTo>
                <a:close/>
                <a:moveTo>
                  <a:pt x="304741" y="0"/>
                </a:moveTo>
                <a:cubicBezTo>
                  <a:pt x="431189" y="0"/>
                  <a:pt x="537469" y="88196"/>
                  <a:pt x="565299" y="205992"/>
                </a:cubicBezTo>
                <a:lnTo>
                  <a:pt x="558241" y="230961"/>
                </a:lnTo>
                <a:cubicBezTo>
                  <a:pt x="552997" y="195119"/>
                  <a:pt x="540292" y="160686"/>
                  <a:pt x="520730" y="130079"/>
                </a:cubicBezTo>
                <a:lnTo>
                  <a:pt x="518512" y="126455"/>
                </a:lnTo>
                <a:lnTo>
                  <a:pt x="514478" y="127663"/>
                </a:lnTo>
                <a:cubicBezTo>
                  <a:pt x="489471" y="134509"/>
                  <a:pt x="463859" y="140147"/>
                  <a:pt x="438449" y="144174"/>
                </a:cubicBezTo>
                <a:lnTo>
                  <a:pt x="432802" y="144980"/>
                </a:lnTo>
                <a:lnTo>
                  <a:pt x="433609" y="150618"/>
                </a:lnTo>
                <a:cubicBezTo>
                  <a:pt x="435626" y="165720"/>
                  <a:pt x="437239" y="181225"/>
                  <a:pt x="438247" y="196528"/>
                </a:cubicBezTo>
                <a:lnTo>
                  <a:pt x="433609" y="196528"/>
                </a:lnTo>
                <a:lnTo>
                  <a:pt x="426954" y="196528"/>
                </a:lnTo>
                <a:cubicBezTo>
                  <a:pt x="425744" y="181829"/>
                  <a:pt x="424332" y="166928"/>
                  <a:pt x="422315" y="152229"/>
                </a:cubicBezTo>
                <a:lnTo>
                  <a:pt x="421509" y="146792"/>
                </a:lnTo>
                <a:lnTo>
                  <a:pt x="415862" y="147396"/>
                </a:lnTo>
                <a:cubicBezTo>
                  <a:pt x="383998" y="151423"/>
                  <a:pt x="350319" y="153638"/>
                  <a:pt x="316035" y="153840"/>
                </a:cubicBezTo>
                <a:lnTo>
                  <a:pt x="310388" y="154041"/>
                </a:lnTo>
                <a:lnTo>
                  <a:pt x="310388" y="196528"/>
                </a:lnTo>
                <a:lnTo>
                  <a:pt x="298893" y="196528"/>
                </a:lnTo>
                <a:lnTo>
                  <a:pt x="298893" y="153840"/>
                </a:lnTo>
                <a:lnTo>
                  <a:pt x="293246" y="153840"/>
                </a:lnTo>
                <a:cubicBezTo>
                  <a:pt x="259567" y="153034"/>
                  <a:pt x="225284" y="150618"/>
                  <a:pt x="191806" y="146188"/>
                </a:cubicBezTo>
                <a:lnTo>
                  <a:pt x="186160" y="145383"/>
                </a:lnTo>
                <a:lnTo>
                  <a:pt x="185353" y="151021"/>
                </a:lnTo>
                <a:cubicBezTo>
                  <a:pt x="183336" y="166123"/>
                  <a:pt x="181723" y="181225"/>
                  <a:pt x="180513" y="196528"/>
                </a:cubicBezTo>
                <a:lnTo>
                  <a:pt x="176278" y="196528"/>
                </a:lnTo>
                <a:lnTo>
                  <a:pt x="169219" y="196528"/>
                </a:lnTo>
                <a:cubicBezTo>
                  <a:pt x="170228" y="180822"/>
                  <a:pt x="171841" y="164915"/>
                  <a:pt x="174059" y="149410"/>
                </a:cubicBezTo>
                <a:lnTo>
                  <a:pt x="174866" y="143772"/>
                </a:lnTo>
                <a:lnTo>
                  <a:pt x="169219" y="142966"/>
                </a:lnTo>
                <a:cubicBezTo>
                  <a:pt x="135742" y="137731"/>
                  <a:pt x="110130" y="131891"/>
                  <a:pt x="94602" y="127864"/>
                </a:cubicBezTo>
                <a:lnTo>
                  <a:pt x="90568" y="126857"/>
                </a:lnTo>
                <a:lnTo>
                  <a:pt x="88350" y="130280"/>
                </a:lnTo>
                <a:cubicBezTo>
                  <a:pt x="68989" y="160686"/>
                  <a:pt x="56486" y="194716"/>
                  <a:pt x="51243" y="229954"/>
                </a:cubicBezTo>
                <a:lnTo>
                  <a:pt x="44386" y="204180"/>
                </a:lnTo>
                <a:cubicBezTo>
                  <a:pt x="73023" y="87189"/>
                  <a:pt x="178899" y="0"/>
                  <a:pt x="304741" y="0"/>
                </a:cubicBezTo>
                <a:close/>
              </a:path>
            </a:pathLst>
          </a:custGeom>
          <a:solidFill>
            <a:srgbClr val="059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8CC2445-9855-18A8-6ABB-17F91848038D}"/>
              </a:ext>
            </a:extLst>
          </p:cNvPr>
          <p:cNvGrpSpPr/>
          <p:nvPr/>
        </p:nvGrpSpPr>
        <p:grpSpPr>
          <a:xfrm>
            <a:off x="7533212" y="3293418"/>
            <a:ext cx="1497495" cy="490330"/>
            <a:chOff x="8262730" y="2789583"/>
            <a:chExt cx="1497495" cy="490330"/>
          </a:xfrm>
        </p:grpSpPr>
        <p:sp>
          <p:nvSpPr>
            <p:cNvPr id="7" name="流程图: 文档 6">
              <a:extLst>
                <a:ext uri="{FF2B5EF4-FFF2-40B4-BE49-F238E27FC236}">
                  <a16:creationId xmlns:a16="http://schemas.microsoft.com/office/drawing/2014/main" id="{C641ED5F-EEB4-0657-44A4-F128FA82F47E}"/>
                </a:ext>
              </a:extLst>
            </p:cNvPr>
            <p:cNvSpPr/>
            <p:nvPr/>
          </p:nvSpPr>
          <p:spPr>
            <a:xfrm>
              <a:off x="8262730" y="278958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CDD3B7A4-3A97-9BB0-961A-D6AC7CABE682}"/>
                </a:ext>
              </a:extLst>
            </p:cNvPr>
            <p:cNvSpPr/>
            <p:nvPr/>
          </p:nvSpPr>
          <p:spPr>
            <a:xfrm>
              <a:off x="8706679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F2C6F085-B87E-AEE9-8DAC-038CD87E09E2}"/>
                </a:ext>
              </a:extLst>
            </p:cNvPr>
            <p:cNvSpPr/>
            <p:nvPr/>
          </p:nvSpPr>
          <p:spPr>
            <a:xfrm>
              <a:off x="8978347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流程图: 接点 9">
              <a:extLst>
                <a:ext uri="{FF2B5EF4-FFF2-40B4-BE49-F238E27FC236}">
                  <a16:creationId xmlns:a16="http://schemas.microsoft.com/office/drawing/2014/main" id="{0CBF8612-37AA-E6E1-FAEC-1E966E789078}"/>
                </a:ext>
              </a:extLst>
            </p:cNvPr>
            <p:cNvSpPr/>
            <p:nvPr/>
          </p:nvSpPr>
          <p:spPr>
            <a:xfrm>
              <a:off x="9250015" y="2981739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BF2247E-1069-9414-06DE-76A5EA452F76}"/>
              </a:ext>
            </a:extLst>
          </p:cNvPr>
          <p:cNvGrpSpPr/>
          <p:nvPr/>
        </p:nvGrpSpPr>
        <p:grpSpPr>
          <a:xfrm>
            <a:off x="7533212" y="3936148"/>
            <a:ext cx="1497495" cy="490330"/>
            <a:chOff x="8262730" y="3432313"/>
            <a:chExt cx="1497495" cy="490330"/>
          </a:xfrm>
        </p:grpSpPr>
        <p:sp>
          <p:nvSpPr>
            <p:cNvPr id="12" name="流程图: 文档 11">
              <a:extLst>
                <a:ext uri="{FF2B5EF4-FFF2-40B4-BE49-F238E27FC236}">
                  <a16:creationId xmlns:a16="http://schemas.microsoft.com/office/drawing/2014/main" id="{7E3045CC-D8C8-4BD1-2179-E90EBE926C05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接点 12">
              <a:extLst>
                <a:ext uri="{FF2B5EF4-FFF2-40B4-BE49-F238E27FC236}">
                  <a16:creationId xmlns:a16="http://schemas.microsoft.com/office/drawing/2014/main" id="{EC790D47-A7A5-071F-829A-737CB4BE995F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流程图: 接点 13">
              <a:extLst>
                <a:ext uri="{FF2B5EF4-FFF2-40B4-BE49-F238E27FC236}">
                  <a16:creationId xmlns:a16="http://schemas.microsoft.com/office/drawing/2014/main" id="{908394B8-0730-79AF-26EE-B3B408E6C8B4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流程图: 接点 14">
              <a:extLst>
                <a:ext uri="{FF2B5EF4-FFF2-40B4-BE49-F238E27FC236}">
                  <a16:creationId xmlns:a16="http://schemas.microsoft.com/office/drawing/2014/main" id="{34521B54-563B-FAE7-CFD0-B1B93905ACC5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4C4E2CB-FEE2-911A-2435-A8A5500DA865}"/>
              </a:ext>
            </a:extLst>
          </p:cNvPr>
          <p:cNvGrpSpPr/>
          <p:nvPr/>
        </p:nvGrpSpPr>
        <p:grpSpPr>
          <a:xfrm>
            <a:off x="7533211" y="4605383"/>
            <a:ext cx="1497495" cy="490330"/>
            <a:chOff x="8262730" y="3432313"/>
            <a:chExt cx="1497495" cy="490330"/>
          </a:xfrm>
        </p:grpSpPr>
        <p:sp>
          <p:nvSpPr>
            <p:cNvPr id="17" name="流程图: 文档 16">
              <a:extLst>
                <a:ext uri="{FF2B5EF4-FFF2-40B4-BE49-F238E27FC236}">
                  <a16:creationId xmlns:a16="http://schemas.microsoft.com/office/drawing/2014/main" id="{9F699AD7-790F-4114-B7FD-AB15D625C9A1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C9CDE3C4-F50B-998D-6FEA-BAD5F5559C32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F32DE39A-0B85-2E6F-A9F4-A084164CD224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B58BA93D-3CC4-6F73-BD49-635B6E374188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60DE67F-9B3F-9B51-8848-7BD57CEBCFAC}"/>
              </a:ext>
            </a:extLst>
          </p:cNvPr>
          <p:cNvGrpSpPr/>
          <p:nvPr/>
        </p:nvGrpSpPr>
        <p:grpSpPr>
          <a:xfrm>
            <a:off x="7533211" y="5269789"/>
            <a:ext cx="1497495" cy="490330"/>
            <a:chOff x="8262730" y="3432313"/>
            <a:chExt cx="1497495" cy="490330"/>
          </a:xfrm>
        </p:grpSpPr>
        <p:sp>
          <p:nvSpPr>
            <p:cNvPr id="22" name="流程图: 文档 21">
              <a:extLst>
                <a:ext uri="{FF2B5EF4-FFF2-40B4-BE49-F238E27FC236}">
                  <a16:creationId xmlns:a16="http://schemas.microsoft.com/office/drawing/2014/main" id="{F15AC872-1CF9-8E04-D208-3F6FD209F185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流程图: 接点 22">
              <a:extLst>
                <a:ext uri="{FF2B5EF4-FFF2-40B4-BE49-F238E27FC236}">
                  <a16:creationId xmlns:a16="http://schemas.microsoft.com/office/drawing/2014/main" id="{D5775ED0-54E9-5C9E-7576-45CCEDDFBDCF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FF08D580-69AB-2EFB-DD24-B9B3E5E5A25A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流程图: 接点 24">
              <a:extLst>
                <a:ext uri="{FF2B5EF4-FFF2-40B4-BE49-F238E27FC236}">
                  <a16:creationId xmlns:a16="http://schemas.microsoft.com/office/drawing/2014/main" id="{F901D8B6-C5EB-EAAB-7746-C05DDB9561EC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7065171-EBBD-2DBD-0A3A-552E44B6ACE9}"/>
              </a:ext>
            </a:extLst>
          </p:cNvPr>
          <p:cNvCxnSpPr/>
          <p:nvPr/>
        </p:nvCxnSpPr>
        <p:spPr>
          <a:xfrm>
            <a:off x="2093195" y="4209607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9C60F78-C8E8-9828-2A26-BBA0A4EDFA2E}"/>
              </a:ext>
            </a:extLst>
          </p:cNvPr>
          <p:cNvCxnSpPr/>
          <p:nvPr/>
        </p:nvCxnSpPr>
        <p:spPr>
          <a:xfrm>
            <a:off x="2093194" y="4593920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D26A344-2B33-C480-1F78-694964297A01}"/>
              </a:ext>
            </a:extLst>
          </p:cNvPr>
          <p:cNvSpPr txBox="1"/>
          <p:nvPr/>
        </p:nvSpPr>
        <p:spPr>
          <a:xfrm>
            <a:off x="2421406" y="3905524"/>
            <a:ext cx="4439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{"session_id": "2026-04-15_12-00-05", "message": "</a:t>
            </a:r>
            <a:r>
              <a:rPr lang="zh-CN" altLang="en-US" sz="1000">
                <a:solidFill>
                  <a:schemeClr val="tx1">
                    <a:lumMod val="50000"/>
                  </a:schemeClr>
                </a:solidFill>
              </a:rPr>
              <a:t>你好</a:t>
            </a:r>
            <a:r>
              <a:rPr lang="en-US" altLang="zh-CN" sz="1000">
                <a:solidFill>
                  <a:schemeClr val="tx1">
                    <a:lumMod val="50000"/>
                  </a:schemeClr>
                </a:solidFill>
              </a:rPr>
              <a:t>"}</a:t>
            </a:r>
            <a:endParaRPr lang="zh-CN" altLang="en-US" sz="1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34AB24-886D-08A0-1645-1E4159DB5D16}"/>
              </a:ext>
            </a:extLst>
          </p:cNvPr>
          <p:cNvSpPr txBox="1"/>
          <p:nvPr/>
        </p:nvSpPr>
        <p:spPr>
          <a:xfrm>
            <a:off x="7268168" y="1542581"/>
            <a:ext cx="2876372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数据模型</a:t>
            </a:r>
            <a:br>
              <a:rPr lang="zh-CN" altLang="en-US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class </a:t>
            </a:r>
            <a:r>
              <a:rPr lang="en-US" altLang="zh-CN" sz="11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ChatRequest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(BaseModel):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session_id: </a:t>
            </a: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str</a:t>
            </a:r>
            <a:b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message: </a:t>
            </a: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str</a:t>
            </a:r>
            <a:endParaRPr lang="en-US" altLang="zh-CN" sz="1100">
              <a:solidFill>
                <a:srgbClr val="080808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824E97C-8EF2-A879-A514-78793F37E5F0}"/>
              </a:ext>
            </a:extLst>
          </p:cNvPr>
          <p:cNvSpPr txBox="1"/>
          <p:nvPr/>
        </p:nvSpPr>
        <p:spPr>
          <a:xfrm>
            <a:off x="9285591" y="3588938"/>
            <a:ext cx="2981738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fr-FR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fr-FR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与</a:t>
            </a:r>
            <a:r>
              <a:rPr lang="fr-FR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AI</a:t>
            </a:r>
            <a:r>
              <a:rPr lang="zh-CN" altLang="fr-FR" sz="1100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  <a:t>对话</a:t>
            </a:r>
            <a:br>
              <a:rPr lang="zh-CN" altLang="fr-FR" sz="1100" i="1">
                <a:solidFill>
                  <a:srgbClr val="8C8C8C"/>
                </a:solidFill>
                <a:effectLst/>
                <a:latin typeface="Courier New" panose="02070309020205020404" pitchFamily="49" charset="0"/>
              </a:rPr>
            </a:br>
            <a:r>
              <a:rPr lang="fr-FR" altLang="zh-CN" sz="1100">
                <a:solidFill>
                  <a:srgbClr val="9E880D"/>
                </a:solidFill>
                <a:effectLst/>
                <a:latin typeface="Fira Code" panose="020B0809050000020004" pitchFamily="49" charset="0"/>
              </a:rPr>
              <a:t>@app.post</a:t>
            </a:r>
            <a:r>
              <a:rPr lang="fr-FR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fr-FR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"/api/chat"</a:t>
            </a:r>
            <a:r>
              <a:rPr lang="fr-FR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fr-FR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fr-FR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def </a:t>
            </a:r>
            <a:r>
              <a:rPr lang="fr-FR" altLang="zh-CN" sz="1100">
                <a:solidFill>
                  <a:srgbClr val="00627A"/>
                </a:solidFill>
                <a:effectLst/>
                <a:latin typeface="Fira Code" panose="020B0809050000020004" pitchFamily="49" charset="0"/>
              </a:rPr>
              <a:t>chat</a:t>
            </a:r>
            <a:r>
              <a:rPr lang="fr-FR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fr-FR" altLang="zh-CN" sz="11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request</a:t>
            </a:r>
            <a:r>
              <a:rPr lang="fr-FR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fr-FR" altLang="zh-CN" sz="110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ChatRequest</a:t>
            </a:r>
            <a:r>
              <a:rPr lang="fr-FR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pPr>
              <a:lnSpc>
                <a:spcPct val="200000"/>
              </a:lnSpc>
              <a:buNone/>
            </a:pPr>
            <a:r>
              <a:rPr lang="fr-FR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pass</a:t>
            </a:r>
            <a:endParaRPr lang="fr-FR" altLang="zh-CN" sz="1100">
              <a:solidFill>
                <a:srgbClr val="0033B3"/>
              </a:solidFill>
              <a:effectLst/>
              <a:latin typeface="Fira Code" panose="020B0809050000020004" pitchFamily="49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F483A59-A9BF-9FAC-F741-E2D60E48EBBA}"/>
              </a:ext>
            </a:extLst>
          </p:cNvPr>
          <p:cNvGrpSpPr/>
          <p:nvPr/>
        </p:nvGrpSpPr>
        <p:grpSpPr>
          <a:xfrm>
            <a:off x="831509" y="6347433"/>
            <a:ext cx="10879906" cy="348335"/>
            <a:chOff x="4685665" y="1834757"/>
            <a:chExt cx="10954648" cy="348335"/>
          </a:xfrm>
        </p:grpSpPr>
        <p:sp>
          <p:nvSpPr>
            <p:cNvPr id="37" name="ComponentBackground2">
              <a:extLst>
                <a:ext uri="{FF2B5EF4-FFF2-40B4-BE49-F238E27FC236}">
                  <a16:creationId xmlns:a16="http://schemas.microsoft.com/office/drawing/2014/main" id="{6F35D4D8-64B2-5CCA-9F6A-F9CC6B66850A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en-US" altLang="zh-CN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BaseModel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：</a:t>
              </a:r>
              <a:r>
                <a:rPr kumimoji="1" lang="zh-CN" altLang="en-US" sz="1200"/>
                <a:t>是</a:t>
              </a:r>
              <a:r>
                <a:rPr kumimoji="1" lang="en-US" altLang="zh-CN" sz="1200"/>
                <a:t>Pydantic</a:t>
              </a:r>
              <a:r>
                <a:rPr kumimoji="1" lang="zh-CN" altLang="en-US" sz="1200"/>
                <a:t>库提供的父类（</a:t>
              </a:r>
              <a:r>
                <a:rPr kumimoji="1" lang="en-US" altLang="zh-CN" sz="1200"/>
                <a:t>FastAPI </a:t>
              </a:r>
              <a:r>
                <a:rPr kumimoji="1" lang="zh-CN" altLang="en-US" sz="1200"/>
                <a:t>深度集成了 </a:t>
              </a:r>
              <a:r>
                <a:rPr kumimoji="1" lang="en-US" altLang="zh-CN" sz="1200"/>
                <a:t>Pydantic</a:t>
              </a:r>
              <a:r>
                <a:rPr kumimoji="1" lang="zh-CN" altLang="en-US" sz="1200"/>
                <a:t>），用于定义</a:t>
              </a:r>
              <a:r>
                <a:rPr kumimoji="1" lang="en-US" altLang="zh-CN" sz="1200"/>
                <a:t>FastAPI</a:t>
              </a:r>
              <a:r>
                <a:rPr kumimoji="1" lang="zh-CN" altLang="en-US" sz="1200"/>
                <a:t>数据模型和数据验证规则。</a:t>
              </a:r>
              <a:r>
                <a:rPr kumimoji="1" lang="zh-CN" altLang="en-US" sz="1200">
                  <a:solidFill>
                    <a:schemeClr val="bg2">
                      <a:lumMod val="10000"/>
                    </a:schemeClr>
                  </a:solidFill>
                </a:rPr>
                <a:t>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8" name="Shape2">
              <a:extLst>
                <a:ext uri="{FF2B5EF4-FFF2-40B4-BE49-F238E27FC236}">
                  <a16:creationId xmlns:a16="http://schemas.microsoft.com/office/drawing/2014/main" id="{21E18559-1736-D4B6-F6F3-3DA381D702D8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598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051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10EF-B41F-69E7-6318-3DCA0549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E55BDFB-EF4D-19EA-F719-A3B20CA837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FastAPI</a:t>
            </a:r>
            <a:r>
              <a:rPr lang="zh-CN" altLang="en-US"/>
              <a:t>中如何接收</a:t>
            </a:r>
            <a:r>
              <a:rPr lang="en-US" altLang="zh-CN"/>
              <a:t>POST</a:t>
            </a:r>
            <a:r>
              <a:rPr lang="zh-CN" altLang="en-US"/>
              <a:t>请求体中传递的</a:t>
            </a:r>
            <a:r>
              <a:rPr lang="en-US" altLang="zh-CN"/>
              <a:t>json</a:t>
            </a:r>
            <a:r>
              <a:rPr lang="zh-CN" altLang="en-US"/>
              <a:t>格式数据</a:t>
            </a:r>
            <a:r>
              <a:rPr lang="en-US" altLang="zh-CN"/>
              <a:t>?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997D8F-4FFC-A3CC-2594-4A7356F0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"/>
          <a:stretch>
            <a:fillRect/>
          </a:stretch>
        </p:blipFill>
        <p:spPr>
          <a:xfrm>
            <a:off x="4783153" y="3904205"/>
            <a:ext cx="2859251" cy="130181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F7E100-FDE1-A168-9042-E675E3F78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" t="1" r="-1" b="-28125"/>
          <a:stretch>
            <a:fillRect/>
          </a:stretch>
        </p:blipFill>
        <p:spPr>
          <a:xfrm>
            <a:off x="8142123" y="3904205"/>
            <a:ext cx="3160226" cy="130181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EAD4570-A908-EF7B-1DAE-C5EEB645C1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85" b="-1"/>
          <a:stretch>
            <a:fillRect/>
          </a:stretch>
        </p:blipFill>
        <p:spPr>
          <a:xfrm>
            <a:off x="4686899" y="3186385"/>
            <a:ext cx="5101567" cy="309384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FD191A8-88CC-A027-BFE3-ABE1BB2DCD40}"/>
              </a:ext>
            </a:extLst>
          </p:cNvPr>
          <p:cNvCxnSpPr/>
          <p:nvPr/>
        </p:nvCxnSpPr>
        <p:spPr>
          <a:xfrm>
            <a:off x="4686899" y="3495769"/>
            <a:ext cx="510156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BCBFA14-AC24-4512-CE18-D0FB0E02B8FE}"/>
              </a:ext>
            </a:extLst>
          </p:cNvPr>
          <p:cNvCxnSpPr/>
          <p:nvPr/>
        </p:nvCxnSpPr>
        <p:spPr>
          <a:xfrm>
            <a:off x="9020247" y="4860758"/>
            <a:ext cx="191817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F70093E-E22E-FA16-CC58-9E6F9F5D21E9}"/>
              </a:ext>
            </a:extLst>
          </p:cNvPr>
          <p:cNvCxnSpPr>
            <a:cxnSpLocks/>
          </p:cNvCxnSpPr>
          <p:nvPr/>
        </p:nvCxnSpPr>
        <p:spPr>
          <a:xfrm>
            <a:off x="9117219" y="3495769"/>
            <a:ext cx="0" cy="1124357"/>
          </a:xfrm>
          <a:prstGeom prst="straightConnector1">
            <a:avLst/>
          </a:prstGeom>
          <a:ln w="12700"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0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43D1-5180-FE65-2BC9-5F6541C9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7DA415-8C26-4AB3-41F6-03E64D11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在会话页面，我们就可以输入我们的问题或者答案，然后请求服务端与</a:t>
            </a:r>
            <a:r>
              <a:rPr lang="en-US" altLang="zh-CN"/>
              <a:t>AI</a:t>
            </a:r>
            <a:r>
              <a:rPr lang="zh-CN" altLang="en-US"/>
              <a:t>进行交互了。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0DD6C1E-09CA-EC72-ACED-134D35B4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</a:t>
            </a:r>
            <a:r>
              <a:rPr lang="en-US" altLang="zh-CN"/>
              <a:t>AI</a:t>
            </a:r>
            <a:r>
              <a:rPr lang="zh-CN" altLang="en-US"/>
              <a:t>交互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AFE9DF-AACC-2BA9-2BC8-B93670AE5F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169"/>
          <a:stretch>
            <a:fillRect/>
          </a:stretch>
        </p:blipFill>
        <p:spPr>
          <a:xfrm>
            <a:off x="819519" y="1447381"/>
            <a:ext cx="6374656" cy="43289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A5E3D5CB-2A6E-6CC4-96EC-FC33FCE20E05}"/>
              </a:ext>
            </a:extLst>
          </p:cNvPr>
          <p:cNvSpPr/>
          <p:nvPr/>
        </p:nvSpPr>
        <p:spPr>
          <a:xfrm>
            <a:off x="7467603" y="1430656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加载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json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文件会话数据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F4CA623-BDE8-ACDF-6312-2355EC826557}"/>
              </a:ext>
            </a:extLst>
          </p:cNvPr>
          <p:cNvSpPr/>
          <p:nvPr/>
        </p:nvSpPr>
        <p:spPr>
          <a:xfrm>
            <a:off x="7467603" y="2169059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构建消息列表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D47E223-C72F-281A-7F54-BB50C8B9257A}"/>
              </a:ext>
            </a:extLst>
          </p:cNvPr>
          <p:cNvSpPr/>
          <p:nvPr/>
        </p:nvSpPr>
        <p:spPr>
          <a:xfrm>
            <a:off x="7467603" y="2907462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调用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DeepSeek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6BF1E6B-A3FB-7BFD-0A29-8F5F6E7604B7}"/>
              </a:ext>
            </a:extLst>
          </p:cNvPr>
          <p:cNvSpPr/>
          <p:nvPr/>
        </p:nvSpPr>
        <p:spPr>
          <a:xfrm>
            <a:off x="7467603" y="3645865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获取响应数据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B4140E4-9142-341A-D452-2DD2232A3527}"/>
              </a:ext>
            </a:extLst>
          </p:cNvPr>
          <p:cNvSpPr/>
          <p:nvPr/>
        </p:nvSpPr>
        <p:spPr>
          <a:xfrm>
            <a:off x="7467603" y="4384268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更新新的消息列表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7C297E8-E589-462D-E8D4-7F1885E9B9F6}"/>
              </a:ext>
            </a:extLst>
          </p:cNvPr>
          <p:cNvSpPr/>
          <p:nvPr/>
        </p:nvSpPr>
        <p:spPr>
          <a:xfrm>
            <a:off x="7467603" y="5122671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保存消息到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json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文件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6B343C9-FFFF-9966-FF2F-DDEEE36DD184}"/>
              </a:ext>
            </a:extLst>
          </p:cNvPr>
          <p:cNvSpPr/>
          <p:nvPr/>
        </p:nvSpPr>
        <p:spPr>
          <a:xfrm>
            <a:off x="7467603" y="5861076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响应数据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FD13D51-A918-F6CF-A292-7BD8683E4242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8209725" y="1848099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8AE67E7-AC93-A8C0-2C85-088B8C35646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8209725" y="2586502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01EDE40-60B7-E851-44B6-A4692E46B1E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8209725" y="3324905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E4BE04E-A476-1E38-B4AB-0CF4FCEB4E4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209725" y="4063308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243B725-28EB-D7C5-AD2D-A32AF010FB3C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8209725" y="4801711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1D945A4-7421-4419-4AAC-0EC077339FB9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209725" y="5540114"/>
            <a:ext cx="0" cy="320962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BEE83B2-6842-FF71-B853-E0762B6D9385}"/>
              </a:ext>
            </a:extLst>
          </p:cNvPr>
          <p:cNvSpPr txBox="1"/>
          <p:nvPr/>
        </p:nvSpPr>
        <p:spPr>
          <a:xfrm>
            <a:off x="9283155" y="1333643"/>
            <a:ext cx="2908845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"current_session"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"2026-04-21_17-36-02"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"messages"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[]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06FFF20-78C1-89FF-3C7E-E34D64A88685}"/>
              </a:ext>
            </a:extLst>
          </p:cNvPr>
          <p:cNvSpPr txBox="1"/>
          <p:nvPr/>
        </p:nvSpPr>
        <p:spPr>
          <a:xfrm>
            <a:off x="9283154" y="4193333"/>
            <a:ext cx="2908845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"current_session"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"2026-04-21_17-36-02"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"messages"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[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"user"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"Hello"</a:t>
            </a:r>
            <a:b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"assistant"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zh-CN" altLang="en-US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一口吃掉牛尾巴</a:t>
            </a:r>
            <a:r>
              <a:rPr lang="zh-CN" altLang="en-US" sz="8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。（打一字）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b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]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37E1E96-6523-2B59-6599-7FDAD351009B}"/>
              </a:ext>
            </a:extLst>
          </p:cNvPr>
          <p:cNvSpPr txBox="1"/>
          <p:nvPr/>
        </p:nvSpPr>
        <p:spPr>
          <a:xfrm>
            <a:off x="1818582" y="5942839"/>
            <a:ext cx="46185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{"session_id": "2026-04-15_12-00-05", "message": "</a:t>
            </a:r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你好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"}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49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36" grpId="0"/>
      <p:bldP spid="37" grpId="0"/>
      <p:bldP spid="3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EF47-2DA4-6216-3488-8E7EE1FB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35416B-C338-9785-DA30-91AF1D90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在会话页面，我们就可以输入我们的问题或者答案，然后请求服务端与</a:t>
            </a:r>
            <a:r>
              <a:rPr lang="en-US" altLang="zh-CN"/>
              <a:t>AI</a:t>
            </a:r>
            <a:r>
              <a:rPr lang="zh-CN" altLang="en-US"/>
              <a:t>进行交互了。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C483A56-EE31-9DCC-192D-7C36DC12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</a:t>
            </a:r>
            <a:r>
              <a:rPr lang="en-US" altLang="zh-CN"/>
              <a:t>AI</a:t>
            </a:r>
            <a:r>
              <a:rPr lang="zh-CN" altLang="en-US"/>
              <a:t>交互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6CCCF1-A1E8-7DE4-60B6-0036262A3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169"/>
          <a:stretch>
            <a:fillRect/>
          </a:stretch>
        </p:blipFill>
        <p:spPr>
          <a:xfrm>
            <a:off x="819519" y="1447381"/>
            <a:ext cx="6374656" cy="43289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7A7647FC-BDE4-AF40-84F8-707A3D805803}"/>
              </a:ext>
            </a:extLst>
          </p:cNvPr>
          <p:cNvSpPr/>
          <p:nvPr/>
        </p:nvSpPr>
        <p:spPr>
          <a:xfrm>
            <a:off x="7467603" y="1430656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加载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json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文件会话数据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052DDFC-3507-755A-BB29-8F652090CE4E}"/>
              </a:ext>
            </a:extLst>
          </p:cNvPr>
          <p:cNvSpPr/>
          <p:nvPr/>
        </p:nvSpPr>
        <p:spPr>
          <a:xfrm>
            <a:off x="7467603" y="2169059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构建消息列表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95A48FB-7C3B-7A91-C546-84F4AB7C4FD7}"/>
              </a:ext>
            </a:extLst>
          </p:cNvPr>
          <p:cNvSpPr/>
          <p:nvPr/>
        </p:nvSpPr>
        <p:spPr>
          <a:xfrm>
            <a:off x="7467603" y="2907462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调用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DeepSeek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35B3AAC-88B0-AAB1-769C-CD38296BED9E}"/>
              </a:ext>
            </a:extLst>
          </p:cNvPr>
          <p:cNvSpPr/>
          <p:nvPr/>
        </p:nvSpPr>
        <p:spPr>
          <a:xfrm>
            <a:off x="7467603" y="3645865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获取响应数据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D955DC7-A820-48D1-C3F5-68D2459251DE}"/>
              </a:ext>
            </a:extLst>
          </p:cNvPr>
          <p:cNvSpPr/>
          <p:nvPr/>
        </p:nvSpPr>
        <p:spPr>
          <a:xfrm>
            <a:off x="7467603" y="4384268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更新新的消息列表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8E03F2E-1BDA-3302-DC35-17077ED12EE3}"/>
              </a:ext>
            </a:extLst>
          </p:cNvPr>
          <p:cNvSpPr/>
          <p:nvPr/>
        </p:nvSpPr>
        <p:spPr>
          <a:xfrm>
            <a:off x="7467603" y="5122671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保存消息到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json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文件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82DBB82-BD03-FCA5-0430-AF95181947AA}"/>
              </a:ext>
            </a:extLst>
          </p:cNvPr>
          <p:cNvSpPr/>
          <p:nvPr/>
        </p:nvSpPr>
        <p:spPr>
          <a:xfrm>
            <a:off x="7467603" y="5861076"/>
            <a:ext cx="1484243" cy="41744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响应数据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AB8D618-ED85-7BE6-DF91-295B42DD7D98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8209725" y="1848099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8DACA01-BF55-19CC-5182-67D98148E1A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8209725" y="2586502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50A9BA9-A98A-E3CB-7133-ED040B8F66C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8209725" y="3324905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8001811-33A0-788D-565C-42C9704BC421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209725" y="4063308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67EC64F-A358-2878-8381-F837189DF9B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8209725" y="4801711"/>
            <a:ext cx="0" cy="320960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CE72910-9435-AB34-24C5-3E72CC9C9EFF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209725" y="5540114"/>
            <a:ext cx="0" cy="320962"/>
          </a:xfrm>
          <a:prstGeom prst="straightConnector1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5F65775-21A7-BAC6-CDFF-676BD3C68512}"/>
              </a:ext>
            </a:extLst>
          </p:cNvPr>
          <p:cNvSpPr txBox="1"/>
          <p:nvPr/>
        </p:nvSpPr>
        <p:spPr>
          <a:xfrm>
            <a:off x="9225274" y="792991"/>
            <a:ext cx="2908845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"current_session"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"2026-04-21_17-36-02"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"messages"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[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"user"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"Hello"</a:t>
            </a:r>
            <a:b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"assistant"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zh-CN" altLang="en-US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一口吃掉牛尾巴</a:t>
            </a:r>
            <a:r>
              <a:rPr lang="zh-CN" altLang="en-US" sz="8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。（打一字）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b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]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A5FD76-6046-20D6-BEBF-3D415D36F91C}"/>
              </a:ext>
            </a:extLst>
          </p:cNvPr>
          <p:cNvSpPr txBox="1"/>
          <p:nvPr/>
        </p:nvSpPr>
        <p:spPr>
          <a:xfrm>
            <a:off x="9283155" y="3745238"/>
            <a:ext cx="2908845" cy="305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buNone/>
            </a:pP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"current_session"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"2026-04-21_17-36-02"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"messages"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[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"user"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"Hello"</a:t>
            </a:r>
            <a:b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"assistant"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effectLst/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zh-CN" altLang="en-US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一口吃掉牛尾巴</a:t>
            </a:r>
            <a:r>
              <a:rPr lang="zh-CN" altLang="en-US" sz="8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。（打一字）</a:t>
            </a: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b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},</a:t>
            </a:r>
          </a:p>
          <a:p>
            <a:pPr>
              <a:lnSpc>
                <a:spcPts val="1100"/>
              </a:lnSpc>
              <a:buNone/>
            </a:pP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"user"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zh-CN" altLang="en-US" sz="800">
                <a:solidFill>
                  <a:srgbClr val="067D17"/>
                </a:solidFill>
                <a:latin typeface="Fira Code" panose="020B0809050000020004" pitchFamily="49" charset="0"/>
              </a:rPr>
              <a:t>告 字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b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},</a:t>
            </a:r>
            <a:b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    {</a:t>
            </a:r>
            <a:b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latin typeface="Fira Code" panose="020B0809050000020004" pitchFamily="49" charset="0"/>
              </a:rPr>
              <a:t>"role"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"assistant"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,</a:t>
            </a:r>
            <a:b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      </a:t>
            </a:r>
            <a:r>
              <a:rPr lang="en-US" altLang="zh-CN" sz="800">
                <a:solidFill>
                  <a:srgbClr val="871094"/>
                </a:solidFill>
                <a:latin typeface="Fira Code" panose="020B0809050000020004" pitchFamily="49" charset="0"/>
              </a:rPr>
              <a:t>"content"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: 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r>
              <a:rPr lang="zh-CN" altLang="en-US" sz="800">
                <a:solidFill>
                  <a:srgbClr val="067D17"/>
                </a:solidFill>
                <a:latin typeface="Fira Code" panose="020B0809050000020004" pitchFamily="49" charset="0"/>
              </a:rPr>
              <a:t>太厉害了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, </a:t>
            </a:r>
            <a:r>
              <a:rPr lang="zh-CN" altLang="en-US" sz="800">
                <a:solidFill>
                  <a:srgbClr val="067D17"/>
                </a:solidFill>
                <a:latin typeface="Fira Code" panose="020B0809050000020004" pitchFamily="49" charset="0"/>
              </a:rPr>
              <a:t>答对了。再来一题？</a:t>
            </a: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"</a:t>
            </a:r>
            <a:b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67D17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800">
                <a:solidFill>
                  <a:srgbClr val="080808"/>
                </a:solidFill>
                <a:latin typeface="Fira Code" panose="020B0809050000020004" pitchFamily="49" charset="0"/>
              </a:rPr>
              <a:t>}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 ]</a:t>
            </a:r>
            <a:b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8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8710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E180-5307-2C94-F25D-DB9FAFF8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01582-3CA0-8C35-D402-682A526C87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6DDCC07-59F8-5B21-741B-9E0F01D3A9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393317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核心功能开发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新建会话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与</a:t>
            </a:r>
            <a:r>
              <a:rPr lang="en-US" altLang="zh-CN" sz="1500"/>
              <a:t>AI</a:t>
            </a:r>
            <a:r>
              <a:rPr lang="zh-CN" altLang="en-US" sz="1500"/>
              <a:t>交互</a:t>
            </a:r>
            <a:endParaRPr lang="en-US" altLang="zh-CN" sz="150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solidFill>
                  <a:srgbClr val="C00000"/>
                </a:solidFill>
              </a:rPr>
              <a:t>会话列表</a:t>
            </a:r>
            <a:endParaRPr lang="en-US" altLang="zh-CN" sz="1500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加载指定会话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删除会话</a:t>
            </a:r>
            <a:endParaRPr lang="en-US" altLang="zh-CN" sz="1500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5444CD-B8AD-DDE0-CC38-083DD7EC5B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6231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00B0-BADD-F494-1B5E-DE3A1604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4AD7B6-31B9-A255-9FF2-2F4064DCA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在汉字谜盒项目的左侧侧边栏，要查询并展示出所有的会话信息，将会话名展示在左侧， 并且根据时间倒序排序。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F471FC0-7C72-2B28-F96F-A5D8628C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会话列表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4E36C08-CFC0-FD00-13F0-4E8042F02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6" y="1771328"/>
            <a:ext cx="8041698" cy="45234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DE762C-ACD8-A811-6CE9-996ABF783027}"/>
              </a:ext>
            </a:extLst>
          </p:cNvPr>
          <p:cNvSpPr txBox="1"/>
          <p:nvPr/>
        </p:nvSpPr>
        <p:spPr>
          <a:xfrm>
            <a:off x="9243392" y="3654307"/>
            <a:ext cx="2895599" cy="260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/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"code": 200,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"message": "</a:t>
            </a:r>
            <a:r>
              <a:rPr lang="zh-CN" altLang="en-US" sz="1100"/>
              <a:t>获取会话列表成功</a:t>
            </a:r>
            <a:r>
              <a:rPr lang="en-US" altLang="zh-CN" sz="1100"/>
              <a:t>",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"data": [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    "2026-04-12_13-32-52",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    "2026-04-12_13-20-15",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    "2026-04-12_13-18-03",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    "2026-04-12_12-03-29"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    ]</a:t>
            </a:r>
          </a:p>
          <a:p>
            <a:pPr>
              <a:lnSpc>
                <a:spcPct val="150000"/>
              </a:lnSpc>
            </a:pPr>
            <a:r>
              <a:rPr lang="en-US" altLang="zh-CN" sz="1100"/>
              <a:t>}</a:t>
            </a:r>
            <a:endParaRPr lang="zh-CN" altLang="en-US" sz="11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37F966-A88D-29AE-DA98-874AC42C0E17}"/>
              </a:ext>
            </a:extLst>
          </p:cNvPr>
          <p:cNvSpPr txBox="1"/>
          <p:nvPr/>
        </p:nvSpPr>
        <p:spPr>
          <a:xfrm>
            <a:off x="8998226" y="1928191"/>
            <a:ext cx="2319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请求路径：</a:t>
            </a:r>
            <a:r>
              <a:rPr lang="en-US" altLang="zh-CN" sz="1200"/>
              <a:t>/api/sessions</a:t>
            </a:r>
            <a:endParaRPr lang="zh-CN" altLang="en-US" sz="12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601E38-836D-763F-93EA-E77F80773AB2}"/>
              </a:ext>
            </a:extLst>
          </p:cNvPr>
          <p:cNvSpPr txBox="1"/>
          <p:nvPr/>
        </p:nvSpPr>
        <p:spPr>
          <a:xfrm>
            <a:off x="8998226" y="2400441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请求方式：</a:t>
            </a:r>
            <a:r>
              <a:rPr lang="en-US" altLang="zh-CN" sz="1200"/>
              <a:t>GET</a:t>
            </a:r>
            <a:endParaRPr lang="zh-CN" altLang="en-US" sz="1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B37748-68E0-31EE-6033-7E554CF9AE9F}"/>
              </a:ext>
            </a:extLst>
          </p:cNvPr>
          <p:cNvSpPr txBox="1"/>
          <p:nvPr/>
        </p:nvSpPr>
        <p:spPr>
          <a:xfrm>
            <a:off x="8998226" y="287269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请求参数：无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2F8D6B-386C-AB58-7F79-AEB26785DFC0}"/>
              </a:ext>
            </a:extLst>
          </p:cNvPr>
          <p:cNvSpPr txBox="1"/>
          <p:nvPr/>
        </p:nvSpPr>
        <p:spPr>
          <a:xfrm>
            <a:off x="8998226" y="334494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响应数据：</a:t>
            </a:r>
          </a:p>
        </p:txBody>
      </p:sp>
    </p:spTree>
    <p:extLst>
      <p:ext uri="{BB962C8B-B14F-4D97-AF65-F5344CB8AC3E}">
        <p14:creationId xmlns:p14="http://schemas.microsoft.com/office/powerpoint/2010/main" val="102952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1D70B-A1B9-E04F-BCC0-2F13D0AB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182B95-0F74-9DE1-5802-D012A5D9BB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D600918-77F2-A928-914B-873BFA0A4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393317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核心功能开发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新建会话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与</a:t>
            </a:r>
            <a:r>
              <a:rPr lang="en-US" altLang="zh-CN" sz="1500"/>
              <a:t>AI</a:t>
            </a:r>
            <a:r>
              <a:rPr lang="zh-CN" altLang="en-US" sz="1500"/>
              <a:t>交互</a:t>
            </a:r>
            <a:endParaRPr lang="en-US" altLang="zh-CN" sz="150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会话列表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solidFill>
                  <a:srgbClr val="C00000"/>
                </a:solidFill>
                <a:latin typeface="+mn-lt"/>
              </a:rPr>
              <a:t>加载指定会话</a:t>
            </a:r>
            <a:endParaRPr lang="en-US" altLang="zh-CN" sz="1500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删除会话</a:t>
            </a:r>
            <a:endParaRPr lang="en-US" altLang="zh-CN" sz="1500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E32C56-FED3-86AA-D519-979B59CF79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345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F24B-00A0-3B3F-1049-52FB3E7C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2DB2BB-8EC3-FE8F-D750-AFC72E719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在点击左侧的会话名称之后，就要查询出该会话对应的会话信息，并在消息展示栏将其展示出来。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31E294B-C38D-3A40-AF46-5AFC1DD8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加载指定会话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7AA045-0353-34AC-8D24-0A6594CCB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75" y="1705067"/>
            <a:ext cx="7151664" cy="402281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43A52D-0D59-EE0A-D4ED-641BD4AD85CC}"/>
              </a:ext>
            </a:extLst>
          </p:cNvPr>
          <p:cNvSpPr txBox="1"/>
          <p:nvPr/>
        </p:nvSpPr>
        <p:spPr>
          <a:xfrm>
            <a:off x="8468139" y="3377663"/>
            <a:ext cx="3823252" cy="334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00"/>
              <a:t>{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"code": 200,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"message": "</a:t>
            </a:r>
            <a:r>
              <a:rPr lang="zh-CN" altLang="en-US" sz="1000"/>
              <a:t>获取会话成功</a:t>
            </a:r>
            <a:r>
              <a:rPr lang="en-US" altLang="zh-CN" sz="1000"/>
              <a:t>",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"data": {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"current_session": "2026-04-12_13-20-15",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"messages": [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{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  "role": "user",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  "content": "</a:t>
            </a:r>
            <a:r>
              <a:rPr lang="zh-CN" altLang="en-US" sz="1000"/>
              <a:t>你好</a:t>
            </a:r>
            <a:r>
              <a:rPr lang="en-US" altLang="zh-CN" sz="1000"/>
              <a:t>"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},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{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  "role": "assistant",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  "content": "</a:t>
            </a:r>
            <a:r>
              <a:rPr lang="zh-CN" altLang="en-US" sz="1000"/>
              <a:t>来猜个字谜吧：一口咬掉牛尾巴</a:t>
            </a:r>
            <a:r>
              <a:rPr lang="en-US" altLang="zh-CN" sz="1000"/>
              <a:t>"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  }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  ]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  }</a:t>
            </a:r>
          </a:p>
          <a:p>
            <a:pPr>
              <a:lnSpc>
                <a:spcPts val="1500"/>
              </a:lnSpc>
            </a:pPr>
            <a:r>
              <a:rPr lang="en-US" altLang="zh-CN" sz="1000"/>
              <a:t>}</a:t>
            </a:r>
            <a:endParaRPr lang="zh-CN" altLang="en-US" sz="10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F84A9F-8D54-4CC5-80FB-EBEEEE589823}"/>
              </a:ext>
            </a:extLst>
          </p:cNvPr>
          <p:cNvSpPr txBox="1"/>
          <p:nvPr/>
        </p:nvSpPr>
        <p:spPr>
          <a:xfrm>
            <a:off x="8083829" y="1623392"/>
            <a:ext cx="4207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请求路径：</a:t>
            </a:r>
            <a:r>
              <a:rPr lang="en-US" altLang="zh-CN" sz="1200"/>
              <a:t>/api/sessions/2026-04-12_13-20-15</a:t>
            </a:r>
            <a:endParaRPr lang="zh-CN" altLang="en-US" sz="12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1E5838-B7D3-81D2-58D4-9F1AE1C48C6A}"/>
              </a:ext>
            </a:extLst>
          </p:cNvPr>
          <p:cNvSpPr txBox="1"/>
          <p:nvPr/>
        </p:nvSpPr>
        <p:spPr>
          <a:xfrm>
            <a:off x="8083829" y="2095642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请求方式：</a:t>
            </a:r>
            <a:r>
              <a:rPr lang="en-US" altLang="zh-CN" sz="1200"/>
              <a:t>GET</a:t>
            </a:r>
            <a:endParaRPr lang="zh-CN" altLang="en-US" sz="12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F35DA2-3888-9A2C-180C-E5D5D8CDA2BC}"/>
              </a:ext>
            </a:extLst>
          </p:cNvPr>
          <p:cNvSpPr txBox="1"/>
          <p:nvPr/>
        </p:nvSpPr>
        <p:spPr>
          <a:xfrm>
            <a:off x="8083829" y="2567892"/>
            <a:ext cx="1598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请求参数：会话</a:t>
            </a:r>
            <a:r>
              <a:rPr lang="en-US" altLang="zh-CN" sz="1200"/>
              <a:t>ID</a:t>
            </a:r>
            <a:endParaRPr lang="zh-CN" altLang="en-US" sz="1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3E78EB-C550-8B97-50E4-7ED9F6B174BA}"/>
              </a:ext>
            </a:extLst>
          </p:cNvPr>
          <p:cNvSpPr txBox="1"/>
          <p:nvPr/>
        </p:nvSpPr>
        <p:spPr>
          <a:xfrm>
            <a:off x="8083829" y="3040142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/>
              <a:t>响应数据：</a:t>
            </a:r>
          </a:p>
        </p:txBody>
      </p:sp>
    </p:spTree>
    <p:extLst>
      <p:ext uri="{BB962C8B-B14F-4D97-AF65-F5344CB8AC3E}">
        <p14:creationId xmlns:p14="http://schemas.microsoft.com/office/powerpoint/2010/main" val="93124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7C19-6D8A-6BBC-15BF-F2F76184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6D1AB1-146F-8D56-437C-6F823CE801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225AB33-C3BB-5BB7-0DF1-813847FFA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393317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核心功能开发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新建会话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与</a:t>
            </a:r>
            <a:r>
              <a:rPr lang="en-US" altLang="zh-CN" sz="1500"/>
              <a:t>AI</a:t>
            </a:r>
            <a:r>
              <a:rPr lang="zh-CN" altLang="en-US" sz="1500"/>
              <a:t>交互</a:t>
            </a:r>
            <a:endParaRPr lang="en-US" altLang="zh-CN" sz="150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/>
              <a:t>会话列表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latin typeface="+mn-lt"/>
              </a:rPr>
              <a:t>加载指定会话</a:t>
            </a:r>
            <a:endParaRPr lang="en-US" altLang="zh-CN" sz="1500">
              <a:latin typeface="+mn-lt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500">
                <a:solidFill>
                  <a:srgbClr val="C00000"/>
                </a:solidFill>
              </a:rPr>
              <a:t>删除会话</a:t>
            </a:r>
            <a:endParaRPr lang="en-US" altLang="zh-CN" sz="1500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809004-F8E9-9BA8-B631-DA87A42FD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284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2935-0F26-6A43-F672-EE6A0975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CC6D59-6CDC-C82B-95F3-8AFB63D9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在点击左侧会话名称之后的 </a:t>
            </a:r>
            <a:r>
              <a:rPr lang="en-US" altLang="zh-CN">
                <a:solidFill>
                  <a:srgbClr val="C00000"/>
                </a:solidFill>
              </a:rPr>
              <a:t>x</a:t>
            </a:r>
            <a:r>
              <a:rPr lang="en-US" altLang="zh-CN"/>
              <a:t> </a:t>
            </a:r>
            <a:r>
              <a:rPr lang="zh-CN" altLang="en-US"/>
              <a:t>，就要将当前的会话信息直接删除掉 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43364F7-9D99-5E75-99DF-A7716951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删除会话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8B940D-2A67-81BC-E356-89533210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40" y="1698441"/>
            <a:ext cx="7472564" cy="42033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FC771A-0120-D1EC-ED66-ECEBB1383BA0}"/>
              </a:ext>
            </a:extLst>
          </p:cNvPr>
          <p:cNvSpPr txBox="1"/>
          <p:nvPr/>
        </p:nvSpPr>
        <p:spPr>
          <a:xfrm>
            <a:off x="8602776" y="3904702"/>
            <a:ext cx="2789584" cy="1222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/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    "code": 200,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    "message": "</a:t>
            </a:r>
            <a:r>
              <a:rPr lang="zh-CN" altLang="en-US" sz="1000"/>
              <a:t>会话已删除</a:t>
            </a:r>
            <a:r>
              <a:rPr lang="en-US" altLang="zh-CN" sz="1000"/>
              <a:t>",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    "data": null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}</a:t>
            </a:r>
            <a:endParaRPr lang="zh-CN" altLang="en-US" sz="10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F56D60-B911-FD31-A429-03029027C6ED}"/>
              </a:ext>
            </a:extLst>
          </p:cNvPr>
          <p:cNvSpPr txBox="1"/>
          <p:nvPr/>
        </p:nvSpPr>
        <p:spPr>
          <a:xfrm>
            <a:off x="8382003" y="2080592"/>
            <a:ext cx="40021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/>
              <a:t>请求路径：</a:t>
            </a:r>
            <a:r>
              <a:rPr lang="en-US" altLang="zh-CN" sz="1100"/>
              <a:t>/api/sessions/2026-04-12_13-20-15</a:t>
            </a:r>
            <a:endParaRPr lang="zh-CN" altLang="en-US" sz="11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5EE64B-0FC6-629A-3BD1-E5C4045E1F94}"/>
              </a:ext>
            </a:extLst>
          </p:cNvPr>
          <p:cNvSpPr txBox="1"/>
          <p:nvPr/>
        </p:nvSpPr>
        <p:spPr>
          <a:xfrm>
            <a:off x="8382003" y="2552842"/>
            <a:ext cx="15648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/>
              <a:t>请求方式：</a:t>
            </a:r>
            <a:r>
              <a:rPr lang="en-US" altLang="zh-CN" sz="1100"/>
              <a:t>DELETE</a:t>
            </a:r>
            <a:endParaRPr lang="zh-CN" altLang="en-US" sz="11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8019B9-8C09-394C-8CEB-7BAC9C14DCCA}"/>
              </a:ext>
            </a:extLst>
          </p:cNvPr>
          <p:cNvSpPr txBox="1"/>
          <p:nvPr/>
        </p:nvSpPr>
        <p:spPr>
          <a:xfrm>
            <a:off x="8382003" y="3025092"/>
            <a:ext cx="1503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/>
              <a:t>请求参数：会话</a:t>
            </a:r>
            <a:r>
              <a:rPr lang="en-US" altLang="zh-CN" sz="1100"/>
              <a:t>ID</a:t>
            </a:r>
            <a:endParaRPr lang="zh-CN" altLang="en-US" sz="11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D022C8-BA97-0F26-7F7F-A27A2AC6C60F}"/>
              </a:ext>
            </a:extLst>
          </p:cNvPr>
          <p:cNvSpPr txBox="1"/>
          <p:nvPr/>
        </p:nvSpPr>
        <p:spPr>
          <a:xfrm>
            <a:off x="8382003" y="3497342"/>
            <a:ext cx="10550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/>
              <a:t>响应数据：</a:t>
            </a:r>
          </a:p>
        </p:txBody>
      </p:sp>
    </p:spTree>
    <p:extLst>
      <p:ext uri="{BB962C8B-B14F-4D97-AF65-F5344CB8AC3E}">
        <p14:creationId xmlns:p14="http://schemas.microsoft.com/office/powerpoint/2010/main" val="254733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EE89A3-444C-918C-A974-6C25593D82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236" y="1735810"/>
            <a:ext cx="6967456" cy="11311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/>
              <a:t>基于</a:t>
            </a:r>
            <a:r>
              <a:rPr lang="en-US" altLang="zh-CN" sz="1600"/>
              <a:t>print()</a:t>
            </a:r>
            <a:r>
              <a:rPr lang="zh-CN" altLang="en-US" sz="1600"/>
              <a:t>语句记录日志有什么问题</a:t>
            </a:r>
            <a:r>
              <a:rPr lang="en-US" altLang="zh-CN" sz="1600"/>
              <a:t> ?</a:t>
            </a:r>
            <a:endParaRPr lang="zh-CN" altLang="en-US" sz="16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2018D7-0214-9BCA-A572-4989C1D1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791" y="2658885"/>
            <a:ext cx="3638180" cy="4069110"/>
          </a:xfrm>
          <a:prstGeom prst="roundRect">
            <a:avLst>
              <a:gd name="adj" fmla="val 1738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03408D6-B151-699A-F558-029CBBD953DB}"/>
              </a:ext>
            </a:extLst>
          </p:cNvPr>
          <p:cNvSpPr/>
          <p:nvPr/>
        </p:nvSpPr>
        <p:spPr>
          <a:xfrm>
            <a:off x="4460791" y="3321575"/>
            <a:ext cx="3638180" cy="246648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A6A5A7-4A7F-5E6E-58C9-91AFB7E86756}"/>
              </a:ext>
            </a:extLst>
          </p:cNvPr>
          <p:cNvSpPr/>
          <p:nvPr/>
        </p:nvSpPr>
        <p:spPr>
          <a:xfrm>
            <a:off x="4460791" y="4674150"/>
            <a:ext cx="3638180" cy="246648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5599D-9C96-4C50-470E-B032C7469941}"/>
              </a:ext>
            </a:extLst>
          </p:cNvPr>
          <p:cNvSpPr txBox="1"/>
          <p:nvPr/>
        </p:nvSpPr>
        <p:spPr>
          <a:xfrm>
            <a:off x="8312103" y="4612808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/>
            </a:lvl1pPr>
          </a:lstStyle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日志什么时间、什么位置输出的？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1F7E88-A34B-6C63-AD14-C0333F172632}"/>
              </a:ext>
            </a:extLst>
          </p:cNvPr>
          <p:cNvSpPr txBox="1"/>
          <p:nvPr/>
        </p:nvSpPr>
        <p:spPr>
          <a:xfrm>
            <a:off x="8312103" y="3244334"/>
            <a:ext cx="2422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想关掉这些日志怎么办</a:t>
            </a:r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?</a:t>
            </a:r>
            <a:endParaRPr lang="zh-CN" altLang="en-US" sz="16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843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19A0B-2C6C-36A0-AC57-A97A7F35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42CFC8-EC27-A4DC-9A93-FD155DA77A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汉字谜盒案例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05D4819-9C5D-F263-BB3D-39315C33EF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3933174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开发规范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基础环境搭建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核心功能开发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程序优化</a:t>
            </a:r>
            <a:endParaRPr lang="en-US" altLang="zh-CN">
              <a:latin typeface="+mn-lt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C58D9D-DB76-5CE2-E986-489DB9B3A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243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46BCA-0B29-F9FF-5361-9992D4D1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592C68-6403-651B-5B82-A15B6774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为了能够灵活的控制项目中日志的输出，我们可以通过官方提供的</a:t>
            </a:r>
            <a:r>
              <a:rPr lang="en-US" altLang="zh-CN"/>
              <a:t>logging</a:t>
            </a:r>
            <a:r>
              <a:rPr lang="zh-CN" altLang="en-US"/>
              <a:t>模块来输出日志，具体做法如下：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7C811A8-5535-5702-D098-19197A4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日志记录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61444-BFA2-D6CB-93EE-5C793E69D4C2}"/>
              </a:ext>
            </a:extLst>
          </p:cNvPr>
          <p:cNvGrpSpPr/>
          <p:nvPr/>
        </p:nvGrpSpPr>
        <p:grpSpPr>
          <a:xfrm>
            <a:off x="974322" y="1452620"/>
            <a:ext cx="8918425" cy="4378338"/>
            <a:chOff x="2297717" y="3660321"/>
            <a:chExt cx="10025199" cy="462582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C4FEAA60-0286-1BBB-E349-F813D152B7E3}"/>
                </a:ext>
              </a:extLst>
            </p:cNvPr>
            <p:cNvSpPr/>
            <p:nvPr/>
          </p:nvSpPr>
          <p:spPr>
            <a:xfrm>
              <a:off x="2297726" y="3660321"/>
              <a:ext cx="10025190" cy="4625822"/>
            </a:xfrm>
            <a:prstGeom prst="roundRect">
              <a:avLst>
                <a:gd name="adj" fmla="val 97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from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FastAPI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logging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logging.basicConfig(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     level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=logging.INFO,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format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"%(asctime)s - %(levelname)s - [%(filename)s:%(lineno)d] - %(message)s"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创建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FastAPI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实例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app = FastAPI()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定义路径操作函数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@app.get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"/"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root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logging.info(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访问首页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~"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FileResponse(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"static/index.html"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6F2BA4B-C600-E403-49AB-837D5AD8BCF5}"/>
                </a:ext>
              </a:extLst>
            </p:cNvPr>
            <p:cNvSpPr/>
            <p:nvPr/>
          </p:nvSpPr>
          <p:spPr>
            <a:xfrm>
              <a:off x="2297717" y="3660322"/>
              <a:ext cx="10025189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C549CB9-04D7-4C29-07B0-3A5184310FB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A93E4DB-BEAD-F9AA-D2AF-6AE486653DE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86FBF10-E100-2333-2AF7-08630C75214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A856548-8FE5-4A90-9659-CAE8907B42AF}"/>
              </a:ext>
            </a:extLst>
          </p:cNvPr>
          <p:cNvSpPr/>
          <p:nvPr/>
        </p:nvSpPr>
        <p:spPr>
          <a:xfrm>
            <a:off x="974322" y="2034209"/>
            <a:ext cx="8918416" cy="25573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6DB7031-505E-36A6-4EE2-5F0E3BEB88E0}"/>
              </a:ext>
            </a:extLst>
          </p:cNvPr>
          <p:cNvSpPr/>
          <p:nvPr/>
        </p:nvSpPr>
        <p:spPr>
          <a:xfrm>
            <a:off x="974322" y="2523032"/>
            <a:ext cx="8918416" cy="1021925"/>
          </a:xfrm>
          <a:prstGeom prst="roundRect">
            <a:avLst>
              <a:gd name="adj" fmla="val 3699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9B64AC8-AB01-F1A3-58D9-A7DC41ADE94C}"/>
              </a:ext>
            </a:extLst>
          </p:cNvPr>
          <p:cNvSpPr/>
          <p:nvPr/>
        </p:nvSpPr>
        <p:spPr>
          <a:xfrm>
            <a:off x="974322" y="5290763"/>
            <a:ext cx="8918416" cy="25573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529C85C-F4F3-8E0C-150D-5D50D89F5737}"/>
              </a:ext>
            </a:extLst>
          </p:cNvPr>
          <p:cNvGrpSpPr/>
          <p:nvPr/>
        </p:nvGrpSpPr>
        <p:grpSpPr>
          <a:xfrm>
            <a:off x="831509" y="6347433"/>
            <a:ext cx="10879906" cy="348335"/>
            <a:chOff x="4685665" y="1834757"/>
            <a:chExt cx="10954648" cy="348335"/>
          </a:xfrm>
        </p:grpSpPr>
        <p:sp>
          <p:nvSpPr>
            <p:cNvPr id="14" name="ComponentBackground2">
              <a:extLst>
                <a:ext uri="{FF2B5EF4-FFF2-40B4-BE49-F238E27FC236}">
                  <a16:creationId xmlns:a16="http://schemas.microsoft.com/office/drawing/2014/main" id="{8DE4EB5B-EA4D-757A-18D0-6B7A55DDE772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93178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日志级别：</a:t>
              </a:r>
              <a:r>
                <a:rPr lang="zh-CN" altLang="en-US" sz="1200" b="0" i="0">
                  <a:solidFill>
                    <a:srgbClr val="0F1115"/>
                  </a:solidFill>
                  <a:effectLst/>
                </a:rPr>
                <a:t>日志级别就是给日志信息贴上的</a:t>
              </a:r>
              <a:r>
                <a:rPr lang="en-US" altLang="zh-CN" sz="1200" b="0" i="0">
                  <a:solidFill>
                    <a:srgbClr val="0F1115"/>
                  </a:solidFill>
                  <a:effectLst/>
                </a:rPr>
                <a:t>"</a:t>
              </a:r>
              <a:r>
                <a:rPr lang="zh-CN" altLang="en-US" sz="1200" b="0" i="0">
                  <a:solidFill>
                    <a:srgbClr val="0F1115"/>
                  </a:solidFill>
                  <a:effectLst/>
                </a:rPr>
                <a:t>重要性标签</a:t>
              </a:r>
              <a:r>
                <a:rPr lang="en-US" altLang="zh-CN" sz="1200" b="0" i="0">
                  <a:solidFill>
                    <a:srgbClr val="0F1115"/>
                  </a:solidFill>
                  <a:effectLst/>
                </a:rPr>
                <a:t>"</a:t>
              </a:r>
              <a:r>
                <a:rPr kumimoji="1" lang="zh-CN" altLang="en-US" sz="1200" b="0" i="0">
                  <a:solidFill>
                    <a:srgbClr val="0F1115"/>
                  </a:solidFill>
                  <a:effectLst/>
                </a:rPr>
                <a:t>，常见的级别有：</a:t>
              </a:r>
              <a:r>
                <a:rPr kumimoji="1" lang="en-US" altLang="zh-CN" sz="1200" b="0" i="0">
                  <a:solidFill>
                    <a:srgbClr val="0F1115"/>
                  </a:solidFill>
                  <a:effectLst/>
                </a:rPr>
                <a:t>DEBUG</a:t>
              </a:r>
              <a:r>
                <a:rPr kumimoji="1" lang="zh-CN" altLang="en-US" sz="1200" b="0" i="0">
                  <a:solidFill>
                    <a:srgbClr val="0F1115"/>
                  </a:solidFill>
                  <a:effectLst/>
                </a:rPr>
                <a:t>、</a:t>
              </a:r>
              <a:r>
                <a:rPr kumimoji="1" lang="en-US" altLang="zh-CN" sz="1200" b="0" i="0">
                  <a:solidFill>
                    <a:srgbClr val="0F1115"/>
                  </a:solidFill>
                  <a:effectLst/>
                </a:rPr>
                <a:t>INFO</a:t>
              </a:r>
              <a:r>
                <a:rPr kumimoji="1" lang="zh-CN" altLang="en-US" sz="1200" b="0" i="0">
                  <a:solidFill>
                    <a:srgbClr val="0F1115"/>
                  </a:solidFill>
                  <a:effectLst/>
                </a:rPr>
                <a:t>、</a:t>
              </a:r>
              <a:r>
                <a:rPr kumimoji="1" lang="en-US" altLang="zh-CN" sz="1200" b="0" i="0">
                  <a:solidFill>
                    <a:srgbClr val="0F1115"/>
                  </a:solidFill>
                  <a:effectLst/>
                </a:rPr>
                <a:t>WARNING</a:t>
              </a:r>
              <a:r>
                <a:rPr kumimoji="1" lang="zh-CN" altLang="en-US" sz="1200" b="0" i="0">
                  <a:solidFill>
                    <a:srgbClr val="0F1115"/>
                  </a:solidFill>
                  <a:effectLst/>
                </a:rPr>
                <a:t>、</a:t>
              </a:r>
              <a:r>
                <a:rPr kumimoji="1" lang="en-US" altLang="zh-CN" sz="1200" b="0" i="0">
                  <a:solidFill>
                    <a:srgbClr val="0F1115"/>
                  </a:solidFill>
                  <a:effectLst/>
                </a:rPr>
                <a:t>ERROR</a:t>
              </a:r>
              <a:r>
                <a:rPr kumimoji="1" lang="zh-CN" altLang="en-US" sz="1200" b="0" i="0">
                  <a:solidFill>
                    <a:srgbClr val="0F1115"/>
                  </a:solidFill>
                  <a:effectLst/>
                </a:rPr>
                <a:t>、</a:t>
              </a:r>
              <a:r>
                <a:rPr kumimoji="1" lang="en-US" altLang="zh-CN" sz="1200" b="0" i="0">
                  <a:solidFill>
                    <a:srgbClr val="0F1115"/>
                  </a:solidFill>
                  <a:effectLst/>
                </a:rPr>
                <a:t>FATAL</a:t>
              </a:r>
              <a:r>
                <a:rPr kumimoji="1" lang="zh-CN" altLang="en-US" sz="1200" b="0" i="0">
                  <a:solidFill>
                    <a:srgbClr val="0F1115"/>
                  </a:solidFill>
                  <a:effectLst/>
                </a:rPr>
                <a:t>（日志级别依次升高）。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5" name="Shape2">
              <a:extLst>
                <a:ext uri="{FF2B5EF4-FFF2-40B4-BE49-F238E27FC236}">
                  <a16:creationId xmlns:a16="http://schemas.microsoft.com/office/drawing/2014/main" id="{AA5A81D4-59FB-4204-75B3-F3D794382BB0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5988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157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DC94-E47E-2B54-4CAC-7D03E3F9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ADBDCA-FDA3-29C8-5C1B-AF488F4F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项目中的功能较多，目前我们并未考虑异常处理，可以借助于</a:t>
            </a:r>
            <a:r>
              <a:rPr lang="en-US" altLang="zh-CN"/>
              <a:t>FastAPI</a:t>
            </a:r>
            <a:r>
              <a:rPr lang="zh-CN" altLang="en-US"/>
              <a:t>中的统一异常处理方案来处理异常。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E69C0F-5DA4-5372-1D61-59C4546E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统一异常处理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51D371C-2279-ED9B-684B-3C6D32FDF363}"/>
              </a:ext>
            </a:extLst>
          </p:cNvPr>
          <p:cNvGrpSpPr/>
          <p:nvPr/>
        </p:nvGrpSpPr>
        <p:grpSpPr>
          <a:xfrm>
            <a:off x="974322" y="1523421"/>
            <a:ext cx="8918425" cy="1696857"/>
            <a:chOff x="2297717" y="3660321"/>
            <a:chExt cx="10025199" cy="179277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1E0F83B-6D9E-A043-FB03-C37D23420BA8}"/>
                </a:ext>
              </a:extLst>
            </p:cNvPr>
            <p:cNvSpPr/>
            <p:nvPr/>
          </p:nvSpPr>
          <p:spPr>
            <a:xfrm>
              <a:off x="2297726" y="3660321"/>
              <a:ext cx="10025190" cy="1792771"/>
            </a:xfrm>
            <a:prstGeom prst="roundRect">
              <a:avLst>
                <a:gd name="adj" fmla="val 292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统一处理异常信息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@app.exception_handler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Exception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handle_exception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request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Request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Exception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logging.error(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处理异常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请求路径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request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.url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异常信息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exc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JSONResponse(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content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"code"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"message"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服务器内部错误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})</a:t>
              </a:r>
            </a:p>
          </p:txBody>
        </p:sp>
        <p:sp>
          <p:nvSpPr>
            <p:cNvPr id="31" name="矩形: 圆顶角 30">
              <a:extLst>
                <a:ext uri="{FF2B5EF4-FFF2-40B4-BE49-F238E27FC236}">
                  <a16:creationId xmlns:a16="http://schemas.microsoft.com/office/drawing/2014/main" id="{E9D164E8-E621-5D70-E55E-98D4CC9AA530}"/>
                </a:ext>
              </a:extLst>
            </p:cNvPr>
            <p:cNvSpPr/>
            <p:nvPr/>
          </p:nvSpPr>
          <p:spPr>
            <a:xfrm>
              <a:off x="2297717" y="3660322"/>
              <a:ext cx="10025189" cy="270190"/>
            </a:xfrm>
            <a:prstGeom prst="round2SameRect">
              <a:avLst>
                <a:gd name="adj1" fmla="val 14806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1A337576-AC89-39A0-6F69-097E1ABF44E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6E7D6A29-8E5A-54C6-AD46-DA6A3B09E26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032482A-F351-1A22-90C8-EF36787B864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E8D40EB-2479-C151-D967-B25578885CAA}"/>
              </a:ext>
            </a:extLst>
          </p:cNvPr>
          <p:cNvSpPr/>
          <p:nvPr/>
        </p:nvSpPr>
        <p:spPr>
          <a:xfrm>
            <a:off x="7614251" y="3518704"/>
            <a:ext cx="3426282" cy="2888971"/>
          </a:xfrm>
          <a:prstGeom prst="roundRect">
            <a:avLst>
              <a:gd name="adj" fmla="val 4429"/>
            </a:avLst>
          </a:prstGeom>
          <a:solidFill>
            <a:srgbClr val="05988A">
              <a:alpha val="20000"/>
            </a:srgbClr>
          </a:solidFill>
          <a:ln w="6350">
            <a:solidFill>
              <a:srgbClr val="059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world-wide-web_22617">
            <a:extLst>
              <a:ext uri="{FF2B5EF4-FFF2-40B4-BE49-F238E27FC236}">
                <a16:creationId xmlns:a16="http://schemas.microsoft.com/office/drawing/2014/main" id="{7350A10D-6254-CC19-A8AA-3F340FF18268}"/>
              </a:ext>
            </a:extLst>
          </p:cNvPr>
          <p:cNvSpPr/>
          <p:nvPr/>
        </p:nvSpPr>
        <p:spPr>
          <a:xfrm>
            <a:off x="1229360" y="4363531"/>
            <a:ext cx="978004" cy="858344"/>
          </a:xfrm>
          <a:custGeom>
            <a:avLst/>
            <a:gdLst>
              <a:gd name="connsiteX0" fmla="*/ 424113 w 609614"/>
              <a:gd name="connsiteY0" fmla="*/ 396119 h 535027"/>
              <a:gd name="connsiteX1" fmla="*/ 422903 w 609614"/>
              <a:gd name="connsiteY1" fmla="*/ 401354 h 535027"/>
              <a:gd name="connsiteX2" fmla="*/ 392856 w 609614"/>
              <a:gd name="connsiteY2" fmla="*/ 497582 h 535027"/>
              <a:gd name="connsiteX3" fmla="*/ 389024 w 609614"/>
              <a:gd name="connsiteY3" fmla="*/ 509661 h 535027"/>
              <a:gd name="connsiteX4" fmla="*/ 389427 w 609614"/>
              <a:gd name="connsiteY4" fmla="*/ 509661 h 535027"/>
              <a:gd name="connsiteX5" fmla="*/ 389226 w 609614"/>
              <a:gd name="connsiteY5" fmla="*/ 509460 h 535027"/>
              <a:gd name="connsiteX6" fmla="*/ 400519 w 609614"/>
              <a:gd name="connsiteY6" fmla="*/ 505031 h 535027"/>
              <a:gd name="connsiteX7" fmla="*/ 510019 w 609614"/>
              <a:gd name="connsiteY7" fmla="*/ 420479 h 535027"/>
              <a:gd name="connsiteX8" fmla="*/ 515262 w 609614"/>
              <a:gd name="connsiteY8" fmla="*/ 413634 h 535027"/>
              <a:gd name="connsiteX9" fmla="*/ 506792 w 609614"/>
              <a:gd name="connsiteY9" fmla="*/ 411621 h 535027"/>
              <a:gd name="connsiteX10" fmla="*/ 429356 w 609614"/>
              <a:gd name="connsiteY10" fmla="*/ 396925 h 535027"/>
              <a:gd name="connsiteX11" fmla="*/ 183132 w 609614"/>
              <a:gd name="connsiteY11" fmla="*/ 394912 h 535027"/>
              <a:gd name="connsiteX12" fmla="*/ 177889 w 609614"/>
              <a:gd name="connsiteY12" fmla="*/ 395717 h 535027"/>
              <a:gd name="connsiteX13" fmla="*/ 102066 w 609614"/>
              <a:gd name="connsiteY13" fmla="*/ 411218 h 535027"/>
              <a:gd name="connsiteX14" fmla="*/ 94000 w 609614"/>
              <a:gd name="connsiteY14" fmla="*/ 413433 h 535027"/>
              <a:gd name="connsiteX15" fmla="*/ 99042 w 609614"/>
              <a:gd name="connsiteY15" fmla="*/ 420277 h 535027"/>
              <a:gd name="connsiteX16" fmla="*/ 206726 w 609614"/>
              <a:gd name="connsiteY16" fmla="*/ 504025 h 535027"/>
              <a:gd name="connsiteX17" fmla="*/ 219027 w 609614"/>
              <a:gd name="connsiteY17" fmla="*/ 509259 h 535027"/>
              <a:gd name="connsiteX18" fmla="*/ 218826 w 609614"/>
              <a:gd name="connsiteY18" fmla="*/ 509259 h 535027"/>
              <a:gd name="connsiteX19" fmla="*/ 220439 w 609614"/>
              <a:gd name="connsiteY19" fmla="*/ 509661 h 535027"/>
              <a:gd name="connsiteX20" fmla="*/ 219027 w 609614"/>
              <a:gd name="connsiteY20" fmla="*/ 509057 h 535027"/>
              <a:gd name="connsiteX21" fmla="*/ 214188 w 609614"/>
              <a:gd name="connsiteY21" fmla="*/ 496777 h 535027"/>
              <a:gd name="connsiteX22" fmla="*/ 184342 w 609614"/>
              <a:gd name="connsiteY22" fmla="*/ 400146 h 535027"/>
              <a:gd name="connsiteX23" fmla="*/ 310378 w 609614"/>
              <a:gd name="connsiteY23" fmla="*/ 387262 h 535027"/>
              <a:gd name="connsiteX24" fmla="*/ 310378 w 609614"/>
              <a:gd name="connsiteY24" fmla="*/ 523552 h 535027"/>
              <a:gd name="connsiteX25" fmla="*/ 316428 w 609614"/>
              <a:gd name="connsiteY25" fmla="*/ 523351 h 535027"/>
              <a:gd name="connsiteX26" fmla="*/ 372690 w 609614"/>
              <a:gd name="connsiteY26" fmla="*/ 514292 h 535027"/>
              <a:gd name="connsiteX27" fmla="*/ 411206 w 609614"/>
              <a:gd name="connsiteY27" fmla="*/ 400951 h 535027"/>
              <a:gd name="connsiteX28" fmla="*/ 412618 w 609614"/>
              <a:gd name="connsiteY28" fmla="*/ 394710 h 535027"/>
              <a:gd name="connsiteX29" fmla="*/ 406367 w 609614"/>
              <a:gd name="connsiteY29" fmla="*/ 393905 h 535027"/>
              <a:gd name="connsiteX30" fmla="*/ 316226 w 609614"/>
              <a:gd name="connsiteY30" fmla="*/ 387463 h 535027"/>
              <a:gd name="connsiteX31" fmla="*/ 293035 w 609614"/>
              <a:gd name="connsiteY31" fmla="*/ 387262 h 535027"/>
              <a:gd name="connsiteX32" fmla="*/ 200878 w 609614"/>
              <a:gd name="connsiteY32" fmla="*/ 392697 h 535027"/>
              <a:gd name="connsiteX33" fmla="*/ 194425 w 609614"/>
              <a:gd name="connsiteY33" fmla="*/ 393502 h 535027"/>
              <a:gd name="connsiteX34" fmla="*/ 196039 w 609614"/>
              <a:gd name="connsiteY34" fmla="*/ 399743 h 535027"/>
              <a:gd name="connsiteX35" fmla="*/ 233143 w 609614"/>
              <a:gd name="connsiteY35" fmla="*/ 513486 h 535027"/>
              <a:gd name="connsiteX36" fmla="*/ 234353 w 609614"/>
              <a:gd name="connsiteY36" fmla="*/ 513688 h 535027"/>
              <a:gd name="connsiteX37" fmla="*/ 292834 w 609614"/>
              <a:gd name="connsiteY37" fmla="*/ 523351 h 535027"/>
              <a:gd name="connsiteX38" fmla="*/ 298884 w 609614"/>
              <a:gd name="connsiteY38" fmla="*/ 523552 h 535027"/>
              <a:gd name="connsiteX39" fmla="*/ 298884 w 609614"/>
              <a:gd name="connsiteY39" fmla="*/ 387262 h 535027"/>
              <a:gd name="connsiteX40" fmla="*/ 304732 w 609614"/>
              <a:gd name="connsiteY40" fmla="*/ 325659 h 535027"/>
              <a:gd name="connsiteX41" fmla="*/ 310378 w 609614"/>
              <a:gd name="connsiteY41" fmla="*/ 346797 h 535027"/>
              <a:gd name="connsiteX42" fmla="*/ 310378 w 609614"/>
              <a:gd name="connsiteY42" fmla="*/ 375384 h 535027"/>
              <a:gd name="connsiteX43" fmla="*/ 409795 w 609614"/>
              <a:gd name="connsiteY43" fmla="*/ 382229 h 535027"/>
              <a:gd name="connsiteX44" fmla="*/ 415240 w 609614"/>
              <a:gd name="connsiteY44" fmla="*/ 383034 h 535027"/>
              <a:gd name="connsiteX45" fmla="*/ 416248 w 609614"/>
              <a:gd name="connsiteY45" fmla="*/ 377800 h 535027"/>
              <a:gd name="connsiteX46" fmla="*/ 423911 w 609614"/>
              <a:gd name="connsiteY46" fmla="*/ 329685 h 535027"/>
              <a:gd name="connsiteX47" fmla="*/ 431776 w 609614"/>
              <a:gd name="connsiteY47" fmla="*/ 355856 h 535027"/>
              <a:gd name="connsiteX48" fmla="*/ 427743 w 609614"/>
              <a:gd name="connsiteY48" fmla="*/ 378605 h 535027"/>
              <a:gd name="connsiteX49" fmla="*/ 426533 w 609614"/>
              <a:gd name="connsiteY49" fmla="*/ 384443 h 535027"/>
              <a:gd name="connsiteX50" fmla="*/ 432583 w 609614"/>
              <a:gd name="connsiteY50" fmla="*/ 385450 h 535027"/>
              <a:gd name="connsiteX51" fmla="*/ 517682 w 609614"/>
              <a:gd name="connsiteY51" fmla="*/ 402360 h 535027"/>
              <a:gd name="connsiteX52" fmla="*/ 521917 w 609614"/>
              <a:gd name="connsiteY52" fmla="*/ 403367 h 535027"/>
              <a:gd name="connsiteX53" fmla="*/ 524135 w 609614"/>
              <a:gd name="connsiteY53" fmla="*/ 399743 h 535027"/>
              <a:gd name="connsiteX54" fmla="*/ 536436 w 609614"/>
              <a:gd name="connsiteY54" fmla="*/ 376391 h 535027"/>
              <a:gd name="connsiteX55" fmla="*/ 549140 w 609614"/>
              <a:gd name="connsiteY55" fmla="*/ 376391 h 535027"/>
              <a:gd name="connsiteX56" fmla="*/ 304732 w 609614"/>
              <a:gd name="connsiteY56" fmla="*/ 535027 h 535027"/>
              <a:gd name="connsiteX57" fmla="*/ 60122 w 609614"/>
              <a:gd name="connsiteY57" fmla="*/ 376391 h 535027"/>
              <a:gd name="connsiteX58" fmla="*/ 72826 w 609614"/>
              <a:gd name="connsiteY58" fmla="*/ 376391 h 535027"/>
              <a:gd name="connsiteX59" fmla="*/ 85127 w 609614"/>
              <a:gd name="connsiteY59" fmla="*/ 399743 h 535027"/>
              <a:gd name="connsiteX60" fmla="*/ 87345 w 609614"/>
              <a:gd name="connsiteY60" fmla="*/ 403568 h 535027"/>
              <a:gd name="connsiteX61" fmla="*/ 91580 w 609614"/>
              <a:gd name="connsiteY61" fmla="*/ 402360 h 535027"/>
              <a:gd name="connsiteX62" fmla="*/ 174865 w 609614"/>
              <a:gd name="connsiteY62" fmla="*/ 384443 h 535027"/>
              <a:gd name="connsiteX63" fmla="*/ 180713 w 609614"/>
              <a:gd name="connsiteY63" fmla="*/ 383638 h 535027"/>
              <a:gd name="connsiteX64" fmla="*/ 179503 w 609614"/>
              <a:gd name="connsiteY64" fmla="*/ 377800 h 535027"/>
              <a:gd name="connsiteX65" fmla="*/ 175470 w 609614"/>
              <a:gd name="connsiteY65" fmla="*/ 354045 h 535027"/>
              <a:gd name="connsiteX66" fmla="*/ 183536 w 609614"/>
              <a:gd name="connsiteY66" fmla="*/ 328880 h 535027"/>
              <a:gd name="connsiteX67" fmla="*/ 190997 w 609614"/>
              <a:gd name="connsiteY67" fmla="*/ 376793 h 535027"/>
              <a:gd name="connsiteX68" fmla="*/ 192005 w 609614"/>
              <a:gd name="connsiteY68" fmla="*/ 382027 h 535027"/>
              <a:gd name="connsiteX69" fmla="*/ 197450 w 609614"/>
              <a:gd name="connsiteY69" fmla="*/ 381423 h 535027"/>
              <a:gd name="connsiteX70" fmla="*/ 298884 w 609614"/>
              <a:gd name="connsiteY70" fmla="*/ 375384 h 535027"/>
              <a:gd name="connsiteX71" fmla="*/ 299287 w 609614"/>
              <a:gd name="connsiteY71" fmla="*/ 346797 h 535027"/>
              <a:gd name="connsiteX72" fmla="*/ 414854 w 609614"/>
              <a:gd name="connsiteY72" fmla="*/ 217483 h 535027"/>
              <a:gd name="connsiteX73" fmla="*/ 439854 w 609614"/>
              <a:gd name="connsiteY73" fmla="*/ 217483 h 535027"/>
              <a:gd name="connsiteX74" fmla="*/ 457597 w 609614"/>
              <a:gd name="connsiteY74" fmla="*/ 285557 h 535027"/>
              <a:gd name="connsiteX75" fmla="*/ 467476 w 609614"/>
              <a:gd name="connsiteY75" fmla="*/ 328053 h 535027"/>
              <a:gd name="connsiteX76" fmla="*/ 468282 w 609614"/>
              <a:gd name="connsiteY76" fmla="*/ 328053 h 535027"/>
              <a:gd name="connsiteX77" fmla="*/ 480177 w 609614"/>
              <a:gd name="connsiteY77" fmla="*/ 285759 h 535027"/>
              <a:gd name="connsiteX78" fmla="*/ 502154 w 609614"/>
              <a:gd name="connsiteY78" fmla="*/ 217483 h 535027"/>
              <a:gd name="connsiteX79" fmla="*/ 522718 w 609614"/>
              <a:gd name="connsiteY79" fmla="*/ 217483 h 535027"/>
              <a:gd name="connsiteX80" fmla="*/ 543485 w 609614"/>
              <a:gd name="connsiteY80" fmla="*/ 284550 h 535027"/>
              <a:gd name="connsiteX81" fmla="*/ 555380 w 609614"/>
              <a:gd name="connsiteY81" fmla="*/ 328255 h 535027"/>
              <a:gd name="connsiteX82" fmla="*/ 556186 w 609614"/>
              <a:gd name="connsiteY82" fmla="*/ 328255 h 535027"/>
              <a:gd name="connsiteX83" fmla="*/ 566469 w 609614"/>
              <a:gd name="connsiteY83" fmla="*/ 284752 h 535027"/>
              <a:gd name="connsiteX84" fmla="*/ 585420 w 609614"/>
              <a:gd name="connsiteY84" fmla="*/ 217483 h 535027"/>
              <a:gd name="connsiteX85" fmla="*/ 609614 w 609614"/>
              <a:gd name="connsiteY85" fmla="*/ 217483 h 535027"/>
              <a:gd name="connsiteX86" fmla="*/ 566469 w 609614"/>
              <a:gd name="connsiteY86" fmla="*/ 351416 h 535027"/>
              <a:gd name="connsiteX87" fmla="*/ 544291 w 609614"/>
              <a:gd name="connsiteY87" fmla="*/ 351416 h 535027"/>
              <a:gd name="connsiteX88" fmla="*/ 523726 w 609614"/>
              <a:gd name="connsiteY88" fmla="*/ 287571 h 535027"/>
              <a:gd name="connsiteX89" fmla="*/ 511831 w 609614"/>
              <a:gd name="connsiteY89" fmla="*/ 243464 h 535027"/>
              <a:gd name="connsiteX90" fmla="*/ 511226 w 609614"/>
              <a:gd name="connsiteY90" fmla="*/ 243464 h 535027"/>
              <a:gd name="connsiteX91" fmla="*/ 499129 w 609614"/>
              <a:gd name="connsiteY91" fmla="*/ 287773 h 535027"/>
              <a:gd name="connsiteX92" fmla="*/ 477556 w 609614"/>
              <a:gd name="connsiteY92" fmla="*/ 351416 h 535027"/>
              <a:gd name="connsiteX93" fmla="*/ 455379 w 609614"/>
              <a:gd name="connsiteY93" fmla="*/ 351416 h 535027"/>
              <a:gd name="connsiteX94" fmla="*/ 207321 w 609614"/>
              <a:gd name="connsiteY94" fmla="*/ 217483 h 535027"/>
              <a:gd name="connsiteX95" fmla="*/ 232322 w 609614"/>
              <a:gd name="connsiteY95" fmla="*/ 217483 h 535027"/>
              <a:gd name="connsiteX96" fmla="*/ 250065 w 609614"/>
              <a:gd name="connsiteY96" fmla="*/ 285557 h 535027"/>
              <a:gd name="connsiteX97" fmla="*/ 260147 w 609614"/>
              <a:gd name="connsiteY97" fmla="*/ 328053 h 535027"/>
              <a:gd name="connsiteX98" fmla="*/ 260953 w 609614"/>
              <a:gd name="connsiteY98" fmla="*/ 328053 h 535027"/>
              <a:gd name="connsiteX99" fmla="*/ 272849 w 609614"/>
              <a:gd name="connsiteY99" fmla="*/ 285759 h 535027"/>
              <a:gd name="connsiteX100" fmla="*/ 294826 w 609614"/>
              <a:gd name="connsiteY100" fmla="*/ 217483 h 535027"/>
              <a:gd name="connsiteX101" fmla="*/ 315190 w 609614"/>
              <a:gd name="connsiteY101" fmla="*/ 217483 h 535027"/>
              <a:gd name="connsiteX102" fmla="*/ 335958 w 609614"/>
              <a:gd name="connsiteY102" fmla="*/ 284349 h 535027"/>
              <a:gd name="connsiteX103" fmla="*/ 347854 w 609614"/>
              <a:gd name="connsiteY103" fmla="*/ 328255 h 535027"/>
              <a:gd name="connsiteX104" fmla="*/ 348660 w 609614"/>
              <a:gd name="connsiteY104" fmla="*/ 328255 h 535027"/>
              <a:gd name="connsiteX105" fmla="*/ 358943 w 609614"/>
              <a:gd name="connsiteY105" fmla="*/ 284752 h 535027"/>
              <a:gd name="connsiteX106" fmla="*/ 378098 w 609614"/>
              <a:gd name="connsiteY106" fmla="*/ 217483 h 535027"/>
              <a:gd name="connsiteX107" fmla="*/ 402293 w 609614"/>
              <a:gd name="connsiteY107" fmla="*/ 217483 h 535027"/>
              <a:gd name="connsiteX108" fmla="*/ 358943 w 609614"/>
              <a:gd name="connsiteY108" fmla="*/ 351416 h 535027"/>
              <a:gd name="connsiteX109" fmla="*/ 336764 w 609614"/>
              <a:gd name="connsiteY109" fmla="*/ 351416 h 535027"/>
              <a:gd name="connsiteX110" fmla="*/ 316400 w 609614"/>
              <a:gd name="connsiteY110" fmla="*/ 287571 h 535027"/>
              <a:gd name="connsiteX111" fmla="*/ 304504 w 609614"/>
              <a:gd name="connsiteY111" fmla="*/ 243464 h 535027"/>
              <a:gd name="connsiteX112" fmla="*/ 303899 w 609614"/>
              <a:gd name="connsiteY112" fmla="*/ 243464 h 535027"/>
              <a:gd name="connsiteX113" fmla="*/ 291600 w 609614"/>
              <a:gd name="connsiteY113" fmla="*/ 287773 h 535027"/>
              <a:gd name="connsiteX114" fmla="*/ 270026 w 609614"/>
              <a:gd name="connsiteY114" fmla="*/ 351416 h 535027"/>
              <a:gd name="connsiteX115" fmla="*/ 247848 w 609614"/>
              <a:gd name="connsiteY115" fmla="*/ 351416 h 535027"/>
              <a:gd name="connsiteX116" fmla="*/ 0 w 609614"/>
              <a:gd name="connsiteY116" fmla="*/ 217483 h 535027"/>
              <a:gd name="connsiteX117" fmla="*/ 25009 w 609614"/>
              <a:gd name="connsiteY117" fmla="*/ 217483 h 535027"/>
              <a:gd name="connsiteX118" fmla="*/ 42758 w 609614"/>
              <a:gd name="connsiteY118" fmla="*/ 285557 h 535027"/>
              <a:gd name="connsiteX119" fmla="*/ 52640 w 609614"/>
              <a:gd name="connsiteY119" fmla="*/ 328053 h 535027"/>
              <a:gd name="connsiteX120" fmla="*/ 53447 w 609614"/>
              <a:gd name="connsiteY120" fmla="*/ 328053 h 535027"/>
              <a:gd name="connsiteX121" fmla="*/ 65347 w 609614"/>
              <a:gd name="connsiteY121" fmla="*/ 285759 h 535027"/>
              <a:gd name="connsiteX122" fmla="*/ 87331 w 609614"/>
              <a:gd name="connsiteY122" fmla="*/ 217483 h 535027"/>
              <a:gd name="connsiteX123" fmla="*/ 107701 w 609614"/>
              <a:gd name="connsiteY123" fmla="*/ 217483 h 535027"/>
              <a:gd name="connsiteX124" fmla="*/ 128677 w 609614"/>
              <a:gd name="connsiteY124" fmla="*/ 284550 h 535027"/>
              <a:gd name="connsiteX125" fmla="*/ 140577 w 609614"/>
              <a:gd name="connsiteY125" fmla="*/ 328255 h 535027"/>
              <a:gd name="connsiteX126" fmla="*/ 141383 w 609614"/>
              <a:gd name="connsiteY126" fmla="*/ 328255 h 535027"/>
              <a:gd name="connsiteX127" fmla="*/ 151669 w 609614"/>
              <a:gd name="connsiteY127" fmla="*/ 284752 h 535027"/>
              <a:gd name="connsiteX128" fmla="*/ 170830 w 609614"/>
              <a:gd name="connsiteY128" fmla="*/ 217483 h 535027"/>
              <a:gd name="connsiteX129" fmla="*/ 194831 w 609614"/>
              <a:gd name="connsiteY129" fmla="*/ 217483 h 535027"/>
              <a:gd name="connsiteX130" fmla="*/ 151669 w 609614"/>
              <a:gd name="connsiteY130" fmla="*/ 351416 h 535027"/>
              <a:gd name="connsiteX131" fmla="*/ 129484 w 609614"/>
              <a:gd name="connsiteY131" fmla="*/ 351416 h 535027"/>
              <a:gd name="connsiteX132" fmla="*/ 108911 w 609614"/>
              <a:gd name="connsiteY132" fmla="*/ 287571 h 535027"/>
              <a:gd name="connsiteX133" fmla="*/ 97012 w 609614"/>
              <a:gd name="connsiteY133" fmla="*/ 243464 h 535027"/>
              <a:gd name="connsiteX134" fmla="*/ 96407 w 609614"/>
              <a:gd name="connsiteY134" fmla="*/ 243464 h 535027"/>
              <a:gd name="connsiteX135" fmla="*/ 84306 w 609614"/>
              <a:gd name="connsiteY135" fmla="*/ 287773 h 535027"/>
              <a:gd name="connsiteX136" fmla="*/ 62725 w 609614"/>
              <a:gd name="connsiteY136" fmla="*/ 351416 h 535027"/>
              <a:gd name="connsiteX137" fmla="*/ 40539 w 609614"/>
              <a:gd name="connsiteY137" fmla="*/ 351416 h 535027"/>
              <a:gd name="connsiteX138" fmla="*/ 200680 w 609614"/>
              <a:gd name="connsiteY138" fmla="*/ 33224 h 535027"/>
              <a:gd name="connsiteX139" fmla="*/ 188580 w 609614"/>
              <a:gd name="connsiteY139" fmla="*/ 39467 h 535027"/>
              <a:gd name="connsiteX140" fmla="*/ 103072 w 609614"/>
              <a:gd name="connsiteY140" fmla="*/ 109742 h 535027"/>
              <a:gd name="connsiteX141" fmla="*/ 97425 w 609614"/>
              <a:gd name="connsiteY141" fmla="*/ 116789 h 535027"/>
              <a:gd name="connsiteX142" fmla="*/ 106298 w 609614"/>
              <a:gd name="connsiteY142" fmla="*/ 118803 h 535027"/>
              <a:gd name="connsiteX143" fmla="*/ 171034 w 609614"/>
              <a:gd name="connsiteY143" fmla="*/ 131287 h 535027"/>
              <a:gd name="connsiteX144" fmla="*/ 176681 w 609614"/>
              <a:gd name="connsiteY144" fmla="*/ 132093 h 535027"/>
              <a:gd name="connsiteX145" fmla="*/ 177689 w 609614"/>
              <a:gd name="connsiteY145" fmla="*/ 126455 h 535027"/>
              <a:gd name="connsiteX146" fmla="*/ 196646 w 609614"/>
              <a:gd name="connsiteY146" fmla="*/ 46112 h 535027"/>
              <a:gd name="connsiteX147" fmla="*/ 406383 w 609614"/>
              <a:gd name="connsiteY147" fmla="*/ 32218 h 535027"/>
              <a:gd name="connsiteX148" fmla="*/ 410416 w 609614"/>
              <a:gd name="connsiteY148" fmla="*/ 45105 h 535027"/>
              <a:gd name="connsiteX149" fmla="*/ 429979 w 609614"/>
              <a:gd name="connsiteY149" fmla="*/ 128065 h 535027"/>
              <a:gd name="connsiteX150" fmla="*/ 430987 w 609614"/>
              <a:gd name="connsiteY150" fmla="*/ 133502 h 535027"/>
              <a:gd name="connsiteX151" fmla="*/ 436634 w 609614"/>
              <a:gd name="connsiteY151" fmla="*/ 132697 h 535027"/>
              <a:gd name="connsiteX152" fmla="*/ 503387 w 609614"/>
              <a:gd name="connsiteY152" fmla="*/ 119004 h 535027"/>
              <a:gd name="connsiteX153" fmla="*/ 511857 w 609614"/>
              <a:gd name="connsiteY153" fmla="*/ 116789 h 535027"/>
              <a:gd name="connsiteX154" fmla="*/ 506412 w 609614"/>
              <a:gd name="connsiteY154" fmla="*/ 109943 h 535027"/>
              <a:gd name="connsiteX155" fmla="*/ 418484 w 609614"/>
              <a:gd name="connsiteY155" fmla="*/ 38259 h 535027"/>
              <a:gd name="connsiteX156" fmla="*/ 310388 w 609614"/>
              <a:gd name="connsiteY156" fmla="*/ 11478 h 535027"/>
              <a:gd name="connsiteX157" fmla="*/ 310388 w 609614"/>
              <a:gd name="connsiteY157" fmla="*/ 142161 h 535027"/>
              <a:gd name="connsiteX158" fmla="*/ 316237 w 609614"/>
              <a:gd name="connsiteY158" fmla="*/ 141959 h 535027"/>
              <a:gd name="connsiteX159" fmla="*/ 413845 w 609614"/>
              <a:gd name="connsiteY159" fmla="*/ 135919 h 535027"/>
              <a:gd name="connsiteX160" fmla="*/ 419694 w 609614"/>
              <a:gd name="connsiteY160" fmla="*/ 135113 h 535027"/>
              <a:gd name="connsiteX161" fmla="*/ 418685 w 609614"/>
              <a:gd name="connsiteY161" fmla="*/ 129274 h 535027"/>
              <a:gd name="connsiteX162" fmla="*/ 393073 w 609614"/>
              <a:gd name="connsiteY162" fmla="*/ 29600 h 535027"/>
              <a:gd name="connsiteX163" fmla="*/ 392266 w 609614"/>
              <a:gd name="connsiteY163" fmla="*/ 26982 h 535027"/>
              <a:gd name="connsiteX164" fmla="*/ 389644 w 609614"/>
              <a:gd name="connsiteY164" fmla="*/ 26177 h 535027"/>
              <a:gd name="connsiteX165" fmla="*/ 316438 w 609614"/>
              <a:gd name="connsiteY165" fmla="*/ 11880 h 535027"/>
              <a:gd name="connsiteX166" fmla="*/ 298893 w 609614"/>
              <a:gd name="connsiteY166" fmla="*/ 11478 h 535027"/>
              <a:gd name="connsiteX167" fmla="*/ 292843 w 609614"/>
              <a:gd name="connsiteY167" fmla="*/ 11880 h 535027"/>
              <a:gd name="connsiteX168" fmla="*/ 217620 w 609614"/>
              <a:gd name="connsiteY168" fmla="*/ 26781 h 535027"/>
              <a:gd name="connsiteX169" fmla="*/ 214998 w 609614"/>
              <a:gd name="connsiteY169" fmla="*/ 27586 h 535027"/>
              <a:gd name="connsiteX170" fmla="*/ 214192 w 609614"/>
              <a:gd name="connsiteY170" fmla="*/ 30204 h 535027"/>
              <a:gd name="connsiteX171" fmla="*/ 188983 w 609614"/>
              <a:gd name="connsiteY171" fmla="*/ 127663 h 535027"/>
              <a:gd name="connsiteX172" fmla="*/ 187975 w 609614"/>
              <a:gd name="connsiteY172" fmla="*/ 133704 h 535027"/>
              <a:gd name="connsiteX173" fmla="*/ 194025 w 609614"/>
              <a:gd name="connsiteY173" fmla="*/ 134509 h 535027"/>
              <a:gd name="connsiteX174" fmla="*/ 293045 w 609614"/>
              <a:gd name="connsiteY174" fmla="*/ 141758 h 535027"/>
              <a:gd name="connsiteX175" fmla="*/ 298893 w 609614"/>
              <a:gd name="connsiteY175" fmla="*/ 141959 h 535027"/>
              <a:gd name="connsiteX176" fmla="*/ 304741 w 609614"/>
              <a:gd name="connsiteY176" fmla="*/ 0 h 535027"/>
              <a:gd name="connsiteX177" fmla="*/ 565299 w 609614"/>
              <a:gd name="connsiteY177" fmla="*/ 205992 h 535027"/>
              <a:gd name="connsiteX178" fmla="*/ 558241 w 609614"/>
              <a:gd name="connsiteY178" fmla="*/ 230961 h 535027"/>
              <a:gd name="connsiteX179" fmla="*/ 520730 w 609614"/>
              <a:gd name="connsiteY179" fmla="*/ 130079 h 535027"/>
              <a:gd name="connsiteX180" fmla="*/ 518512 w 609614"/>
              <a:gd name="connsiteY180" fmla="*/ 126455 h 535027"/>
              <a:gd name="connsiteX181" fmla="*/ 514478 w 609614"/>
              <a:gd name="connsiteY181" fmla="*/ 127663 h 535027"/>
              <a:gd name="connsiteX182" fmla="*/ 438449 w 609614"/>
              <a:gd name="connsiteY182" fmla="*/ 144174 h 535027"/>
              <a:gd name="connsiteX183" fmla="*/ 432802 w 609614"/>
              <a:gd name="connsiteY183" fmla="*/ 144980 h 535027"/>
              <a:gd name="connsiteX184" fmla="*/ 433609 w 609614"/>
              <a:gd name="connsiteY184" fmla="*/ 150618 h 535027"/>
              <a:gd name="connsiteX185" fmla="*/ 438247 w 609614"/>
              <a:gd name="connsiteY185" fmla="*/ 196528 h 535027"/>
              <a:gd name="connsiteX186" fmla="*/ 433609 w 609614"/>
              <a:gd name="connsiteY186" fmla="*/ 196528 h 535027"/>
              <a:gd name="connsiteX187" fmla="*/ 426954 w 609614"/>
              <a:gd name="connsiteY187" fmla="*/ 196528 h 535027"/>
              <a:gd name="connsiteX188" fmla="*/ 422315 w 609614"/>
              <a:gd name="connsiteY188" fmla="*/ 152229 h 535027"/>
              <a:gd name="connsiteX189" fmla="*/ 421509 w 609614"/>
              <a:gd name="connsiteY189" fmla="*/ 146792 h 535027"/>
              <a:gd name="connsiteX190" fmla="*/ 415862 w 609614"/>
              <a:gd name="connsiteY190" fmla="*/ 147396 h 535027"/>
              <a:gd name="connsiteX191" fmla="*/ 316035 w 609614"/>
              <a:gd name="connsiteY191" fmla="*/ 153840 h 535027"/>
              <a:gd name="connsiteX192" fmla="*/ 310388 w 609614"/>
              <a:gd name="connsiteY192" fmla="*/ 154041 h 535027"/>
              <a:gd name="connsiteX193" fmla="*/ 310388 w 609614"/>
              <a:gd name="connsiteY193" fmla="*/ 196528 h 535027"/>
              <a:gd name="connsiteX194" fmla="*/ 298893 w 609614"/>
              <a:gd name="connsiteY194" fmla="*/ 196528 h 535027"/>
              <a:gd name="connsiteX195" fmla="*/ 298893 w 609614"/>
              <a:gd name="connsiteY195" fmla="*/ 153840 h 535027"/>
              <a:gd name="connsiteX196" fmla="*/ 293246 w 609614"/>
              <a:gd name="connsiteY196" fmla="*/ 153840 h 535027"/>
              <a:gd name="connsiteX197" fmla="*/ 191806 w 609614"/>
              <a:gd name="connsiteY197" fmla="*/ 146188 h 535027"/>
              <a:gd name="connsiteX198" fmla="*/ 186160 w 609614"/>
              <a:gd name="connsiteY198" fmla="*/ 145383 h 535027"/>
              <a:gd name="connsiteX199" fmla="*/ 185353 w 609614"/>
              <a:gd name="connsiteY199" fmla="*/ 151021 h 535027"/>
              <a:gd name="connsiteX200" fmla="*/ 180513 w 609614"/>
              <a:gd name="connsiteY200" fmla="*/ 196528 h 535027"/>
              <a:gd name="connsiteX201" fmla="*/ 176278 w 609614"/>
              <a:gd name="connsiteY201" fmla="*/ 196528 h 535027"/>
              <a:gd name="connsiteX202" fmla="*/ 169219 w 609614"/>
              <a:gd name="connsiteY202" fmla="*/ 196528 h 535027"/>
              <a:gd name="connsiteX203" fmla="*/ 174059 w 609614"/>
              <a:gd name="connsiteY203" fmla="*/ 149410 h 535027"/>
              <a:gd name="connsiteX204" fmla="*/ 174866 w 609614"/>
              <a:gd name="connsiteY204" fmla="*/ 143772 h 535027"/>
              <a:gd name="connsiteX205" fmla="*/ 169219 w 609614"/>
              <a:gd name="connsiteY205" fmla="*/ 142966 h 535027"/>
              <a:gd name="connsiteX206" fmla="*/ 94602 w 609614"/>
              <a:gd name="connsiteY206" fmla="*/ 127864 h 535027"/>
              <a:gd name="connsiteX207" fmla="*/ 90568 w 609614"/>
              <a:gd name="connsiteY207" fmla="*/ 126857 h 535027"/>
              <a:gd name="connsiteX208" fmla="*/ 88350 w 609614"/>
              <a:gd name="connsiteY208" fmla="*/ 130280 h 535027"/>
              <a:gd name="connsiteX209" fmla="*/ 51243 w 609614"/>
              <a:gd name="connsiteY209" fmla="*/ 229954 h 535027"/>
              <a:gd name="connsiteX210" fmla="*/ 44386 w 609614"/>
              <a:gd name="connsiteY210" fmla="*/ 204180 h 535027"/>
              <a:gd name="connsiteX211" fmla="*/ 304741 w 609614"/>
              <a:gd name="connsiteY211" fmla="*/ 0 h 53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609614" h="535027">
                <a:moveTo>
                  <a:pt x="424113" y="396119"/>
                </a:moveTo>
                <a:lnTo>
                  <a:pt x="422903" y="401354"/>
                </a:lnTo>
                <a:cubicBezTo>
                  <a:pt x="415442" y="433765"/>
                  <a:pt x="405358" y="466177"/>
                  <a:pt x="392856" y="497582"/>
                </a:cubicBezTo>
                <a:lnTo>
                  <a:pt x="389024" y="509661"/>
                </a:lnTo>
                <a:lnTo>
                  <a:pt x="389427" y="509661"/>
                </a:lnTo>
                <a:lnTo>
                  <a:pt x="389226" y="509460"/>
                </a:lnTo>
                <a:lnTo>
                  <a:pt x="400519" y="505031"/>
                </a:lnTo>
                <a:cubicBezTo>
                  <a:pt x="444077" y="487315"/>
                  <a:pt x="481988" y="458125"/>
                  <a:pt x="510019" y="420479"/>
                </a:cubicBezTo>
                <a:lnTo>
                  <a:pt x="515262" y="413634"/>
                </a:lnTo>
                <a:lnTo>
                  <a:pt x="506792" y="411621"/>
                </a:lnTo>
                <a:cubicBezTo>
                  <a:pt x="490458" y="407594"/>
                  <a:pt x="463638" y="401756"/>
                  <a:pt x="429356" y="396925"/>
                </a:cubicBezTo>
                <a:close/>
                <a:moveTo>
                  <a:pt x="183132" y="394912"/>
                </a:moveTo>
                <a:lnTo>
                  <a:pt x="177889" y="395717"/>
                </a:lnTo>
                <a:cubicBezTo>
                  <a:pt x="151674" y="399743"/>
                  <a:pt x="126265" y="404776"/>
                  <a:pt x="102066" y="411218"/>
                </a:cubicBezTo>
                <a:lnTo>
                  <a:pt x="94000" y="413433"/>
                </a:lnTo>
                <a:lnTo>
                  <a:pt x="99042" y="420277"/>
                </a:lnTo>
                <a:cubicBezTo>
                  <a:pt x="126669" y="457319"/>
                  <a:pt x="163975" y="486309"/>
                  <a:pt x="206726" y="504025"/>
                </a:cubicBezTo>
                <a:lnTo>
                  <a:pt x="219027" y="509259"/>
                </a:lnTo>
                <a:lnTo>
                  <a:pt x="218826" y="509259"/>
                </a:lnTo>
                <a:lnTo>
                  <a:pt x="220439" y="509661"/>
                </a:lnTo>
                <a:lnTo>
                  <a:pt x="219027" y="509057"/>
                </a:lnTo>
                <a:lnTo>
                  <a:pt x="214188" y="496777"/>
                </a:lnTo>
                <a:cubicBezTo>
                  <a:pt x="201685" y="465171"/>
                  <a:pt x="191804" y="432759"/>
                  <a:pt x="184342" y="400146"/>
                </a:cubicBezTo>
                <a:close/>
                <a:moveTo>
                  <a:pt x="310378" y="387262"/>
                </a:moveTo>
                <a:lnTo>
                  <a:pt x="310378" y="523552"/>
                </a:lnTo>
                <a:lnTo>
                  <a:pt x="316428" y="523351"/>
                </a:lnTo>
                <a:cubicBezTo>
                  <a:pt x="335383" y="522344"/>
                  <a:pt x="354339" y="519324"/>
                  <a:pt x="372690" y="514292"/>
                </a:cubicBezTo>
                <a:cubicBezTo>
                  <a:pt x="386604" y="481075"/>
                  <a:pt x="403140" y="435779"/>
                  <a:pt x="411206" y="400951"/>
                </a:cubicBezTo>
                <a:lnTo>
                  <a:pt x="412618" y="394710"/>
                </a:lnTo>
                <a:lnTo>
                  <a:pt x="406367" y="393905"/>
                </a:lnTo>
                <a:cubicBezTo>
                  <a:pt x="376320" y="390281"/>
                  <a:pt x="346071" y="388067"/>
                  <a:pt x="316226" y="387463"/>
                </a:cubicBezTo>
                <a:close/>
                <a:moveTo>
                  <a:pt x="293035" y="387262"/>
                </a:moveTo>
                <a:cubicBezTo>
                  <a:pt x="261779" y="387463"/>
                  <a:pt x="230724" y="389275"/>
                  <a:pt x="200878" y="392697"/>
                </a:cubicBezTo>
                <a:lnTo>
                  <a:pt x="194425" y="393502"/>
                </a:lnTo>
                <a:lnTo>
                  <a:pt x="196039" y="399743"/>
                </a:lnTo>
                <a:cubicBezTo>
                  <a:pt x="204105" y="434772"/>
                  <a:pt x="219431" y="479867"/>
                  <a:pt x="233143" y="513486"/>
                </a:cubicBezTo>
                <a:lnTo>
                  <a:pt x="234353" y="513688"/>
                </a:lnTo>
                <a:cubicBezTo>
                  <a:pt x="253511" y="519123"/>
                  <a:pt x="273071" y="522344"/>
                  <a:pt x="292834" y="523351"/>
                </a:cubicBezTo>
                <a:lnTo>
                  <a:pt x="298884" y="523552"/>
                </a:lnTo>
                <a:lnTo>
                  <a:pt x="298884" y="387262"/>
                </a:lnTo>
                <a:close/>
                <a:moveTo>
                  <a:pt x="304732" y="325659"/>
                </a:moveTo>
                <a:lnTo>
                  <a:pt x="310378" y="346797"/>
                </a:lnTo>
                <a:lnTo>
                  <a:pt x="310378" y="375384"/>
                </a:lnTo>
                <a:cubicBezTo>
                  <a:pt x="310378" y="375384"/>
                  <a:pt x="360994" y="375585"/>
                  <a:pt x="409795" y="382229"/>
                </a:cubicBezTo>
                <a:lnTo>
                  <a:pt x="415240" y="383034"/>
                </a:lnTo>
                <a:lnTo>
                  <a:pt x="416248" y="377800"/>
                </a:lnTo>
                <a:cubicBezTo>
                  <a:pt x="419273" y="361896"/>
                  <a:pt x="421895" y="345791"/>
                  <a:pt x="423911" y="329685"/>
                </a:cubicBezTo>
                <a:lnTo>
                  <a:pt x="431776" y="355856"/>
                </a:lnTo>
                <a:cubicBezTo>
                  <a:pt x="430566" y="363506"/>
                  <a:pt x="429154" y="370955"/>
                  <a:pt x="427743" y="378605"/>
                </a:cubicBezTo>
                <a:lnTo>
                  <a:pt x="426533" y="384443"/>
                </a:lnTo>
                <a:lnTo>
                  <a:pt x="432583" y="385450"/>
                </a:lnTo>
                <a:cubicBezTo>
                  <a:pt x="473519" y="391489"/>
                  <a:pt x="503566" y="398535"/>
                  <a:pt x="517682" y="402360"/>
                </a:cubicBezTo>
                <a:lnTo>
                  <a:pt x="521917" y="403367"/>
                </a:lnTo>
                <a:lnTo>
                  <a:pt x="524135" y="399743"/>
                </a:lnTo>
                <a:cubicBezTo>
                  <a:pt x="528773" y="392294"/>
                  <a:pt x="532806" y="384443"/>
                  <a:pt x="536436" y="376391"/>
                </a:cubicBezTo>
                <a:lnTo>
                  <a:pt x="549140" y="376391"/>
                </a:lnTo>
                <a:cubicBezTo>
                  <a:pt x="507397" y="469801"/>
                  <a:pt x="413425" y="535027"/>
                  <a:pt x="304732" y="535027"/>
                </a:cubicBezTo>
                <a:cubicBezTo>
                  <a:pt x="195837" y="535027"/>
                  <a:pt x="101865" y="469801"/>
                  <a:pt x="60122" y="376391"/>
                </a:cubicBezTo>
                <a:lnTo>
                  <a:pt x="72826" y="376391"/>
                </a:lnTo>
                <a:cubicBezTo>
                  <a:pt x="76456" y="384443"/>
                  <a:pt x="80489" y="392294"/>
                  <a:pt x="85127" y="399743"/>
                </a:cubicBezTo>
                <a:lnTo>
                  <a:pt x="87345" y="403568"/>
                </a:lnTo>
                <a:lnTo>
                  <a:pt x="91580" y="402360"/>
                </a:lnTo>
                <a:cubicBezTo>
                  <a:pt x="118602" y="394710"/>
                  <a:pt x="146633" y="388872"/>
                  <a:pt x="174865" y="384443"/>
                </a:cubicBezTo>
                <a:lnTo>
                  <a:pt x="180713" y="383638"/>
                </a:lnTo>
                <a:lnTo>
                  <a:pt x="179503" y="377800"/>
                </a:lnTo>
                <a:cubicBezTo>
                  <a:pt x="178091" y="369948"/>
                  <a:pt x="176679" y="361896"/>
                  <a:pt x="175470" y="354045"/>
                </a:cubicBezTo>
                <a:lnTo>
                  <a:pt x="183536" y="328880"/>
                </a:lnTo>
                <a:cubicBezTo>
                  <a:pt x="185351" y="344985"/>
                  <a:pt x="187972" y="360889"/>
                  <a:pt x="190997" y="376793"/>
                </a:cubicBezTo>
                <a:lnTo>
                  <a:pt x="192005" y="382027"/>
                </a:lnTo>
                <a:lnTo>
                  <a:pt x="197450" y="381423"/>
                </a:lnTo>
                <a:cubicBezTo>
                  <a:pt x="249881" y="375183"/>
                  <a:pt x="298884" y="375384"/>
                  <a:pt x="298884" y="375384"/>
                </a:cubicBezTo>
                <a:lnTo>
                  <a:pt x="299287" y="346797"/>
                </a:lnTo>
                <a:close/>
                <a:moveTo>
                  <a:pt x="414854" y="217483"/>
                </a:moveTo>
                <a:lnTo>
                  <a:pt x="439854" y="217483"/>
                </a:lnTo>
                <a:lnTo>
                  <a:pt x="457597" y="285557"/>
                </a:lnTo>
                <a:cubicBezTo>
                  <a:pt x="461427" y="300461"/>
                  <a:pt x="465056" y="314358"/>
                  <a:pt x="467476" y="328053"/>
                </a:cubicBezTo>
                <a:lnTo>
                  <a:pt x="468282" y="328053"/>
                </a:lnTo>
                <a:cubicBezTo>
                  <a:pt x="471306" y="314559"/>
                  <a:pt x="475742" y="300260"/>
                  <a:pt x="480177" y="285759"/>
                </a:cubicBezTo>
                <a:lnTo>
                  <a:pt x="502154" y="217483"/>
                </a:lnTo>
                <a:lnTo>
                  <a:pt x="522718" y="217483"/>
                </a:lnTo>
                <a:lnTo>
                  <a:pt x="543485" y="284550"/>
                </a:lnTo>
                <a:cubicBezTo>
                  <a:pt x="548323" y="300461"/>
                  <a:pt x="552356" y="314559"/>
                  <a:pt x="555380" y="328255"/>
                </a:cubicBezTo>
                <a:lnTo>
                  <a:pt x="556186" y="328255"/>
                </a:lnTo>
                <a:cubicBezTo>
                  <a:pt x="558404" y="314559"/>
                  <a:pt x="562033" y="300461"/>
                  <a:pt x="566469" y="284752"/>
                </a:cubicBezTo>
                <a:lnTo>
                  <a:pt x="585420" y="217483"/>
                </a:lnTo>
                <a:lnTo>
                  <a:pt x="609614" y="217483"/>
                </a:lnTo>
                <a:lnTo>
                  <a:pt x="566469" y="351416"/>
                </a:lnTo>
                <a:lnTo>
                  <a:pt x="544291" y="351416"/>
                </a:lnTo>
                <a:lnTo>
                  <a:pt x="523726" y="287571"/>
                </a:lnTo>
                <a:cubicBezTo>
                  <a:pt x="519089" y="272466"/>
                  <a:pt x="515258" y="259173"/>
                  <a:pt x="511831" y="243464"/>
                </a:cubicBezTo>
                <a:lnTo>
                  <a:pt x="511226" y="243464"/>
                </a:lnTo>
                <a:cubicBezTo>
                  <a:pt x="508000" y="259576"/>
                  <a:pt x="503766" y="273272"/>
                  <a:pt x="499129" y="287773"/>
                </a:cubicBezTo>
                <a:lnTo>
                  <a:pt x="477556" y="351416"/>
                </a:lnTo>
                <a:lnTo>
                  <a:pt x="455379" y="351416"/>
                </a:lnTo>
                <a:close/>
                <a:moveTo>
                  <a:pt x="207321" y="217483"/>
                </a:moveTo>
                <a:lnTo>
                  <a:pt x="232322" y="217483"/>
                </a:lnTo>
                <a:lnTo>
                  <a:pt x="250065" y="285557"/>
                </a:lnTo>
                <a:cubicBezTo>
                  <a:pt x="253896" y="300461"/>
                  <a:pt x="257526" y="314358"/>
                  <a:pt x="260147" y="328053"/>
                </a:cubicBezTo>
                <a:lnTo>
                  <a:pt x="260953" y="328053"/>
                </a:lnTo>
                <a:cubicBezTo>
                  <a:pt x="263978" y="314559"/>
                  <a:pt x="268413" y="300260"/>
                  <a:pt x="272849" y="285759"/>
                </a:cubicBezTo>
                <a:lnTo>
                  <a:pt x="294826" y="217483"/>
                </a:lnTo>
                <a:lnTo>
                  <a:pt x="315190" y="217483"/>
                </a:lnTo>
                <a:lnTo>
                  <a:pt x="335958" y="284349"/>
                </a:lnTo>
                <a:cubicBezTo>
                  <a:pt x="340999" y="300461"/>
                  <a:pt x="344829" y="314559"/>
                  <a:pt x="347854" y="328255"/>
                </a:cubicBezTo>
                <a:lnTo>
                  <a:pt x="348660" y="328255"/>
                </a:lnTo>
                <a:cubicBezTo>
                  <a:pt x="350878" y="314559"/>
                  <a:pt x="354507" y="300461"/>
                  <a:pt x="358943" y="284752"/>
                </a:cubicBezTo>
                <a:lnTo>
                  <a:pt x="378098" y="217483"/>
                </a:lnTo>
                <a:lnTo>
                  <a:pt x="402293" y="217483"/>
                </a:lnTo>
                <a:lnTo>
                  <a:pt x="358943" y="351416"/>
                </a:lnTo>
                <a:lnTo>
                  <a:pt x="336764" y="351416"/>
                </a:lnTo>
                <a:lnTo>
                  <a:pt x="316400" y="287571"/>
                </a:lnTo>
                <a:cubicBezTo>
                  <a:pt x="311561" y="272466"/>
                  <a:pt x="307730" y="259173"/>
                  <a:pt x="304504" y="243464"/>
                </a:cubicBezTo>
                <a:lnTo>
                  <a:pt x="303899" y="243464"/>
                </a:lnTo>
                <a:cubicBezTo>
                  <a:pt x="300472" y="259576"/>
                  <a:pt x="296439" y="273272"/>
                  <a:pt x="291600" y="287773"/>
                </a:cubicBezTo>
                <a:lnTo>
                  <a:pt x="270026" y="351416"/>
                </a:lnTo>
                <a:lnTo>
                  <a:pt x="247848" y="351416"/>
                </a:lnTo>
                <a:close/>
                <a:moveTo>
                  <a:pt x="0" y="217483"/>
                </a:moveTo>
                <a:lnTo>
                  <a:pt x="25009" y="217483"/>
                </a:lnTo>
                <a:lnTo>
                  <a:pt x="42758" y="285557"/>
                </a:lnTo>
                <a:cubicBezTo>
                  <a:pt x="46590" y="300461"/>
                  <a:pt x="50220" y="314358"/>
                  <a:pt x="52640" y="328053"/>
                </a:cubicBezTo>
                <a:lnTo>
                  <a:pt x="53447" y="328053"/>
                </a:lnTo>
                <a:cubicBezTo>
                  <a:pt x="56473" y="314559"/>
                  <a:pt x="60910" y="300260"/>
                  <a:pt x="65347" y="285759"/>
                </a:cubicBezTo>
                <a:lnTo>
                  <a:pt x="87331" y="217483"/>
                </a:lnTo>
                <a:lnTo>
                  <a:pt x="107701" y="217483"/>
                </a:lnTo>
                <a:lnTo>
                  <a:pt x="128677" y="284550"/>
                </a:lnTo>
                <a:cubicBezTo>
                  <a:pt x="133517" y="300461"/>
                  <a:pt x="137551" y="314559"/>
                  <a:pt x="140577" y="328255"/>
                </a:cubicBezTo>
                <a:lnTo>
                  <a:pt x="141383" y="328255"/>
                </a:lnTo>
                <a:cubicBezTo>
                  <a:pt x="143602" y="314559"/>
                  <a:pt x="147232" y="300461"/>
                  <a:pt x="151669" y="284752"/>
                </a:cubicBezTo>
                <a:lnTo>
                  <a:pt x="170830" y="217483"/>
                </a:lnTo>
                <a:lnTo>
                  <a:pt x="194831" y="217483"/>
                </a:lnTo>
                <a:lnTo>
                  <a:pt x="151669" y="351416"/>
                </a:lnTo>
                <a:lnTo>
                  <a:pt x="129484" y="351416"/>
                </a:lnTo>
                <a:lnTo>
                  <a:pt x="108911" y="287571"/>
                </a:lnTo>
                <a:cubicBezTo>
                  <a:pt x="104273" y="272466"/>
                  <a:pt x="100441" y="259173"/>
                  <a:pt x="97012" y="243464"/>
                </a:cubicBezTo>
                <a:lnTo>
                  <a:pt x="96407" y="243464"/>
                </a:lnTo>
                <a:cubicBezTo>
                  <a:pt x="93180" y="259576"/>
                  <a:pt x="88944" y="273272"/>
                  <a:pt x="84306" y="287773"/>
                </a:cubicBezTo>
                <a:lnTo>
                  <a:pt x="62725" y="351416"/>
                </a:lnTo>
                <a:lnTo>
                  <a:pt x="40539" y="351416"/>
                </a:lnTo>
                <a:close/>
                <a:moveTo>
                  <a:pt x="200680" y="33224"/>
                </a:moveTo>
                <a:lnTo>
                  <a:pt x="188580" y="39467"/>
                </a:lnTo>
                <a:cubicBezTo>
                  <a:pt x="155707" y="56180"/>
                  <a:pt x="126062" y="80544"/>
                  <a:pt x="103072" y="109742"/>
                </a:cubicBezTo>
                <a:lnTo>
                  <a:pt x="97425" y="116789"/>
                </a:lnTo>
                <a:lnTo>
                  <a:pt x="106298" y="118803"/>
                </a:lnTo>
                <a:cubicBezTo>
                  <a:pt x="120012" y="122025"/>
                  <a:pt x="142599" y="126857"/>
                  <a:pt x="171034" y="131287"/>
                </a:cubicBezTo>
                <a:lnTo>
                  <a:pt x="176681" y="132093"/>
                </a:lnTo>
                <a:lnTo>
                  <a:pt x="177689" y="126455"/>
                </a:lnTo>
                <a:cubicBezTo>
                  <a:pt x="183740" y="91015"/>
                  <a:pt x="191403" y="63227"/>
                  <a:pt x="196646" y="46112"/>
                </a:cubicBezTo>
                <a:close/>
                <a:moveTo>
                  <a:pt x="406383" y="32218"/>
                </a:moveTo>
                <a:lnTo>
                  <a:pt x="410416" y="45105"/>
                </a:lnTo>
                <a:cubicBezTo>
                  <a:pt x="415862" y="62825"/>
                  <a:pt x="423929" y="91418"/>
                  <a:pt x="429979" y="128065"/>
                </a:cubicBezTo>
                <a:lnTo>
                  <a:pt x="430987" y="133502"/>
                </a:lnTo>
                <a:lnTo>
                  <a:pt x="436634" y="132697"/>
                </a:lnTo>
                <a:cubicBezTo>
                  <a:pt x="459826" y="129072"/>
                  <a:pt x="482211" y="124441"/>
                  <a:pt x="503387" y="119004"/>
                </a:cubicBezTo>
                <a:lnTo>
                  <a:pt x="511857" y="116789"/>
                </a:lnTo>
                <a:lnTo>
                  <a:pt x="506412" y="109943"/>
                </a:lnTo>
                <a:cubicBezTo>
                  <a:pt x="482816" y="79940"/>
                  <a:pt x="452364" y="55173"/>
                  <a:pt x="418484" y="38259"/>
                </a:cubicBezTo>
                <a:close/>
                <a:moveTo>
                  <a:pt x="310388" y="11478"/>
                </a:moveTo>
                <a:lnTo>
                  <a:pt x="310388" y="142161"/>
                </a:lnTo>
                <a:lnTo>
                  <a:pt x="316237" y="141959"/>
                </a:lnTo>
                <a:cubicBezTo>
                  <a:pt x="349310" y="141959"/>
                  <a:pt x="382183" y="139744"/>
                  <a:pt x="413845" y="135919"/>
                </a:cubicBezTo>
                <a:lnTo>
                  <a:pt x="419694" y="135113"/>
                </a:lnTo>
                <a:lnTo>
                  <a:pt x="418685" y="129274"/>
                </a:lnTo>
                <a:cubicBezTo>
                  <a:pt x="410013" y="78329"/>
                  <a:pt x="397913" y="42487"/>
                  <a:pt x="393073" y="29600"/>
                </a:cubicBezTo>
                <a:lnTo>
                  <a:pt x="392266" y="26982"/>
                </a:lnTo>
                <a:lnTo>
                  <a:pt x="389644" y="26177"/>
                </a:lnTo>
                <a:cubicBezTo>
                  <a:pt x="366049" y="17720"/>
                  <a:pt x="341445" y="12887"/>
                  <a:pt x="316438" y="11880"/>
                </a:cubicBezTo>
                <a:close/>
                <a:moveTo>
                  <a:pt x="298893" y="11478"/>
                </a:moveTo>
                <a:lnTo>
                  <a:pt x="292843" y="11880"/>
                </a:lnTo>
                <a:cubicBezTo>
                  <a:pt x="267029" y="13088"/>
                  <a:pt x="241820" y="17921"/>
                  <a:pt x="217620" y="26781"/>
                </a:cubicBezTo>
                <a:lnTo>
                  <a:pt x="214998" y="27586"/>
                </a:lnTo>
                <a:lnTo>
                  <a:pt x="214192" y="30204"/>
                </a:lnTo>
                <a:cubicBezTo>
                  <a:pt x="208343" y="46112"/>
                  <a:pt x="197453" y="80142"/>
                  <a:pt x="188983" y="127663"/>
                </a:cubicBezTo>
                <a:lnTo>
                  <a:pt x="187975" y="133704"/>
                </a:lnTo>
                <a:lnTo>
                  <a:pt x="194025" y="134509"/>
                </a:lnTo>
                <a:cubicBezTo>
                  <a:pt x="226897" y="138738"/>
                  <a:pt x="260374" y="141154"/>
                  <a:pt x="293045" y="141758"/>
                </a:cubicBezTo>
                <a:lnTo>
                  <a:pt x="298893" y="141959"/>
                </a:lnTo>
                <a:close/>
                <a:moveTo>
                  <a:pt x="304741" y="0"/>
                </a:moveTo>
                <a:cubicBezTo>
                  <a:pt x="431189" y="0"/>
                  <a:pt x="537469" y="88196"/>
                  <a:pt x="565299" y="205992"/>
                </a:cubicBezTo>
                <a:lnTo>
                  <a:pt x="558241" y="230961"/>
                </a:lnTo>
                <a:cubicBezTo>
                  <a:pt x="552997" y="195119"/>
                  <a:pt x="540292" y="160686"/>
                  <a:pt x="520730" y="130079"/>
                </a:cubicBezTo>
                <a:lnTo>
                  <a:pt x="518512" y="126455"/>
                </a:lnTo>
                <a:lnTo>
                  <a:pt x="514478" y="127663"/>
                </a:lnTo>
                <a:cubicBezTo>
                  <a:pt x="489471" y="134509"/>
                  <a:pt x="463859" y="140147"/>
                  <a:pt x="438449" y="144174"/>
                </a:cubicBezTo>
                <a:lnTo>
                  <a:pt x="432802" y="144980"/>
                </a:lnTo>
                <a:lnTo>
                  <a:pt x="433609" y="150618"/>
                </a:lnTo>
                <a:cubicBezTo>
                  <a:pt x="435626" y="165720"/>
                  <a:pt x="437239" y="181225"/>
                  <a:pt x="438247" y="196528"/>
                </a:cubicBezTo>
                <a:lnTo>
                  <a:pt x="433609" y="196528"/>
                </a:lnTo>
                <a:lnTo>
                  <a:pt x="426954" y="196528"/>
                </a:lnTo>
                <a:cubicBezTo>
                  <a:pt x="425744" y="181829"/>
                  <a:pt x="424332" y="166928"/>
                  <a:pt x="422315" y="152229"/>
                </a:cubicBezTo>
                <a:lnTo>
                  <a:pt x="421509" y="146792"/>
                </a:lnTo>
                <a:lnTo>
                  <a:pt x="415862" y="147396"/>
                </a:lnTo>
                <a:cubicBezTo>
                  <a:pt x="383998" y="151423"/>
                  <a:pt x="350319" y="153638"/>
                  <a:pt x="316035" y="153840"/>
                </a:cubicBezTo>
                <a:lnTo>
                  <a:pt x="310388" y="154041"/>
                </a:lnTo>
                <a:lnTo>
                  <a:pt x="310388" y="196528"/>
                </a:lnTo>
                <a:lnTo>
                  <a:pt x="298893" y="196528"/>
                </a:lnTo>
                <a:lnTo>
                  <a:pt x="298893" y="153840"/>
                </a:lnTo>
                <a:lnTo>
                  <a:pt x="293246" y="153840"/>
                </a:lnTo>
                <a:cubicBezTo>
                  <a:pt x="259567" y="153034"/>
                  <a:pt x="225284" y="150618"/>
                  <a:pt x="191806" y="146188"/>
                </a:cubicBezTo>
                <a:lnTo>
                  <a:pt x="186160" y="145383"/>
                </a:lnTo>
                <a:lnTo>
                  <a:pt x="185353" y="151021"/>
                </a:lnTo>
                <a:cubicBezTo>
                  <a:pt x="183336" y="166123"/>
                  <a:pt x="181723" y="181225"/>
                  <a:pt x="180513" y="196528"/>
                </a:cubicBezTo>
                <a:lnTo>
                  <a:pt x="176278" y="196528"/>
                </a:lnTo>
                <a:lnTo>
                  <a:pt x="169219" y="196528"/>
                </a:lnTo>
                <a:cubicBezTo>
                  <a:pt x="170228" y="180822"/>
                  <a:pt x="171841" y="164915"/>
                  <a:pt x="174059" y="149410"/>
                </a:cubicBezTo>
                <a:lnTo>
                  <a:pt x="174866" y="143772"/>
                </a:lnTo>
                <a:lnTo>
                  <a:pt x="169219" y="142966"/>
                </a:lnTo>
                <a:cubicBezTo>
                  <a:pt x="135742" y="137731"/>
                  <a:pt x="110130" y="131891"/>
                  <a:pt x="94602" y="127864"/>
                </a:cubicBezTo>
                <a:lnTo>
                  <a:pt x="90568" y="126857"/>
                </a:lnTo>
                <a:lnTo>
                  <a:pt x="88350" y="130280"/>
                </a:lnTo>
                <a:cubicBezTo>
                  <a:pt x="68989" y="160686"/>
                  <a:pt x="56486" y="194716"/>
                  <a:pt x="51243" y="229954"/>
                </a:cubicBezTo>
                <a:lnTo>
                  <a:pt x="44386" y="204180"/>
                </a:lnTo>
                <a:cubicBezTo>
                  <a:pt x="73023" y="87189"/>
                  <a:pt x="178899" y="0"/>
                  <a:pt x="304741" y="0"/>
                </a:cubicBezTo>
                <a:close/>
              </a:path>
            </a:pathLst>
          </a:custGeom>
          <a:solidFill>
            <a:srgbClr val="059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2943723-DC5F-FAA6-9055-3268DE8FBC65}"/>
              </a:ext>
            </a:extLst>
          </p:cNvPr>
          <p:cNvGrpSpPr/>
          <p:nvPr/>
        </p:nvGrpSpPr>
        <p:grpSpPr>
          <a:xfrm>
            <a:off x="7813033" y="4366844"/>
            <a:ext cx="1497495" cy="490330"/>
            <a:chOff x="8262730" y="3432313"/>
            <a:chExt cx="1497495" cy="490330"/>
          </a:xfrm>
        </p:grpSpPr>
        <p:sp>
          <p:nvSpPr>
            <p:cNvPr id="43" name="流程图: 文档 42">
              <a:extLst>
                <a:ext uri="{FF2B5EF4-FFF2-40B4-BE49-F238E27FC236}">
                  <a16:creationId xmlns:a16="http://schemas.microsoft.com/office/drawing/2014/main" id="{7BBE904F-E7FC-EA20-D933-D7245B9495B6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3935A761-1C33-35F1-B05A-2BD7FB835390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5062428E-A492-EEF8-E00B-6F2CABE1E888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6B23A976-6337-21E6-628A-E8F41E15020B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A82DC17-7980-3DF2-CA27-D6876F1429F3}"/>
              </a:ext>
            </a:extLst>
          </p:cNvPr>
          <p:cNvGrpSpPr/>
          <p:nvPr/>
        </p:nvGrpSpPr>
        <p:grpSpPr>
          <a:xfrm>
            <a:off x="7813032" y="5036079"/>
            <a:ext cx="1497495" cy="490330"/>
            <a:chOff x="8262730" y="3432313"/>
            <a:chExt cx="1497495" cy="490330"/>
          </a:xfrm>
        </p:grpSpPr>
        <p:sp>
          <p:nvSpPr>
            <p:cNvPr id="48" name="流程图: 文档 47">
              <a:extLst>
                <a:ext uri="{FF2B5EF4-FFF2-40B4-BE49-F238E27FC236}">
                  <a16:creationId xmlns:a16="http://schemas.microsoft.com/office/drawing/2014/main" id="{E0C1FBAB-D07D-0DC2-472F-21F60E6683DC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流程图: 接点 48">
              <a:extLst>
                <a:ext uri="{FF2B5EF4-FFF2-40B4-BE49-F238E27FC236}">
                  <a16:creationId xmlns:a16="http://schemas.microsoft.com/office/drawing/2014/main" id="{A8BB5610-7D28-1415-243B-83182829BB3E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流程图: 接点 49">
              <a:extLst>
                <a:ext uri="{FF2B5EF4-FFF2-40B4-BE49-F238E27FC236}">
                  <a16:creationId xmlns:a16="http://schemas.microsoft.com/office/drawing/2014/main" id="{6179CAAB-9AF7-2E1E-D665-A45E741A9B22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29129883-A909-5EB7-0F6F-3B0907AA408E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24261C1-EE5F-5345-5D37-DFBFF218228A}"/>
              </a:ext>
            </a:extLst>
          </p:cNvPr>
          <p:cNvGrpSpPr/>
          <p:nvPr/>
        </p:nvGrpSpPr>
        <p:grpSpPr>
          <a:xfrm>
            <a:off x="7813032" y="5700485"/>
            <a:ext cx="1497495" cy="490330"/>
            <a:chOff x="8262730" y="3432313"/>
            <a:chExt cx="1497495" cy="490330"/>
          </a:xfrm>
        </p:grpSpPr>
        <p:sp>
          <p:nvSpPr>
            <p:cNvPr id="53" name="流程图: 文档 52">
              <a:extLst>
                <a:ext uri="{FF2B5EF4-FFF2-40B4-BE49-F238E27FC236}">
                  <a16:creationId xmlns:a16="http://schemas.microsoft.com/office/drawing/2014/main" id="{1754F40B-A9BF-8117-344E-C54EB7B8D5FD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流程图: 接点 53">
              <a:extLst>
                <a:ext uri="{FF2B5EF4-FFF2-40B4-BE49-F238E27FC236}">
                  <a16:creationId xmlns:a16="http://schemas.microsoft.com/office/drawing/2014/main" id="{D028893F-61BD-FEF1-83F9-9F48588A5949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流程图: 接点 54">
              <a:extLst>
                <a:ext uri="{FF2B5EF4-FFF2-40B4-BE49-F238E27FC236}">
                  <a16:creationId xmlns:a16="http://schemas.microsoft.com/office/drawing/2014/main" id="{524DC943-97C3-944F-F3EF-2B706330EC2C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流程图: 接点 55">
              <a:extLst>
                <a:ext uri="{FF2B5EF4-FFF2-40B4-BE49-F238E27FC236}">
                  <a16:creationId xmlns:a16="http://schemas.microsoft.com/office/drawing/2014/main" id="{3AECA594-6286-C046-714D-56A6FF309E27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E5A19EB-E499-75A8-7553-62C85F5965C3}"/>
              </a:ext>
            </a:extLst>
          </p:cNvPr>
          <p:cNvCxnSpPr/>
          <p:nvPr/>
        </p:nvCxnSpPr>
        <p:spPr>
          <a:xfrm>
            <a:off x="2373016" y="4640303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89FFC86-333F-B49A-4249-5E3CE143B8B2}"/>
              </a:ext>
            </a:extLst>
          </p:cNvPr>
          <p:cNvCxnSpPr/>
          <p:nvPr/>
        </p:nvCxnSpPr>
        <p:spPr>
          <a:xfrm>
            <a:off x="2373015" y="5024616"/>
            <a:ext cx="5095461" cy="0"/>
          </a:xfrm>
          <a:prstGeom prst="straightConnector1">
            <a:avLst/>
          </a:prstGeom>
          <a:ln w="12700">
            <a:solidFill>
              <a:srgbClr val="05988A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13ECD084-943D-B421-F329-FB0BB88AFA37}"/>
              </a:ext>
            </a:extLst>
          </p:cNvPr>
          <p:cNvSpPr txBox="1"/>
          <p:nvPr/>
        </p:nvSpPr>
        <p:spPr>
          <a:xfrm>
            <a:off x="2684040" y="4744226"/>
            <a:ext cx="44839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>
                <a:solidFill>
                  <a:srgbClr val="067D17"/>
                </a:solidFill>
              </a:rPr>
              <a:t>{"code": "200", "message": "AI</a:t>
            </a:r>
            <a:r>
              <a:rPr lang="zh-CN" altLang="en-US" sz="1050">
                <a:solidFill>
                  <a:srgbClr val="067D17"/>
                </a:solidFill>
              </a:rPr>
              <a:t>回复成功</a:t>
            </a:r>
            <a:r>
              <a:rPr lang="en-US" altLang="zh-CN" sz="1050">
                <a:solidFill>
                  <a:srgbClr val="067D17"/>
                </a:solidFill>
              </a:rPr>
              <a:t>", "data": "..."}</a:t>
            </a:r>
            <a:endParaRPr lang="zh-CN" altLang="en-US" sz="1050">
              <a:solidFill>
                <a:srgbClr val="067D17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EC2C709-8D89-B195-6643-5E318B3F2815}"/>
              </a:ext>
            </a:extLst>
          </p:cNvPr>
          <p:cNvSpPr txBox="1"/>
          <p:nvPr/>
        </p:nvSpPr>
        <p:spPr>
          <a:xfrm>
            <a:off x="2682688" y="5077566"/>
            <a:ext cx="4456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rgbClr val="C00000"/>
                </a:solidFill>
              </a:rPr>
              <a:t>{"code": "500", "message": "</a:t>
            </a:r>
            <a:r>
              <a:rPr lang="zh-CN" altLang="en-US" sz="1000">
                <a:solidFill>
                  <a:srgbClr val="C00000"/>
                </a:solidFill>
              </a:rPr>
              <a:t>服务器内部异常</a:t>
            </a:r>
            <a:r>
              <a:rPr lang="en-US" altLang="zh-CN" sz="1000">
                <a:solidFill>
                  <a:srgbClr val="C00000"/>
                </a:solidFill>
              </a:rPr>
              <a:t>", "data": null}</a:t>
            </a:r>
            <a:endParaRPr lang="zh-CN" altLang="en-US" sz="1000">
              <a:solidFill>
                <a:srgbClr val="C0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D7CB0F-DC81-DD4E-3869-860E3F3DF9F4}"/>
              </a:ext>
            </a:extLst>
          </p:cNvPr>
          <p:cNvGrpSpPr/>
          <p:nvPr/>
        </p:nvGrpSpPr>
        <p:grpSpPr>
          <a:xfrm>
            <a:off x="7813032" y="3701176"/>
            <a:ext cx="1497495" cy="490330"/>
            <a:chOff x="8262730" y="3432313"/>
            <a:chExt cx="1497495" cy="490330"/>
          </a:xfrm>
        </p:grpSpPr>
        <p:sp>
          <p:nvSpPr>
            <p:cNvPr id="3" name="流程图: 文档 2">
              <a:extLst>
                <a:ext uri="{FF2B5EF4-FFF2-40B4-BE49-F238E27FC236}">
                  <a16:creationId xmlns:a16="http://schemas.microsoft.com/office/drawing/2014/main" id="{013EA0C9-D83D-E8E9-F4AE-A1A75E618DB8}"/>
                </a:ext>
              </a:extLst>
            </p:cNvPr>
            <p:cNvSpPr/>
            <p:nvPr/>
          </p:nvSpPr>
          <p:spPr>
            <a:xfrm>
              <a:off x="8262730" y="3432313"/>
              <a:ext cx="1497495" cy="490330"/>
            </a:xfrm>
            <a:prstGeom prst="flowChartDocument">
              <a:avLst/>
            </a:prstGeom>
            <a:solidFill>
              <a:srgbClr val="05988A">
                <a:alpha val="30196"/>
              </a:srgbClr>
            </a:solidFill>
            <a:ln w="6350">
              <a:solidFill>
                <a:srgbClr val="059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241700C3-3EFE-9231-453C-01DD215503CB}"/>
                </a:ext>
              </a:extLst>
            </p:cNvPr>
            <p:cNvSpPr/>
            <p:nvPr/>
          </p:nvSpPr>
          <p:spPr>
            <a:xfrm>
              <a:off x="8706679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05F9D9FD-45B8-8B7F-ABCF-639375F71850}"/>
                </a:ext>
              </a:extLst>
            </p:cNvPr>
            <p:cNvSpPr/>
            <p:nvPr/>
          </p:nvSpPr>
          <p:spPr>
            <a:xfrm>
              <a:off x="8978347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29C6AED2-0F64-A098-91E7-D8C648D65372}"/>
                </a:ext>
              </a:extLst>
            </p:cNvPr>
            <p:cNvSpPr/>
            <p:nvPr/>
          </p:nvSpPr>
          <p:spPr>
            <a:xfrm>
              <a:off x="9250015" y="3611218"/>
              <a:ext cx="66260" cy="66260"/>
            </a:xfrm>
            <a:prstGeom prst="flowChartConnector">
              <a:avLst/>
            </a:prstGeom>
            <a:solidFill>
              <a:srgbClr val="05988A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5C4DA6BA-642F-21CB-9324-D263E68F3ABF}"/>
              </a:ext>
            </a:extLst>
          </p:cNvPr>
          <p:cNvSpPr/>
          <p:nvPr/>
        </p:nvSpPr>
        <p:spPr>
          <a:xfrm>
            <a:off x="9754476" y="3913495"/>
            <a:ext cx="1168400" cy="1966179"/>
          </a:xfrm>
          <a:prstGeom prst="round2DiagRect">
            <a:avLst/>
          </a:prstGeom>
          <a:solidFill>
            <a:srgbClr val="FF0000">
              <a:alpha val="20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C00000"/>
                </a:solidFill>
              </a:rPr>
              <a:t>异常处理器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67D6DD0-FD34-712A-597C-5818501FA4CE}"/>
              </a:ext>
            </a:extLst>
          </p:cNvPr>
          <p:cNvCxnSpPr/>
          <p:nvPr/>
        </p:nvCxnSpPr>
        <p:spPr>
          <a:xfrm>
            <a:off x="9327392" y="3946341"/>
            <a:ext cx="427084" cy="24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7B50E3A-9047-5DF5-0FC1-FCE001E8215A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9310528" y="4612009"/>
            <a:ext cx="427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EE5E654-63C2-EA45-45D4-57D612D15A87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9310527" y="4998142"/>
            <a:ext cx="427084" cy="28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D89E406-8E93-EC52-8957-8A8D9DDC417E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9310527" y="5564346"/>
            <a:ext cx="443948" cy="381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8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60" grpId="0"/>
      <p:bldP spid="61" grpId="0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52113</TotalTime>
  <Words>6002</Words>
  <Application>Microsoft Office PowerPoint</Application>
  <PresentationFormat>宽屏</PresentationFormat>
  <Paragraphs>583</Paragraphs>
  <Slides>70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70</vt:i4>
      </vt:variant>
    </vt:vector>
  </HeadingPairs>
  <TitlesOfParts>
    <vt:vector size="88" baseType="lpstr">
      <vt:lpstr>Alibaba PuHuiTi B</vt:lpstr>
      <vt:lpstr>Optima-Regular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小结思考模板2</vt:lpstr>
      <vt:lpstr>Python项目实战</vt:lpstr>
      <vt:lpstr>PowerPoint 演示文稿</vt:lpstr>
      <vt:lpstr>PowerPoint 演示文稿</vt:lpstr>
      <vt:lpstr>PowerPoint 演示文稿</vt:lpstr>
      <vt:lpstr>PowerPoint 演示文稿</vt:lpstr>
      <vt:lpstr>封装</vt:lpstr>
      <vt:lpstr>封装</vt:lpstr>
      <vt:lpstr>封装</vt:lpstr>
      <vt:lpstr>封装</vt:lpstr>
      <vt:lpstr>封装</vt:lpstr>
      <vt:lpstr>PowerPoint 演示文稿</vt:lpstr>
      <vt:lpstr>PowerPoint 演示文稿</vt:lpstr>
      <vt:lpstr>继承</vt:lpstr>
      <vt:lpstr>PowerPoint 演示文稿</vt:lpstr>
      <vt:lpstr>继承</vt:lpstr>
      <vt:lpstr>继承</vt:lpstr>
      <vt:lpstr>PowerPoint 演示文稿</vt:lpstr>
      <vt:lpstr>继承-重写</vt:lpstr>
      <vt:lpstr>PowerPoint 演示文稿</vt:lpstr>
      <vt:lpstr>多继承</vt:lpstr>
      <vt:lpstr>PowerPoint 演示文稿</vt:lpstr>
      <vt:lpstr>多态</vt:lpstr>
      <vt:lpstr>PowerPoint 演示文稿</vt:lpstr>
      <vt:lpstr>多态-鸭子类型</vt:lpstr>
      <vt:lpstr>PowerPoint 演示文稿</vt:lpstr>
      <vt:lpstr>PowerPoint 演示文稿</vt:lpstr>
      <vt:lpstr>基于面向对象的编程思想完成如下系统开发</vt:lpstr>
      <vt:lpstr>基于面向对象的编程思想完成如下系统开发</vt:lpstr>
      <vt:lpstr>PowerPoint 演示文稿</vt:lpstr>
      <vt:lpstr>PowerPoint 演示文稿</vt:lpstr>
      <vt:lpstr>Web初识</vt:lpstr>
      <vt:lpstr>Web初识</vt:lpstr>
      <vt:lpstr>Web初识</vt:lpstr>
      <vt:lpstr>PowerPoint 演示文稿</vt:lpstr>
      <vt:lpstr>PowerPoint 演示文稿</vt:lpstr>
      <vt:lpstr>FastAPI</vt:lpstr>
      <vt:lpstr>FastAPI入门</vt:lpstr>
      <vt:lpstr>PowerPoint 演示文稿</vt:lpstr>
      <vt:lpstr>PowerPoint 演示文稿</vt:lpstr>
      <vt:lpstr>PowerPoint 演示文稿</vt:lpstr>
      <vt:lpstr>开发规范</vt:lpstr>
      <vt:lpstr>Restful</vt:lpstr>
      <vt:lpstr>Restful</vt:lpstr>
      <vt:lpstr>PowerPoint 演示文稿</vt:lpstr>
      <vt:lpstr>PowerPoint 演示文稿</vt:lpstr>
      <vt:lpstr>PowerPoint 演示文稿</vt:lpstr>
      <vt:lpstr>PowerPoint 演示文稿</vt:lpstr>
      <vt:lpstr>基础环境搭建</vt:lpstr>
      <vt:lpstr>PowerPoint 演示文稿</vt:lpstr>
      <vt:lpstr>PowerPoint 演示文稿</vt:lpstr>
      <vt:lpstr>PowerPoint 演示文稿</vt:lpstr>
      <vt:lpstr>PowerPoint 演示文稿</vt:lpstr>
      <vt:lpstr>新建会话</vt:lpstr>
      <vt:lpstr>PowerPoint 演示文稿</vt:lpstr>
      <vt:lpstr>与AI交互</vt:lpstr>
      <vt:lpstr>与AI交互</vt:lpstr>
      <vt:lpstr>PowerPoint 演示文稿</vt:lpstr>
      <vt:lpstr>与AI交互</vt:lpstr>
      <vt:lpstr>与AI交互</vt:lpstr>
      <vt:lpstr>PowerPoint 演示文稿</vt:lpstr>
      <vt:lpstr>会话列表</vt:lpstr>
      <vt:lpstr>PowerPoint 演示文稿</vt:lpstr>
      <vt:lpstr>加载指定会话</vt:lpstr>
      <vt:lpstr>PowerPoint 演示文稿</vt:lpstr>
      <vt:lpstr>删除会话</vt:lpstr>
      <vt:lpstr>PowerPoint 演示文稿</vt:lpstr>
      <vt:lpstr>PowerPoint 演示文稿</vt:lpstr>
      <vt:lpstr>日志记录</vt:lpstr>
      <vt:lpstr>统一异常处理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3214</cp:revision>
  <cp:lastPrinted>2022-05-29T16:00:00Z</cp:lastPrinted>
  <dcterms:created xsi:type="dcterms:W3CDTF">2022-05-29T16:00:00Z</dcterms:created>
  <dcterms:modified xsi:type="dcterms:W3CDTF">2026-04-22T08:37:03Z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