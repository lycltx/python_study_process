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4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  <p:sldMasterId id="2147483680" r:id="rId2"/>
    <p:sldMasterId id="2147483671" r:id="rId3"/>
    <p:sldMasterId id="2147483660" r:id="rId4"/>
    <p:sldMasterId id="2147483672" r:id="rId5"/>
  </p:sldMasterIdLst>
  <p:notesMasterIdLst>
    <p:notesMasterId r:id="rId18"/>
  </p:notesMasterIdLst>
  <p:handoutMasterIdLst>
    <p:handoutMasterId r:id="rId19"/>
  </p:handoutMasterIdLst>
  <p:sldIdLst>
    <p:sldId id="736" r:id="rId6"/>
    <p:sldId id="867" r:id="rId7"/>
    <p:sldId id="876" r:id="rId8"/>
    <p:sldId id="877" r:id="rId9"/>
    <p:sldId id="878" r:id="rId10"/>
    <p:sldId id="880" r:id="rId11"/>
    <p:sldId id="885" r:id="rId12"/>
    <p:sldId id="881" r:id="rId13"/>
    <p:sldId id="882" r:id="rId14"/>
    <p:sldId id="883" r:id="rId15"/>
    <p:sldId id="884" r:id="rId16"/>
    <p:sldId id="288" r:id="rId17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1B0D99CA-8C89-4D82-B9AC-5A66DF586B19}">
          <p14:sldIdLst>
            <p14:sldId id="736"/>
            <p14:sldId id="867"/>
            <p14:sldId id="876"/>
            <p14:sldId id="877"/>
            <p14:sldId id="878"/>
            <p14:sldId id="880"/>
            <p14:sldId id="885"/>
            <p14:sldId id="881"/>
            <p14:sldId id="882"/>
            <p14:sldId id="883"/>
            <p14:sldId id="884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F0"/>
    <a:srgbClr val="09B3F1"/>
    <a:srgbClr val="D6EDBD"/>
    <a:srgbClr val="CCEFFC"/>
    <a:srgbClr val="92D050"/>
    <a:srgbClr val="4A85DE"/>
    <a:srgbClr val="4BB7D1"/>
    <a:srgbClr val="F2F200"/>
    <a:srgbClr val="AD2B26"/>
    <a:srgbClr val="4381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84" autoAdjust="0"/>
    <p:restoredTop sz="96233" autoAdjust="0"/>
  </p:normalViewPr>
  <p:slideViewPr>
    <p:cSldViewPr snapToGrid="0" showGuides="1">
      <p:cViewPr>
        <p:scale>
          <a:sx n="100" d="100"/>
          <a:sy n="100" d="100"/>
        </p:scale>
        <p:origin x="152" y="-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432"/>
    </p:cViewPr>
  </p:sorterViewPr>
  <p:notesViewPr>
    <p:cSldViewPr snapToGrid="0">
      <p:cViewPr varScale="1">
        <p:scale>
          <a:sx n="84" d="100"/>
          <a:sy n="84" d="100"/>
        </p:scale>
        <p:origin x="218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E23121D-534D-C18D-86F2-F8B084E7F1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24E421-5F99-33C1-6C60-3D67F5BBC3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1D20C-92F4-4D32-92CD-1278806BF344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CEAC0C-2766-8EA5-AFAC-04E2AE7E12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69A8BD-4CEA-8355-A923-3DE76C669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7DA4C-D0A3-441A-A01E-F1F72C62F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079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9258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0414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2053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sz="2000" b="0"/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84998453-CA0F-F4D0-A4EE-D0EEA4EF8E2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630" y="877000"/>
            <a:ext cx="1639110" cy="1639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159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ea typeface="Alibaba PuHuiTi B" pitchFamily="18" charset="-122"/>
                </a:rPr>
                <a:t>步骤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81580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sz="2000" b="0"/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E21A241B-18ED-E296-E2BD-863CA7D93D0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392" y="1024932"/>
            <a:ext cx="1498558" cy="1498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096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5168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6743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0722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sz="2000" b="0"/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84998453-CA0F-F4D0-A4EE-D0EEA4EF8E2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630" y="877000"/>
            <a:ext cx="1639110" cy="1639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15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ea typeface="Alibaba PuHuiTi B" pitchFamily="18" charset="-122"/>
                </a:rPr>
                <a:t>步骤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65029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sz="2000" b="0"/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E21A241B-18ED-E296-E2BD-863CA7D93D0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392" y="1024932"/>
            <a:ext cx="1498558" cy="1498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7851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>
            <a:extLst>
              <a:ext uri="{FF2B5EF4-FFF2-40B4-BE49-F238E27FC236}">
                <a16:creationId xmlns:a16="http://schemas.microsoft.com/office/drawing/2014/main" id="{A2C6D317-56F4-9711-5A26-95000236D36F}"/>
              </a:ext>
            </a:extLst>
          </p:cNvPr>
          <p:cNvSpPr/>
          <p:nvPr userDrawn="1"/>
        </p:nvSpPr>
        <p:spPr>
          <a:xfrm>
            <a:off x="375011" y="1961115"/>
            <a:ext cx="220344" cy="2203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B200C4C-3F9D-867C-E497-ADCB7E43A5BB}"/>
              </a:ext>
            </a:extLst>
          </p:cNvPr>
          <p:cNvSpPr/>
          <p:nvPr userDrawn="1"/>
        </p:nvSpPr>
        <p:spPr>
          <a:xfrm>
            <a:off x="2838084" y="-2028162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824A05E-CCAC-E012-444F-D8238FD3ABEF}"/>
              </a:ext>
            </a:extLst>
          </p:cNvPr>
          <p:cNvSpPr/>
          <p:nvPr userDrawn="1"/>
        </p:nvSpPr>
        <p:spPr>
          <a:xfrm>
            <a:off x="4568596" y="-297650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C93AF0E-4B39-C67D-D03D-00737E937EE7}"/>
              </a:ext>
            </a:extLst>
          </p:cNvPr>
          <p:cNvSpPr/>
          <p:nvPr userDrawn="1"/>
        </p:nvSpPr>
        <p:spPr>
          <a:xfrm>
            <a:off x="6170528" y="1304282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2220686"/>
            <a:ext cx="10858500" cy="8690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 b="1" dirty="0">
                <a:solidFill>
                  <a:schemeClr val="accent1"/>
                </a:solidFill>
              </a:defRPr>
            </a:lvl1pPr>
          </a:lstStyle>
          <a:p>
            <a:pPr lvl="0" defTabSz="914354"/>
            <a:r>
              <a:rPr lang="zh-CN" altLang="en-US"/>
              <a:t>点击输入一级标题</a:t>
            </a:r>
            <a:endParaRPr lang="zh-CN" altLang="en-US" dirty="0"/>
          </a:p>
        </p:txBody>
      </p:sp>
      <p:grpSp>
        <p:nvGrpSpPr>
          <p:cNvPr id="6" name="íS1iďê">
            <a:extLst>
              <a:ext uri="{FF2B5EF4-FFF2-40B4-BE49-F238E27FC236}">
                <a16:creationId xmlns:a16="http://schemas.microsoft.com/office/drawing/2014/main" id="{4883F772-DFB6-F082-E942-F47544710FF8}"/>
              </a:ext>
            </a:extLst>
          </p:cNvPr>
          <p:cNvGrpSpPr/>
          <p:nvPr userDrawn="1"/>
        </p:nvGrpSpPr>
        <p:grpSpPr>
          <a:xfrm>
            <a:off x="7262969" y="2396723"/>
            <a:ext cx="435738" cy="435738"/>
            <a:chOff x="7101141" y="4197557"/>
            <a:chExt cx="435738" cy="435738"/>
          </a:xfrm>
        </p:grpSpPr>
        <p:sp>
          <p:nvSpPr>
            <p:cNvPr id="11" name="iS1íḓê">
              <a:extLst>
                <a:ext uri="{FF2B5EF4-FFF2-40B4-BE49-F238E27FC236}">
                  <a16:creationId xmlns:a16="http://schemas.microsoft.com/office/drawing/2014/main" id="{6F73DB22-8BD9-67FD-6EBE-B56D6BF83FC2}"/>
                </a:ext>
              </a:extLst>
            </p:cNvPr>
            <p:cNvSpPr/>
            <p:nvPr/>
          </p:nvSpPr>
          <p:spPr>
            <a:xfrm>
              <a:off x="7101141" y="4197557"/>
              <a:ext cx="435738" cy="435738"/>
            </a:xfrm>
            <a:prstGeom prst="ellipse">
              <a:avLst/>
            </a:prstGeom>
            <a:solidFill>
              <a:schemeClr val="accent1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î$ľiḓe">
              <a:extLst>
                <a:ext uri="{FF2B5EF4-FFF2-40B4-BE49-F238E27FC236}">
                  <a16:creationId xmlns:a16="http://schemas.microsoft.com/office/drawing/2014/main" id="{82339D60-0D0F-E0A8-9FEF-57B1B018D0C7}"/>
                </a:ext>
              </a:extLst>
            </p:cNvPr>
            <p:cNvSpPr/>
            <p:nvPr userDrawn="1"/>
          </p:nvSpPr>
          <p:spPr>
            <a:xfrm>
              <a:off x="7252642" y="4348192"/>
              <a:ext cx="132735" cy="13273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241F82-E1B0-0249-A9D6-2656A3C64C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0400" y="3586894"/>
            <a:ext cx="4486275" cy="563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zh-CN" altLang="en-US"/>
              <a:t>点击输入副标题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F4E1EF7-DD7F-C77D-A571-C682C80AC047}"/>
              </a:ext>
            </a:extLst>
          </p:cNvPr>
          <p:cNvSpPr/>
          <p:nvPr userDrawn="1"/>
        </p:nvSpPr>
        <p:spPr>
          <a:xfrm>
            <a:off x="485183" y="1962438"/>
            <a:ext cx="350434" cy="3504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C9B1B7-3BA3-1D3F-637E-1B77EAD927E4}"/>
              </a:ext>
            </a:extLst>
          </p:cNvPr>
          <p:cNvSpPr txBox="1"/>
          <p:nvPr userDrawn="1"/>
        </p:nvSpPr>
        <p:spPr>
          <a:xfrm>
            <a:off x="660399" y="6111671"/>
            <a:ext cx="80657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6DEFC5-AB31-715D-5481-255694BCA629}"/>
              </a:ext>
            </a:extLst>
          </p:cNvPr>
          <p:cNvSpPr/>
          <p:nvPr userDrawn="1"/>
        </p:nvSpPr>
        <p:spPr>
          <a:xfrm>
            <a:off x="720618" y="5942536"/>
            <a:ext cx="2001676" cy="636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iSľîďé">
            <a:extLst>
              <a:ext uri="{FF2B5EF4-FFF2-40B4-BE49-F238E27FC236}">
                <a16:creationId xmlns:a16="http://schemas.microsoft.com/office/drawing/2014/main" id="{29F34751-B9FF-378D-D7A3-B7B27A91478D}"/>
              </a:ext>
            </a:extLst>
          </p:cNvPr>
          <p:cNvCxnSpPr>
            <a:cxnSpLocks/>
          </p:cNvCxnSpPr>
          <p:nvPr userDrawn="1"/>
        </p:nvCxnSpPr>
        <p:spPr>
          <a:xfrm>
            <a:off x="7858832" y="2124884"/>
            <a:ext cx="129159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íşľíďe">
            <a:extLst>
              <a:ext uri="{FF2B5EF4-FFF2-40B4-BE49-F238E27FC236}">
                <a16:creationId xmlns:a16="http://schemas.microsoft.com/office/drawing/2014/main" id="{C37184BC-D315-706A-20DF-529BAFF1993E}"/>
              </a:ext>
            </a:extLst>
          </p:cNvPr>
          <p:cNvSpPr txBox="1"/>
          <p:nvPr userDrawn="1"/>
        </p:nvSpPr>
        <p:spPr>
          <a:xfrm>
            <a:off x="8399534" y="1847885"/>
            <a:ext cx="1366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solidFill>
                  <a:schemeClr val="accent1"/>
                </a:solidFill>
              </a:rPr>
              <a:t>AI Copilot 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  <p:cxnSp>
        <p:nvCxnSpPr>
          <p:cNvPr id="15" name="îṣ1iďé">
            <a:extLst>
              <a:ext uri="{FF2B5EF4-FFF2-40B4-BE49-F238E27FC236}">
                <a16:creationId xmlns:a16="http://schemas.microsoft.com/office/drawing/2014/main" id="{E9D012F5-DFB7-A078-3B1C-F9FE02E47E91}"/>
              </a:ext>
            </a:extLst>
          </p:cNvPr>
          <p:cNvCxnSpPr/>
          <p:nvPr userDrawn="1"/>
        </p:nvCxnSpPr>
        <p:spPr>
          <a:xfrm flipV="1">
            <a:off x="7550306" y="2124884"/>
            <a:ext cx="308526" cy="26631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61E490B8-2AEA-ACCD-9526-01BED78DEB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4276" flipH="1" flipV="1">
            <a:off x="3592764" y="481454"/>
            <a:ext cx="9317253" cy="6210881"/>
          </a:xfrm>
          <a:prstGeom prst="rect">
            <a:avLst/>
          </a:prstGeom>
        </p:spPr>
      </p:pic>
      <p:sp>
        <p:nvSpPr>
          <p:cNvPr id="7" name="圆角矩形 3">
            <a:extLst>
              <a:ext uri="{FF2B5EF4-FFF2-40B4-BE49-F238E27FC236}">
                <a16:creationId xmlns:a16="http://schemas.microsoft.com/office/drawing/2014/main" id="{AC3074C2-CD34-77DA-5623-359AE33C7087}"/>
              </a:ext>
            </a:extLst>
          </p:cNvPr>
          <p:cNvSpPr>
            <a:spLocks/>
          </p:cNvSpPr>
          <p:nvPr userDrawn="1"/>
        </p:nvSpPr>
        <p:spPr bwMode="auto">
          <a:xfrm>
            <a:off x="10543797" y="0"/>
            <a:ext cx="1281113" cy="495620"/>
          </a:xfrm>
          <a:custGeom>
            <a:avLst/>
            <a:gdLst>
              <a:gd name="T0" fmla="*/ 639596589 w 1180531"/>
              <a:gd name="T1" fmla="*/ 0 h 577560"/>
              <a:gd name="T2" fmla="*/ 639596589 w 1180531"/>
              <a:gd name="T3" fmla="*/ 259724595 h 577560"/>
              <a:gd name="T4" fmla="*/ 577010883 w 1180531"/>
              <a:gd name="T5" fmla="*/ 324659087 h 577560"/>
              <a:gd name="T6" fmla="*/ 62585058 w 1180531"/>
              <a:gd name="T7" fmla="*/ 324659087 h 577560"/>
              <a:gd name="T8" fmla="*/ 0 w 1180531"/>
              <a:gd name="T9" fmla="*/ 259724595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3600000" algn="tl" rotWithShape="0">
              <a:prstClr val="black">
                <a:alpha val="3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9" name="图片 1">
            <a:extLst>
              <a:ext uri="{FF2B5EF4-FFF2-40B4-BE49-F238E27FC236}">
                <a16:creationId xmlns:a16="http://schemas.microsoft.com/office/drawing/2014/main" id="{23DF1B38-8047-815C-23C4-7312765396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27"/>
          <a:stretch/>
        </p:blipFill>
        <p:spPr bwMode="auto">
          <a:xfrm>
            <a:off x="10559672" y="29230"/>
            <a:ext cx="1265238" cy="366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85414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完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9C7E64E7-1F0A-79D2-A263-3605467F0B51}"/>
              </a:ext>
            </a:extLst>
          </p:cNvPr>
          <p:cNvSpPr/>
          <p:nvPr userDrawn="1"/>
        </p:nvSpPr>
        <p:spPr>
          <a:xfrm>
            <a:off x="1367628" y="-121375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8A0D84D-155A-2194-ED3A-5A7CB9A4B72A}"/>
              </a:ext>
            </a:extLst>
          </p:cNvPr>
          <p:cNvSpPr/>
          <p:nvPr userDrawn="1"/>
        </p:nvSpPr>
        <p:spPr>
          <a:xfrm>
            <a:off x="3098140" y="51675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F7740DA-4F67-1648-9FE7-BA25A7F2910D}"/>
              </a:ext>
            </a:extLst>
          </p:cNvPr>
          <p:cNvSpPr/>
          <p:nvPr userDrawn="1"/>
        </p:nvSpPr>
        <p:spPr>
          <a:xfrm>
            <a:off x="4700072" y="211869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iṩ1iḍé">
            <a:extLst>
              <a:ext uri="{FF2B5EF4-FFF2-40B4-BE49-F238E27FC236}">
                <a16:creationId xmlns:a16="http://schemas.microsoft.com/office/drawing/2014/main" id="{7F87E56D-6D24-DF28-4A8B-DD94A5588CCD}"/>
              </a:ext>
            </a:extLst>
          </p:cNvPr>
          <p:cNvSpPr/>
          <p:nvPr userDrawn="1"/>
        </p:nvSpPr>
        <p:spPr>
          <a:xfrm>
            <a:off x="0" y="2689964"/>
            <a:ext cx="12192000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7CD92EE-FE45-4CC1-22A5-2D2AFAEDCC3F}"/>
              </a:ext>
            </a:extLst>
          </p:cNvPr>
          <p:cNvGrpSpPr/>
          <p:nvPr userDrawn="1"/>
        </p:nvGrpSpPr>
        <p:grpSpPr>
          <a:xfrm>
            <a:off x="3131925" y="2916806"/>
            <a:ext cx="4953838" cy="853924"/>
            <a:chOff x="3131925" y="2844887"/>
            <a:chExt cx="4953838" cy="853924"/>
          </a:xfrm>
        </p:grpSpPr>
        <p:pic>
          <p:nvPicPr>
            <p:cNvPr id="33" name="图片 1">
              <a:extLst>
                <a:ext uri="{FF2B5EF4-FFF2-40B4-BE49-F238E27FC236}">
                  <a16:creationId xmlns:a16="http://schemas.microsoft.com/office/drawing/2014/main" id="{C64F9D38-0ED4-99F8-903A-45555ADF80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627"/>
            <a:stretch/>
          </p:blipFill>
          <p:spPr bwMode="auto">
            <a:xfrm>
              <a:off x="3131925" y="2844887"/>
              <a:ext cx="2948463" cy="853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2C68E28-2375-6922-E133-284E7821B4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10382" y="3154751"/>
              <a:ext cx="0" cy="3801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C7DE38E-8849-1998-75E8-89E432D90EBE}"/>
                </a:ext>
              </a:extLst>
            </p:cNvPr>
            <p:cNvSpPr txBox="1"/>
            <p:nvPr userDrawn="1"/>
          </p:nvSpPr>
          <p:spPr>
            <a:xfrm>
              <a:off x="6096001" y="3021658"/>
              <a:ext cx="19897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传智教育旗下</a:t>
              </a:r>
              <a:endParaRPr lang="en-US" altLang="zh-CN">
                <a:solidFill>
                  <a:schemeClr val="bg1"/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高端</a:t>
              </a:r>
              <a:r>
                <a:rPr lang="en-US" altLang="zh-CN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IT</a:t>
              </a:r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教育品牌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70038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4717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椭圆 18">
            <a:extLst>
              <a:ext uri="{FF2B5EF4-FFF2-40B4-BE49-F238E27FC236}">
                <a16:creationId xmlns:a16="http://schemas.microsoft.com/office/drawing/2014/main" id="{C3296A99-F5C4-3E6A-FF6E-4852C12DEE94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C6ED1A-7B72-CBE7-8DC0-8CA41549B7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14165" y="2469081"/>
            <a:ext cx="3397250" cy="9017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3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F3EC600-D80B-73CA-E06E-8768FDEAA4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0298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目录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3">
            <a:extLst>
              <a:ext uri="{FF2B5EF4-FFF2-40B4-BE49-F238E27FC236}">
                <a16:creationId xmlns:a16="http://schemas.microsoft.com/office/drawing/2014/main" id="{3AF24492-4E99-231B-3CC0-5126876878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15250" y="2203927"/>
            <a:ext cx="3484714" cy="668338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2" name="文本占位符 25">
            <a:extLst>
              <a:ext uri="{FF2B5EF4-FFF2-40B4-BE49-F238E27FC236}">
                <a16:creationId xmlns:a16="http://schemas.microsoft.com/office/drawing/2014/main" id="{16A7C205-45D1-F79D-939F-C8FE0D7B4E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1439" y="2924827"/>
            <a:ext cx="3692525" cy="2206679"/>
          </a:xfrm>
          <a:prstGeom prst="rect">
            <a:avLst/>
          </a:prstGeom>
        </p:spPr>
        <p:txBody>
          <a:bodyPr anchor="t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2B73621D-248C-7BD4-118D-FC619E918E16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iS1íḓê">
            <a:extLst>
              <a:ext uri="{FF2B5EF4-FFF2-40B4-BE49-F238E27FC236}">
                <a16:creationId xmlns:a16="http://schemas.microsoft.com/office/drawing/2014/main" id="{7EF4A2F1-7824-59BB-9C70-02CD6D1807DA}"/>
              </a:ext>
            </a:extLst>
          </p:cNvPr>
          <p:cNvSpPr/>
          <p:nvPr userDrawn="1"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725A4265-6561-3E4B-3F76-FF8846C98B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8675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06715BF8-0A12-5796-1551-488CA6BA7E8B}"/>
              </a:ext>
            </a:extLst>
          </p:cNvPr>
          <p:cNvSpPr txBox="1"/>
          <p:nvPr userDrawn="1"/>
        </p:nvSpPr>
        <p:spPr>
          <a:xfrm>
            <a:off x="4058865" y="2285292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accent1">
                        <a:alpha val="15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CONTENT</a:t>
            </a:r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6B50EE85-71F0-6A4A-F2C6-2ACBA4D846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600" y="1662411"/>
            <a:ext cx="3692525" cy="2631150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27" name="íşľíďe">
            <a:extLst>
              <a:ext uri="{FF2B5EF4-FFF2-40B4-BE49-F238E27FC236}">
                <a16:creationId xmlns:a16="http://schemas.microsoft.com/office/drawing/2014/main" id="{32B4F824-6998-DCF1-0043-E682C565BE4E}"/>
              </a:ext>
            </a:extLst>
          </p:cNvPr>
          <p:cNvSpPr txBox="1"/>
          <p:nvPr userDrawn="1"/>
        </p:nvSpPr>
        <p:spPr>
          <a:xfrm flipH="1">
            <a:off x="4497713" y="2654820"/>
            <a:ext cx="1098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accent1"/>
                </a:solidFill>
                <a:latin typeface="+mj-ea"/>
                <a:ea typeface="+mj-ea"/>
              </a:rPr>
              <a:t>目录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412207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2163038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4872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513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4.png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2903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>
            <a:extLst>
              <a:ext uri="{FF2B5EF4-FFF2-40B4-BE49-F238E27FC236}">
                <a16:creationId xmlns:a16="http://schemas.microsoft.com/office/drawing/2014/main" id="{928F8CFA-6461-A0B0-AE1C-A1EA6AACFB75}"/>
              </a:ext>
            </a:extLst>
          </p:cNvPr>
          <p:cNvSpPr>
            <a:spLocks/>
          </p:cNvSpPr>
          <p:nvPr userDrawn="1"/>
        </p:nvSpPr>
        <p:spPr bwMode="auto">
          <a:xfrm>
            <a:off x="10543797" y="0"/>
            <a:ext cx="1281113" cy="495620"/>
          </a:xfrm>
          <a:custGeom>
            <a:avLst/>
            <a:gdLst>
              <a:gd name="T0" fmla="*/ 639596589 w 1180531"/>
              <a:gd name="T1" fmla="*/ 0 h 577560"/>
              <a:gd name="T2" fmla="*/ 639596589 w 1180531"/>
              <a:gd name="T3" fmla="*/ 259724595 h 577560"/>
              <a:gd name="T4" fmla="*/ 577010883 w 1180531"/>
              <a:gd name="T5" fmla="*/ 324659087 h 577560"/>
              <a:gd name="T6" fmla="*/ 62585058 w 1180531"/>
              <a:gd name="T7" fmla="*/ 324659087 h 577560"/>
              <a:gd name="T8" fmla="*/ 0 w 1180531"/>
              <a:gd name="T9" fmla="*/ 259724595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3600000" algn="tl" rotWithShape="0">
              <a:prstClr val="black">
                <a:alpha val="3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5" name="图片 1">
            <a:extLst>
              <a:ext uri="{FF2B5EF4-FFF2-40B4-BE49-F238E27FC236}">
                <a16:creationId xmlns:a16="http://schemas.microsoft.com/office/drawing/2014/main" id="{EA3F6FF1-F176-5F65-D251-C7588852FF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27"/>
          <a:stretch/>
        </p:blipFill>
        <p:spPr bwMode="auto">
          <a:xfrm>
            <a:off x="10559672" y="29230"/>
            <a:ext cx="1265238" cy="366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6752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95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  <p:sldLayoutId id="2147483679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六边形 63">
            <a:extLst>
              <a:ext uri="{FF2B5EF4-FFF2-40B4-BE49-F238E27FC236}">
                <a16:creationId xmlns:a16="http://schemas.microsoft.com/office/drawing/2014/main" id="{64701D48-3612-F015-7A0D-8329972945A7}"/>
              </a:ext>
            </a:extLst>
          </p:cNvPr>
          <p:cNvSpPr/>
          <p:nvPr userDrawn="1"/>
        </p:nvSpPr>
        <p:spPr>
          <a:xfrm>
            <a:off x="111531" y="3970983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34FB0A6B-66AE-D2A8-FCAE-415D3251A19B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8539A05-556B-81A4-0795-3B191CB53943}"/>
              </a:ext>
            </a:extLst>
          </p:cNvPr>
          <p:cNvSpPr/>
          <p:nvPr userDrawn="1"/>
        </p:nvSpPr>
        <p:spPr>
          <a:xfrm>
            <a:off x="2097602" y="1569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0CECE50-264B-8294-A89A-D0F8A1907A78}"/>
              </a:ext>
            </a:extLst>
          </p:cNvPr>
          <p:cNvSpPr/>
          <p:nvPr userDrawn="1"/>
        </p:nvSpPr>
        <p:spPr>
          <a:xfrm>
            <a:off x="3699534" y="161763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87C0C2E-27D7-4123-B01F-3144FCE1E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>
            <a:off x="0" y="226026"/>
            <a:ext cx="4021016" cy="572726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7C86F6B-3565-C12B-953F-D1279851B236}"/>
              </a:ext>
            </a:extLst>
          </p:cNvPr>
          <p:cNvSpPr txBox="1"/>
          <p:nvPr userDrawn="1"/>
        </p:nvSpPr>
        <p:spPr>
          <a:xfrm>
            <a:off x="6894438" y="134874"/>
            <a:ext cx="3850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  <a:endParaRPr lang="zh-CN" altLang="en-US" sz="100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1DEE103-1F67-DC70-0326-32288ACE409E}"/>
              </a:ext>
            </a:extLst>
          </p:cNvPr>
          <p:cNvCxnSpPr>
            <a:cxnSpLocks/>
          </p:cNvCxnSpPr>
          <p:nvPr userDrawn="1"/>
        </p:nvCxnSpPr>
        <p:spPr>
          <a:xfrm>
            <a:off x="7026765" y="374524"/>
            <a:ext cx="3604905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圆角矩形 3">
            <a:extLst>
              <a:ext uri="{FF2B5EF4-FFF2-40B4-BE49-F238E27FC236}">
                <a16:creationId xmlns:a16="http://schemas.microsoft.com/office/drawing/2014/main" id="{CDF8AC3A-7CF6-98B3-4B97-630ECC4E7519}"/>
              </a:ext>
            </a:extLst>
          </p:cNvPr>
          <p:cNvSpPr>
            <a:spLocks/>
          </p:cNvSpPr>
          <p:nvPr userDrawn="1"/>
        </p:nvSpPr>
        <p:spPr bwMode="auto">
          <a:xfrm>
            <a:off x="10543797" y="0"/>
            <a:ext cx="1281113" cy="495620"/>
          </a:xfrm>
          <a:custGeom>
            <a:avLst/>
            <a:gdLst>
              <a:gd name="T0" fmla="*/ 639596589 w 1180531"/>
              <a:gd name="T1" fmla="*/ 0 h 577560"/>
              <a:gd name="T2" fmla="*/ 639596589 w 1180531"/>
              <a:gd name="T3" fmla="*/ 259724595 h 577560"/>
              <a:gd name="T4" fmla="*/ 577010883 w 1180531"/>
              <a:gd name="T5" fmla="*/ 324659087 h 577560"/>
              <a:gd name="T6" fmla="*/ 62585058 w 1180531"/>
              <a:gd name="T7" fmla="*/ 324659087 h 577560"/>
              <a:gd name="T8" fmla="*/ 0 w 1180531"/>
              <a:gd name="T9" fmla="*/ 259724595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3600000" algn="tl" rotWithShape="0">
              <a:prstClr val="black">
                <a:alpha val="3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5" name="图片 1">
            <a:extLst>
              <a:ext uri="{FF2B5EF4-FFF2-40B4-BE49-F238E27FC236}">
                <a16:creationId xmlns:a16="http://schemas.microsoft.com/office/drawing/2014/main" id="{BC2679CF-9CC5-AAF3-6820-2BF4DC379E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27"/>
          <a:stretch/>
        </p:blipFill>
        <p:spPr bwMode="auto">
          <a:xfrm>
            <a:off x="10559672" y="29230"/>
            <a:ext cx="1265238" cy="366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830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A538EF61-0CF6-2735-4654-C2F60C1B5FB3}"/>
              </a:ext>
            </a:extLst>
          </p:cNvPr>
          <p:cNvSpPr/>
          <p:nvPr userDrawn="1"/>
        </p:nvSpPr>
        <p:spPr>
          <a:xfrm>
            <a:off x="-2775487" y="-1213758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598458E-0E6D-4FB0-21B2-2EA0673032D8}"/>
              </a:ext>
            </a:extLst>
          </p:cNvPr>
          <p:cNvSpPr/>
          <p:nvPr userDrawn="1"/>
        </p:nvSpPr>
        <p:spPr>
          <a:xfrm>
            <a:off x="-1044975" y="516754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22B59B6-AE89-188C-D588-A8407EC0DAF4}"/>
              </a:ext>
            </a:extLst>
          </p:cNvPr>
          <p:cNvSpPr/>
          <p:nvPr userDrawn="1"/>
        </p:nvSpPr>
        <p:spPr>
          <a:xfrm>
            <a:off x="556957" y="2118686"/>
            <a:ext cx="2620620" cy="26206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797FAEF-C643-7FA0-1EED-047D57CA683C}"/>
              </a:ext>
            </a:extLst>
          </p:cNvPr>
          <p:cNvSpPr txBox="1"/>
          <p:nvPr userDrawn="1"/>
        </p:nvSpPr>
        <p:spPr>
          <a:xfrm>
            <a:off x="6894438" y="134874"/>
            <a:ext cx="3850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  <a:endParaRPr lang="zh-CN" altLang="en-US" sz="1000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3322136-99CD-A45B-0669-84EEFDF304EC}"/>
              </a:ext>
            </a:extLst>
          </p:cNvPr>
          <p:cNvCxnSpPr>
            <a:cxnSpLocks/>
          </p:cNvCxnSpPr>
          <p:nvPr userDrawn="1"/>
        </p:nvCxnSpPr>
        <p:spPr>
          <a:xfrm>
            <a:off x="7026765" y="374524"/>
            <a:ext cx="3604905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圆角矩形 3">
            <a:extLst>
              <a:ext uri="{FF2B5EF4-FFF2-40B4-BE49-F238E27FC236}">
                <a16:creationId xmlns:a16="http://schemas.microsoft.com/office/drawing/2014/main" id="{3875FA13-2FF9-29FC-8AE1-803DCA52E81E}"/>
              </a:ext>
            </a:extLst>
          </p:cNvPr>
          <p:cNvSpPr>
            <a:spLocks/>
          </p:cNvSpPr>
          <p:nvPr userDrawn="1"/>
        </p:nvSpPr>
        <p:spPr bwMode="auto">
          <a:xfrm>
            <a:off x="10543797" y="0"/>
            <a:ext cx="1281113" cy="495620"/>
          </a:xfrm>
          <a:custGeom>
            <a:avLst/>
            <a:gdLst>
              <a:gd name="T0" fmla="*/ 639596589 w 1180531"/>
              <a:gd name="T1" fmla="*/ 0 h 577560"/>
              <a:gd name="T2" fmla="*/ 639596589 w 1180531"/>
              <a:gd name="T3" fmla="*/ 259724595 h 577560"/>
              <a:gd name="T4" fmla="*/ 577010883 w 1180531"/>
              <a:gd name="T5" fmla="*/ 324659087 h 577560"/>
              <a:gd name="T6" fmla="*/ 62585058 w 1180531"/>
              <a:gd name="T7" fmla="*/ 324659087 h 577560"/>
              <a:gd name="T8" fmla="*/ 0 w 1180531"/>
              <a:gd name="T9" fmla="*/ 259724595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3600000" algn="tl" rotWithShape="0">
              <a:prstClr val="black">
                <a:alpha val="3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0" name="图片 1">
            <a:extLst>
              <a:ext uri="{FF2B5EF4-FFF2-40B4-BE49-F238E27FC236}">
                <a16:creationId xmlns:a16="http://schemas.microsoft.com/office/drawing/2014/main" id="{B1A15EED-4C5F-A118-131E-8A900C321D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27"/>
          <a:stretch/>
        </p:blipFill>
        <p:spPr bwMode="auto">
          <a:xfrm>
            <a:off x="10559672" y="29230"/>
            <a:ext cx="1265238" cy="366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741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114D5-9D49-7225-E5E2-41EB2357C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1270" y="2220686"/>
            <a:ext cx="4265405" cy="869023"/>
          </a:xfrm>
        </p:spPr>
        <p:txBody>
          <a:bodyPr/>
          <a:lstStyle/>
          <a:p>
            <a:r>
              <a:rPr lang="en-US" altLang="zh-CN">
                <a:solidFill>
                  <a:srgbClr val="AD2B26"/>
                </a:solidFill>
              </a:rPr>
              <a:t>Python+AI</a:t>
            </a:r>
            <a:endParaRPr lang="zh-CN" altLang="en-US">
              <a:solidFill>
                <a:srgbClr val="AD2B26"/>
              </a:solidFill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824D6E-28AE-CB10-CE93-CDD5BBE470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1270" y="3429000"/>
            <a:ext cx="2557669" cy="641943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b="1">
                <a:latin typeface="荆南波波黑" panose="02000800000000000000" pitchFamily="2" charset="-122"/>
                <a:ea typeface="荆南波波黑" panose="02000800000000000000" pitchFamily="2" charset="-122"/>
              </a:rPr>
              <a:t>—— </a:t>
            </a:r>
            <a:r>
              <a:rPr lang="zh-CN" altLang="en-US" b="1">
                <a:latin typeface="荆南波波黑" panose="02000800000000000000" pitchFamily="2" charset="-122"/>
                <a:ea typeface="荆南波波黑" panose="02000800000000000000" pitchFamily="2" charset="-122"/>
              </a:rPr>
              <a:t>完结</a:t>
            </a:r>
            <a:r>
              <a:rPr lang="en-US" altLang="zh-CN" b="1">
                <a:latin typeface="荆南波波黑" panose="02000800000000000000" pitchFamily="2" charset="-122"/>
                <a:ea typeface="荆南波波黑" panose="02000800000000000000" pitchFamily="2" charset="-122"/>
              </a:rPr>
              <a:t> </a:t>
            </a:r>
            <a:r>
              <a:rPr lang="en-US" altLang="zh-CN">
                <a:latin typeface="荆南波波黑" panose="02000800000000000000" pitchFamily="2" charset="-122"/>
                <a:ea typeface="荆南波波黑" panose="02000800000000000000" pitchFamily="2" charset="-122"/>
              </a:rPr>
              <a:t>——</a:t>
            </a:r>
            <a:endParaRPr lang="zh-CN" altLang="en-US">
              <a:latin typeface="荆南波波黑" panose="02000800000000000000" pitchFamily="2" charset="-122"/>
              <a:ea typeface="荆南波波黑" panose="020008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56615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CDD45-8714-1F25-C2C6-EDEE5DBE1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E4247585-CB85-1C46-3F10-6D732D46DEB4}"/>
              </a:ext>
            </a:extLst>
          </p:cNvPr>
          <p:cNvCxnSpPr>
            <a:cxnSpLocks/>
          </p:cNvCxnSpPr>
          <p:nvPr/>
        </p:nvCxnSpPr>
        <p:spPr>
          <a:xfrm>
            <a:off x="695739" y="3339998"/>
            <a:ext cx="10840437" cy="0"/>
          </a:xfrm>
          <a:prstGeom prst="straightConnector1">
            <a:avLst/>
          </a:prstGeom>
          <a:ln w="12700">
            <a:solidFill>
              <a:srgbClr val="7030A0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Number2">
            <a:extLst>
              <a:ext uri="{FF2B5EF4-FFF2-40B4-BE49-F238E27FC236}">
                <a16:creationId xmlns:a16="http://schemas.microsoft.com/office/drawing/2014/main" id="{A7809612-CCD7-5DA7-C48A-F4C5C6E308A0}"/>
              </a:ext>
            </a:extLst>
          </p:cNvPr>
          <p:cNvSpPr/>
          <p:nvPr/>
        </p:nvSpPr>
        <p:spPr bwMode="auto">
          <a:xfrm>
            <a:off x="3027023" y="3143738"/>
            <a:ext cx="407325" cy="407325"/>
          </a:xfrm>
          <a:custGeom>
            <a:avLst/>
            <a:gdLst>
              <a:gd name="connsiteX0" fmla="*/ 439093 w 606651"/>
              <a:gd name="connsiteY0" fmla="*/ 92723 h 245215"/>
              <a:gd name="connsiteX1" fmla="*/ 515480 w 606651"/>
              <a:gd name="connsiteY1" fmla="*/ 168969 h 245215"/>
              <a:gd name="connsiteX2" fmla="*/ 439093 w 606651"/>
              <a:gd name="connsiteY2" fmla="*/ 245215 h 245215"/>
              <a:gd name="connsiteX3" fmla="*/ 362706 w 606651"/>
              <a:gd name="connsiteY3" fmla="*/ 168969 h 245215"/>
              <a:gd name="connsiteX4" fmla="*/ 439093 w 606651"/>
              <a:gd name="connsiteY4" fmla="*/ 92723 h 245215"/>
              <a:gd name="connsiteX5" fmla="*/ 167523 w 606651"/>
              <a:gd name="connsiteY5" fmla="*/ 92723 h 245215"/>
              <a:gd name="connsiteX6" fmla="*/ 243946 w 606651"/>
              <a:gd name="connsiteY6" fmla="*/ 168969 h 245215"/>
              <a:gd name="connsiteX7" fmla="*/ 167523 w 606651"/>
              <a:gd name="connsiteY7" fmla="*/ 245215 h 245215"/>
              <a:gd name="connsiteX8" fmla="*/ 91100 w 606651"/>
              <a:gd name="connsiteY8" fmla="*/ 168969 h 245215"/>
              <a:gd name="connsiteX9" fmla="*/ 167523 w 606651"/>
              <a:gd name="connsiteY9" fmla="*/ 92723 h 245215"/>
              <a:gd name="connsiteX10" fmla="*/ 167576 w 606651"/>
              <a:gd name="connsiteY10" fmla="*/ 0 h 245215"/>
              <a:gd name="connsiteX11" fmla="*/ 303325 w 606651"/>
              <a:gd name="connsiteY11" fmla="*/ 69480 h 245215"/>
              <a:gd name="connsiteX12" fmla="*/ 439075 w 606651"/>
              <a:gd name="connsiteY12" fmla="*/ 0 h 245215"/>
              <a:gd name="connsiteX13" fmla="*/ 606651 w 606651"/>
              <a:gd name="connsiteY13" fmla="*/ 167352 h 245215"/>
              <a:gd name="connsiteX14" fmla="*/ 606651 w 606651"/>
              <a:gd name="connsiteY14" fmla="*/ 171615 h 245215"/>
              <a:gd name="connsiteX15" fmla="*/ 542318 w 606651"/>
              <a:gd name="connsiteY15" fmla="*/ 171615 h 245215"/>
              <a:gd name="connsiteX16" fmla="*/ 542318 w 606651"/>
              <a:gd name="connsiteY16" fmla="*/ 167352 h 245215"/>
              <a:gd name="connsiteX17" fmla="*/ 439075 w 606651"/>
              <a:gd name="connsiteY17" fmla="*/ 64247 h 245215"/>
              <a:gd name="connsiteX18" fmla="*/ 335832 w 606651"/>
              <a:gd name="connsiteY18" fmla="*/ 167352 h 245215"/>
              <a:gd name="connsiteX19" fmla="*/ 335832 w 606651"/>
              <a:gd name="connsiteY19" fmla="*/ 171615 h 245215"/>
              <a:gd name="connsiteX20" fmla="*/ 335055 w 606651"/>
              <a:gd name="connsiteY20" fmla="*/ 171615 h 245215"/>
              <a:gd name="connsiteX21" fmla="*/ 271596 w 606651"/>
              <a:gd name="connsiteY21" fmla="*/ 171615 h 245215"/>
              <a:gd name="connsiteX22" fmla="*/ 270722 w 606651"/>
              <a:gd name="connsiteY22" fmla="*/ 171615 h 245215"/>
              <a:gd name="connsiteX23" fmla="*/ 270722 w 606651"/>
              <a:gd name="connsiteY23" fmla="*/ 167352 h 245215"/>
              <a:gd name="connsiteX24" fmla="*/ 167576 w 606651"/>
              <a:gd name="connsiteY24" fmla="*/ 64247 h 245215"/>
              <a:gd name="connsiteX25" fmla="*/ 64333 w 606651"/>
              <a:gd name="connsiteY25" fmla="*/ 167352 h 245215"/>
              <a:gd name="connsiteX26" fmla="*/ 64333 w 606651"/>
              <a:gd name="connsiteY26" fmla="*/ 171615 h 245215"/>
              <a:gd name="connsiteX27" fmla="*/ 0 w 606651"/>
              <a:gd name="connsiteY27" fmla="*/ 171615 h 245215"/>
              <a:gd name="connsiteX28" fmla="*/ 0 w 606651"/>
              <a:gd name="connsiteY28" fmla="*/ 167352 h 245215"/>
              <a:gd name="connsiteX29" fmla="*/ 167576 w 606651"/>
              <a:gd name="connsiteY29" fmla="*/ 0 h 245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52846" h="152492">
                <a:moveTo>
                  <a:pt x="76423" y="0"/>
                </a:moveTo>
                <a:cubicBezTo>
                  <a:pt x="118630" y="0"/>
                  <a:pt x="152846" y="34136"/>
                  <a:pt x="152846" y="76246"/>
                </a:cubicBezTo>
                <a:cubicBezTo>
                  <a:pt x="152846" y="118356"/>
                  <a:pt x="118630" y="152492"/>
                  <a:pt x="76423" y="152492"/>
                </a:cubicBezTo>
                <a:cubicBezTo>
                  <a:pt x="34216" y="152492"/>
                  <a:pt x="0" y="118356"/>
                  <a:pt x="0" y="76246"/>
                </a:cubicBezTo>
                <a:cubicBezTo>
                  <a:pt x="0" y="34136"/>
                  <a:pt x="34216" y="0"/>
                  <a:pt x="76423" y="0"/>
                </a:cubicBezTo>
              </a:path>
            </a:pathLst>
          </a:custGeom>
          <a:gradFill>
            <a:gsLst>
              <a:gs pos="0">
                <a:srgbClr val="62CB78">
                  <a:lumMod val="60000"/>
                  <a:lumOff val="40000"/>
                </a:srgbClr>
              </a:gs>
              <a:gs pos="60000">
                <a:srgbClr val="62CB78"/>
              </a:gs>
            </a:gsLst>
            <a:lin ang="2700000" scaled="0"/>
          </a:gradFill>
          <a:ln w="57150" cap="rnd" cmpd="sng" algn="ctr">
            <a:noFill/>
            <a:prstDash val="solid"/>
            <a:round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110004020202020204"/>
                <a:ea typeface="微软雅黑"/>
                <a:cs typeface="+mn-ea"/>
                <a:sym typeface="+mn-lt"/>
              </a:rPr>
              <a:t>2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110004020202020204"/>
              <a:ea typeface="微软雅黑"/>
              <a:cs typeface="+mn-ea"/>
              <a:sym typeface="+mn-lt"/>
            </a:endParaRPr>
          </a:p>
        </p:txBody>
      </p:sp>
      <p:sp>
        <p:nvSpPr>
          <p:cNvPr id="7" name="Number3">
            <a:extLst>
              <a:ext uri="{FF2B5EF4-FFF2-40B4-BE49-F238E27FC236}">
                <a16:creationId xmlns:a16="http://schemas.microsoft.com/office/drawing/2014/main" id="{30A89D85-C701-8A9B-7429-24440A048F2D}"/>
              </a:ext>
            </a:extLst>
          </p:cNvPr>
          <p:cNvSpPr/>
          <p:nvPr/>
        </p:nvSpPr>
        <p:spPr bwMode="auto">
          <a:xfrm>
            <a:off x="4890946" y="3143738"/>
            <a:ext cx="407325" cy="407325"/>
          </a:xfrm>
          <a:custGeom>
            <a:avLst/>
            <a:gdLst>
              <a:gd name="connsiteX0" fmla="*/ 439093 w 606651"/>
              <a:gd name="connsiteY0" fmla="*/ 92723 h 245215"/>
              <a:gd name="connsiteX1" fmla="*/ 515480 w 606651"/>
              <a:gd name="connsiteY1" fmla="*/ 168969 h 245215"/>
              <a:gd name="connsiteX2" fmla="*/ 439093 w 606651"/>
              <a:gd name="connsiteY2" fmla="*/ 245215 h 245215"/>
              <a:gd name="connsiteX3" fmla="*/ 362706 w 606651"/>
              <a:gd name="connsiteY3" fmla="*/ 168969 h 245215"/>
              <a:gd name="connsiteX4" fmla="*/ 439093 w 606651"/>
              <a:gd name="connsiteY4" fmla="*/ 92723 h 245215"/>
              <a:gd name="connsiteX5" fmla="*/ 167523 w 606651"/>
              <a:gd name="connsiteY5" fmla="*/ 92723 h 245215"/>
              <a:gd name="connsiteX6" fmla="*/ 243946 w 606651"/>
              <a:gd name="connsiteY6" fmla="*/ 168969 h 245215"/>
              <a:gd name="connsiteX7" fmla="*/ 167523 w 606651"/>
              <a:gd name="connsiteY7" fmla="*/ 245215 h 245215"/>
              <a:gd name="connsiteX8" fmla="*/ 91100 w 606651"/>
              <a:gd name="connsiteY8" fmla="*/ 168969 h 245215"/>
              <a:gd name="connsiteX9" fmla="*/ 167523 w 606651"/>
              <a:gd name="connsiteY9" fmla="*/ 92723 h 245215"/>
              <a:gd name="connsiteX10" fmla="*/ 167576 w 606651"/>
              <a:gd name="connsiteY10" fmla="*/ 0 h 245215"/>
              <a:gd name="connsiteX11" fmla="*/ 303325 w 606651"/>
              <a:gd name="connsiteY11" fmla="*/ 69480 h 245215"/>
              <a:gd name="connsiteX12" fmla="*/ 439075 w 606651"/>
              <a:gd name="connsiteY12" fmla="*/ 0 h 245215"/>
              <a:gd name="connsiteX13" fmla="*/ 606651 w 606651"/>
              <a:gd name="connsiteY13" fmla="*/ 167352 h 245215"/>
              <a:gd name="connsiteX14" fmla="*/ 606651 w 606651"/>
              <a:gd name="connsiteY14" fmla="*/ 171615 h 245215"/>
              <a:gd name="connsiteX15" fmla="*/ 542318 w 606651"/>
              <a:gd name="connsiteY15" fmla="*/ 171615 h 245215"/>
              <a:gd name="connsiteX16" fmla="*/ 542318 w 606651"/>
              <a:gd name="connsiteY16" fmla="*/ 167352 h 245215"/>
              <a:gd name="connsiteX17" fmla="*/ 439075 w 606651"/>
              <a:gd name="connsiteY17" fmla="*/ 64247 h 245215"/>
              <a:gd name="connsiteX18" fmla="*/ 335832 w 606651"/>
              <a:gd name="connsiteY18" fmla="*/ 167352 h 245215"/>
              <a:gd name="connsiteX19" fmla="*/ 335832 w 606651"/>
              <a:gd name="connsiteY19" fmla="*/ 171615 h 245215"/>
              <a:gd name="connsiteX20" fmla="*/ 335055 w 606651"/>
              <a:gd name="connsiteY20" fmla="*/ 171615 h 245215"/>
              <a:gd name="connsiteX21" fmla="*/ 271596 w 606651"/>
              <a:gd name="connsiteY21" fmla="*/ 171615 h 245215"/>
              <a:gd name="connsiteX22" fmla="*/ 270722 w 606651"/>
              <a:gd name="connsiteY22" fmla="*/ 171615 h 245215"/>
              <a:gd name="connsiteX23" fmla="*/ 270722 w 606651"/>
              <a:gd name="connsiteY23" fmla="*/ 167352 h 245215"/>
              <a:gd name="connsiteX24" fmla="*/ 167576 w 606651"/>
              <a:gd name="connsiteY24" fmla="*/ 64247 h 245215"/>
              <a:gd name="connsiteX25" fmla="*/ 64333 w 606651"/>
              <a:gd name="connsiteY25" fmla="*/ 167352 h 245215"/>
              <a:gd name="connsiteX26" fmla="*/ 64333 w 606651"/>
              <a:gd name="connsiteY26" fmla="*/ 171615 h 245215"/>
              <a:gd name="connsiteX27" fmla="*/ 0 w 606651"/>
              <a:gd name="connsiteY27" fmla="*/ 171615 h 245215"/>
              <a:gd name="connsiteX28" fmla="*/ 0 w 606651"/>
              <a:gd name="connsiteY28" fmla="*/ 167352 h 245215"/>
              <a:gd name="connsiteX29" fmla="*/ 167576 w 606651"/>
              <a:gd name="connsiteY29" fmla="*/ 0 h 245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52846" h="152492">
                <a:moveTo>
                  <a:pt x="76423" y="0"/>
                </a:moveTo>
                <a:cubicBezTo>
                  <a:pt x="118630" y="0"/>
                  <a:pt x="152846" y="34136"/>
                  <a:pt x="152846" y="76246"/>
                </a:cubicBezTo>
                <a:cubicBezTo>
                  <a:pt x="152846" y="118356"/>
                  <a:pt x="118630" y="152492"/>
                  <a:pt x="76423" y="152492"/>
                </a:cubicBezTo>
                <a:cubicBezTo>
                  <a:pt x="34216" y="152492"/>
                  <a:pt x="0" y="118356"/>
                  <a:pt x="0" y="76246"/>
                </a:cubicBezTo>
                <a:cubicBezTo>
                  <a:pt x="0" y="34136"/>
                  <a:pt x="34216" y="0"/>
                  <a:pt x="76423" y="0"/>
                </a:cubicBezTo>
              </a:path>
            </a:pathLst>
          </a:custGeom>
          <a:gradFill>
            <a:gsLst>
              <a:gs pos="0">
                <a:srgbClr val="44B4CF">
                  <a:lumMod val="60000"/>
                  <a:lumOff val="40000"/>
                </a:srgbClr>
              </a:gs>
              <a:gs pos="60000">
                <a:srgbClr val="44B4CF"/>
              </a:gs>
            </a:gsLst>
            <a:lin ang="2700000" scaled="0"/>
          </a:gradFill>
          <a:ln w="57150" cap="rnd" cmpd="sng" algn="ctr">
            <a:noFill/>
            <a:prstDash val="solid"/>
            <a:round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110004020202020204"/>
                <a:ea typeface="微软雅黑"/>
                <a:cs typeface="+mn-ea"/>
                <a:sym typeface="+mn-lt"/>
              </a:rPr>
              <a:t>3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110004020202020204"/>
              <a:ea typeface="微软雅黑"/>
              <a:cs typeface="+mn-ea"/>
              <a:sym typeface="+mn-lt"/>
            </a:endParaRPr>
          </a:p>
        </p:txBody>
      </p:sp>
      <p:sp>
        <p:nvSpPr>
          <p:cNvPr id="9" name="Number4">
            <a:extLst>
              <a:ext uri="{FF2B5EF4-FFF2-40B4-BE49-F238E27FC236}">
                <a16:creationId xmlns:a16="http://schemas.microsoft.com/office/drawing/2014/main" id="{2F9BB4F2-7EF9-3C78-2153-E01F0CD915E7}"/>
              </a:ext>
            </a:extLst>
          </p:cNvPr>
          <p:cNvSpPr/>
          <p:nvPr/>
        </p:nvSpPr>
        <p:spPr bwMode="auto">
          <a:xfrm>
            <a:off x="6754869" y="3143738"/>
            <a:ext cx="407325" cy="407325"/>
          </a:xfrm>
          <a:custGeom>
            <a:avLst/>
            <a:gdLst>
              <a:gd name="connsiteX0" fmla="*/ 439093 w 606651"/>
              <a:gd name="connsiteY0" fmla="*/ 92723 h 245215"/>
              <a:gd name="connsiteX1" fmla="*/ 515480 w 606651"/>
              <a:gd name="connsiteY1" fmla="*/ 168969 h 245215"/>
              <a:gd name="connsiteX2" fmla="*/ 439093 w 606651"/>
              <a:gd name="connsiteY2" fmla="*/ 245215 h 245215"/>
              <a:gd name="connsiteX3" fmla="*/ 362706 w 606651"/>
              <a:gd name="connsiteY3" fmla="*/ 168969 h 245215"/>
              <a:gd name="connsiteX4" fmla="*/ 439093 w 606651"/>
              <a:gd name="connsiteY4" fmla="*/ 92723 h 245215"/>
              <a:gd name="connsiteX5" fmla="*/ 167523 w 606651"/>
              <a:gd name="connsiteY5" fmla="*/ 92723 h 245215"/>
              <a:gd name="connsiteX6" fmla="*/ 243946 w 606651"/>
              <a:gd name="connsiteY6" fmla="*/ 168969 h 245215"/>
              <a:gd name="connsiteX7" fmla="*/ 167523 w 606651"/>
              <a:gd name="connsiteY7" fmla="*/ 245215 h 245215"/>
              <a:gd name="connsiteX8" fmla="*/ 91100 w 606651"/>
              <a:gd name="connsiteY8" fmla="*/ 168969 h 245215"/>
              <a:gd name="connsiteX9" fmla="*/ 167523 w 606651"/>
              <a:gd name="connsiteY9" fmla="*/ 92723 h 245215"/>
              <a:gd name="connsiteX10" fmla="*/ 167576 w 606651"/>
              <a:gd name="connsiteY10" fmla="*/ 0 h 245215"/>
              <a:gd name="connsiteX11" fmla="*/ 303325 w 606651"/>
              <a:gd name="connsiteY11" fmla="*/ 69480 h 245215"/>
              <a:gd name="connsiteX12" fmla="*/ 439075 w 606651"/>
              <a:gd name="connsiteY12" fmla="*/ 0 h 245215"/>
              <a:gd name="connsiteX13" fmla="*/ 606651 w 606651"/>
              <a:gd name="connsiteY13" fmla="*/ 167352 h 245215"/>
              <a:gd name="connsiteX14" fmla="*/ 606651 w 606651"/>
              <a:gd name="connsiteY14" fmla="*/ 171615 h 245215"/>
              <a:gd name="connsiteX15" fmla="*/ 542318 w 606651"/>
              <a:gd name="connsiteY15" fmla="*/ 171615 h 245215"/>
              <a:gd name="connsiteX16" fmla="*/ 542318 w 606651"/>
              <a:gd name="connsiteY16" fmla="*/ 167352 h 245215"/>
              <a:gd name="connsiteX17" fmla="*/ 439075 w 606651"/>
              <a:gd name="connsiteY17" fmla="*/ 64247 h 245215"/>
              <a:gd name="connsiteX18" fmla="*/ 335832 w 606651"/>
              <a:gd name="connsiteY18" fmla="*/ 167352 h 245215"/>
              <a:gd name="connsiteX19" fmla="*/ 335832 w 606651"/>
              <a:gd name="connsiteY19" fmla="*/ 171615 h 245215"/>
              <a:gd name="connsiteX20" fmla="*/ 335055 w 606651"/>
              <a:gd name="connsiteY20" fmla="*/ 171615 h 245215"/>
              <a:gd name="connsiteX21" fmla="*/ 271596 w 606651"/>
              <a:gd name="connsiteY21" fmla="*/ 171615 h 245215"/>
              <a:gd name="connsiteX22" fmla="*/ 270722 w 606651"/>
              <a:gd name="connsiteY22" fmla="*/ 171615 h 245215"/>
              <a:gd name="connsiteX23" fmla="*/ 270722 w 606651"/>
              <a:gd name="connsiteY23" fmla="*/ 167352 h 245215"/>
              <a:gd name="connsiteX24" fmla="*/ 167576 w 606651"/>
              <a:gd name="connsiteY24" fmla="*/ 64247 h 245215"/>
              <a:gd name="connsiteX25" fmla="*/ 64333 w 606651"/>
              <a:gd name="connsiteY25" fmla="*/ 167352 h 245215"/>
              <a:gd name="connsiteX26" fmla="*/ 64333 w 606651"/>
              <a:gd name="connsiteY26" fmla="*/ 171615 h 245215"/>
              <a:gd name="connsiteX27" fmla="*/ 0 w 606651"/>
              <a:gd name="connsiteY27" fmla="*/ 171615 h 245215"/>
              <a:gd name="connsiteX28" fmla="*/ 0 w 606651"/>
              <a:gd name="connsiteY28" fmla="*/ 167352 h 245215"/>
              <a:gd name="connsiteX29" fmla="*/ 167576 w 606651"/>
              <a:gd name="connsiteY29" fmla="*/ 0 h 245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52846" h="152492">
                <a:moveTo>
                  <a:pt x="76423" y="0"/>
                </a:moveTo>
                <a:cubicBezTo>
                  <a:pt x="118630" y="0"/>
                  <a:pt x="152846" y="34136"/>
                  <a:pt x="152846" y="76246"/>
                </a:cubicBezTo>
                <a:cubicBezTo>
                  <a:pt x="152846" y="118356"/>
                  <a:pt x="118630" y="152492"/>
                  <a:pt x="76423" y="152492"/>
                </a:cubicBezTo>
                <a:cubicBezTo>
                  <a:pt x="34216" y="152492"/>
                  <a:pt x="0" y="118356"/>
                  <a:pt x="0" y="76246"/>
                </a:cubicBezTo>
                <a:cubicBezTo>
                  <a:pt x="0" y="34136"/>
                  <a:pt x="34216" y="0"/>
                  <a:pt x="76423" y="0"/>
                </a:cubicBezTo>
              </a:path>
            </a:pathLst>
          </a:custGeom>
          <a:gradFill>
            <a:gsLst>
              <a:gs pos="0">
                <a:srgbClr val="7995D8">
                  <a:lumMod val="60000"/>
                  <a:lumOff val="40000"/>
                </a:srgbClr>
              </a:gs>
              <a:gs pos="60000">
                <a:srgbClr val="7995D8"/>
              </a:gs>
            </a:gsLst>
            <a:lin ang="2700000" scaled="0"/>
          </a:gradFill>
          <a:ln w="57150" cap="rnd" cmpd="sng" algn="ctr">
            <a:noFill/>
            <a:prstDash val="solid"/>
            <a:round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110004020202020204"/>
                <a:ea typeface="微软雅黑"/>
                <a:cs typeface="+mn-ea"/>
                <a:sym typeface="+mn-lt"/>
              </a:rPr>
              <a:t>4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110004020202020204"/>
              <a:ea typeface="微软雅黑"/>
              <a:cs typeface="+mn-ea"/>
              <a:sym typeface="+mn-lt"/>
            </a:endParaRPr>
          </a:p>
        </p:txBody>
      </p:sp>
      <p:sp>
        <p:nvSpPr>
          <p:cNvPr id="10" name="Number4">
            <a:extLst>
              <a:ext uri="{FF2B5EF4-FFF2-40B4-BE49-F238E27FC236}">
                <a16:creationId xmlns:a16="http://schemas.microsoft.com/office/drawing/2014/main" id="{361981B2-613B-FDBF-EC0C-7E96E744EAB5}"/>
              </a:ext>
            </a:extLst>
          </p:cNvPr>
          <p:cNvSpPr/>
          <p:nvPr/>
        </p:nvSpPr>
        <p:spPr bwMode="auto">
          <a:xfrm>
            <a:off x="10482714" y="3143738"/>
            <a:ext cx="407325" cy="407325"/>
          </a:xfrm>
          <a:custGeom>
            <a:avLst/>
            <a:gdLst>
              <a:gd name="connsiteX0" fmla="*/ 439093 w 606651"/>
              <a:gd name="connsiteY0" fmla="*/ 92723 h 245215"/>
              <a:gd name="connsiteX1" fmla="*/ 515480 w 606651"/>
              <a:gd name="connsiteY1" fmla="*/ 168969 h 245215"/>
              <a:gd name="connsiteX2" fmla="*/ 439093 w 606651"/>
              <a:gd name="connsiteY2" fmla="*/ 245215 h 245215"/>
              <a:gd name="connsiteX3" fmla="*/ 362706 w 606651"/>
              <a:gd name="connsiteY3" fmla="*/ 168969 h 245215"/>
              <a:gd name="connsiteX4" fmla="*/ 439093 w 606651"/>
              <a:gd name="connsiteY4" fmla="*/ 92723 h 245215"/>
              <a:gd name="connsiteX5" fmla="*/ 167523 w 606651"/>
              <a:gd name="connsiteY5" fmla="*/ 92723 h 245215"/>
              <a:gd name="connsiteX6" fmla="*/ 243946 w 606651"/>
              <a:gd name="connsiteY6" fmla="*/ 168969 h 245215"/>
              <a:gd name="connsiteX7" fmla="*/ 167523 w 606651"/>
              <a:gd name="connsiteY7" fmla="*/ 245215 h 245215"/>
              <a:gd name="connsiteX8" fmla="*/ 91100 w 606651"/>
              <a:gd name="connsiteY8" fmla="*/ 168969 h 245215"/>
              <a:gd name="connsiteX9" fmla="*/ 167523 w 606651"/>
              <a:gd name="connsiteY9" fmla="*/ 92723 h 245215"/>
              <a:gd name="connsiteX10" fmla="*/ 167576 w 606651"/>
              <a:gd name="connsiteY10" fmla="*/ 0 h 245215"/>
              <a:gd name="connsiteX11" fmla="*/ 303325 w 606651"/>
              <a:gd name="connsiteY11" fmla="*/ 69480 h 245215"/>
              <a:gd name="connsiteX12" fmla="*/ 439075 w 606651"/>
              <a:gd name="connsiteY12" fmla="*/ 0 h 245215"/>
              <a:gd name="connsiteX13" fmla="*/ 606651 w 606651"/>
              <a:gd name="connsiteY13" fmla="*/ 167352 h 245215"/>
              <a:gd name="connsiteX14" fmla="*/ 606651 w 606651"/>
              <a:gd name="connsiteY14" fmla="*/ 171615 h 245215"/>
              <a:gd name="connsiteX15" fmla="*/ 542318 w 606651"/>
              <a:gd name="connsiteY15" fmla="*/ 171615 h 245215"/>
              <a:gd name="connsiteX16" fmla="*/ 542318 w 606651"/>
              <a:gd name="connsiteY16" fmla="*/ 167352 h 245215"/>
              <a:gd name="connsiteX17" fmla="*/ 439075 w 606651"/>
              <a:gd name="connsiteY17" fmla="*/ 64247 h 245215"/>
              <a:gd name="connsiteX18" fmla="*/ 335832 w 606651"/>
              <a:gd name="connsiteY18" fmla="*/ 167352 h 245215"/>
              <a:gd name="connsiteX19" fmla="*/ 335832 w 606651"/>
              <a:gd name="connsiteY19" fmla="*/ 171615 h 245215"/>
              <a:gd name="connsiteX20" fmla="*/ 335055 w 606651"/>
              <a:gd name="connsiteY20" fmla="*/ 171615 h 245215"/>
              <a:gd name="connsiteX21" fmla="*/ 271596 w 606651"/>
              <a:gd name="connsiteY21" fmla="*/ 171615 h 245215"/>
              <a:gd name="connsiteX22" fmla="*/ 270722 w 606651"/>
              <a:gd name="connsiteY22" fmla="*/ 171615 h 245215"/>
              <a:gd name="connsiteX23" fmla="*/ 270722 w 606651"/>
              <a:gd name="connsiteY23" fmla="*/ 167352 h 245215"/>
              <a:gd name="connsiteX24" fmla="*/ 167576 w 606651"/>
              <a:gd name="connsiteY24" fmla="*/ 64247 h 245215"/>
              <a:gd name="connsiteX25" fmla="*/ 64333 w 606651"/>
              <a:gd name="connsiteY25" fmla="*/ 167352 h 245215"/>
              <a:gd name="connsiteX26" fmla="*/ 64333 w 606651"/>
              <a:gd name="connsiteY26" fmla="*/ 171615 h 245215"/>
              <a:gd name="connsiteX27" fmla="*/ 0 w 606651"/>
              <a:gd name="connsiteY27" fmla="*/ 171615 h 245215"/>
              <a:gd name="connsiteX28" fmla="*/ 0 w 606651"/>
              <a:gd name="connsiteY28" fmla="*/ 167352 h 245215"/>
              <a:gd name="connsiteX29" fmla="*/ 167576 w 606651"/>
              <a:gd name="connsiteY29" fmla="*/ 0 h 245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52846" h="152492">
                <a:moveTo>
                  <a:pt x="76423" y="0"/>
                </a:moveTo>
                <a:cubicBezTo>
                  <a:pt x="118630" y="0"/>
                  <a:pt x="152846" y="34136"/>
                  <a:pt x="152846" y="76246"/>
                </a:cubicBezTo>
                <a:cubicBezTo>
                  <a:pt x="152846" y="118356"/>
                  <a:pt x="118630" y="152492"/>
                  <a:pt x="76423" y="152492"/>
                </a:cubicBezTo>
                <a:cubicBezTo>
                  <a:pt x="34216" y="152492"/>
                  <a:pt x="0" y="118356"/>
                  <a:pt x="0" y="76246"/>
                </a:cubicBezTo>
                <a:cubicBezTo>
                  <a:pt x="0" y="34136"/>
                  <a:pt x="34216" y="0"/>
                  <a:pt x="76423" y="0"/>
                </a:cubicBezTo>
              </a:path>
            </a:pathLst>
          </a:cu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10800000" scaled="1"/>
            <a:tileRect/>
          </a:gradFill>
          <a:ln w="57150" cap="rnd" cmpd="sng" algn="ctr">
            <a:noFill/>
            <a:prstDash val="solid"/>
            <a:round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b="1" kern="0" dirty="0">
                <a:solidFill>
                  <a:srgbClr val="FFFFFF"/>
                </a:solidFill>
                <a:latin typeface="Arial" panose="02110004020202020204"/>
                <a:ea typeface="微软雅黑"/>
                <a:cs typeface="+mn-ea"/>
                <a:sym typeface="+mn-lt"/>
              </a:rPr>
              <a:t>6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110004020202020204"/>
              <a:ea typeface="微软雅黑"/>
              <a:cs typeface="+mn-ea"/>
              <a:sym typeface="+mn-lt"/>
            </a:endParaRPr>
          </a:p>
        </p:txBody>
      </p:sp>
      <p:sp>
        <p:nvSpPr>
          <p:cNvPr id="11" name="Number4">
            <a:extLst>
              <a:ext uri="{FF2B5EF4-FFF2-40B4-BE49-F238E27FC236}">
                <a16:creationId xmlns:a16="http://schemas.microsoft.com/office/drawing/2014/main" id="{DAF95132-48CA-B790-824C-1D9A81CA9C3F}"/>
              </a:ext>
            </a:extLst>
          </p:cNvPr>
          <p:cNvSpPr/>
          <p:nvPr/>
        </p:nvSpPr>
        <p:spPr bwMode="auto">
          <a:xfrm>
            <a:off x="8618792" y="3143738"/>
            <a:ext cx="407325" cy="407325"/>
          </a:xfrm>
          <a:custGeom>
            <a:avLst/>
            <a:gdLst>
              <a:gd name="connsiteX0" fmla="*/ 439093 w 606651"/>
              <a:gd name="connsiteY0" fmla="*/ 92723 h 245215"/>
              <a:gd name="connsiteX1" fmla="*/ 515480 w 606651"/>
              <a:gd name="connsiteY1" fmla="*/ 168969 h 245215"/>
              <a:gd name="connsiteX2" fmla="*/ 439093 w 606651"/>
              <a:gd name="connsiteY2" fmla="*/ 245215 h 245215"/>
              <a:gd name="connsiteX3" fmla="*/ 362706 w 606651"/>
              <a:gd name="connsiteY3" fmla="*/ 168969 h 245215"/>
              <a:gd name="connsiteX4" fmla="*/ 439093 w 606651"/>
              <a:gd name="connsiteY4" fmla="*/ 92723 h 245215"/>
              <a:gd name="connsiteX5" fmla="*/ 167523 w 606651"/>
              <a:gd name="connsiteY5" fmla="*/ 92723 h 245215"/>
              <a:gd name="connsiteX6" fmla="*/ 243946 w 606651"/>
              <a:gd name="connsiteY6" fmla="*/ 168969 h 245215"/>
              <a:gd name="connsiteX7" fmla="*/ 167523 w 606651"/>
              <a:gd name="connsiteY7" fmla="*/ 245215 h 245215"/>
              <a:gd name="connsiteX8" fmla="*/ 91100 w 606651"/>
              <a:gd name="connsiteY8" fmla="*/ 168969 h 245215"/>
              <a:gd name="connsiteX9" fmla="*/ 167523 w 606651"/>
              <a:gd name="connsiteY9" fmla="*/ 92723 h 245215"/>
              <a:gd name="connsiteX10" fmla="*/ 167576 w 606651"/>
              <a:gd name="connsiteY10" fmla="*/ 0 h 245215"/>
              <a:gd name="connsiteX11" fmla="*/ 303325 w 606651"/>
              <a:gd name="connsiteY11" fmla="*/ 69480 h 245215"/>
              <a:gd name="connsiteX12" fmla="*/ 439075 w 606651"/>
              <a:gd name="connsiteY12" fmla="*/ 0 h 245215"/>
              <a:gd name="connsiteX13" fmla="*/ 606651 w 606651"/>
              <a:gd name="connsiteY13" fmla="*/ 167352 h 245215"/>
              <a:gd name="connsiteX14" fmla="*/ 606651 w 606651"/>
              <a:gd name="connsiteY14" fmla="*/ 171615 h 245215"/>
              <a:gd name="connsiteX15" fmla="*/ 542318 w 606651"/>
              <a:gd name="connsiteY15" fmla="*/ 171615 h 245215"/>
              <a:gd name="connsiteX16" fmla="*/ 542318 w 606651"/>
              <a:gd name="connsiteY16" fmla="*/ 167352 h 245215"/>
              <a:gd name="connsiteX17" fmla="*/ 439075 w 606651"/>
              <a:gd name="connsiteY17" fmla="*/ 64247 h 245215"/>
              <a:gd name="connsiteX18" fmla="*/ 335832 w 606651"/>
              <a:gd name="connsiteY18" fmla="*/ 167352 h 245215"/>
              <a:gd name="connsiteX19" fmla="*/ 335832 w 606651"/>
              <a:gd name="connsiteY19" fmla="*/ 171615 h 245215"/>
              <a:gd name="connsiteX20" fmla="*/ 335055 w 606651"/>
              <a:gd name="connsiteY20" fmla="*/ 171615 h 245215"/>
              <a:gd name="connsiteX21" fmla="*/ 271596 w 606651"/>
              <a:gd name="connsiteY21" fmla="*/ 171615 h 245215"/>
              <a:gd name="connsiteX22" fmla="*/ 270722 w 606651"/>
              <a:gd name="connsiteY22" fmla="*/ 171615 h 245215"/>
              <a:gd name="connsiteX23" fmla="*/ 270722 w 606651"/>
              <a:gd name="connsiteY23" fmla="*/ 167352 h 245215"/>
              <a:gd name="connsiteX24" fmla="*/ 167576 w 606651"/>
              <a:gd name="connsiteY24" fmla="*/ 64247 h 245215"/>
              <a:gd name="connsiteX25" fmla="*/ 64333 w 606651"/>
              <a:gd name="connsiteY25" fmla="*/ 167352 h 245215"/>
              <a:gd name="connsiteX26" fmla="*/ 64333 w 606651"/>
              <a:gd name="connsiteY26" fmla="*/ 171615 h 245215"/>
              <a:gd name="connsiteX27" fmla="*/ 0 w 606651"/>
              <a:gd name="connsiteY27" fmla="*/ 171615 h 245215"/>
              <a:gd name="connsiteX28" fmla="*/ 0 w 606651"/>
              <a:gd name="connsiteY28" fmla="*/ 167352 h 245215"/>
              <a:gd name="connsiteX29" fmla="*/ 167576 w 606651"/>
              <a:gd name="connsiteY29" fmla="*/ 0 h 245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52846" h="152492">
                <a:moveTo>
                  <a:pt x="76423" y="0"/>
                </a:moveTo>
                <a:cubicBezTo>
                  <a:pt x="118630" y="0"/>
                  <a:pt x="152846" y="34136"/>
                  <a:pt x="152846" y="76246"/>
                </a:cubicBezTo>
                <a:cubicBezTo>
                  <a:pt x="152846" y="118356"/>
                  <a:pt x="118630" y="152492"/>
                  <a:pt x="76423" y="152492"/>
                </a:cubicBezTo>
                <a:cubicBezTo>
                  <a:pt x="34216" y="152492"/>
                  <a:pt x="0" y="118356"/>
                  <a:pt x="0" y="76246"/>
                </a:cubicBezTo>
                <a:cubicBezTo>
                  <a:pt x="0" y="34136"/>
                  <a:pt x="34216" y="0"/>
                  <a:pt x="76423" y="0"/>
                </a:cubicBezTo>
              </a:path>
            </a:pathLst>
          </a:custGeom>
          <a:gradFill flip="none" rotWithShape="1">
            <a:gsLst>
              <a:gs pos="0">
                <a:srgbClr val="BD92DE">
                  <a:shade val="30000"/>
                  <a:satMod val="115000"/>
                </a:srgbClr>
              </a:gs>
              <a:gs pos="50000">
                <a:srgbClr val="BD92DE">
                  <a:shade val="67500"/>
                  <a:satMod val="115000"/>
                </a:srgbClr>
              </a:gs>
              <a:gs pos="100000">
                <a:srgbClr val="BD92DE">
                  <a:shade val="100000"/>
                  <a:satMod val="115000"/>
                </a:srgbClr>
              </a:gs>
            </a:gsLst>
            <a:lin ang="10800000" scaled="1"/>
            <a:tileRect/>
          </a:gradFill>
          <a:ln w="57150" cap="rnd" cmpd="sng" algn="ctr">
            <a:noFill/>
            <a:prstDash val="solid"/>
            <a:round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b="1" kern="0" dirty="0">
                <a:solidFill>
                  <a:srgbClr val="FFFFFF"/>
                </a:solidFill>
                <a:latin typeface="Arial" panose="02110004020202020204"/>
                <a:ea typeface="微软雅黑"/>
                <a:cs typeface="+mn-ea"/>
                <a:sym typeface="+mn-lt"/>
              </a:rPr>
              <a:t>5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110004020202020204"/>
              <a:ea typeface="微软雅黑"/>
              <a:cs typeface="+mn-ea"/>
              <a:sym typeface="+mn-lt"/>
            </a:endParaRPr>
          </a:p>
        </p:txBody>
      </p:sp>
      <p:sp>
        <p:nvSpPr>
          <p:cNvPr id="12" name="Number1">
            <a:extLst>
              <a:ext uri="{FF2B5EF4-FFF2-40B4-BE49-F238E27FC236}">
                <a16:creationId xmlns:a16="http://schemas.microsoft.com/office/drawing/2014/main" id="{27D7A9DA-1586-2CF9-020C-459BEC83459E}"/>
              </a:ext>
            </a:extLst>
          </p:cNvPr>
          <p:cNvSpPr/>
          <p:nvPr/>
        </p:nvSpPr>
        <p:spPr bwMode="auto">
          <a:xfrm>
            <a:off x="1163100" y="3143738"/>
            <a:ext cx="407325" cy="407325"/>
          </a:xfrm>
          <a:custGeom>
            <a:avLst/>
            <a:gdLst>
              <a:gd name="connsiteX0" fmla="*/ 439093 w 606651"/>
              <a:gd name="connsiteY0" fmla="*/ 92723 h 245215"/>
              <a:gd name="connsiteX1" fmla="*/ 515480 w 606651"/>
              <a:gd name="connsiteY1" fmla="*/ 168969 h 245215"/>
              <a:gd name="connsiteX2" fmla="*/ 439093 w 606651"/>
              <a:gd name="connsiteY2" fmla="*/ 245215 h 245215"/>
              <a:gd name="connsiteX3" fmla="*/ 362706 w 606651"/>
              <a:gd name="connsiteY3" fmla="*/ 168969 h 245215"/>
              <a:gd name="connsiteX4" fmla="*/ 439093 w 606651"/>
              <a:gd name="connsiteY4" fmla="*/ 92723 h 245215"/>
              <a:gd name="connsiteX5" fmla="*/ 167523 w 606651"/>
              <a:gd name="connsiteY5" fmla="*/ 92723 h 245215"/>
              <a:gd name="connsiteX6" fmla="*/ 243946 w 606651"/>
              <a:gd name="connsiteY6" fmla="*/ 168969 h 245215"/>
              <a:gd name="connsiteX7" fmla="*/ 167523 w 606651"/>
              <a:gd name="connsiteY7" fmla="*/ 245215 h 245215"/>
              <a:gd name="connsiteX8" fmla="*/ 91100 w 606651"/>
              <a:gd name="connsiteY8" fmla="*/ 168969 h 245215"/>
              <a:gd name="connsiteX9" fmla="*/ 167523 w 606651"/>
              <a:gd name="connsiteY9" fmla="*/ 92723 h 245215"/>
              <a:gd name="connsiteX10" fmla="*/ 167576 w 606651"/>
              <a:gd name="connsiteY10" fmla="*/ 0 h 245215"/>
              <a:gd name="connsiteX11" fmla="*/ 303325 w 606651"/>
              <a:gd name="connsiteY11" fmla="*/ 69480 h 245215"/>
              <a:gd name="connsiteX12" fmla="*/ 439075 w 606651"/>
              <a:gd name="connsiteY12" fmla="*/ 0 h 245215"/>
              <a:gd name="connsiteX13" fmla="*/ 606651 w 606651"/>
              <a:gd name="connsiteY13" fmla="*/ 167352 h 245215"/>
              <a:gd name="connsiteX14" fmla="*/ 606651 w 606651"/>
              <a:gd name="connsiteY14" fmla="*/ 171615 h 245215"/>
              <a:gd name="connsiteX15" fmla="*/ 542318 w 606651"/>
              <a:gd name="connsiteY15" fmla="*/ 171615 h 245215"/>
              <a:gd name="connsiteX16" fmla="*/ 542318 w 606651"/>
              <a:gd name="connsiteY16" fmla="*/ 167352 h 245215"/>
              <a:gd name="connsiteX17" fmla="*/ 439075 w 606651"/>
              <a:gd name="connsiteY17" fmla="*/ 64247 h 245215"/>
              <a:gd name="connsiteX18" fmla="*/ 335832 w 606651"/>
              <a:gd name="connsiteY18" fmla="*/ 167352 h 245215"/>
              <a:gd name="connsiteX19" fmla="*/ 335832 w 606651"/>
              <a:gd name="connsiteY19" fmla="*/ 171615 h 245215"/>
              <a:gd name="connsiteX20" fmla="*/ 335055 w 606651"/>
              <a:gd name="connsiteY20" fmla="*/ 171615 h 245215"/>
              <a:gd name="connsiteX21" fmla="*/ 271596 w 606651"/>
              <a:gd name="connsiteY21" fmla="*/ 171615 h 245215"/>
              <a:gd name="connsiteX22" fmla="*/ 270722 w 606651"/>
              <a:gd name="connsiteY22" fmla="*/ 171615 h 245215"/>
              <a:gd name="connsiteX23" fmla="*/ 270722 w 606651"/>
              <a:gd name="connsiteY23" fmla="*/ 167352 h 245215"/>
              <a:gd name="connsiteX24" fmla="*/ 167576 w 606651"/>
              <a:gd name="connsiteY24" fmla="*/ 64247 h 245215"/>
              <a:gd name="connsiteX25" fmla="*/ 64333 w 606651"/>
              <a:gd name="connsiteY25" fmla="*/ 167352 h 245215"/>
              <a:gd name="connsiteX26" fmla="*/ 64333 w 606651"/>
              <a:gd name="connsiteY26" fmla="*/ 171615 h 245215"/>
              <a:gd name="connsiteX27" fmla="*/ 0 w 606651"/>
              <a:gd name="connsiteY27" fmla="*/ 171615 h 245215"/>
              <a:gd name="connsiteX28" fmla="*/ 0 w 606651"/>
              <a:gd name="connsiteY28" fmla="*/ 167352 h 245215"/>
              <a:gd name="connsiteX29" fmla="*/ 167576 w 606651"/>
              <a:gd name="connsiteY29" fmla="*/ 0 h 245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52846" h="152492">
                <a:moveTo>
                  <a:pt x="76423" y="0"/>
                </a:moveTo>
                <a:cubicBezTo>
                  <a:pt x="118630" y="0"/>
                  <a:pt x="152846" y="34136"/>
                  <a:pt x="152846" y="76246"/>
                </a:cubicBezTo>
                <a:cubicBezTo>
                  <a:pt x="152846" y="118356"/>
                  <a:pt x="118630" y="152492"/>
                  <a:pt x="76423" y="152492"/>
                </a:cubicBezTo>
                <a:cubicBezTo>
                  <a:pt x="34216" y="152492"/>
                  <a:pt x="0" y="118356"/>
                  <a:pt x="0" y="76246"/>
                </a:cubicBezTo>
                <a:cubicBezTo>
                  <a:pt x="0" y="34136"/>
                  <a:pt x="34216" y="0"/>
                  <a:pt x="76423" y="0"/>
                </a:cubicBezTo>
              </a:path>
            </a:pathLst>
          </a:custGeom>
          <a:solidFill>
            <a:srgbClr val="92D050"/>
          </a:solidFill>
          <a:ln w="57150" cap="rnd" cmpd="sng" algn="ctr">
            <a:noFill/>
            <a:prstDash val="solid"/>
            <a:round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110004020202020204"/>
                <a:ea typeface="微软雅黑"/>
                <a:cs typeface="+mn-ea"/>
                <a:sym typeface="+mn-lt"/>
              </a:rPr>
              <a:t>1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110004020202020204"/>
              <a:ea typeface="微软雅黑"/>
              <a:cs typeface="+mn-ea"/>
              <a:sym typeface="+mn-l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4182F13-5A41-5FC0-4F5F-B09198521282}"/>
              </a:ext>
            </a:extLst>
          </p:cNvPr>
          <p:cNvSpPr txBox="1"/>
          <p:nvPr/>
        </p:nvSpPr>
        <p:spPr>
          <a:xfrm>
            <a:off x="4233930" y="1097227"/>
            <a:ext cx="19511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Python</a:t>
            </a:r>
            <a:r>
              <a:rPr lang="zh-CN" altLang="en-US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实战</a:t>
            </a:r>
            <a:r>
              <a:rPr lang="en-US" altLang="zh-CN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-AI</a:t>
            </a:r>
            <a:r>
              <a:rPr lang="zh-CN" altLang="en-US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应用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365E9F5-E572-4B47-D83D-E9187AF888DC}"/>
              </a:ext>
            </a:extLst>
          </p:cNvPr>
          <p:cNvSpPr txBox="1"/>
          <p:nvPr/>
        </p:nvSpPr>
        <p:spPr>
          <a:xfrm>
            <a:off x="2507936" y="3593434"/>
            <a:ext cx="16450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Python</a:t>
            </a:r>
            <a:r>
              <a:rPr lang="zh-CN" altLang="en-US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核心语法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F5A2780-1EAF-C658-3224-3BEFF9248EA2}"/>
              </a:ext>
            </a:extLst>
          </p:cNvPr>
          <p:cNvSpPr txBox="1"/>
          <p:nvPr/>
        </p:nvSpPr>
        <p:spPr>
          <a:xfrm>
            <a:off x="884455" y="1540555"/>
            <a:ext cx="12859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Python</a:t>
            </a:r>
            <a:r>
              <a:rPr lang="zh-CN" altLang="en-US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启航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CA6AB5B-7FC3-61E7-EC7E-2A943167011E}"/>
              </a:ext>
            </a:extLst>
          </p:cNvPr>
          <p:cNvSpPr txBox="1"/>
          <p:nvPr/>
        </p:nvSpPr>
        <p:spPr>
          <a:xfrm>
            <a:off x="6096000" y="3593433"/>
            <a:ext cx="17540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Python</a:t>
            </a:r>
            <a:r>
              <a:rPr lang="zh-CN" altLang="en-US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实战</a:t>
            </a:r>
            <a:r>
              <a:rPr lang="en-US" altLang="zh-CN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-</a:t>
            </a:r>
            <a:r>
              <a:rPr lang="zh-CN" altLang="en-US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爬虫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AFD5AD1-0C32-417C-D6B0-44D795FDBC06}"/>
              </a:ext>
            </a:extLst>
          </p:cNvPr>
          <p:cNvSpPr txBox="1"/>
          <p:nvPr/>
        </p:nvSpPr>
        <p:spPr>
          <a:xfrm>
            <a:off x="8012340" y="1080703"/>
            <a:ext cx="21130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Python</a:t>
            </a:r>
            <a:r>
              <a:rPr lang="zh-CN" altLang="en-US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实战</a:t>
            </a:r>
            <a:r>
              <a:rPr lang="en-US" altLang="zh-CN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-</a:t>
            </a:r>
            <a:r>
              <a:rPr lang="zh-CN" altLang="en-US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数据分析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9F5FC14-8424-552F-A81B-D515D57DC91E}"/>
              </a:ext>
            </a:extLst>
          </p:cNvPr>
          <p:cNvSpPr txBox="1"/>
          <p:nvPr/>
        </p:nvSpPr>
        <p:spPr>
          <a:xfrm>
            <a:off x="9604188" y="3611083"/>
            <a:ext cx="2164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Python</a:t>
            </a:r>
            <a:r>
              <a:rPr lang="zh-CN" altLang="en-US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实战</a:t>
            </a:r>
            <a:r>
              <a:rPr lang="en-US" altLang="zh-CN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-Web</a:t>
            </a:r>
            <a:r>
              <a:rPr lang="zh-CN" altLang="en-US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应用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3311117-50A7-6182-C9C1-03C6FAA95D8C}"/>
              </a:ext>
            </a:extLst>
          </p:cNvPr>
          <p:cNvSpPr txBox="1"/>
          <p:nvPr/>
        </p:nvSpPr>
        <p:spPr>
          <a:xfrm>
            <a:off x="884455" y="1848332"/>
            <a:ext cx="1518364" cy="11736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/>
              <a:t>Python</a:t>
            </a:r>
            <a:r>
              <a:rPr lang="zh-CN" altLang="en-US" sz="1200"/>
              <a:t>初识</a:t>
            </a:r>
            <a:endParaRPr lang="en-US" altLang="zh-CN" sz="12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/>
              <a:t>Python</a:t>
            </a:r>
            <a:r>
              <a:rPr lang="zh-CN" altLang="en-US" sz="1200"/>
              <a:t>解释器</a:t>
            </a:r>
            <a:endParaRPr lang="en-US" altLang="zh-CN" sz="12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/>
              <a:t>Python</a:t>
            </a:r>
            <a:r>
              <a:rPr lang="zh-CN" altLang="en-US" sz="1200"/>
              <a:t>开发工具</a:t>
            </a:r>
            <a:endParaRPr lang="en-US" altLang="zh-CN" sz="12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/>
              <a:t>Python</a:t>
            </a:r>
            <a:r>
              <a:rPr lang="zh-CN" altLang="en-US" sz="1200"/>
              <a:t>入门程序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65B69BD-CBFB-97A6-36E4-16B037F89EFA}"/>
              </a:ext>
            </a:extLst>
          </p:cNvPr>
          <p:cNvSpPr txBox="1"/>
          <p:nvPr/>
        </p:nvSpPr>
        <p:spPr>
          <a:xfrm>
            <a:off x="2507936" y="3919535"/>
            <a:ext cx="1412566" cy="1725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/>
              <a:t>数据存储与运算</a:t>
            </a:r>
            <a:endParaRPr lang="en-US" altLang="zh-CN" sz="12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/>
              <a:t>流程控制语句</a:t>
            </a:r>
            <a:endParaRPr lang="en-US" altLang="zh-CN" sz="12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/>
              <a:t>数据存储容器</a:t>
            </a:r>
            <a:endParaRPr lang="en-US" altLang="zh-CN" sz="12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/>
              <a:t>函数</a:t>
            </a:r>
            <a:endParaRPr lang="en-US" altLang="zh-CN" sz="12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/>
              <a:t>面向对象基础</a:t>
            </a:r>
            <a:endParaRPr lang="en-US" altLang="zh-CN" sz="12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/>
              <a:t>......</a:t>
            </a:r>
            <a:endParaRPr lang="zh-CN" altLang="en-US" sz="120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252923C-28DA-E913-8249-08634B653B4E}"/>
              </a:ext>
            </a:extLst>
          </p:cNvPr>
          <p:cNvSpPr txBox="1"/>
          <p:nvPr/>
        </p:nvSpPr>
        <p:spPr>
          <a:xfrm>
            <a:off x="4333461" y="1405004"/>
            <a:ext cx="2786316" cy="1450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/>
              <a:t>AI</a:t>
            </a:r>
            <a:r>
              <a:rPr lang="zh-CN" altLang="en-US" sz="1200"/>
              <a:t>大模型基础</a:t>
            </a:r>
            <a:endParaRPr lang="en-US" altLang="zh-CN" sz="12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/>
              <a:t>HTTP</a:t>
            </a:r>
            <a:r>
              <a:rPr lang="zh-CN" altLang="en-US" sz="1200"/>
              <a:t>协议</a:t>
            </a:r>
            <a:endParaRPr lang="en-US" altLang="zh-CN" sz="12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/>
              <a:t>接入</a:t>
            </a:r>
            <a:r>
              <a:rPr lang="en-US" altLang="zh-CN" sz="1200"/>
              <a:t>DeepSeek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/>
              <a:t>Prompt</a:t>
            </a:r>
            <a:r>
              <a:rPr lang="zh-CN" altLang="en-US" sz="1200"/>
              <a:t>工程</a:t>
            </a:r>
            <a:endParaRPr lang="en-US" altLang="zh-CN" sz="12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/>
              <a:t>AI</a:t>
            </a:r>
            <a:r>
              <a:rPr lang="zh-CN" altLang="en-US" sz="1200"/>
              <a:t>智能伴侣</a:t>
            </a:r>
            <a:r>
              <a:rPr lang="en-US" altLang="zh-CN" sz="1200"/>
              <a:t>(Streamlit</a:t>
            </a:r>
            <a:r>
              <a:rPr lang="zh-CN" altLang="en-US" sz="1200"/>
              <a:t>、文件</a:t>
            </a:r>
            <a:r>
              <a:rPr lang="en-US" altLang="zh-CN" sz="1200"/>
              <a:t>…)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F6D3353-C14A-984B-9872-B775A583198B}"/>
              </a:ext>
            </a:extLst>
          </p:cNvPr>
          <p:cNvSpPr txBox="1"/>
          <p:nvPr/>
        </p:nvSpPr>
        <p:spPr>
          <a:xfrm>
            <a:off x="6096001" y="3901210"/>
            <a:ext cx="2848194" cy="1173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/>
              <a:t>爬虫入门</a:t>
            </a:r>
            <a:r>
              <a:rPr lang="en-US" altLang="zh-CN" sz="1200"/>
              <a:t>(</a:t>
            </a:r>
            <a:r>
              <a:rPr lang="zh-CN" altLang="en-US" sz="1200"/>
              <a:t>入门、合规性</a:t>
            </a:r>
            <a:r>
              <a:rPr lang="en-US" altLang="zh-CN" sz="1200"/>
              <a:t>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/>
              <a:t>HTML</a:t>
            </a:r>
            <a:r>
              <a:rPr lang="zh-CN" altLang="en-US" sz="1200"/>
              <a:t>页面结构</a:t>
            </a:r>
            <a:endParaRPr lang="en-US" altLang="zh-CN" sz="12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/>
              <a:t>正则表达式</a:t>
            </a:r>
            <a:endParaRPr lang="en-US" altLang="zh-CN" sz="12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/>
              <a:t>爬虫项目实战</a:t>
            </a:r>
            <a:r>
              <a:rPr lang="en-US" altLang="zh-CN" sz="1200"/>
              <a:t>(TMDB</a:t>
            </a:r>
            <a:r>
              <a:rPr lang="zh-CN" altLang="en-US" sz="1200"/>
              <a:t>电影</a:t>
            </a:r>
            <a:r>
              <a:rPr lang="en-US" altLang="zh-CN" sz="1200"/>
              <a:t>TOP</a:t>
            </a:r>
            <a:r>
              <a:rPr lang="zh-CN" altLang="en-US" sz="1200"/>
              <a:t>榜</a:t>
            </a:r>
            <a:r>
              <a:rPr lang="en-US" altLang="zh-CN" sz="1200"/>
              <a:t>...)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2E75CCD-2752-80A3-AF66-FFB80480E92A}"/>
              </a:ext>
            </a:extLst>
          </p:cNvPr>
          <p:cNvSpPr txBox="1"/>
          <p:nvPr/>
        </p:nvSpPr>
        <p:spPr>
          <a:xfrm>
            <a:off x="8115747" y="1370829"/>
            <a:ext cx="2280582" cy="1450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/>
              <a:t>数据分析初体验</a:t>
            </a:r>
            <a:endParaRPr lang="en-US" altLang="zh-CN" sz="12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/>
              <a:t>Jupyter Notebook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/>
              <a:t>Pandas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/>
              <a:t>Matplotlib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/>
              <a:t>数据分析与可视化案例</a:t>
            </a:r>
            <a:endParaRPr lang="en-US" altLang="zh-CN" sz="120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664FFEE-CC40-D56B-021C-5D656BFD7C87}"/>
              </a:ext>
            </a:extLst>
          </p:cNvPr>
          <p:cNvSpPr txBox="1"/>
          <p:nvPr/>
        </p:nvSpPr>
        <p:spPr>
          <a:xfrm>
            <a:off x="9684064" y="3919535"/>
            <a:ext cx="2164375" cy="896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/>
              <a:t>面向对象高级</a:t>
            </a:r>
            <a:endParaRPr lang="en-US" altLang="zh-CN" sz="12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/>
              <a:t>FastAPI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/>
              <a:t>Web</a:t>
            </a:r>
            <a:r>
              <a:rPr lang="zh-CN" altLang="en-US" sz="1200"/>
              <a:t>应用案例</a:t>
            </a:r>
            <a:r>
              <a:rPr lang="en-US" altLang="zh-CN" sz="1200"/>
              <a:t>-AI</a:t>
            </a:r>
            <a:r>
              <a:rPr lang="zh-CN" altLang="en-US" sz="1200"/>
              <a:t>汉字谜盒</a:t>
            </a:r>
            <a:endParaRPr lang="en-US" altLang="zh-CN" sz="1200"/>
          </a:p>
        </p:txBody>
      </p:sp>
      <p:sp>
        <p:nvSpPr>
          <p:cNvPr id="25" name="Number1">
            <a:extLst>
              <a:ext uri="{FF2B5EF4-FFF2-40B4-BE49-F238E27FC236}">
                <a16:creationId xmlns:a16="http://schemas.microsoft.com/office/drawing/2014/main" id="{01043CB4-4315-C322-F5AA-8EA5D806E0F6}"/>
              </a:ext>
            </a:extLst>
          </p:cNvPr>
          <p:cNvSpPr/>
          <p:nvPr/>
        </p:nvSpPr>
        <p:spPr>
          <a:xfrm>
            <a:off x="-1761098" y="4464172"/>
            <a:ext cx="599228" cy="599228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rgbClr val="62CB78"/>
          </a:solidFill>
          <a:ln w="63500">
            <a:noFill/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1</a:t>
            </a:r>
          </a:p>
        </p:txBody>
      </p:sp>
      <p:sp>
        <p:nvSpPr>
          <p:cNvPr id="26" name="Number2">
            <a:extLst>
              <a:ext uri="{FF2B5EF4-FFF2-40B4-BE49-F238E27FC236}">
                <a16:creationId xmlns:a16="http://schemas.microsoft.com/office/drawing/2014/main" id="{27381744-B99D-6F2F-DE5D-F8164B3649E8}"/>
              </a:ext>
            </a:extLst>
          </p:cNvPr>
          <p:cNvSpPr/>
          <p:nvPr/>
        </p:nvSpPr>
        <p:spPr>
          <a:xfrm>
            <a:off x="1571156" y="7696200"/>
            <a:ext cx="599228" cy="599228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rgbClr val="3C7FE4"/>
          </a:solidFill>
          <a:ln w="63500">
            <a:noFill/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2</a:t>
            </a:r>
          </a:p>
        </p:txBody>
      </p:sp>
      <p:sp>
        <p:nvSpPr>
          <p:cNvPr id="27" name="Number3">
            <a:extLst>
              <a:ext uri="{FF2B5EF4-FFF2-40B4-BE49-F238E27FC236}">
                <a16:creationId xmlns:a16="http://schemas.microsoft.com/office/drawing/2014/main" id="{16A8BCB8-4F5E-9730-5675-3EA9F6DD075B}"/>
              </a:ext>
            </a:extLst>
          </p:cNvPr>
          <p:cNvSpPr/>
          <p:nvPr/>
        </p:nvSpPr>
        <p:spPr>
          <a:xfrm>
            <a:off x="13343965" y="4464172"/>
            <a:ext cx="599228" cy="599228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rgbClr val="44B4CF"/>
          </a:solidFill>
          <a:ln w="63500">
            <a:noFill/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3</a:t>
            </a:r>
          </a:p>
        </p:txBody>
      </p:sp>
      <p:sp>
        <p:nvSpPr>
          <p:cNvPr id="28" name="Number4">
            <a:extLst>
              <a:ext uri="{FF2B5EF4-FFF2-40B4-BE49-F238E27FC236}">
                <a16:creationId xmlns:a16="http://schemas.microsoft.com/office/drawing/2014/main" id="{2E14F79B-58F6-8DC2-227D-F9B633567990}"/>
              </a:ext>
            </a:extLst>
          </p:cNvPr>
          <p:cNvSpPr/>
          <p:nvPr/>
        </p:nvSpPr>
        <p:spPr>
          <a:xfrm>
            <a:off x="10125419" y="7696200"/>
            <a:ext cx="599228" cy="599228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rgbClr val="7995D8"/>
          </a:solidFill>
          <a:ln w="63500">
            <a:noFill/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11231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13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53" presetClass="entr" presetSubtype="16" decel="5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19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53" presetClass="entr" presetSubtype="16" decel="5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25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53" presetClass="entr" presetSubtype="16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31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53" presetClass="entr" presetSubtype="16" decel="5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37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38" presetID="53" presetClass="entr" presetSubtype="16" decel="5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2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43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2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0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51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52" presetID="53" presetClass="entr" presetSubtype="16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6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57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4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65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66" presetID="53" presetClass="entr" presetSubtype="16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0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71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8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79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80" presetID="53" presetClass="entr" presetSubtype="16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4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85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2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2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2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93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94" presetID="53" presetClass="entr" presetSubtype="16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2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2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8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99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2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2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6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107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108" presetID="53" presetClass="entr" presetSubtype="16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2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2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2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113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2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2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0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121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122" presetID="53" presetClass="entr" presetSubtype="16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2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2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6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127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0" grpId="0" animBg="1"/>
      <p:bldP spid="11" grpId="0" animBg="1"/>
      <p:bldP spid="12" grpId="0" animBg="1"/>
      <p:bldP spid="16" grpId="0"/>
      <p:bldP spid="17" grpId="0"/>
      <p:bldP spid="18" grpId="0"/>
      <p:bldP spid="19" grpId="0"/>
      <p:bldP spid="20" grpId="0"/>
      <p:bldP spid="22" grpId="0"/>
      <p:bldP spid="13" grpId="0"/>
      <p:bldP spid="14" grpId="0"/>
      <p:bldP spid="15" grpId="0"/>
      <p:bldP spid="21" grpId="0"/>
      <p:bldP spid="23" grpId="0"/>
      <p:bldP spid="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99B74D-1E90-878E-3F6A-43C7BEB6B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 descr="图片包含 图形用户界面&#10;&#10;AI 生成的内容可能不正确。">
            <a:extLst>
              <a:ext uri="{FF2B5EF4-FFF2-40B4-BE49-F238E27FC236}">
                <a16:creationId xmlns:a16="http://schemas.microsoft.com/office/drawing/2014/main" id="{37FDFA79-D4CC-32D2-49BC-4E7C1FA36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082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erris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658DB-595D-1D43-4D0C-0465BBA78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E24CB7-40BF-3F24-B947-6A084B745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70DC308-439D-FAD0-78A7-60B8AE265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196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erris dir="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637BF-CE3B-70CD-FC1B-DD2D01697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F3E15C-4DF0-D52D-EAB8-716669A6E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05DE0F8-8917-CD36-8BCB-6B2A81430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518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erris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7C2F7-4356-6501-E4B0-52C5CB3EE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CCAC64-6316-1601-C758-A7B995797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9628E81-01D2-C51C-C246-EE233FE24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652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erris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09E08-D3D8-13B9-B051-1B7B35A5B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AC7C4BD4-9245-ACB7-F6CD-A4EA65BF4742}"/>
              </a:ext>
            </a:extLst>
          </p:cNvPr>
          <p:cNvCxnSpPr>
            <a:cxnSpLocks/>
          </p:cNvCxnSpPr>
          <p:nvPr/>
        </p:nvCxnSpPr>
        <p:spPr>
          <a:xfrm>
            <a:off x="695739" y="3339998"/>
            <a:ext cx="10840437" cy="0"/>
          </a:xfrm>
          <a:prstGeom prst="straightConnector1">
            <a:avLst/>
          </a:prstGeom>
          <a:ln w="12700">
            <a:solidFill>
              <a:srgbClr val="7030A0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Number2">
            <a:extLst>
              <a:ext uri="{FF2B5EF4-FFF2-40B4-BE49-F238E27FC236}">
                <a16:creationId xmlns:a16="http://schemas.microsoft.com/office/drawing/2014/main" id="{3675775A-F23C-6279-456D-CF8DA75163B1}"/>
              </a:ext>
            </a:extLst>
          </p:cNvPr>
          <p:cNvSpPr/>
          <p:nvPr/>
        </p:nvSpPr>
        <p:spPr bwMode="auto">
          <a:xfrm>
            <a:off x="3027023" y="3143738"/>
            <a:ext cx="407325" cy="407325"/>
          </a:xfrm>
          <a:custGeom>
            <a:avLst/>
            <a:gdLst>
              <a:gd name="connsiteX0" fmla="*/ 439093 w 606651"/>
              <a:gd name="connsiteY0" fmla="*/ 92723 h 245215"/>
              <a:gd name="connsiteX1" fmla="*/ 515480 w 606651"/>
              <a:gd name="connsiteY1" fmla="*/ 168969 h 245215"/>
              <a:gd name="connsiteX2" fmla="*/ 439093 w 606651"/>
              <a:gd name="connsiteY2" fmla="*/ 245215 h 245215"/>
              <a:gd name="connsiteX3" fmla="*/ 362706 w 606651"/>
              <a:gd name="connsiteY3" fmla="*/ 168969 h 245215"/>
              <a:gd name="connsiteX4" fmla="*/ 439093 w 606651"/>
              <a:gd name="connsiteY4" fmla="*/ 92723 h 245215"/>
              <a:gd name="connsiteX5" fmla="*/ 167523 w 606651"/>
              <a:gd name="connsiteY5" fmla="*/ 92723 h 245215"/>
              <a:gd name="connsiteX6" fmla="*/ 243946 w 606651"/>
              <a:gd name="connsiteY6" fmla="*/ 168969 h 245215"/>
              <a:gd name="connsiteX7" fmla="*/ 167523 w 606651"/>
              <a:gd name="connsiteY7" fmla="*/ 245215 h 245215"/>
              <a:gd name="connsiteX8" fmla="*/ 91100 w 606651"/>
              <a:gd name="connsiteY8" fmla="*/ 168969 h 245215"/>
              <a:gd name="connsiteX9" fmla="*/ 167523 w 606651"/>
              <a:gd name="connsiteY9" fmla="*/ 92723 h 245215"/>
              <a:gd name="connsiteX10" fmla="*/ 167576 w 606651"/>
              <a:gd name="connsiteY10" fmla="*/ 0 h 245215"/>
              <a:gd name="connsiteX11" fmla="*/ 303325 w 606651"/>
              <a:gd name="connsiteY11" fmla="*/ 69480 h 245215"/>
              <a:gd name="connsiteX12" fmla="*/ 439075 w 606651"/>
              <a:gd name="connsiteY12" fmla="*/ 0 h 245215"/>
              <a:gd name="connsiteX13" fmla="*/ 606651 w 606651"/>
              <a:gd name="connsiteY13" fmla="*/ 167352 h 245215"/>
              <a:gd name="connsiteX14" fmla="*/ 606651 w 606651"/>
              <a:gd name="connsiteY14" fmla="*/ 171615 h 245215"/>
              <a:gd name="connsiteX15" fmla="*/ 542318 w 606651"/>
              <a:gd name="connsiteY15" fmla="*/ 171615 h 245215"/>
              <a:gd name="connsiteX16" fmla="*/ 542318 w 606651"/>
              <a:gd name="connsiteY16" fmla="*/ 167352 h 245215"/>
              <a:gd name="connsiteX17" fmla="*/ 439075 w 606651"/>
              <a:gd name="connsiteY17" fmla="*/ 64247 h 245215"/>
              <a:gd name="connsiteX18" fmla="*/ 335832 w 606651"/>
              <a:gd name="connsiteY18" fmla="*/ 167352 h 245215"/>
              <a:gd name="connsiteX19" fmla="*/ 335832 w 606651"/>
              <a:gd name="connsiteY19" fmla="*/ 171615 h 245215"/>
              <a:gd name="connsiteX20" fmla="*/ 335055 w 606651"/>
              <a:gd name="connsiteY20" fmla="*/ 171615 h 245215"/>
              <a:gd name="connsiteX21" fmla="*/ 271596 w 606651"/>
              <a:gd name="connsiteY21" fmla="*/ 171615 h 245215"/>
              <a:gd name="connsiteX22" fmla="*/ 270722 w 606651"/>
              <a:gd name="connsiteY22" fmla="*/ 171615 h 245215"/>
              <a:gd name="connsiteX23" fmla="*/ 270722 w 606651"/>
              <a:gd name="connsiteY23" fmla="*/ 167352 h 245215"/>
              <a:gd name="connsiteX24" fmla="*/ 167576 w 606651"/>
              <a:gd name="connsiteY24" fmla="*/ 64247 h 245215"/>
              <a:gd name="connsiteX25" fmla="*/ 64333 w 606651"/>
              <a:gd name="connsiteY25" fmla="*/ 167352 h 245215"/>
              <a:gd name="connsiteX26" fmla="*/ 64333 w 606651"/>
              <a:gd name="connsiteY26" fmla="*/ 171615 h 245215"/>
              <a:gd name="connsiteX27" fmla="*/ 0 w 606651"/>
              <a:gd name="connsiteY27" fmla="*/ 171615 h 245215"/>
              <a:gd name="connsiteX28" fmla="*/ 0 w 606651"/>
              <a:gd name="connsiteY28" fmla="*/ 167352 h 245215"/>
              <a:gd name="connsiteX29" fmla="*/ 167576 w 606651"/>
              <a:gd name="connsiteY29" fmla="*/ 0 h 245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52846" h="152492">
                <a:moveTo>
                  <a:pt x="76423" y="0"/>
                </a:moveTo>
                <a:cubicBezTo>
                  <a:pt x="118630" y="0"/>
                  <a:pt x="152846" y="34136"/>
                  <a:pt x="152846" y="76246"/>
                </a:cubicBezTo>
                <a:cubicBezTo>
                  <a:pt x="152846" y="118356"/>
                  <a:pt x="118630" y="152492"/>
                  <a:pt x="76423" y="152492"/>
                </a:cubicBezTo>
                <a:cubicBezTo>
                  <a:pt x="34216" y="152492"/>
                  <a:pt x="0" y="118356"/>
                  <a:pt x="0" y="76246"/>
                </a:cubicBezTo>
                <a:cubicBezTo>
                  <a:pt x="0" y="34136"/>
                  <a:pt x="34216" y="0"/>
                  <a:pt x="76423" y="0"/>
                </a:cubicBezTo>
              </a:path>
            </a:pathLst>
          </a:custGeom>
          <a:gradFill>
            <a:gsLst>
              <a:gs pos="0">
                <a:srgbClr val="62CB78">
                  <a:lumMod val="60000"/>
                  <a:lumOff val="40000"/>
                </a:srgbClr>
              </a:gs>
              <a:gs pos="60000">
                <a:srgbClr val="62CB78"/>
              </a:gs>
            </a:gsLst>
            <a:lin ang="2700000" scaled="0"/>
          </a:gradFill>
          <a:ln w="57150" cap="rnd" cmpd="sng" algn="ctr">
            <a:noFill/>
            <a:prstDash val="solid"/>
            <a:round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110004020202020204"/>
                <a:ea typeface="微软雅黑"/>
                <a:cs typeface="+mn-ea"/>
                <a:sym typeface="+mn-lt"/>
              </a:rPr>
              <a:t>2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110004020202020204"/>
              <a:ea typeface="微软雅黑"/>
              <a:cs typeface="+mn-ea"/>
              <a:sym typeface="+mn-lt"/>
            </a:endParaRPr>
          </a:p>
        </p:txBody>
      </p:sp>
      <p:sp>
        <p:nvSpPr>
          <p:cNvPr id="7" name="Number3">
            <a:extLst>
              <a:ext uri="{FF2B5EF4-FFF2-40B4-BE49-F238E27FC236}">
                <a16:creationId xmlns:a16="http://schemas.microsoft.com/office/drawing/2014/main" id="{A8F0EEA2-FA63-7149-8388-8CFD28B13237}"/>
              </a:ext>
            </a:extLst>
          </p:cNvPr>
          <p:cNvSpPr/>
          <p:nvPr/>
        </p:nvSpPr>
        <p:spPr bwMode="auto">
          <a:xfrm>
            <a:off x="4890946" y="3143738"/>
            <a:ext cx="407325" cy="407325"/>
          </a:xfrm>
          <a:custGeom>
            <a:avLst/>
            <a:gdLst>
              <a:gd name="connsiteX0" fmla="*/ 439093 w 606651"/>
              <a:gd name="connsiteY0" fmla="*/ 92723 h 245215"/>
              <a:gd name="connsiteX1" fmla="*/ 515480 w 606651"/>
              <a:gd name="connsiteY1" fmla="*/ 168969 h 245215"/>
              <a:gd name="connsiteX2" fmla="*/ 439093 w 606651"/>
              <a:gd name="connsiteY2" fmla="*/ 245215 h 245215"/>
              <a:gd name="connsiteX3" fmla="*/ 362706 w 606651"/>
              <a:gd name="connsiteY3" fmla="*/ 168969 h 245215"/>
              <a:gd name="connsiteX4" fmla="*/ 439093 w 606651"/>
              <a:gd name="connsiteY4" fmla="*/ 92723 h 245215"/>
              <a:gd name="connsiteX5" fmla="*/ 167523 w 606651"/>
              <a:gd name="connsiteY5" fmla="*/ 92723 h 245215"/>
              <a:gd name="connsiteX6" fmla="*/ 243946 w 606651"/>
              <a:gd name="connsiteY6" fmla="*/ 168969 h 245215"/>
              <a:gd name="connsiteX7" fmla="*/ 167523 w 606651"/>
              <a:gd name="connsiteY7" fmla="*/ 245215 h 245215"/>
              <a:gd name="connsiteX8" fmla="*/ 91100 w 606651"/>
              <a:gd name="connsiteY8" fmla="*/ 168969 h 245215"/>
              <a:gd name="connsiteX9" fmla="*/ 167523 w 606651"/>
              <a:gd name="connsiteY9" fmla="*/ 92723 h 245215"/>
              <a:gd name="connsiteX10" fmla="*/ 167576 w 606651"/>
              <a:gd name="connsiteY10" fmla="*/ 0 h 245215"/>
              <a:gd name="connsiteX11" fmla="*/ 303325 w 606651"/>
              <a:gd name="connsiteY11" fmla="*/ 69480 h 245215"/>
              <a:gd name="connsiteX12" fmla="*/ 439075 w 606651"/>
              <a:gd name="connsiteY12" fmla="*/ 0 h 245215"/>
              <a:gd name="connsiteX13" fmla="*/ 606651 w 606651"/>
              <a:gd name="connsiteY13" fmla="*/ 167352 h 245215"/>
              <a:gd name="connsiteX14" fmla="*/ 606651 w 606651"/>
              <a:gd name="connsiteY14" fmla="*/ 171615 h 245215"/>
              <a:gd name="connsiteX15" fmla="*/ 542318 w 606651"/>
              <a:gd name="connsiteY15" fmla="*/ 171615 h 245215"/>
              <a:gd name="connsiteX16" fmla="*/ 542318 w 606651"/>
              <a:gd name="connsiteY16" fmla="*/ 167352 h 245215"/>
              <a:gd name="connsiteX17" fmla="*/ 439075 w 606651"/>
              <a:gd name="connsiteY17" fmla="*/ 64247 h 245215"/>
              <a:gd name="connsiteX18" fmla="*/ 335832 w 606651"/>
              <a:gd name="connsiteY18" fmla="*/ 167352 h 245215"/>
              <a:gd name="connsiteX19" fmla="*/ 335832 w 606651"/>
              <a:gd name="connsiteY19" fmla="*/ 171615 h 245215"/>
              <a:gd name="connsiteX20" fmla="*/ 335055 w 606651"/>
              <a:gd name="connsiteY20" fmla="*/ 171615 h 245215"/>
              <a:gd name="connsiteX21" fmla="*/ 271596 w 606651"/>
              <a:gd name="connsiteY21" fmla="*/ 171615 h 245215"/>
              <a:gd name="connsiteX22" fmla="*/ 270722 w 606651"/>
              <a:gd name="connsiteY22" fmla="*/ 171615 h 245215"/>
              <a:gd name="connsiteX23" fmla="*/ 270722 w 606651"/>
              <a:gd name="connsiteY23" fmla="*/ 167352 h 245215"/>
              <a:gd name="connsiteX24" fmla="*/ 167576 w 606651"/>
              <a:gd name="connsiteY24" fmla="*/ 64247 h 245215"/>
              <a:gd name="connsiteX25" fmla="*/ 64333 w 606651"/>
              <a:gd name="connsiteY25" fmla="*/ 167352 h 245215"/>
              <a:gd name="connsiteX26" fmla="*/ 64333 w 606651"/>
              <a:gd name="connsiteY26" fmla="*/ 171615 h 245215"/>
              <a:gd name="connsiteX27" fmla="*/ 0 w 606651"/>
              <a:gd name="connsiteY27" fmla="*/ 171615 h 245215"/>
              <a:gd name="connsiteX28" fmla="*/ 0 w 606651"/>
              <a:gd name="connsiteY28" fmla="*/ 167352 h 245215"/>
              <a:gd name="connsiteX29" fmla="*/ 167576 w 606651"/>
              <a:gd name="connsiteY29" fmla="*/ 0 h 245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52846" h="152492">
                <a:moveTo>
                  <a:pt x="76423" y="0"/>
                </a:moveTo>
                <a:cubicBezTo>
                  <a:pt x="118630" y="0"/>
                  <a:pt x="152846" y="34136"/>
                  <a:pt x="152846" y="76246"/>
                </a:cubicBezTo>
                <a:cubicBezTo>
                  <a:pt x="152846" y="118356"/>
                  <a:pt x="118630" y="152492"/>
                  <a:pt x="76423" y="152492"/>
                </a:cubicBezTo>
                <a:cubicBezTo>
                  <a:pt x="34216" y="152492"/>
                  <a:pt x="0" y="118356"/>
                  <a:pt x="0" y="76246"/>
                </a:cubicBezTo>
                <a:cubicBezTo>
                  <a:pt x="0" y="34136"/>
                  <a:pt x="34216" y="0"/>
                  <a:pt x="76423" y="0"/>
                </a:cubicBezTo>
              </a:path>
            </a:pathLst>
          </a:custGeom>
          <a:gradFill>
            <a:gsLst>
              <a:gs pos="0">
                <a:srgbClr val="44B4CF">
                  <a:lumMod val="60000"/>
                  <a:lumOff val="40000"/>
                </a:srgbClr>
              </a:gs>
              <a:gs pos="60000">
                <a:srgbClr val="44B4CF"/>
              </a:gs>
            </a:gsLst>
            <a:lin ang="2700000" scaled="0"/>
          </a:gradFill>
          <a:ln w="57150" cap="rnd" cmpd="sng" algn="ctr">
            <a:noFill/>
            <a:prstDash val="solid"/>
            <a:round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110004020202020204"/>
                <a:ea typeface="微软雅黑"/>
                <a:cs typeface="+mn-ea"/>
                <a:sym typeface="+mn-lt"/>
              </a:rPr>
              <a:t>3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110004020202020204"/>
              <a:ea typeface="微软雅黑"/>
              <a:cs typeface="+mn-ea"/>
              <a:sym typeface="+mn-lt"/>
            </a:endParaRPr>
          </a:p>
        </p:txBody>
      </p:sp>
      <p:sp>
        <p:nvSpPr>
          <p:cNvPr id="9" name="Number4">
            <a:extLst>
              <a:ext uri="{FF2B5EF4-FFF2-40B4-BE49-F238E27FC236}">
                <a16:creationId xmlns:a16="http://schemas.microsoft.com/office/drawing/2014/main" id="{59E20B7D-80C4-FC54-17C8-148254D04EF0}"/>
              </a:ext>
            </a:extLst>
          </p:cNvPr>
          <p:cNvSpPr/>
          <p:nvPr/>
        </p:nvSpPr>
        <p:spPr bwMode="auto">
          <a:xfrm>
            <a:off x="6754869" y="3143738"/>
            <a:ext cx="407325" cy="407325"/>
          </a:xfrm>
          <a:custGeom>
            <a:avLst/>
            <a:gdLst>
              <a:gd name="connsiteX0" fmla="*/ 439093 w 606651"/>
              <a:gd name="connsiteY0" fmla="*/ 92723 h 245215"/>
              <a:gd name="connsiteX1" fmla="*/ 515480 w 606651"/>
              <a:gd name="connsiteY1" fmla="*/ 168969 h 245215"/>
              <a:gd name="connsiteX2" fmla="*/ 439093 w 606651"/>
              <a:gd name="connsiteY2" fmla="*/ 245215 h 245215"/>
              <a:gd name="connsiteX3" fmla="*/ 362706 w 606651"/>
              <a:gd name="connsiteY3" fmla="*/ 168969 h 245215"/>
              <a:gd name="connsiteX4" fmla="*/ 439093 w 606651"/>
              <a:gd name="connsiteY4" fmla="*/ 92723 h 245215"/>
              <a:gd name="connsiteX5" fmla="*/ 167523 w 606651"/>
              <a:gd name="connsiteY5" fmla="*/ 92723 h 245215"/>
              <a:gd name="connsiteX6" fmla="*/ 243946 w 606651"/>
              <a:gd name="connsiteY6" fmla="*/ 168969 h 245215"/>
              <a:gd name="connsiteX7" fmla="*/ 167523 w 606651"/>
              <a:gd name="connsiteY7" fmla="*/ 245215 h 245215"/>
              <a:gd name="connsiteX8" fmla="*/ 91100 w 606651"/>
              <a:gd name="connsiteY8" fmla="*/ 168969 h 245215"/>
              <a:gd name="connsiteX9" fmla="*/ 167523 w 606651"/>
              <a:gd name="connsiteY9" fmla="*/ 92723 h 245215"/>
              <a:gd name="connsiteX10" fmla="*/ 167576 w 606651"/>
              <a:gd name="connsiteY10" fmla="*/ 0 h 245215"/>
              <a:gd name="connsiteX11" fmla="*/ 303325 w 606651"/>
              <a:gd name="connsiteY11" fmla="*/ 69480 h 245215"/>
              <a:gd name="connsiteX12" fmla="*/ 439075 w 606651"/>
              <a:gd name="connsiteY12" fmla="*/ 0 h 245215"/>
              <a:gd name="connsiteX13" fmla="*/ 606651 w 606651"/>
              <a:gd name="connsiteY13" fmla="*/ 167352 h 245215"/>
              <a:gd name="connsiteX14" fmla="*/ 606651 w 606651"/>
              <a:gd name="connsiteY14" fmla="*/ 171615 h 245215"/>
              <a:gd name="connsiteX15" fmla="*/ 542318 w 606651"/>
              <a:gd name="connsiteY15" fmla="*/ 171615 h 245215"/>
              <a:gd name="connsiteX16" fmla="*/ 542318 w 606651"/>
              <a:gd name="connsiteY16" fmla="*/ 167352 h 245215"/>
              <a:gd name="connsiteX17" fmla="*/ 439075 w 606651"/>
              <a:gd name="connsiteY17" fmla="*/ 64247 h 245215"/>
              <a:gd name="connsiteX18" fmla="*/ 335832 w 606651"/>
              <a:gd name="connsiteY18" fmla="*/ 167352 h 245215"/>
              <a:gd name="connsiteX19" fmla="*/ 335832 w 606651"/>
              <a:gd name="connsiteY19" fmla="*/ 171615 h 245215"/>
              <a:gd name="connsiteX20" fmla="*/ 335055 w 606651"/>
              <a:gd name="connsiteY20" fmla="*/ 171615 h 245215"/>
              <a:gd name="connsiteX21" fmla="*/ 271596 w 606651"/>
              <a:gd name="connsiteY21" fmla="*/ 171615 h 245215"/>
              <a:gd name="connsiteX22" fmla="*/ 270722 w 606651"/>
              <a:gd name="connsiteY22" fmla="*/ 171615 h 245215"/>
              <a:gd name="connsiteX23" fmla="*/ 270722 w 606651"/>
              <a:gd name="connsiteY23" fmla="*/ 167352 h 245215"/>
              <a:gd name="connsiteX24" fmla="*/ 167576 w 606651"/>
              <a:gd name="connsiteY24" fmla="*/ 64247 h 245215"/>
              <a:gd name="connsiteX25" fmla="*/ 64333 w 606651"/>
              <a:gd name="connsiteY25" fmla="*/ 167352 h 245215"/>
              <a:gd name="connsiteX26" fmla="*/ 64333 w 606651"/>
              <a:gd name="connsiteY26" fmla="*/ 171615 h 245215"/>
              <a:gd name="connsiteX27" fmla="*/ 0 w 606651"/>
              <a:gd name="connsiteY27" fmla="*/ 171615 h 245215"/>
              <a:gd name="connsiteX28" fmla="*/ 0 w 606651"/>
              <a:gd name="connsiteY28" fmla="*/ 167352 h 245215"/>
              <a:gd name="connsiteX29" fmla="*/ 167576 w 606651"/>
              <a:gd name="connsiteY29" fmla="*/ 0 h 245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52846" h="152492">
                <a:moveTo>
                  <a:pt x="76423" y="0"/>
                </a:moveTo>
                <a:cubicBezTo>
                  <a:pt x="118630" y="0"/>
                  <a:pt x="152846" y="34136"/>
                  <a:pt x="152846" y="76246"/>
                </a:cubicBezTo>
                <a:cubicBezTo>
                  <a:pt x="152846" y="118356"/>
                  <a:pt x="118630" y="152492"/>
                  <a:pt x="76423" y="152492"/>
                </a:cubicBezTo>
                <a:cubicBezTo>
                  <a:pt x="34216" y="152492"/>
                  <a:pt x="0" y="118356"/>
                  <a:pt x="0" y="76246"/>
                </a:cubicBezTo>
                <a:cubicBezTo>
                  <a:pt x="0" y="34136"/>
                  <a:pt x="34216" y="0"/>
                  <a:pt x="76423" y="0"/>
                </a:cubicBezTo>
              </a:path>
            </a:pathLst>
          </a:custGeom>
          <a:gradFill>
            <a:gsLst>
              <a:gs pos="0">
                <a:srgbClr val="7995D8">
                  <a:lumMod val="60000"/>
                  <a:lumOff val="40000"/>
                </a:srgbClr>
              </a:gs>
              <a:gs pos="60000">
                <a:srgbClr val="7995D8"/>
              </a:gs>
            </a:gsLst>
            <a:lin ang="2700000" scaled="0"/>
          </a:gradFill>
          <a:ln w="57150" cap="rnd" cmpd="sng" algn="ctr">
            <a:noFill/>
            <a:prstDash val="solid"/>
            <a:round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110004020202020204"/>
                <a:ea typeface="微软雅黑"/>
                <a:cs typeface="+mn-ea"/>
                <a:sym typeface="+mn-lt"/>
              </a:rPr>
              <a:t>4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110004020202020204"/>
              <a:ea typeface="微软雅黑"/>
              <a:cs typeface="+mn-ea"/>
              <a:sym typeface="+mn-lt"/>
            </a:endParaRPr>
          </a:p>
        </p:txBody>
      </p:sp>
      <p:sp>
        <p:nvSpPr>
          <p:cNvPr id="10" name="Number4">
            <a:extLst>
              <a:ext uri="{FF2B5EF4-FFF2-40B4-BE49-F238E27FC236}">
                <a16:creationId xmlns:a16="http://schemas.microsoft.com/office/drawing/2014/main" id="{B45D9729-25A7-60D6-F93D-E420263966F3}"/>
              </a:ext>
            </a:extLst>
          </p:cNvPr>
          <p:cNvSpPr/>
          <p:nvPr/>
        </p:nvSpPr>
        <p:spPr bwMode="auto">
          <a:xfrm>
            <a:off x="10482714" y="3143738"/>
            <a:ext cx="407325" cy="407325"/>
          </a:xfrm>
          <a:custGeom>
            <a:avLst/>
            <a:gdLst>
              <a:gd name="connsiteX0" fmla="*/ 439093 w 606651"/>
              <a:gd name="connsiteY0" fmla="*/ 92723 h 245215"/>
              <a:gd name="connsiteX1" fmla="*/ 515480 w 606651"/>
              <a:gd name="connsiteY1" fmla="*/ 168969 h 245215"/>
              <a:gd name="connsiteX2" fmla="*/ 439093 w 606651"/>
              <a:gd name="connsiteY2" fmla="*/ 245215 h 245215"/>
              <a:gd name="connsiteX3" fmla="*/ 362706 w 606651"/>
              <a:gd name="connsiteY3" fmla="*/ 168969 h 245215"/>
              <a:gd name="connsiteX4" fmla="*/ 439093 w 606651"/>
              <a:gd name="connsiteY4" fmla="*/ 92723 h 245215"/>
              <a:gd name="connsiteX5" fmla="*/ 167523 w 606651"/>
              <a:gd name="connsiteY5" fmla="*/ 92723 h 245215"/>
              <a:gd name="connsiteX6" fmla="*/ 243946 w 606651"/>
              <a:gd name="connsiteY6" fmla="*/ 168969 h 245215"/>
              <a:gd name="connsiteX7" fmla="*/ 167523 w 606651"/>
              <a:gd name="connsiteY7" fmla="*/ 245215 h 245215"/>
              <a:gd name="connsiteX8" fmla="*/ 91100 w 606651"/>
              <a:gd name="connsiteY8" fmla="*/ 168969 h 245215"/>
              <a:gd name="connsiteX9" fmla="*/ 167523 w 606651"/>
              <a:gd name="connsiteY9" fmla="*/ 92723 h 245215"/>
              <a:gd name="connsiteX10" fmla="*/ 167576 w 606651"/>
              <a:gd name="connsiteY10" fmla="*/ 0 h 245215"/>
              <a:gd name="connsiteX11" fmla="*/ 303325 w 606651"/>
              <a:gd name="connsiteY11" fmla="*/ 69480 h 245215"/>
              <a:gd name="connsiteX12" fmla="*/ 439075 w 606651"/>
              <a:gd name="connsiteY12" fmla="*/ 0 h 245215"/>
              <a:gd name="connsiteX13" fmla="*/ 606651 w 606651"/>
              <a:gd name="connsiteY13" fmla="*/ 167352 h 245215"/>
              <a:gd name="connsiteX14" fmla="*/ 606651 w 606651"/>
              <a:gd name="connsiteY14" fmla="*/ 171615 h 245215"/>
              <a:gd name="connsiteX15" fmla="*/ 542318 w 606651"/>
              <a:gd name="connsiteY15" fmla="*/ 171615 h 245215"/>
              <a:gd name="connsiteX16" fmla="*/ 542318 w 606651"/>
              <a:gd name="connsiteY16" fmla="*/ 167352 h 245215"/>
              <a:gd name="connsiteX17" fmla="*/ 439075 w 606651"/>
              <a:gd name="connsiteY17" fmla="*/ 64247 h 245215"/>
              <a:gd name="connsiteX18" fmla="*/ 335832 w 606651"/>
              <a:gd name="connsiteY18" fmla="*/ 167352 h 245215"/>
              <a:gd name="connsiteX19" fmla="*/ 335832 w 606651"/>
              <a:gd name="connsiteY19" fmla="*/ 171615 h 245215"/>
              <a:gd name="connsiteX20" fmla="*/ 335055 w 606651"/>
              <a:gd name="connsiteY20" fmla="*/ 171615 h 245215"/>
              <a:gd name="connsiteX21" fmla="*/ 271596 w 606651"/>
              <a:gd name="connsiteY21" fmla="*/ 171615 h 245215"/>
              <a:gd name="connsiteX22" fmla="*/ 270722 w 606651"/>
              <a:gd name="connsiteY22" fmla="*/ 171615 h 245215"/>
              <a:gd name="connsiteX23" fmla="*/ 270722 w 606651"/>
              <a:gd name="connsiteY23" fmla="*/ 167352 h 245215"/>
              <a:gd name="connsiteX24" fmla="*/ 167576 w 606651"/>
              <a:gd name="connsiteY24" fmla="*/ 64247 h 245215"/>
              <a:gd name="connsiteX25" fmla="*/ 64333 w 606651"/>
              <a:gd name="connsiteY25" fmla="*/ 167352 h 245215"/>
              <a:gd name="connsiteX26" fmla="*/ 64333 w 606651"/>
              <a:gd name="connsiteY26" fmla="*/ 171615 h 245215"/>
              <a:gd name="connsiteX27" fmla="*/ 0 w 606651"/>
              <a:gd name="connsiteY27" fmla="*/ 171615 h 245215"/>
              <a:gd name="connsiteX28" fmla="*/ 0 w 606651"/>
              <a:gd name="connsiteY28" fmla="*/ 167352 h 245215"/>
              <a:gd name="connsiteX29" fmla="*/ 167576 w 606651"/>
              <a:gd name="connsiteY29" fmla="*/ 0 h 245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52846" h="152492">
                <a:moveTo>
                  <a:pt x="76423" y="0"/>
                </a:moveTo>
                <a:cubicBezTo>
                  <a:pt x="118630" y="0"/>
                  <a:pt x="152846" y="34136"/>
                  <a:pt x="152846" y="76246"/>
                </a:cubicBezTo>
                <a:cubicBezTo>
                  <a:pt x="152846" y="118356"/>
                  <a:pt x="118630" y="152492"/>
                  <a:pt x="76423" y="152492"/>
                </a:cubicBezTo>
                <a:cubicBezTo>
                  <a:pt x="34216" y="152492"/>
                  <a:pt x="0" y="118356"/>
                  <a:pt x="0" y="76246"/>
                </a:cubicBezTo>
                <a:cubicBezTo>
                  <a:pt x="0" y="34136"/>
                  <a:pt x="34216" y="0"/>
                  <a:pt x="76423" y="0"/>
                </a:cubicBezTo>
              </a:path>
            </a:pathLst>
          </a:cu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10800000" scaled="1"/>
            <a:tileRect/>
          </a:gradFill>
          <a:ln w="57150" cap="rnd" cmpd="sng" algn="ctr">
            <a:noFill/>
            <a:prstDash val="solid"/>
            <a:round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b="1" kern="0" dirty="0">
                <a:solidFill>
                  <a:srgbClr val="FFFFFF"/>
                </a:solidFill>
                <a:latin typeface="Arial" panose="02110004020202020204"/>
                <a:ea typeface="微软雅黑"/>
                <a:cs typeface="+mn-ea"/>
                <a:sym typeface="+mn-lt"/>
              </a:rPr>
              <a:t>6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110004020202020204"/>
              <a:ea typeface="微软雅黑"/>
              <a:cs typeface="+mn-ea"/>
              <a:sym typeface="+mn-lt"/>
            </a:endParaRPr>
          </a:p>
        </p:txBody>
      </p:sp>
      <p:sp>
        <p:nvSpPr>
          <p:cNvPr id="11" name="Number4">
            <a:extLst>
              <a:ext uri="{FF2B5EF4-FFF2-40B4-BE49-F238E27FC236}">
                <a16:creationId xmlns:a16="http://schemas.microsoft.com/office/drawing/2014/main" id="{F81FE793-58A7-9CFF-70E7-2E315931B866}"/>
              </a:ext>
            </a:extLst>
          </p:cNvPr>
          <p:cNvSpPr/>
          <p:nvPr/>
        </p:nvSpPr>
        <p:spPr bwMode="auto">
          <a:xfrm>
            <a:off x="8618792" y="3143738"/>
            <a:ext cx="407325" cy="407325"/>
          </a:xfrm>
          <a:custGeom>
            <a:avLst/>
            <a:gdLst>
              <a:gd name="connsiteX0" fmla="*/ 439093 w 606651"/>
              <a:gd name="connsiteY0" fmla="*/ 92723 h 245215"/>
              <a:gd name="connsiteX1" fmla="*/ 515480 w 606651"/>
              <a:gd name="connsiteY1" fmla="*/ 168969 h 245215"/>
              <a:gd name="connsiteX2" fmla="*/ 439093 w 606651"/>
              <a:gd name="connsiteY2" fmla="*/ 245215 h 245215"/>
              <a:gd name="connsiteX3" fmla="*/ 362706 w 606651"/>
              <a:gd name="connsiteY3" fmla="*/ 168969 h 245215"/>
              <a:gd name="connsiteX4" fmla="*/ 439093 w 606651"/>
              <a:gd name="connsiteY4" fmla="*/ 92723 h 245215"/>
              <a:gd name="connsiteX5" fmla="*/ 167523 w 606651"/>
              <a:gd name="connsiteY5" fmla="*/ 92723 h 245215"/>
              <a:gd name="connsiteX6" fmla="*/ 243946 w 606651"/>
              <a:gd name="connsiteY6" fmla="*/ 168969 h 245215"/>
              <a:gd name="connsiteX7" fmla="*/ 167523 w 606651"/>
              <a:gd name="connsiteY7" fmla="*/ 245215 h 245215"/>
              <a:gd name="connsiteX8" fmla="*/ 91100 w 606651"/>
              <a:gd name="connsiteY8" fmla="*/ 168969 h 245215"/>
              <a:gd name="connsiteX9" fmla="*/ 167523 w 606651"/>
              <a:gd name="connsiteY9" fmla="*/ 92723 h 245215"/>
              <a:gd name="connsiteX10" fmla="*/ 167576 w 606651"/>
              <a:gd name="connsiteY10" fmla="*/ 0 h 245215"/>
              <a:gd name="connsiteX11" fmla="*/ 303325 w 606651"/>
              <a:gd name="connsiteY11" fmla="*/ 69480 h 245215"/>
              <a:gd name="connsiteX12" fmla="*/ 439075 w 606651"/>
              <a:gd name="connsiteY12" fmla="*/ 0 h 245215"/>
              <a:gd name="connsiteX13" fmla="*/ 606651 w 606651"/>
              <a:gd name="connsiteY13" fmla="*/ 167352 h 245215"/>
              <a:gd name="connsiteX14" fmla="*/ 606651 w 606651"/>
              <a:gd name="connsiteY14" fmla="*/ 171615 h 245215"/>
              <a:gd name="connsiteX15" fmla="*/ 542318 w 606651"/>
              <a:gd name="connsiteY15" fmla="*/ 171615 h 245215"/>
              <a:gd name="connsiteX16" fmla="*/ 542318 w 606651"/>
              <a:gd name="connsiteY16" fmla="*/ 167352 h 245215"/>
              <a:gd name="connsiteX17" fmla="*/ 439075 w 606651"/>
              <a:gd name="connsiteY17" fmla="*/ 64247 h 245215"/>
              <a:gd name="connsiteX18" fmla="*/ 335832 w 606651"/>
              <a:gd name="connsiteY18" fmla="*/ 167352 h 245215"/>
              <a:gd name="connsiteX19" fmla="*/ 335832 w 606651"/>
              <a:gd name="connsiteY19" fmla="*/ 171615 h 245215"/>
              <a:gd name="connsiteX20" fmla="*/ 335055 w 606651"/>
              <a:gd name="connsiteY20" fmla="*/ 171615 h 245215"/>
              <a:gd name="connsiteX21" fmla="*/ 271596 w 606651"/>
              <a:gd name="connsiteY21" fmla="*/ 171615 h 245215"/>
              <a:gd name="connsiteX22" fmla="*/ 270722 w 606651"/>
              <a:gd name="connsiteY22" fmla="*/ 171615 h 245215"/>
              <a:gd name="connsiteX23" fmla="*/ 270722 w 606651"/>
              <a:gd name="connsiteY23" fmla="*/ 167352 h 245215"/>
              <a:gd name="connsiteX24" fmla="*/ 167576 w 606651"/>
              <a:gd name="connsiteY24" fmla="*/ 64247 h 245215"/>
              <a:gd name="connsiteX25" fmla="*/ 64333 w 606651"/>
              <a:gd name="connsiteY25" fmla="*/ 167352 h 245215"/>
              <a:gd name="connsiteX26" fmla="*/ 64333 w 606651"/>
              <a:gd name="connsiteY26" fmla="*/ 171615 h 245215"/>
              <a:gd name="connsiteX27" fmla="*/ 0 w 606651"/>
              <a:gd name="connsiteY27" fmla="*/ 171615 h 245215"/>
              <a:gd name="connsiteX28" fmla="*/ 0 w 606651"/>
              <a:gd name="connsiteY28" fmla="*/ 167352 h 245215"/>
              <a:gd name="connsiteX29" fmla="*/ 167576 w 606651"/>
              <a:gd name="connsiteY29" fmla="*/ 0 h 245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52846" h="152492">
                <a:moveTo>
                  <a:pt x="76423" y="0"/>
                </a:moveTo>
                <a:cubicBezTo>
                  <a:pt x="118630" y="0"/>
                  <a:pt x="152846" y="34136"/>
                  <a:pt x="152846" y="76246"/>
                </a:cubicBezTo>
                <a:cubicBezTo>
                  <a:pt x="152846" y="118356"/>
                  <a:pt x="118630" y="152492"/>
                  <a:pt x="76423" y="152492"/>
                </a:cubicBezTo>
                <a:cubicBezTo>
                  <a:pt x="34216" y="152492"/>
                  <a:pt x="0" y="118356"/>
                  <a:pt x="0" y="76246"/>
                </a:cubicBezTo>
                <a:cubicBezTo>
                  <a:pt x="0" y="34136"/>
                  <a:pt x="34216" y="0"/>
                  <a:pt x="76423" y="0"/>
                </a:cubicBezTo>
              </a:path>
            </a:pathLst>
          </a:custGeom>
          <a:gradFill flip="none" rotWithShape="1">
            <a:gsLst>
              <a:gs pos="0">
                <a:srgbClr val="BD92DE">
                  <a:shade val="30000"/>
                  <a:satMod val="115000"/>
                </a:srgbClr>
              </a:gs>
              <a:gs pos="50000">
                <a:srgbClr val="BD92DE">
                  <a:shade val="67500"/>
                  <a:satMod val="115000"/>
                </a:srgbClr>
              </a:gs>
              <a:gs pos="100000">
                <a:srgbClr val="BD92DE">
                  <a:shade val="100000"/>
                  <a:satMod val="115000"/>
                </a:srgbClr>
              </a:gs>
            </a:gsLst>
            <a:lin ang="10800000" scaled="1"/>
            <a:tileRect/>
          </a:gradFill>
          <a:ln w="57150" cap="rnd" cmpd="sng" algn="ctr">
            <a:noFill/>
            <a:prstDash val="solid"/>
            <a:round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b="1" kern="0" dirty="0">
                <a:solidFill>
                  <a:srgbClr val="FFFFFF"/>
                </a:solidFill>
                <a:latin typeface="Arial" panose="02110004020202020204"/>
                <a:ea typeface="微软雅黑"/>
                <a:cs typeface="+mn-ea"/>
                <a:sym typeface="+mn-lt"/>
              </a:rPr>
              <a:t>5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110004020202020204"/>
              <a:ea typeface="微软雅黑"/>
              <a:cs typeface="+mn-ea"/>
              <a:sym typeface="+mn-lt"/>
            </a:endParaRPr>
          </a:p>
        </p:txBody>
      </p:sp>
      <p:sp>
        <p:nvSpPr>
          <p:cNvPr id="12" name="Number1">
            <a:extLst>
              <a:ext uri="{FF2B5EF4-FFF2-40B4-BE49-F238E27FC236}">
                <a16:creationId xmlns:a16="http://schemas.microsoft.com/office/drawing/2014/main" id="{10BA1340-1FA4-BC35-FE8A-327BB6CD82E2}"/>
              </a:ext>
            </a:extLst>
          </p:cNvPr>
          <p:cNvSpPr/>
          <p:nvPr/>
        </p:nvSpPr>
        <p:spPr bwMode="auto">
          <a:xfrm>
            <a:off x="1163100" y="3143738"/>
            <a:ext cx="407325" cy="407325"/>
          </a:xfrm>
          <a:custGeom>
            <a:avLst/>
            <a:gdLst>
              <a:gd name="connsiteX0" fmla="*/ 439093 w 606651"/>
              <a:gd name="connsiteY0" fmla="*/ 92723 h 245215"/>
              <a:gd name="connsiteX1" fmla="*/ 515480 w 606651"/>
              <a:gd name="connsiteY1" fmla="*/ 168969 h 245215"/>
              <a:gd name="connsiteX2" fmla="*/ 439093 w 606651"/>
              <a:gd name="connsiteY2" fmla="*/ 245215 h 245215"/>
              <a:gd name="connsiteX3" fmla="*/ 362706 w 606651"/>
              <a:gd name="connsiteY3" fmla="*/ 168969 h 245215"/>
              <a:gd name="connsiteX4" fmla="*/ 439093 w 606651"/>
              <a:gd name="connsiteY4" fmla="*/ 92723 h 245215"/>
              <a:gd name="connsiteX5" fmla="*/ 167523 w 606651"/>
              <a:gd name="connsiteY5" fmla="*/ 92723 h 245215"/>
              <a:gd name="connsiteX6" fmla="*/ 243946 w 606651"/>
              <a:gd name="connsiteY6" fmla="*/ 168969 h 245215"/>
              <a:gd name="connsiteX7" fmla="*/ 167523 w 606651"/>
              <a:gd name="connsiteY7" fmla="*/ 245215 h 245215"/>
              <a:gd name="connsiteX8" fmla="*/ 91100 w 606651"/>
              <a:gd name="connsiteY8" fmla="*/ 168969 h 245215"/>
              <a:gd name="connsiteX9" fmla="*/ 167523 w 606651"/>
              <a:gd name="connsiteY9" fmla="*/ 92723 h 245215"/>
              <a:gd name="connsiteX10" fmla="*/ 167576 w 606651"/>
              <a:gd name="connsiteY10" fmla="*/ 0 h 245215"/>
              <a:gd name="connsiteX11" fmla="*/ 303325 w 606651"/>
              <a:gd name="connsiteY11" fmla="*/ 69480 h 245215"/>
              <a:gd name="connsiteX12" fmla="*/ 439075 w 606651"/>
              <a:gd name="connsiteY12" fmla="*/ 0 h 245215"/>
              <a:gd name="connsiteX13" fmla="*/ 606651 w 606651"/>
              <a:gd name="connsiteY13" fmla="*/ 167352 h 245215"/>
              <a:gd name="connsiteX14" fmla="*/ 606651 w 606651"/>
              <a:gd name="connsiteY14" fmla="*/ 171615 h 245215"/>
              <a:gd name="connsiteX15" fmla="*/ 542318 w 606651"/>
              <a:gd name="connsiteY15" fmla="*/ 171615 h 245215"/>
              <a:gd name="connsiteX16" fmla="*/ 542318 w 606651"/>
              <a:gd name="connsiteY16" fmla="*/ 167352 h 245215"/>
              <a:gd name="connsiteX17" fmla="*/ 439075 w 606651"/>
              <a:gd name="connsiteY17" fmla="*/ 64247 h 245215"/>
              <a:gd name="connsiteX18" fmla="*/ 335832 w 606651"/>
              <a:gd name="connsiteY18" fmla="*/ 167352 h 245215"/>
              <a:gd name="connsiteX19" fmla="*/ 335832 w 606651"/>
              <a:gd name="connsiteY19" fmla="*/ 171615 h 245215"/>
              <a:gd name="connsiteX20" fmla="*/ 335055 w 606651"/>
              <a:gd name="connsiteY20" fmla="*/ 171615 h 245215"/>
              <a:gd name="connsiteX21" fmla="*/ 271596 w 606651"/>
              <a:gd name="connsiteY21" fmla="*/ 171615 h 245215"/>
              <a:gd name="connsiteX22" fmla="*/ 270722 w 606651"/>
              <a:gd name="connsiteY22" fmla="*/ 171615 h 245215"/>
              <a:gd name="connsiteX23" fmla="*/ 270722 w 606651"/>
              <a:gd name="connsiteY23" fmla="*/ 167352 h 245215"/>
              <a:gd name="connsiteX24" fmla="*/ 167576 w 606651"/>
              <a:gd name="connsiteY24" fmla="*/ 64247 h 245215"/>
              <a:gd name="connsiteX25" fmla="*/ 64333 w 606651"/>
              <a:gd name="connsiteY25" fmla="*/ 167352 h 245215"/>
              <a:gd name="connsiteX26" fmla="*/ 64333 w 606651"/>
              <a:gd name="connsiteY26" fmla="*/ 171615 h 245215"/>
              <a:gd name="connsiteX27" fmla="*/ 0 w 606651"/>
              <a:gd name="connsiteY27" fmla="*/ 171615 h 245215"/>
              <a:gd name="connsiteX28" fmla="*/ 0 w 606651"/>
              <a:gd name="connsiteY28" fmla="*/ 167352 h 245215"/>
              <a:gd name="connsiteX29" fmla="*/ 167576 w 606651"/>
              <a:gd name="connsiteY29" fmla="*/ 0 h 245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52846" h="152492">
                <a:moveTo>
                  <a:pt x="76423" y="0"/>
                </a:moveTo>
                <a:cubicBezTo>
                  <a:pt x="118630" y="0"/>
                  <a:pt x="152846" y="34136"/>
                  <a:pt x="152846" y="76246"/>
                </a:cubicBezTo>
                <a:cubicBezTo>
                  <a:pt x="152846" y="118356"/>
                  <a:pt x="118630" y="152492"/>
                  <a:pt x="76423" y="152492"/>
                </a:cubicBezTo>
                <a:cubicBezTo>
                  <a:pt x="34216" y="152492"/>
                  <a:pt x="0" y="118356"/>
                  <a:pt x="0" y="76246"/>
                </a:cubicBezTo>
                <a:cubicBezTo>
                  <a:pt x="0" y="34136"/>
                  <a:pt x="34216" y="0"/>
                  <a:pt x="76423" y="0"/>
                </a:cubicBezTo>
              </a:path>
            </a:pathLst>
          </a:custGeom>
          <a:solidFill>
            <a:srgbClr val="92D050"/>
          </a:solidFill>
          <a:ln w="57150" cap="rnd" cmpd="sng" algn="ctr">
            <a:noFill/>
            <a:prstDash val="solid"/>
            <a:round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110004020202020204"/>
                <a:ea typeface="微软雅黑"/>
                <a:cs typeface="+mn-ea"/>
                <a:sym typeface="+mn-lt"/>
              </a:rPr>
              <a:t>1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110004020202020204"/>
              <a:ea typeface="微软雅黑"/>
              <a:cs typeface="+mn-ea"/>
              <a:sym typeface="+mn-l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04ED780-E3BE-A445-0BFC-76D708AA3145}"/>
              </a:ext>
            </a:extLst>
          </p:cNvPr>
          <p:cNvSpPr txBox="1"/>
          <p:nvPr/>
        </p:nvSpPr>
        <p:spPr>
          <a:xfrm>
            <a:off x="4233930" y="1097227"/>
            <a:ext cx="19511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Python</a:t>
            </a:r>
            <a:r>
              <a:rPr lang="zh-CN" altLang="en-US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实战</a:t>
            </a:r>
            <a:r>
              <a:rPr lang="en-US" altLang="zh-CN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-AI</a:t>
            </a:r>
            <a:r>
              <a:rPr lang="zh-CN" altLang="en-US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应用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FD19B89-7F20-AA39-4210-C8834BE82497}"/>
              </a:ext>
            </a:extLst>
          </p:cNvPr>
          <p:cNvSpPr txBox="1"/>
          <p:nvPr/>
        </p:nvSpPr>
        <p:spPr>
          <a:xfrm>
            <a:off x="2507936" y="3593434"/>
            <a:ext cx="16450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Python</a:t>
            </a:r>
            <a:r>
              <a:rPr lang="zh-CN" altLang="en-US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核心语法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3DA9655-9DC7-68C9-D7DC-D5213C14B45C}"/>
              </a:ext>
            </a:extLst>
          </p:cNvPr>
          <p:cNvSpPr txBox="1"/>
          <p:nvPr/>
        </p:nvSpPr>
        <p:spPr>
          <a:xfrm>
            <a:off x="884455" y="1540555"/>
            <a:ext cx="12859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Python</a:t>
            </a:r>
            <a:r>
              <a:rPr lang="zh-CN" altLang="en-US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启航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91CD698-C425-5F8F-64C7-97B452691030}"/>
              </a:ext>
            </a:extLst>
          </p:cNvPr>
          <p:cNvSpPr txBox="1"/>
          <p:nvPr/>
        </p:nvSpPr>
        <p:spPr>
          <a:xfrm>
            <a:off x="6096000" y="3593433"/>
            <a:ext cx="17540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Python</a:t>
            </a:r>
            <a:r>
              <a:rPr lang="zh-CN" altLang="en-US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实战</a:t>
            </a:r>
            <a:r>
              <a:rPr lang="en-US" altLang="zh-CN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-</a:t>
            </a:r>
            <a:r>
              <a:rPr lang="zh-CN" altLang="en-US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爬虫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8F135CD-36ED-FEEA-438C-027E49BB9547}"/>
              </a:ext>
            </a:extLst>
          </p:cNvPr>
          <p:cNvSpPr txBox="1"/>
          <p:nvPr/>
        </p:nvSpPr>
        <p:spPr>
          <a:xfrm>
            <a:off x="8012340" y="1080703"/>
            <a:ext cx="21130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Python</a:t>
            </a:r>
            <a:r>
              <a:rPr lang="zh-CN" altLang="en-US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实战</a:t>
            </a:r>
            <a:r>
              <a:rPr lang="en-US" altLang="zh-CN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-</a:t>
            </a:r>
            <a:r>
              <a:rPr lang="zh-CN" altLang="en-US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数据分析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546E237-1E38-DEBE-5794-F6D06CE121D8}"/>
              </a:ext>
            </a:extLst>
          </p:cNvPr>
          <p:cNvSpPr txBox="1"/>
          <p:nvPr/>
        </p:nvSpPr>
        <p:spPr>
          <a:xfrm>
            <a:off x="9604188" y="3611083"/>
            <a:ext cx="2164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Python</a:t>
            </a:r>
            <a:r>
              <a:rPr lang="zh-CN" altLang="en-US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实战</a:t>
            </a:r>
            <a:r>
              <a:rPr lang="en-US" altLang="zh-CN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-Web</a:t>
            </a:r>
            <a:r>
              <a:rPr lang="zh-CN" altLang="en-US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应用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90C9989-52B0-F655-8EFF-44522585DC3F}"/>
              </a:ext>
            </a:extLst>
          </p:cNvPr>
          <p:cNvSpPr txBox="1"/>
          <p:nvPr/>
        </p:nvSpPr>
        <p:spPr>
          <a:xfrm>
            <a:off x="884455" y="1848332"/>
            <a:ext cx="1518364" cy="11736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/>
              <a:t>Python</a:t>
            </a:r>
            <a:r>
              <a:rPr lang="zh-CN" altLang="en-US" sz="1200"/>
              <a:t>初识</a:t>
            </a:r>
            <a:endParaRPr lang="en-US" altLang="zh-CN" sz="12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/>
              <a:t>Python</a:t>
            </a:r>
            <a:r>
              <a:rPr lang="zh-CN" altLang="en-US" sz="1200"/>
              <a:t>解释器</a:t>
            </a:r>
            <a:endParaRPr lang="en-US" altLang="zh-CN" sz="12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/>
              <a:t>Python</a:t>
            </a:r>
            <a:r>
              <a:rPr lang="zh-CN" altLang="en-US" sz="1200"/>
              <a:t>开发工具</a:t>
            </a:r>
            <a:endParaRPr lang="en-US" altLang="zh-CN" sz="12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/>
              <a:t>Python</a:t>
            </a:r>
            <a:r>
              <a:rPr lang="zh-CN" altLang="en-US" sz="1200"/>
              <a:t>入门程序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4510A12-B185-A896-EDCD-0F0693A0E06D}"/>
              </a:ext>
            </a:extLst>
          </p:cNvPr>
          <p:cNvSpPr txBox="1"/>
          <p:nvPr/>
        </p:nvSpPr>
        <p:spPr>
          <a:xfrm>
            <a:off x="2507936" y="3919535"/>
            <a:ext cx="1412566" cy="1725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/>
              <a:t>数据存储与运算</a:t>
            </a:r>
            <a:endParaRPr lang="en-US" altLang="zh-CN" sz="12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/>
              <a:t>流程控制语句</a:t>
            </a:r>
            <a:endParaRPr lang="en-US" altLang="zh-CN" sz="12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/>
              <a:t>数据存储容器</a:t>
            </a:r>
            <a:endParaRPr lang="en-US" altLang="zh-CN" sz="12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/>
              <a:t>函数</a:t>
            </a:r>
            <a:endParaRPr lang="en-US" altLang="zh-CN" sz="12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/>
              <a:t>面向对象基础</a:t>
            </a:r>
            <a:endParaRPr lang="en-US" altLang="zh-CN" sz="12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/>
              <a:t>......</a:t>
            </a:r>
            <a:endParaRPr lang="zh-CN" altLang="en-US" sz="120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A3DBD49-6397-62EC-51CE-1C2A56AACB12}"/>
              </a:ext>
            </a:extLst>
          </p:cNvPr>
          <p:cNvSpPr txBox="1"/>
          <p:nvPr/>
        </p:nvSpPr>
        <p:spPr>
          <a:xfrm>
            <a:off x="4333461" y="1405004"/>
            <a:ext cx="2786316" cy="1450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/>
              <a:t>AI</a:t>
            </a:r>
            <a:r>
              <a:rPr lang="zh-CN" altLang="en-US" sz="1200"/>
              <a:t>大模型基础</a:t>
            </a:r>
            <a:endParaRPr lang="en-US" altLang="zh-CN" sz="12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/>
              <a:t>HTTP</a:t>
            </a:r>
            <a:r>
              <a:rPr lang="zh-CN" altLang="en-US" sz="1200"/>
              <a:t>协议</a:t>
            </a:r>
            <a:endParaRPr lang="en-US" altLang="zh-CN" sz="12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/>
              <a:t>接入</a:t>
            </a:r>
            <a:r>
              <a:rPr lang="en-US" altLang="zh-CN" sz="1200"/>
              <a:t>DeepSeek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/>
              <a:t>Prompt</a:t>
            </a:r>
            <a:r>
              <a:rPr lang="zh-CN" altLang="en-US" sz="1200"/>
              <a:t>工程</a:t>
            </a:r>
            <a:endParaRPr lang="en-US" altLang="zh-CN" sz="12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/>
              <a:t>AI</a:t>
            </a:r>
            <a:r>
              <a:rPr lang="zh-CN" altLang="en-US" sz="1200"/>
              <a:t>智能伴侣</a:t>
            </a:r>
            <a:r>
              <a:rPr lang="en-US" altLang="zh-CN" sz="1200"/>
              <a:t>(Streamlit</a:t>
            </a:r>
            <a:r>
              <a:rPr lang="zh-CN" altLang="en-US" sz="1200"/>
              <a:t>、文件</a:t>
            </a:r>
            <a:r>
              <a:rPr lang="en-US" altLang="zh-CN" sz="1200"/>
              <a:t>…)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620B198-3199-4760-F330-6CC1B41D3FA6}"/>
              </a:ext>
            </a:extLst>
          </p:cNvPr>
          <p:cNvSpPr txBox="1"/>
          <p:nvPr/>
        </p:nvSpPr>
        <p:spPr>
          <a:xfrm>
            <a:off x="6096001" y="3901210"/>
            <a:ext cx="2848194" cy="1173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/>
              <a:t>爬虫入门</a:t>
            </a:r>
            <a:r>
              <a:rPr lang="en-US" altLang="zh-CN" sz="1200"/>
              <a:t>(</a:t>
            </a:r>
            <a:r>
              <a:rPr lang="zh-CN" altLang="en-US" sz="1200"/>
              <a:t>入门、合规性</a:t>
            </a:r>
            <a:r>
              <a:rPr lang="en-US" altLang="zh-CN" sz="1200"/>
              <a:t>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/>
              <a:t>HTML</a:t>
            </a:r>
            <a:r>
              <a:rPr lang="zh-CN" altLang="en-US" sz="1200"/>
              <a:t>页面结构</a:t>
            </a:r>
            <a:endParaRPr lang="en-US" altLang="zh-CN" sz="12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/>
              <a:t>正则表达式</a:t>
            </a:r>
            <a:endParaRPr lang="en-US" altLang="zh-CN" sz="12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/>
              <a:t>爬虫项目实战</a:t>
            </a:r>
            <a:r>
              <a:rPr lang="en-US" altLang="zh-CN" sz="1200"/>
              <a:t>(TMDB</a:t>
            </a:r>
            <a:r>
              <a:rPr lang="zh-CN" altLang="en-US" sz="1200"/>
              <a:t>电影</a:t>
            </a:r>
            <a:r>
              <a:rPr lang="en-US" altLang="zh-CN" sz="1200"/>
              <a:t>TOP</a:t>
            </a:r>
            <a:r>
              <a:rPr lang="zh-CN" altLang="en-US" sz="1200"/>
              <a:t>榜</a:t>
            </a:r>
            <a:r>
              <a:rPr lang="en-US" altLang="zh-CN" sz="1200"/>
              <a:t>...)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B0D0803-D7DE-A27D-A727-FC7BA2A5FDD9}"/>
              </a:ext>
            </a:extLst>
          </p:cNvPr>
          <p:cNvSpPr txBox="1"/>
          <p:nvPr/>
        </p:nvSpPr>
        <p:spPr>
          <a:xfrm>
            <a:off x="8115747" y="1370829"/>
            <a:ext cx="2280582" cy="1450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/>
              <a:t>数据分析初体验</a:t>
            </a:r>
            <a:endParaRPr lang="en-US" altLang="zh-CN" sz="12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/>
              <a:t>Jupyter Notebook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/>
              <a:t>Pandas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/>
              <a:t>Matplotlib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/>
              <a:t>数据分析与可视化案例</a:t>
            </a:r>
            <a:endParaRPr lang="en-US" altLang="zh-CN" sz="120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FBE0748-2608-D33B-E4D3-7A3EE25CDEBC}"/>
              </a:ext>
            </a:extLst>
          </p:cNvPr>
          <p:cNvSpPr txBox="1"/>
          <p:nvPr/>
        </p:nvSpPr>
        <p:spPr>
          <a:xfrm>
            <a:off x="9684064" y="3919535"/>
            <a:ext cx="2164375" cy="896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/>
              <a:t>面向对象高级</a:t>
            </a:r>
            <a:endParaRPr lang="en-US" altLang="zh-CN" sz="12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/>
              <a:t>FastAPI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/>
              <a:t>Web</a:t>
            </a:r>
            <a:r>
              <a:rPr lang="zh-CN" altLang="en-US" sz="1200"/>
              <a:t>应用案例</a:t>
            </a:r>
            <a:r>
              <a:rPr lang="en-US" altLang="zh-CN" sz="1200"/>
              <a:t>-AI</a:t>
            </a:r>
            <a:r>
              <a:rPr lang="zh-CN" altLang="en-US" sz="1200"/>
              <a:t>汉字谜盒</a:t>
            </a:r>
            <a:endParaRPr lang="en-US" altLang="zh-CN" sz="1200"/>
          </a:p>
        </p:txBody>
      </p:sp>
      <p:sp>
        <p:nvSpPr>
          <p:cNvPr id="25" name="Number1">
            <a:extLst>
              <a:ext uri="{FF2B5EF4-FFF2-40B4-BE49-F238E27FC236}">
                <a16:creationId xmlns:a16="http://schemas.microsoft.com/office/drawing/2014/main" id="{0AD371E6-1131-8249-DBC1-0E38441EFB2B}"/>
              </a:ext>
            </a:extLst>
          </p:cNvPr>
          <p:cNvSpPr/>
          <p:nvPr/>
        </p:nvSpPr>
        <p:spPr>
          <a:xfrm>
            <a:off x="-1761098" y="4464172"/>
            <a:ext cx="599228" cy="599228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rgbClr val="62CB78"/>
          </a:solidFill>
          <a:ln w="63500">
            <a:noFill/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1</a:t>
            </a:r>
          </a:p>
        </p:txBody>
      </p:sp>
      <p:sp>
        <p:nvSpPr>
          <p:cNvPr id="26" name="Number2">
            <a:extLst>
              <a:ext uri="{FF2B5EF4-FFF2-40B4-BE49-F238E27FC236}">
                <a16:creationId xmlns:a16="http://schemas.microsoft.com/office/drawing/2014/main" id="{83E3F126-2B68-2546-0984-3A7F4B5BAAEB}"/>
              </a:ext>
            </a:extLst>
          </p:cNvPr>
          <p:cNvSpPr/>
          <p:nvPr/>
        </p:nvSpPr>
        <p:spPr>
          <a:xfrm>
            <a:off x="1571156" y="7696200"/>
            <a:ext cx="599228" cy="599228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rgbClr val="3C7FE4"/>
          </a:solidFill>
          <a:ln w="63500">
            <a:noFill/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2</a:t>
            </a:r>
          </a:p>
        </p:txBody>
      </p:sp>
      <p:sp>
        <p:nvSpPr>
          <p:cNvPr id="27" name="Number3">
            <a:extLst>
              <a:ext uri="{FF2B5EF4-FFF2-40B4-BE49-F238E27FC236}">
                <a16:creationId xmlns:a16="http://schemas.microsoft.com/office/drawing/2014/main" id="{2EA723EA-721B-ED63-575D-C083E6E3660F}"/>
              </a:ext>
            </a:extLst>
          </p:cNvPr>
          <p:cNvSpPr/>
          <p:nvPr/>
        </p:nvSpPr>
        <p:spPr>
          <a:xfrm>
            <a:off x="13343965" y="4464172"/>
            <a:ext cx="599228" cy="599228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rgbClr val="44B4CF"/>
          </a:solidFill>
          <a:ln w="63500">
            <a:noFill/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3</a:t>
            </a:r>
          </a:p>
        </p:txBody>
      </p:sp>
      <p:sp>
        <p:nvSpPr>
          <p:cNvPr id="28" name="Number4">
            <a:extLst>
              <a:ext uri="{FF2B5EF4-FFF2-40B4-BE49-F238E27FC236}">
                <a16:creationId xmlns:a16="http://schemas.microsoft.com/office/drawing/2014/main" id="{493FAB98-95C7-6D5B-A2A2-68C9B493E159}"/>
              </a:ext>
            </a:extLst>
          </p:cNvPr>
          <p:cNvSpPr/>
          <p:nvPr/>
        </p:nvSpPr>
        <p:spPr>
          <a:xfrm>
            <a:off x="10125419" y="7696200"/>
            <a:ext cx="599228" cy="599228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rgbClr val="7995D8"/>
          </a:solidFill>
          <a:ln w="63500">
            <a:noFill/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788756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6D875-3D39-4F68-0598-7B98DFDB1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18EE75-EE02-C3AD-4583-62B43DC07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学习路线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1BA56D8-7672-CE09-21DF-4FC44E5FB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8717" y="4048342"/>
            <a:ext cx="2597283" cy="227341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54243C8-FF5A-73A2-D227-9176644373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257" y="4080094"/>
            <a:ext cx="2552831" cy="224166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7EEE648-DFC1-8D74-0D16-2F83EBCC5E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5343" y="4081472"/>
            <a:ext cx="2533780" cy="226071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5D435DF-2E7D-1F1F-1740-CE0ABE3BE1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8466" y="4074846"/>
            <a:ext cx="2559182" cy="227341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882DFE7-F498-4FA7-83F2-779B7B511B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658" y="1047628"/>
            <a:ext cx="2527430" cy="238137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BFD2853F-3329-1D73-02B0-9280729BE0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3169" y="1047628"/>
            <a:ext cx="2521080" cy="2248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41789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F9C05-CDA3-CD79-33C2-3F42FAA7A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B76733-D61E-2B6D-8923-F45936B4D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学习路线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F29F15C-3787-E43D-D29C-504E9D452281}"/>
              </a:ext>
            </a:extLst>
          </p:cNvPr>
          <p:cNvGrpSpPr/>
          <p:nvPr/>
        </p:nvGrpSpPr>
        <p:grpSpPr>
          <a:xfrm>
            <a:off x="742674" y="1087923"/>
            <a:ext cx="4391169" cy="865622"/>
            <a:chOff x="742674" y="1087923"/>
            <a:chExt cx="4391169" cy="865622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BAACC3B9-B5F8-F33C-7287-15A04CED78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2674" y="1087923"/>
              <a:ext cx="4391169" cy="865622"/>
            </a:xfrm>
            <a:prstGeom prst="rect">
              <a:avLst/>
            </a:prstGeom>
          </p:spPr>
        </p:pic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2285EF4-5354-AEFC-6D20-876142F7AC2F}"/>
                </a:ext>
              </a:extLst>
            </p:cNvPr>
            <p:cNvSpPr/>
            <p:nvPr/>
          </p:nvSpPr>
          <p:spPr>
            <a:xfrm>
              <a:off x="1258957" y="1232452"/>
              <a:ext cx="775252" cy="18553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BFE8A6BD-B0A3-4848-9F72-F05D8A9AFC24}"/>
              </a:ext>
            </a:extLst>
          </p:cNvPr>
          <p:cNvGrpSpPr/>
          <p:nvPr/>
        </p:nvGrpSpPr>
        <p:grpSpPr>
          <a:xfrm>
            <a:off x="5458420" y="828346"/>
            <a:ext cx="4014476" cy="795662"/>
            <a:chOff x="5769570" y="931394"/>
            <a:chExt cx="4014476" cy="795662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FD416577-C4C1-6BFD-F418-BEF6EAF806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69570" y="931394"/>
              <a:ext cx="4014476" cy="795662"/>
            </a:xfrm>
            <a:prstGeom prst="rect">
              <a:avLst/>
            </a:prstGeom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CC139CA2-387D-F103-0CC1-C51666952263}"/>
                </a:ext>
              </a:extLst>
            </p:cNvPr>
            <p:cNvSpPr/>
            <p:nvPr/>
          </p:nvSpPr>
          <p:spPr>
            <a:xfrm>
              <a:off x="6290733" y="1075745"/>
              <a:ext cx="779301" cy="2030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524A06A8-9BE8-1C31-7557-67F404CE8D61}"/>
              </a:ext>
            </a:extLst>
          </p:cNvPr>
          <p:cNvGrpSpPr/>
          <p:nvPr/>
        </p:nvGrpSpPr>
        <p:grpSpPr>
          <a:xfrm>
            <a:off x="3635364" y="1827782"/>
            <a:ext cx="8044599" cy="1179208"/>
            <a:chOff x="3398754" y="1896105"/>
            <a:chExt cx="7318809" cy="1072819"/>
          </a:xfrm>
        </p:grpSpPr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EC203436-AFAE-D376-075C-55180F78C2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98754" y="1896105"/>
              <a:ext cx="7318809" cy="1072819"/>
            </a:xfrm>
            <a:prstGeom prst="rect">
              <a:avLst/>
            </a:prstGeom>
          </p:spPr>
        </p:pic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0DC32F31-BD54-5A9D-C3B4-C33D26B87660}"/>
                </a:ext>
              </a:extLst>
            </p:cNvPr>
            <p:cNvSpPr/>
            <p:nvPr/>
          </p:nvSpPr>
          <p:spPr>
            <a:xfrm>
              <a:off x="3901661" y="1980254"/>
              <a:ext cx="541752" cy="1787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55EFB940-6D66-FEC2-E793-FA3CB4F56218}"/>
              </a:ext>
            </a:extLst>
          </p:cNvPr>
          <p:cNvGrpSpPr/>
          <p:nvPr/>
        </p:nvGrpSpPr>
        <p:grpSpPr>
          <a:xfrm>
            <a:off x="794904" y="2987652"/>
            <a:ext cx="4974666" cy="668741"/>
            <a:chOff x="794904" y="2987652"/>
            <a:chExt cx="4974666" cy="668741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E00DE4BD-684A-CD88-A4C9-983CE27F83D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4904" y="2987652"/>
              <a:ext cx="4974666" cy="668741"/>
            </a:xfrm>
            <a:prstGeom prst="rect">
              <a:avLst/>
            </a:prstGeom>
          </p:spPr>
        </p:pic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B9070BA0-DFE3-C3AB-9A4E-9DA6E6BCD420}"/>
                </a:ext>
              </a:extLst>
            </p:cNvPr>
            <p:cNvSpPr/>
            <p:nvPr/>
          </p:nvSpPr>
          <p:spPr>
            <a:xfrm>
              <a:off x="1258957" y="3054266"/>
              <a:ext cx="457200" cy="1593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46C05DD7-5847-C3F3-2580-F60B7C0C18C8}"/>
              </a:ext>
            </a:extLst>
          </p:cNvPr>
          <p:cNvGrpSpPr/>
          <p:nvPr/>
        </p:nvGrpSpPr>
        <p:grpSpPr>
          <a:xfrm>
            <a:off x="7093333" y="3282279"/>
            <a:ext cx="4052665" cy="802334"/>
            <a:chOff x="6896483" y="3150301"/>
            <a:chExt cx="4070419" cy="805849"/>
          </a:xfrm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BA639AF9-E3C3-7A21-4DAD-8BDD67AC75F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896483" y="3150301"/>
              <a:ext cx="4070419" cy="805849"/>
            </a:xfrm>
            <a:prstGeom prst="rect">
              <a:avLst/>
            </a:prstGeom>
          </p:spPr>
        </p:pic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C1A262BE-0A18-9B82-F8A3-DF39841D5FB7}"/>
                </a:ext>
              </a:extLst>
            </p:cNvPr>
            <p:cNvSpPr/>
            <p:nvPr/>
          </p:nvSpPr>
          <p:spPr>
            <a:xfrm>
              <a:off x="7462906" y="3278303"/>
              <a:ext cx="1122293" cy="21419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3C9FB6CF-582E-184F-A632-1C829A214B0D}"/>
              </a:ext>
            </a:extLst>
          </p:cNvPr>
          <p:cNvGrpSpPr/>
          <p:nvPr/>
        </p:nvGrpSpPr>
        <p:grpSpPr>
          <a:xfrm>
            <a:off x="1694011" y="4051190"/>
            <a:ext cx="6379665" cy="741227"/>
            <a:chOff x="1837235" y="3957399"/>
            <a:chExt cx="6905610" cy="802334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B13DC757-8D8E-5E5D-9073-BE460F2B4E2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837235" y="3957399"/>
              <a:ext cx="6905610" cy="802334"/>
            </a:xfrm>
            <a:prstGeom prst="rect">
              <a:avLst/>
            </a:prstGeom>
          </p:spPr>
        </p:pic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B9D6BCB-AA92-A994-7A32-D494BF998A44}"/>
                </a:ext>
              </a:extLst>
            </p:cNvPr>
            <p:cNvSpPr/>
            <p:nvPr/>
          </p:nvSpPr>
          <p:spPr>
            <a:xfrm>
              <a:off x="2349039" y="4072382"/>
              <a:ext cx="747643" cy="18211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24BDBA30-1FE4-5544-5C08-12F59ECC4EE2}"/>
              </a:ext>
            </a:extLst>
          </p:cNvPr>
          <p:cNvGrpSpPr/>
          <p:nvPr/>
        </p:nvGrpSpPr>
        <p:grpSpPr>
          <a:xfrm>
            <a:off x="5769570" y="5115286"/>
            <a:ext cx="5872307" cy="1179909"/>
            <a:chOff x="960950" y="5074841"/>
            <a:chExt cx="6383747" cy="1282671"/>
          </a:xfrm>
        </p:grpSpPr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BFAFE482-466A-E8E4-9F3D-AD7200AE2BD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3876"/>
            <a:stretch>
              <a:fillRect/>
            </a:stretch>
          </p:blipFill>
          <p:spPr>
            <a:xfrm>
              <a:off x="960950" y="5074841"/>
              <a:ext cx="6383747" cy="1282671"/>
            </a:xfrm>
            <a:prstGeom prst="rect">
              <a:avLst/>
            </a:prstGeom>
          </p:spPr>
        </p:pic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7504618F-59DF-836F-E37A-0BAD301C1642}"/>
                </a:ext>
              </a:extLst>
            </p:cNvPr>
            <p:cNvSpPr/>
            <p:nvPr/>
          </p:nvSpPr>
          <p:spPr>
            <a:xfrm>
              <a:off x="1463413" y="5178646"/>
              <a:ext cx="1013087" cy="1998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B4D6A0F7-606A-1521-1398-A4F1ADA2CAE8}"/>
              </a:ext>
            </a:extLst>
          </p:cNvPr>
          <p:cNvGrpSpPr/>
          <p:nvPr/>
        </p:nvGrpSpPr>
        <p:grpSpPr>
          <a:xfrm>
            <a:off x="883431" y="5156851"/>
            <a:ext cx="4669138" cy="802334"/>
            <a:chOff x="6833256" y="4841937"/>
            <a:chExt cx="4676168" cy="803542"/>
          </a:xfrm>
        </p:grpSpPr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E55DD1C4-F4BC-4745-B458-64F30AE05AC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833256" y="4841937"/>
              <a:ext cx="4676168" cy="803542"/>
            </a:xfrm>
            <a:prstGeom prst="rect">
              <a:avLst/>
            </a:prstGeom>
          </p:spPr>
        </p:pic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BF375B1B-E8F2-FF06-EB43-B344591EFE85}"/>
                </a:ext>
              </a:extLst>
            </p:cNvPr>
            <p:cNvSpPr/>
            <p:nvPr/>
          </p:nvSpPr>
          <p:spPr>
            <a:xfrm>
              <a:off x="7295464" y="4965935"/>
              <a:ext cx="699185" cy="21780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519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BE752-AC93-1BE7-D865-6D6C505FD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59F9A5-7BAA-9D75-74DD-5C8A45C95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学习路线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156E07C-ADE1-D4E9-6641-1179F6ACF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052975F-00B8-365E-638F-4E26FDCED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036" y="1483352"/>
            <a:ext cx="520727" cy="304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254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D68AF-0725-018B-E0F0-27632BCBC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B9AF370-C4FC-DF58-09C6-04D256F9E252}"/>
              </a:ext>
            </a:extLst>
          </p:cNvPr>
          <p:cNvSpPr txBox="1"/>
          <p:nvPr/>
        </p:nvSpPr>
        <p:spPr>
          <a:xfrm>
            <a:off x="1109723" y="1844197"/>
            <a:ext cx="10088784" cy="1051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3600" b="0" i="0">
                <a:solidFill>
                  <a:schemeClr val="tx1">
                    <a:lumMod val="50000"/>
                  </a:schemeClr>
                </a:solidFill>
                <a:effectLst/>
                <a:latin typeface="荆南波波黑" panose="02000800000000000000" pitchFamily="2" charset="-122"/>
                <a:ea typeface="荆南波波黑" panose="02000800000000000000" pitchFamily="2" charset="-122"/>
              </a:rPr>
              <a:t>所有的课程都有终章，但知识的故事永远在续写。</a:t>
            </a:r>
            <a:endParaRPr lang="en-US" altLang="zh-CN" sz="3600" b="0" i="0">
              <a:solidFill>
                <a:schemeClr val="tx1">
                  <a:lumMod val="50000"/>
                </a:schemeClr>
              </a:solidFill>
              <a:effectLst/>
              <a:latin typeface="荆南波波黑" panose="02000800000000000000" pitchFamily="2" charset="-122"/>
              <a:ea typeface="荆南波波黑" panose="02000800000000000000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1A73733-A6EF-1A69-1F98-BF15CCA89F0C}"/>
              </a:ext>
            </a:extLst>
          </p:cNvPr>
          <p:cNvSpPr txBox="1"/>
          <p:nvPr/>
        </p:nvSpPr>
        <p:spPr>
          <a:xfrm>
            <a:off x="1051608" y="3129247"/>
            <a:ext cx="10088784" cy="1051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3600" b="0" i="0">
                <a:solidFill>
                  <a:schemeClr val="tx1">
                    <a:lumMod val="50000"/>
                  </a:schemeClr>
                </a:solidFill>
                <a:effectLst/>
                <a:latin typeface="荆南波波黑" panose="02000800000000000000" pitchFamily="2" charset="-122"/>
                <a:ea typeface="荆南波波黑" panose="02000800000000000000" pitchFamily="2" charset="-122"/>
              </a:rPr>
              <a:t>感</a:t>
            </a:r>
            <a:r>
              <a:rPr lang="zh-CN" altLang="en-US" sz="3600">
                <a:solidFill>
                  <a:schemeClr val="tx1">
                    <a:lumMod val="50000"/>
                  </a:schemeClr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恩</a:t>
            </a:r>
            <a:r>
              <a:rPr lang="zh-CN" altLang="en-US" sz="3600" b="0" i="0">
                <a:solidFill>
                  <a:schemeClr val="tx1">
                    <a:lumMod val="50000"/>
                  </a:schemeClr>
                </a:solidFill>
                <a:effectLst/>
                <a:latin typeface="荆南波波黑" panose="02000800000000000000" pitchFamily="2" charset="-122"/>
                <a:ea typeface="荆南波波黑" panose="02000800000000000000" pitchFamily="2" charset="-122"/>
              </a:rPr>
              <a:t>同行，后会有期。</a:t>
            </a:r>
            <a:endParaRPr lang="zh-CN" altLang="en-US" sz="3600">
              <a:solidFill>
                <a:schemeClr val="tx1">
                  <a:lumMod val="50000"/>
                </a:schemeClr>
              </a:solidFill>
              <a:latin typeface="荆南波波黑" panose="02000800000000000000" pitchFamily="2" charset="-122"/>
              <a:ea typeface="荆南波波黑" panose="02000800000000000000" pitchFamily="2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82DEFF0-030A-AE26-7EA7-C1B9E50381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6882" y="4414297"/>
            <a:ext cx="2774950" cy="277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718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discrete" valueType="num">
                                      <p:cBhvr>
                                        <p:cTn id="7" dur="8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true"/>
                                          </p:val>
                                        </p:tav>
                                        <p:tav tm="100000">
                                          <p:val>
                                            <p:strVal val="false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8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shadow.opacity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"/>
                                          </p:val>
                                        </p:tav>
                                        <p:tav tm="5000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discrete" valueType="num">
                                      <p:cBhvr>
                                        <p:cTn id="13" dur="8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true"/>
                                          </p:val>
                                        </p:tav>
                                        <p:tav tm="100000">
                                          <p:val>
                                            <p:strVal val="false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4" dur="8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shadow.opacity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"/>
                                          </p:val>
                                        </p:tav>
                                        <p:tav tm="5000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9870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1f6b6247-00f9-4185-bb3e-6a09396f8e3b"/>
</p:tagLst>
</file>

<file path=ppt/theme/theme1.xml><?xml version="1.0" encoding="utf-8"?>
<a:theme xmlns:a="http://schemas.openxmlformats.org/drawingml/2006/main" name="2_空页面">
  <a:themeElements>
    <a:clrScheme name="传智-红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1_空页面">
  <a:themeElements>
    <a:clrScheme name="传智-红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3.xml><?xml version="1.0" encoding="utf-8"?>
<a:theme xmlns:a="http://schemas.openxmlformats.org/drawingml/2006/main" name="封面">
  <a:themeElements>
    <a:clrScheme name="传智-红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目录模板">
  <a:themeElements>
    <a:clrScheme name="传智-红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小结思考模板2">
  <a:themeElements>
    <a:clrScheme name="传智-红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Seven</Template>
  <TotalTime>16865</TotalTime>
  <Words>270</Words>
  <Application>Microsoft Office PowerPoint</Application>
  <PresentationFormat>宽屏</PresentationFormat>
  <Paragraphs>93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12</vt:i4>
      </vt:variant>
    </vt:vector>
  </HeadingPairs>
  <TitlesOfParts>
    <vt:vector size="27" baseType="lpstr">
      <vt:lpstr>Alibaba PuHuiTi B</vt:lpstr>
      <vt:lpstr>阿里巴巴普惠体 Heavy</vt:lpstr>
      <vt:lpstr>阿里巴巴普惠体 Medium</vt:lpstr>
      <vt:lpstr>等线</vt:lpstr>
      <vt:lpstr>荆南波波黑</vt:lpstr>
      <vt:lpstr>楷体</vt:lpstr>
      <vt:lpstr>Arial</vt:lpstr>
      <vt:lpstr>Calisto MT</vt:lpstr>
      <vt:lpstr>Source Code Pro</vt:lpstr>
      <vt:lpstr>Wingdings</vt:lpstr>
      <vt:lpstr>2_空页面</vt:lpstr>
      <vt:lpstr>1_空页面</vt:lpstr>
      <vt:lpstr>封面</vt:lpstr>
      <vt:lpstr>章节目录模板</vt:lpstr>
      <vt:lpstr>小结思考模板2</vt:lpstr>
      <vt:lpstr>Python+AI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学习路线</vt:lpstr>
      <vt:lpstr>学习路线</vt:lpstr>
      <vt:lpstr>学习路线</vt:lpstr>
      <vt:lpstr>PowerPoint 演示文稿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Seven</dc:creator>
  <cp:lastModifiedBy>changtao deng</cp:lastModifiedBy>
  <cp:revision>1965</cp:revision>
  <cp:lastPrinted>2022-05-29T16:00:00Z</cp:lastPrinted>
  <dcterms:created xsi:type="dcterms:W3CDTF">2022-05-29T16:00:00Z</dcterms:created>
  <dcterms:modified xsi:type="dcterms:W3CDTF">2026-04-24T02:45:07Z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1f6b6247-00f9-4185-bb3e-6a09396f8e3b</vt:lpwstr>
  </property>
</Properties>
</file>