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 id="2147483660" r:id="rId3"/>
    <p:sldMasterId id="2147483672" r:id="rId4"/>
  </p:sldMasterIdLst>
  <p:notesMasterIdLst>
    <p:notesMasterId r:id="rId94"/>
  </p:notesMasterIdLst>
  <p:handoutMasterIdLst>
    <p:handoutMasterId r:id="rId95"/>
  </p:handoutMasterIdLst>
  <p:sldIdLst>
    <p:sldId id="754" r:id="rId5"/>
    <p:sldId id="774" r:id="rId6"/>
    <p:sldId id="775" r:id="rId7"/>
    <p:sldId id="846" r:id="rId8"/>
    <p:sldId id="841" r:id="rId9"/>
    <p:sldId id="848" r:id="rId10"/>
    <p:sldId id="881" r:id="rId11"/>
    <p:sldId id="878" r:id="rId12"/>
    <p:sldId id="772" r:id="rId13"/>
    <p:sldId id="773" r:id="rId14"/>
    <p:sldId id="776" r:id="rId15"/>
    <p:sldId id="777" r:id="rId16"/>
    <p:sldId id="778" r:id="rId17"/>
    <p:sldId id="882" r:id="rId18"/>
    <p:sldId id="810" r:id="rId19"/>
    <p:sldId id="808" r:id="rId20"/>
    <p:sldId id="814" r:id="rId21"/>
    <p:sldId id="817" r:id="rId22"/>
    <p:sldId id="818" r:id="rId23"/>
    <p:sldId id="819" r:id="rId24"/>
    <p:sldId id="820" r:id="rId25"/>
    <p:sldId id="813" r:id="rId26"/>
    <p:sldId id="815" r:id="rId27"/>
    <p:sldId id="824" r:id="rId28"/>
    <p:sldId id="708" r:id="rId29"/>
    <p:sldId id="320" r:id="rId30"/>
    <p:sldId id="883" r:id="rId31"/>
    <p:sldId id="884" r:id="rId32"/>
    <p:sldId id="779" r:id="rId33"/>
    <p:sldId id="780" r:id="rId34"/>
    <p:sldId id="781" r:id="rId35"/>
    <p:sldId id="830" r:id="rId36"/>
    <p:sldId id="825" r:id="rId37"/>
    <p:sldId id="816" r:id="rId38"/>
    <p:sldId id="821" r:id="rId39"/>
    <p:sldId id="831" r:id="rId40"/>
    <p:sldId id="885" r:id="rId41"/>
    <p:sldId id="833" r:id="rId42"/>
    <p:sldId id="834" r:id="rId43"/>
    <p:sldId id="835" r:id="rId44"/>
    <p:sldId id="886" r:id="rId45"/>
    <p:sldId id="832" r:id="rId46"/>
    <p:sldId id="826" r:id="rId47"/>
    <p:sldId id="827" r:id="rId48"/>
    <p:sldId id="836" r:id="rId49"/>
    <p:sldId id="811" r:id="rId50"/>
    <p:sldId id="782" r:id="rId51"/>
    <p:sldId id="838" r:id="rId52"/>
    <p:sldId id="837" r:id="rId53"/>
    <p:sldId id="839" r:id="rId54"/>
    <p:sldId id="783" r:id="rId55"/>
    <p:sldId id="840" r:id="rId56"/>
    <p:sldId id="887" r:id="rId57"/>
    <p:sldId id="888" r:id="rId58"/>
    <p:sldId id="889" r:id="rId59"/>
    <p:sldId id="890" r:id="rId60"/>
    <p:sldId id="891" r:id="rId61"/>
    <p:sldId id="892" r:id="rId62"/>
    <p:sldId id="902" r:id="rId63"/>
    <p:sldId id="893" r:id="rId64"/>
    <p:sldId id="903" r:id="rId65"/>
    <p:sldId id="904" r:id="rId66"/>
    <p:sldId id="905" r:id="rId67"/>
    <p:sldId id="906" r:id="rId68"/>
    <p:sldId id="894" r:id="rId69"/>
    <p:sldId id="907" r:id="rId70"/>
    <p:sldId id="908" r:id="rId71"/>
    <p:sldId id="909" r:id="rId72"/>
    <p:sldId id="895" r:id="rId73"/>
    <p:sldId id="896" r:id="rId74"/>
    <p:sldId id="897" r:id="rId75"/>
    <p:sldId id="898" r:id="rId76"/>
    <p:sldId id="914" r:id="rId77"/>
    <p:sldId id="910" r:id="rId78"/>
    <p:sldId id="913" r:id="rId79"/>
    <p:sldId id="915" r:id="rId80"/>
    <p:sldId id="899" r:id="rId81"/>
    <p:sldId id="911" r:id="rId82"/>
    <p:sldId id="900" r:id="rId83"/>
    <p:sldId id="912" r:id="rId84"/>
    <p:sldId id="916" r:id="rId85"/>
    <p:sldId id="917" r:id="rId86"/>
    <p:sldId id="918" r:id="rId87"/>
    <p:sldId id="901" r:id="rId88"/>
    <p:sldId id="919" r:id="rId89"/>
    <p:sldId id="920" r:id="rId90"/>
    <p:sldId id="921" r:id="rId91"/>
    <p:sldId id="922" r:id="rId92"/>
    <p:sldId id="288" r:id="rId93"/>
  </p:sldIdLst>
  <p:sldSz cx="12192000" cy="6858000"/>
  <p:notesSz cx="6858000" cy="9144000"/>
  <p:custDataLst>
    <p:tags r:id="rId9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B0D99CA-8C89-4D82-B9AC-5A66DF586B19}">
          <p14:sldIdLst>
            <p14:sldId id="754"/>
            <p14:sldId id="774"/>
            <p14:sldId id="775"/>
            <p14:sldId id="846"/>
            <p14:sldId id="841"/>
            <p14:sldId id="848"/>
            <p14:sldId id="881"/>
            <p14:sldId id="878"/>
            <p14:sldId id="772"/>
            <p14:sldId id="773"/>
            <p14:sldId id="776"/>
            <p14:sldId id="777"/>
            <p14:sldId id="778"/>
            <p14:sldId id="882"/>
            <p14:sldId id="810"/>
            <p14:sldId id="808"/>
            <p14:sldId id="814"/>
            <p14:sldId id="817"/>
            <p14:sldId id="818"/>
            <p14:sldId id="819"/>
            <p14:sldId id="820"/>
            <p14:sldId id="813"/>
            <p14:sldId id="815"/>
            <p14:sldId id="824"/>
            <p14:sldId id="708"/>
            <p14:sldId id="320"/>
            <p14:sldId id="883"/>
            <p14:sldId id="884"/>
            <p14:sldId id="779"/>
            <p14:sldId id="780"/>
            <p14:sldId id="781"/>
            <p14:sldId id="830"/>
            <p14:sldId id="825"/>
            <p14:sldId id="816"/>
            <p14:sldId id="821"/>
            <p14:sldId id="831"/>
            <p14:sldId id="885"/>
            <p14:sldId id="833"/>
            <p14:sldId id="834"/>
            <p14:sldId id="835"/>
            <p14:sldId id="886"/>
            <p14:sldId id="832"/>
            <p14:sldId id="826"/>
            <p14:sldId id="827"/>
            <p14:sldId id="836"/>
            <p14:sldId id="811"/>
            <p14:sldId id="782"/>
            <p14:sldId id="838"/>
            <p14:sldId id="837"/>
            <p14:sldId id="839"/>
            <p14:sldId id="783"/>
            <p14:sldId id="840"/>
            <p14:sldId id="887"/>
            <p14:sldId id="888"/>
            <p14:sldId id="889"/>
            <p14:sldId id="890"/>
            <p14:sldId id="891"/>
            <p14:sldId id="892"/>
            <p14:sldId id="902"/>
            <p14:sldId id="893"/>
            <p14:sldId id="903"/>
            <p14:sldId id="904"/>
            <p14:sldId id="905"/>
            <p14:sldId id="906"/>
            <p14:sldId id="894"/>
            <p14:sldId id="907"/>
            <p14:sldId id="908"/>
            <p14:sldId id="909"/>
            <p14:sldId id="895"/>
            <p14:sldId id="896"/>
            <p14:sldId id="897"/>
            <p14:sldId id="898"/>
            <p14:sldId id="914"/>
            <p14:sldId id="910"/>
            <p14:sldId id="913"/>
            <p14:sldId id="915"/>
            <p14:sldId id="899"/>
            <p14:sldId id="911"/>
            <p14:sldId id="900"/>
            <p14:sldId id="912"/>
            <p14:sldId id="916"/>
            <p14:sldId id="917"/>
            <p14:sldId id="918"/>
            <p14:sldId id="901"/>
            <p14:sldId id="919"/>
            <p14:sldId id="920"/>
            <p14:sldId id="921"/>
            <p14:sldId id="922"/>
            <p14:sldId id="28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FFFFFF"/>
    <a:srgbClr val="0000FF"/>
    <a:srgbClr val="00B050"/>
    <a:srgbClr val="0EE0BD"/>
    <a:srgbClr val="3FEFE2"/>
    <a:srgbClr val="B187E9"/>
    <a:srgbClr val="67C797"/>
    <a:srgbClr val="067D17"/>
    <a:srgbClr val="DCF0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337" autoAdjust="0"/>
    <p:restoredTop sz="93214" autoAdjust="0"/>
  </p:normalViewPr>
  <p:slideViewPr>
    <p:cSldViewPr snapToGrid="0" showGuides="1">
      <p:cViewPr varScale="1">
        <p:scale>
          <a:sx n="96" d="100"/>
          <a:sy n="96" d="100"/>
        </p:scale>
        <p:origin x="848" y="56"/>
      </p:cViewPr>
      <p:guideLst/>
    </p:cSldViewPr>
  </p:slideViewPr>
  <p:notesTextViewPr>
    <p:cViewPr>
      <p:scale>
        <a:sx n="3" d="2"/>
        <a:sy n="3" d="2"/>
      </p:scale>
      <p:origin x="0" y="0"/>
    </p:cViewPr>
  </p:notesTextViewPr>
  <p:sorterViewPr>
    <p:cViewPr>
      <p:scale>
        <a:sx n="100" d="100"/>
        <a:sy n="100" d="100"/>
      </p:scale>
      <p:origin x="0" y="-19432"/>
    </p:cViewPr>
  </p:sorterViewPr>
  <p:notesViewPr>
    <p:cSldViewPr snapToGrid="0">
      <p:cViewPr varScale="1">
        <p:scale>
          <a:sx n="84" d="100"/>
          <a:sy n="84" d="100"/>
        </p:scale>
        <p:origin x="2184"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handoutMaster" Target="handoutMasters/handoutMaster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notesMaster" Target="notesMasters/notesMaster1.xml"/><Relationship Id="rId9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E23121D-534D-C18D-86F2-F8B084E7F1B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3724E421-5F99-33C1-6C60-3D67F5BBC34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11D20C-92F4-4D32-92CD-1278806BF344}" type="datetimeFigureOut">
              <a:rPr lang="zh-CN" altLang="en-US" smtClean="0"/>
              <a:t>2026/1/14</a:t>
            </a:fld>
            <a:endParaRPr lang="zh-CN" altLang="en-US"/>
          </a:p>
        </p:txBody>
      </p:sp>
      <p:sp>
        <p:nvSpPr>
          <p:cNvPr id="4" name="页脚占位符 3">
            <a:extLst>
              <a:ext uri="{FF2B5EF4-FFF2-40B4-BE49-F238E27FC236}">
                <a16:creationId xmlns:a16="http://schemas.microsoft.com/office/drawing/2014/main" id="{A4CEAC0C-2766-8EA5-AFAC-04E2AE7E12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B69A8BD-4CEA-8355-A923-3DE76C6694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4D7DA4C-D0A3-441A-A01E-F1F72C62FDE0}" type="slidenum">
              <a:rPr lang="zh-CN" altLang="en-US" smtClean="0"/>
              <a:t>‹#›</a:t>
            </a:fld>
            <a:endParaRPr lang="zh-CN" altLang="en-US"/>
          </a:p>
        </p:txBody>
      </p:sp>
    </p:spTree>
    <p:extLst>
      <p:ext uri="{BB962C8B-B14F-4D97-AF65-F5344CB8AC3E}">
        <p14:creationId xmlns:p14="http://schemas.microsoft.com/office/powerpoint/2010/main" val="4930792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2A3D24-6083-4546-8C6D-DEE86BAAAE49}" type="datetimeFigureOut">
              <a:rPr lang="zh-CN" altLang="en-US" smtClean="0"/>
              <a:t>2026/1/14</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ED8765-8EF3-408C-9341-152904E414ED}" type="slidenum">
              <a:rPr lang="zh-CN" altLang="en-US" smtClean="0"/>
              <a:t>‹#›</a:t>
            </a:fld>
            <a:endParaRPr lang="zh-CN" altLang="en-US"/>
          </a:p>
        </p:txBody>
      </p:sp>
    </p:spTree>
    <p:extLst>
      <p:ext uri="{BB962C8B-B14F-4D97-AF65-F5344CB8AC3E}">
        <p14:creationId xmlns:p14="http://schemas.microsoft.com/office/powerpoint/2010/main" val="189854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内容页">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CED916A-3E34-4B9E-8F9F-7A8921A30F99}"/>
              </a:ext>
            </a:extLst>
          </p:cNvPr>
          <p:cNvSpPr>
            <a:spLocks noGrp="1"/>
          </p:cNvSpPr>
          <p:nvPr>
            <p:ph idx="1" hasCustomPrompt="1"/>
          </p:nvPr>
        </p:nvSpPr>
        <p:spPr>
          <a:xfrm>
            <a:off x="576197" y="956241"/>
            <a:ext cx="11060481" cy="5331825"/>
          </a:xfrm>
          <a:prstGeom prst="rect">
            <a:avLst/>
          </a:prstGeom>
        </p:spPr>
        <p:txBody>
          <a:bodyPr/>
          <a:lstStyle>
            <a:lvl1pPr marL="0" indent="0">
              <a:lnSpc>
                <a:spcPct val="150000"/>
              </a:lnSpc>
              <a:buNone/>
              <a:defRPr sz="1600"/>
            </a:lvl1pPr>
          </a:lstStyle>
          <a:p>
            <a:pPr lvl="0"/>
            <a:r>
              <a:rPr lang="zh-CN" altLang="en-US"/>
              <a:t>单击此处编辑内容</a:t>
            </a:r>
            <a:endParaRPr lang="zh-CN" altLang="en-US" dirty="0"/>
          </a:p>
        </p:txBody>
      </p:sp>
      <p:sp>
        <p:nvSpPr>
          <p:cNvPr id="8" name="标题 7">
            <a:extLst>
              <a:ext uri="{FF2B5EF4-FFF2-40B4-BE49-F238E27FC236}">
                <a16:creationId xmlns:a16="http://schemas.microsoft.com/office/drawing/2014/main" id="{E0BD5DE7-58FF-A736-CEC2-C49FBA5469E8}"/>
              </a:ext>
            </a:extLst>
          </p:cNvPr>
          <p:cNvSpPr>
            <a:spLocks noGrp="1"/>
          </p:cNvSpPr>
          <p:nvPr>
            <p:ph type="title"/>
          </p:nvPr>
        </p:nvSpPr>
        <p:spPr>
          <a:xfrm>
            <a:off x="576196" y="336399"/>
            <a:ext cx="10747497" cy="474415"/>
          </a:xfrm>
          <a:prstGeom prst="rect">
            <a:avLst/>
          </a:prstGeom>
        </p:spPr>
        <p:txBody>
          <a:bodyPr/>
          <a:lstStyle>
            <a:lvl1pPr>
              <a:lnSpc>
                <a:spcPct val="100000"/>
              </a:lnSpc>
              <a:defRPr sz="2400">
                <a:solidFill>
                  <a:schemeClr val="accent1"/>
                </a:solidFill>
              </a:defRPr>
            </a:lvl1pPr>
          </a:lstStyle>
          <a:p>
            <a:r>
              <a:rPr lang="zh-CN" altLang="en-US"/>
              <a:t>单击此处编辑母版标题样式</a:t>
            </a:r>
          </a:p>
        </p:txBody>
      </p:sp>
      <p:sp>
        <p:nvSpPr>
          <p:cNvPr id="47" name="椭圆 46">
            <a:extLst>
              <a:ext uri="{FF2B5EF4-FFF2-40B4-BE49-F238E27FC236}">
                <a16:creationId xmlns:a16="http://schemas.microsoft.com/office/drawing/2014/main" id="{2828A69B-715F-4EF1-58FB-A763C01CE99E}"/>
              </a:ext>
            </a:extLst>
          </p:cNvPr>
          <p:cNvSpPr/>
          <p:nvPr userDrawn="1"/>
        </p:nvSpPr>
        <p:spPr>
          <a:xfrm>
            <a:off x="221806"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D09C51A0-F849-48A7-BC23-68B1480BCFBA}"/>
              </a:ext>
            </a:extLst>
          </p:cNvPr>
          <p:cNvSpPr/>
          <p:nvPr userDrawn="1"/>
        </p:nvSpPr>
        <p:spPr>
          <a:xfrm>
            <a:off x="293858" y="224694"/>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2374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5" name="标题 7">
            <a:extLst>
              <a:ext uri="{FF2B5EF4-FFF2-40B4-BE49-F238E27FC236}">
                <a16:creationId xmlns:a16="http://schemas.microsoft.com/office/drawing/2014/main" id="{FCDA8ECA-5550-1579-68CA-CC29E9FAE4D5}"/>
              </a:ext>
            </a:extLst>
          </p:cNvPr>
          <p:cNvSpPr>
            <a:spLocks noGrp="1"/>
          </p:cNvSpPr>
          <p:nvPr>
            <p:ph type="title"/>
          </p:nvPr>
        </p:nvSpPr>
        <p:spPr>
          <a:xfrm>
            <a:off x="576626" y="335203"/>
            <a:ext cx="10737020"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sp>
        <p:nvSpPr>
          <p:cNvPr id="39" name="椭圆 38">
            <a:extLst>
              <a:ext uri="{FF2B5EF4-FFF2-40B4-BE49-F238E27FC236}">
                <a16:creationId xmlns:a16="http://schemas.microsoft.com/office/drawing/2014/main" id="{0F420230-886B-D4D3-2B3C-23A24A3C217F}"/>
              </a:ext>
            </a:extLst>
          </p:cNvPr>
          <p:cNvSpPr/>
          <p:nvPr userDrawn="1"/>
        </p:nvSpPr>
        <p:spPr>
          <a:xfrm>
            <a:off x="221806"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0C47F643-5264-44DA-EC51-A1FD97EB2FDA}"/>
              </a:ext>
            </a:extLst>
          </p:cNvPr>
          <p:cNvSpPr/>
          <p:nvPr userDrawn="1"/>
        </p:nvSpPr>
        <p:spPr>
          <a:xfrm>
            <a:off x="293858" y="224694"/>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57642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无标题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712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3"/>
            <a:ext cx="201682" cy="201682"/>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8" y="316670"/>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79" y="423789"/>
            <a:ext cx="201682" cy="201682"/>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2"/>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4" y="308770"/>
            <a:ext cx="1212680" cy="453281"/>
            <a:chOff x="532462" y="1628775"/>
            <a:chExt cx="1212680"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latin typeface="Alibaba PuHuiTi B" pitchFamily="18" charset="-122"/>
                  <a:ea typeface="Alibaba PuHuiTi B" pitchFamily="18" charset="-122"/>
                  <a:cs typeface="Alibaba PuHuiTi B" pitchFamily="18" charset="-122"/>
                </a:rPr>
                <a:t>案例</a:t>
              </a:r>
              <a:endParaRPr lang="zh-CN" altLang="en-US" sz="2000" b="0"/>
            </a:p>
          </p:txBody>
        </p:sp>
      </p:grpSp>
      <p:pic>
        <p:nvPicPr>
          <p:cNvPr id="2" name="图片 1">
            <a:extLst>
              <a:ext uri="{FF2B5EF4-FFF2-40B4-BE49-F238E27FC236}">
                <a16:creationId xmlns:a16="http://schemas.microsoft.com/office/drawing/2014/main" id="{84998453-CA0F-F4D0-A4EE-D0EEA4EF8E2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15630" y="877000"/>
            <a:ext cx="1639110" cy="1639110"/>
          </a:xfrm>
          <a:prstGeom prst="rect">
            <a:avLst/>
          </a:prstGeom>
        </p:spPr>
      </p:pic>
    </p:spTree>
    <p:extLst>
      <p:ext uri="{BB962C8B-B14F-4D97-AF65-F5344CB8AC3E}">
        <p14:creationId xmlns:p14="http://schemas.microsoft.com/office/powerpoint/2010/main" val="367163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步骤">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3"/>
            <a:ext cx="201682" cy="201682"/>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8" y="316670"/>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79" y="423789"/>
            <a:ext cx="201682" cy="201682"/>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2"/>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4" y="308770"/>
            <a:ext cx="1212680" cy="453281"/>
            <a:chOff x="532462" y="1628775"/>
            <a:chExt cx="1212680"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ea typeface="Alibaba PuHuiTi B" pitchFamily="18" charset="-122"/>
                </a:rPr>
                <a:t>步骤</a:t>
              </a:r>
              <a:endParaRPr lang="zh-CN" altLang="en-US" sz="2000" b="0"/>
            </a:p>
          </p:txBody>
        </p:sp>
      </p:grpSp>
    </p:spTree>
    <p:extLst>
      <p:ext uri="{BB962C8B-B14F-4D97-AF65-F5344CB8AC3E}">
        <p14:creationId xmlns:p14="http://schemas.microsoft.com/office/powerpoint/2010/main" val="1801550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练习">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3"/>
            <a:ext cx="201682" cy="201682"/>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8" y="316670"/>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79" y="423789"/>
            <a:ext cx="201682" cy="201682"/>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2"/>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4" y="308770"/>
            <a:ext cx="1212680" cy="453281"/>
            <a:chOff x="532462" y="1628775"/>
            <a:chExt cx="1212680"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latin typeface="Alibaba PuHuiTi B" pitchFamily="18" charset="-122"/>
                  <a:ea typeface="Alibaba PuHuiTi B" pitchFamily="18" charset="-122"/>
                  <a:cs typeface="Alibaba PuHuiTi B" pitchFamily="18" charset="-122"/>
                </a:rPr>
                <a:t>练习</a:t>
              </a:r>
              <a:endParaRPr lang="zh-CN" altLang="en-US" sz="2000" b="0"/>
            </a:p>
          </p:txBody>
        </p:sp>
      </p:grpSp>
      <p:pic>
        <p:nvPicPr>
          <p:cNvPr id="3" name="图片 2">
            <a:extLst>
              <a:ext uri="{FF2B5EF4-FFF2-40B4-BE49-F238E27FC236}">
                <a16:creationId xmlns:a16="http://schemas.microsoft.com/office/drawing/2014/main" id="{E21A241B-18ED-E296-E2BD-863CA7D93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19392" y="1024932"/>
            <a:ext cx="1498558" cy="1498558"/>
          </a:xfrm>
          <a:prstGeom prst="rect">
            <a:avLst/>
          </a:prstGeom>
        </p:spPr>
      </p:pic>
    </p:spTree>
    <p:extLst>
      <p:ext uri="{BB962C8B-B14F-4D97-AF65-F5344CB8AC3E}">
        <p14:creationId xmlns:p14="http://schemas.microsoft.com/office/powerpoint/2010/main" val="339810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21" name="椭圆 20">
            <a:extLst>
              <a:ext uri="{FF2B5EF4-FFF2-40B4-BE49-F238E27FC236}">
                <a16:creationId xmlns:a16="http://schemas.microsoft.com/office/drawing/2014/main" id="{A2C6D317-56F4-9711-5A26-95000236D36F}"/>
              </a:ext>
            </a:extLst>
          </p:cNvPr>
          <p:cNvSpPr/>
          <p:nvPr userDrawn="1"/>
        </p:nvSpPr>
        <p:spPr>
          <a:xfrm>
            <a:off x="375011" y="1961115"/>
            <a:ext cx="220344" cy="22034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9B200C4C-3F9D-867C-E497-ADCB7E43A5BB}"/>
              </a:ext>
            </a:extLst>
          </p:cNvPr>
          <p:cNvSpPr/>
          <p:nvPr userDrawn="1"/>
        </p:nvSpPr>
        <p:spPr>
          <a:xfrm>
            <a:off x="2838084" y="-2028162"/>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4824A05E-CCAC-E012-444F-D8238FD3ABEF}"/>
              </a:ext>
            </a:extLst>
          </p:cNvPr>
          <p:cNvSpPr/>
          <p:nvPr userDrawn="1"/>
        </p:nvSpPr>
        <p:spPr>
          <a:xfrm>
            <a:off x="4568596" y="-297650"/>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AC93AF0E-4B39-C67D-D03D-00737E937EE7}"/>
              </a:ext>
            </a:extLst>
          </p:cNvPr>
          <p:cNvSpPr/>
          <p:nvPr userDrawn="1"/>
        </p:nvSpPr>
        <p:spPr>
          <a:xfrm>
            <a:off x="6170528" y="1304282"/>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E545B57F-7D9D-4AD8-9FE4-E5267D65BB87}"/>
              </a:ext>
            </a:extLst>
          </p:cNvPr>
          <p:cNvSpPr>
            <a:spLocks noGrp="1"/>
          </p:cNvSpPr>
          <p:nvPr>
            <p:ph type="ctrTitle" hasCustomPrompt="1"/>
          </p:nvPr>
        </p:nvSpPr>
        <p:spPr>
          <a:xfrm>
            <a:off x="660400" y="2220686"/>
            <a:ext cx="10858500" cy="869023"/>
          </a:xfrm>
          <a:prstGeom prst="rect">
            <a:avLst/>
          </a:prstGeom>
        </p:spPr>
        <p:txBody>
          <a:bodyPr vert="horz" lIns="91440" tIns="45720" rIns="91440" bIns="45720" rtlCol="0" anchor="b">
            <a:normAutofit/>
          </a:bodyPr>
          <a:lstStyle>
            <a:lvl1pPr>
              <a:defRPr lang="zh-CN" altLang="en-US" sz="4800" b="1" dirty="0">
                <a:solidFill>
                  <a:schemeClr val="accent1"/>
                </a:solidFill>
              </a:defRPr>
            </a:lvl1pPr>
          </a:lstStyle>
          <a:p>
            <a:pPr lvl="0" defTabSz="914354"/>
            <a:r>
              <a:rPr lang="zh-CN" altLang="en-US"/>
              <a:t>点击输入一级标题</a:t>
            </a:r>
            <a:endParaRPr lang="zh-CN" altLang="en-US" dirty="0"/>
          </a:p>
        </p:txBody>
      </p:sp>
      <p:grpSp>
        <p:nvGrpSpPr>
          <p:cNvPr id="6" name="íS1iďê">
            <a:extLst>
              <a:ext uri="{FF2B5EF4-FFF2-40B4-BE49-F238E27FC236}">
                <a16:creationId xmlns:a16="http://schemas.microsoft.com/office/drawing/2014/main" id="{4883F772-DFB6-F082-E942-F47544710FF8}"/>
              </a:ext>
            </a:extLst>
          </p:cNvPr>
          <p:cNvGrpSpPr/>
          <p:nvPr userDrawn="1"/>
        </p:nvGrpSpPr>
        <p:grpSpPr>
          <a:xfrm>
            <a:off x="7262969" y="2396723"/>
            <a:ext cx="435738" cy="435738"/>
            <a:chOff x="7101141" y="4197557"/>
            <a:chExt cx="435738" cy="435738"/>
          </a:xfrm>
        </p:grpSpPr>
        <p:sp>
          <p:nvSpPr>
            <p:cNvPr id="11" name="iS1íḓê">
              <a:extLst>
                <a:ext uri="{FF2B5EF4-FFF2-40B4-BE49-F238E27FC236}">
                  <a16:creationId xmlns:a16="http://schemas.microsoft.com/office/drawing/2014/main" id="{6F73DB22-8BD9-67FD-6EBE-B56D6BF83FC2}"/>
                </a:ext>
              </a:extLst>
            </p:cNvPr>
            <p:cNvSpPr/>
            <p:nvPr/>
          </p:nvSpPr>
          <p:spPr>
            <a:xfrm>
              <a:off x="7101141" y="4197557"/>
              <a:ext cx="435738" cy="435738"/>
            </a:xfrm>
            <a:prstGeom prst="ellipse">
              <a:avLst/>
            </a:prstGeom>
            <a:solidFill>
              <a:schemeClr val="accent1">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î$ľiḓe">
              <a:extLst>
                <a:ext uri="{FF2B5EF4-FFF2-40B4-BE49-F238E27FC236}">
                  <a16:creationId xmlns:a16="http://schemas.microsoft.com/office/drawing/2014/main" id="{82339D60-0D0F-E0A8-9FEF-57B1B018D0C7}"/>
                </a:ext>
              </a:extLst>
            </p:cNvPr>
            <p:cNvSpPr/>
            <p:nvPr userDrawn="1"/>
          </p:nvSpPr>
          <p:spPr>
            <a:xfrm>
              <a:off x="7252642" y="4348192"/>
              <a:ext cx="132735" cy="13273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占位符 7">
            <a:extLst>
              <a:ext uri="{FF2B5EF4-FFF2-40B4-BE49-F238E27FC236}">
                <a16:creationId xmlns:a16="http://schemas.microsoft.com/office/drawing/2014/main" id="{FC241F82-E1B0-0249-A9D6-2656A3C64CB7}"/>
              </a:ext>
            </a:extLst>
          </p:cNvPr>
          <p:cNvSpPr>
            <a:spLocks noGrp="1"/>
          </p:cNvSpPr>
          <p:nvPr>
            <p:ph type="body" sz="quarter" idx="10" hasCustomPrompt="1"/>
          </p:nvPr>
        </p:nvSpPr>
        <p:spPr>
          <a:xfrm>
            <a:off x="660400" y="3586894"/>
            <a:ext cx="4486275" cy="563562"/>
          </a:xfrm>
          <a:prstGeom prst="rect">
            <a:avLst/>
          </a:prstGeom>
        </p:spPr>
        <p:txBody>
          <a:bodyPr/>
          <a:lstStyle>
            <a:lvl1pPr marL="0" indent="0">
              <a:buNone/>
              <a:defRPr sz="2400"/>
            </a:lvl1pPr>
          </a:lstStyle>
          <a:p>
            <a:pPr lvl="0"/>
            <a:r>
              <a:rPr lang="zh-CN" altLang="en-US"/>
              <a:t>点击输入副标题</a:t>
            </a:r>
          </a:p>
        </p:txBody>
      </p:sp>
      <p:sp>
        <p:nvSpPr>
          <p:cNvPr id="20" name="椭圆 19">
            <a:extLst>
              <a:ext uri="{FF2B5EF4-FFF2-40B4-BE49-F238E27FC236}">
                <a16:creationId xmlns:a16="http://schemas.microsoft.com/office/drawing/2014/main" id="{EF4E1EF7-DD7F-C77D-A571-C682C80AC047}"/>
              </a:ext>
            </a:extLst>
          </p:cNvPr>
          <p:cNvSpPr/>
          <p:nvPr userDrawn="1"/>
        </p:nvSpPr>
        <p:spPr>
          <a:xfrm>
            <a:off x="485183" y="1962438"/>
            <a:ext cx="350434" cy="35043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B3C9B1B7-3BA3-1D3F-637E-1B77EAD927E4}"/>
              </a:ext>
            </a:extLst>
          </p:cNvPr>
          <p:cNvSpPr txBox="1"/>
          <p:nvPr userDrawn="1"/>
        </p:nvSpPr>
        <p:spPr>
          <a:xfrm>
            <a:off x="660399" y="6111671"/>
            <a:ext cx="8065704" cy="246221"/>
          </a:xfrm>
          <a:prstGeom prst="rect">
            <a:avLst/>
          </a:prstGeom>
          <a:noFill/>
        </p:spPr>
        <p:txBody>
          <a:bodyPr wrap="square" rtlCol="0">
            <a:spAutoFit/>
          </a:bodyPr>
          <a:lstStyle/>
          <a:p>
            <a:r>
              <a:rPr lang="zh-CN" altLang="en-US" sz="1000" i="0">
                <a:solidFill>
                  <a:schemeClr val="bg1">
                    <a:lumMod val="50000"/>
                  </a:schemeClr>
                </a:solidFill>
                <a:latin typeface="楷体" panose="02010609060101010101" pitchFamily="49" charset="-122"/>
                <a:ea typeface="楷体" panose="02010609060101010101" pitchFamily="49" charset="-122"/>
              </a:rPr>
              <a:t>多一句没有，少一句不行，用更短的时间，教会更实用的技术</a:t>
            </a:r>
          </a:p>
        </p:txBody>
      </p:sp>
      <p:sp>
        <p:nvSpPr>
          <p:cNvPr id="23" name="矩形 22">
            <a:extLst>
              <a:ext uri="{FF2B5EF4-FFF2-40B4-BE49-F238E27FC236}">
                <a16:creationId xmlns:a16="http://schemas.microsoft.com/office/drawing/2014/main" id="{976DEFC5-AB31-715D-5481-255694BCA629}"/>
              </a:ext>
            </a:extLst>
          </p:cNvPr>
          <p:cNvSpPr/>
          <p:nvPr userDrawn="1"/>
        </p:nvSpPr>
        <p:spPr>
          <a:xfrm>
            <a:off x="720618" y="5942536"/>
            <a:ext cx="2001676" cy="63628"/>
          </a:xfrm>
          <a:prstGeom prst="rect">
            <a:avLst/>
          </a:prstGeom>
          <a:gradFill flip="none" rotWithShape="1">
            <a:gsLst>
              <a:gs pos="0">
                <a:schemeClr val="bg1"/>
              </a:gs>
              <a:gs pos="50000">
                <a:schemeClr val="accent1"/>
              </a:gs>
              <a:gs pos="100000">
                <a:schemeClr val="accent1">
                  <a:shade val="100000"/>
                  <a:satMod val="115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iSľîďé">
            <a:extLst>
              <a:ext uri="{FF2B5EF4-FFF2-40B4-BE49-F238E27FC236}">
                <a16:creationId xmlns:a16="http://schemas.microsoft.com/office/drawing/2014/main" id="{29F34751-B9FF-378D-D7A3-B7B27A91478D}"/>
              </a:ext>
            </a:extLst>
          </p:cNvPr>
          <p:cNvCxnSpPr>
            <a:cxnSpLocks/>
          </p:cNvCxnSpPr>
          <p:nvPr userDrawn="1"/>
        </p:nvCxnSpPr>
        <p:spPr>
          <a:xfrm>
            <a:off x="7858832" y="2124884"/>
            <a:ext cx="129159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íşľíďe">
            <a:extLst>
              <a:ext uri="{FF2B5EF4-FFF2-40B4-BE49-F238E27FC236}">
                <a16:creationId xmlns:a16="http://schemas.microsoft.com/office/drawing/2014/main" id="{C37184BC-D315-706A-20DF-529BAFF1993E}"/>
              </a:ext>
            </a:extLst>
          </p:cNvPr>
          <p:cNvSpPr txBox="1"/>
          <p:nvPr userDrawn="1"/>
        </p:nvSpPr>
        <p:spPr>
          <a:xfrm>
            <a:off x="8399534" y="1847885"/>
            <a:ext cx="1366080" cy="307777"/>
          </a:xfrm>
          <a:prstGeom prst="rect">
            <a:avLst/>
          </a:prstGeom>
          <a:noFill/>
        </p:spPr>
        <p:txBody>
          <a:bodyPr wrap="none" rtlCol="0">
            <a:spAutoFit/>
          </a:bodyPr>
          <a:lstStyle/>
          <a:p>
            <a:r>
              <a:rPr lang="en-US" altLang="zh-CN" sz="1400" b="1">
                <a:solidFill>
                  <a:schemeClr val="accent1"/>
                </a:solidFill>
              </a:rPr>
              <a:t>AI Copilot </a:t>
            </a:r>
            <a:endParaRPr lang="zh-CN" altLang="en-US" sz="1400" b="1" dirty="0">
              <a:solidFill>
                <a:schemeClr val="accent1"/>
              </a:solidFill>
            </a:endParaRPr>
          </a:p>
        </p:txBody>
      </p:sp>
      <p:cxnSp>
        <p:nvCxnSpPr>
          <p:cNvPr id="15" name="îṣ1iďé">
            <a:extLst>
              <a:ext uri="{FF2B5EF4-FFF2-40B4-BE49-F238E27FC236}">
                <a16:creationId xmlns:a16="http://schemas.microsoft.com/office/drawing/2014/main" id="{E9D012F5-DFB7-A078-3B1C-F9FE02E47E91}"/>
              </a:ext>
            </a:extLst>
          </p:cNvPr>
          <p:cNvCxnSpPr/>
          <p:nvPr userDrawn="1"/>
        </p:nvCxnSpPr>
        <p:spPr>
          <a:xfrm flipV="1">
            <a:off x="7550306" y="2124884"/>
            <a:ext cx="308526" cy="26631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61E490B8-2AEA-ACCD-9526-01BED78DEB5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2564276" flipH="1" flipV="1">
            <a:off x="3592764" y="481454"/>
            <a:ext cx="9317253" cy="6210881"/>
          </a:xfrm>
          <a:prstGeom prst="rect">
            <a:avLst/>
          </a:prstGeom>
        </p:spPr>
      </p:pic>
      <p:sp>
        <p:nvSpPr>
          <p:cNvPr id="7" name="圆角矩形 3">
            <a:extLst>
              <a:ext uri="{FF2B5EF4-FFF2-40B4-BE49-F238E27FC236}">
                <a16:creationId xmlns:a16="http://schemas.microsoft.com/office/drawing/2014/main" id="{AC3074C2-CD34-77DA-5623-359AE33C7087}"/>
              </a:ext>
            </a:extLst>
          </p:cNvPr>
          <p:cNvSpPr>
            <a:spLocks/>
          </p:cNvSpPr>
          <p:nvPr userDrawn="1"/>
        </p:nvSpPr>
        <p:spPr bwMode="auto">
          <a:xfrm>
            <a:off x="10543797" y="0"/>
            <a:ext cx="1281113" cy="495620"/>
          </a:xfrm>
          <a:custGeom>
            <a:avLst/>
            <a:gdLst>
              <a:gd name="T0" fmla="*/ 639596589 w 1180531"/>
              <a:gd name="T1" fmla="*/ 0 h 577560"/>
              <a:gd name="T2" fmla="*/ 639596589 w 1180531"/>
              <a:gd name="T3" fmla="*/ 259724595 h 577560"/>
              <a:gd name="T4" fmla="*/ 577010883 w 1180531"/>
              <a:gd name="T5" fmla="*/ 324659087 h 577560"/>
              <a:gd name="T6" fmla="*/ 62585058 w 1180531"/>
              <a:gd name="T7" fmla="*/ 324659087 h 577560"/>
              <a:gd name="T8" fmla="*/ 0 w 1180531"/>
              <a:gd name="T9" fmla="*/ 259724595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chemeClr val="accent1"/>
          </a:solidFill>
          <a:ln>
            <a:noFill/>
          </a:ln>
          <a:effectLst>
            <a:outerShdw blurRad="50800" dist="38100" dir="3600000" algn="tl" rotWithShape="0">
              <a:prstClr val="black">
                <a:alpha val="30000"/>
              </a:prstClr>
            </a:outerShdw>
          </a:effectLst>
        </p:spPr>
        <p:txBody>
          <a:bodyPr/>
          <a:lstStyle/>
          <a:p>
            <a:endParaRPr lang="zh-CN" altLang="en-US"/>
          </a:p>
        </p:txBody>
      </p:sp>
      <p:pic>
        <p:nvPicPr>
          <p:cNvPr id="9" name="图片 1">
            <a:extLst>
              <a:ext uri="{FF2B5EF4-FFF2-40B4-BE49-F238E27FC236}">
                <a16:creationId xmlns:a16="http://schemas.microsoft.com/office/drawing/2014/main" id="{23DF1B38-8047-815C-23C4-7312765396E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b="29627"/>
          <a:stretch/>
        </p:blipFill>
        <p:spPr bwMode="auto">
          <a:xfrm>
            <a:off x="10559672" y="29230"/>
            <a:ext cx="1265238" cy="366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8541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完结">
    <p:spTree>
      <p:nvGrpSpPr>
        <p:cNvPr id="1" name=""/>
        <p:cNvGrpSpPr/>
        <p:nvPr/>
      </p:nvGrpSpPr>
      <p:grpSpPr>
        <a:xfrm>
          <a:off x="0" y="0"/>
          <a:ext cx="0" cy="0"/>
          <a:chOff x="0" y="0"/>
          <a:chExt cx="0" cy="0"/>
        </a:xfrm>
      </p:grpSpPr>
      <p:sp>
        <p:nvSpPr>
          <p:cNvPr id="36" name="椭圆 35">
            <a:extLst>
              <a:ext uri="{FF2B5EF4-FFF2-40B4-BE49-F238E27FC236}">
                <a16:creationId xmlns:a16="http://schemas.microsoft.com/office/drawing/2014/main" id="{9C7E64E7-1F0A-79D2-A263-3605467F0B51}"/>
              </a:ext>
            </a:extLst>
          </p:cNvPr>
          <p:cNvSpPr/>
          <p:nvPr userDrawn="1"/>
        </p:nvSpPr>
        <p:spPr>
          <a:xfrm>
            <a:off x="1367628" y="-121375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C8A0D84D-155A-2194-ED3A-5A7CB9A4B72A}"/>
              </a:ext>
            </a:extLst>
          </p:cNvPr>
          <p:cNvSpPr/>
          <p:nvPr userDrawn="1"/>
        </p:nvSpPr>
        <p:spPr>
          <a:xfrm>
            <a:off x="3098140" y="516758"/>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0F7740DA-4F67-1648-9FE7-BA25A7F2910D}"/>
              </a:ext>
            </a:extLst>
          </p:cNvPr>
          <p:cNvSpPr/>
          <p:nvPr userDrawn="1"/>
        </p:nvSpPr>
        <p:spPr>
          <a:xfrm>
            <a:off x="4700072" y="2118690"/>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iṩ1iḍé">
            <a:extLst>
              <a:ext uri="{FF2B5EF4-FFF2-40B4-BE49-F238E27FC236}">
                <a16:creationId xmlns:a16="http://schemas.microsoft.com/office/drawing/2014/main" id="{7F87E56D-6D24-DF28-4A8B-DD94A5588CCD}"/>
              </a:ext>
            </a:extLst>
          </p:cNvPr>
          <p:cNvSpPr/>
          <p:nvPr userDrawn="1"/>
        </p:nvSpPr>
        <p:spPr>
          <a:xfrm>
            <a:off x="0" y="2689964"/>
            <a:ext cx="12192000" cy="1478071"/>
          </a:xfrm>
          <a:prstGeom prst="rect">
            <a:avLst/>
          </a:prstGeom>
          <a:gradFill flip="none" rotWithShape="1">
            <a:gsLst>
              <a:gs pos="0">
                <a:schemeClr val="accent1"/>
              </a:gs>
              <a:gs pos="90000">
                <a:schemeClr val="accent1"/>
              </a:gs>
            </a:gsLst>
            <a:lin ang="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2" name="组合 31">
            <a:extLst>
              <a:ext uri="{FF2B5EF4-FFF2-40B4-BE49-F238E27FC236}">
                <a16:creationId xmlns:a16="http://schemas.microsoft.com/office/drawing/2014/main" id="{57CD92EE-FE45-4CC1-22A5-2D2AFAEDCC3F}"/>
              </a:ext>
            </a:extLst>
          </p:cNvPr>
          <p:cNvGrpSpPr/>
          <p:nvPr userDrawn="1"/>
        </p:nvGrpSpPr>
        <p:grpSpPr>
          <a:xfrm>
            <a:off x="3131925" y="2916806"/>
            <a:ext cx="4953838" cy="853924"/>
            <a:chOff x="3131925" y="2844887"/>
            <a:chExt cx="4953838" cy="853924"/>
          </a:xfrm>
        </p:grpSpPr>
        <p:pic>
          <p:nvPicPr>
            <p:cNvPr id="33" name="图片 1">
              <a:extLst>
                <a:ext uri="{FF2B5EF4-FFF2-40B4-BE49-F238E27FC236}">
                  <a16:creationId xmlns:a16="http://schemas.microsoft.com/office/drawing/2014/main" id="{C64F9D38-0ED4-99F8-903A-45555ADF80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29627"/>
            <a:stretch/>
          </p:blipFill>
          <p:spPr bwMode="auto">
            <a:xfrm>
              <a:off x="3131925" y="2844887"/>
              <a:ext cx="2948463" cy="8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4" name="直接连接符 33">
              <a:extLst>
                <a:ext uri="{FF2B5EF4-FFF2-40B4-BE49-F238E27FC236}">
                  <a16:creationId xmlns:a16="http://schemas.microsoft.com/office/drawing/2014/main" id="{C2C68E28-2375-6922-E133-284E7821B447}"/>
                </a:ext>
              </a:extLst>
            </p:cNvPr>
            <p:cNvCxnSpPr>
              <a:cxnSpLocks/>
            </p:cNvCxnSpPr>
            <p:nvPr userDrawn="1"/>
          </p:nvCxnSpPr>
          <p:spPr>
            <a:xfrm>
              <a:off x="6010382" y="3154751"/>
              <a:ext cx="0" cy="3801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AC7DE38E-8849-1998-75E8-89E432D90EBE}"/>
                </a:ext>
              </a:extLst>
            </p:cNvPr>
            <p:cNvSpPr txBox="1"/>
            <p:nvPr userDrawn="1"/>
          </p:nvSpPr>
          <p:spPr>
            <a:xfrm>
              <a:off x="6096001" y="3021658"/>
              <a:ext cx="1989762" cy="646331"/>
            </a:xfrm>
            <a:prstGeom prst="rect">
              <a:avLst/>
            </a:prstGeom>
            <a:noFill/>
          </p:spPr>
          <p:txBody>
            <a:bodyPr wrap="square" rtlCol="0">
              <a:spAutoFit/>
            </a:bodyPr>
            <a:lstStyle/>
            <a:p>
              <a:r>
                <a:rPr lang="zh-CN" altLang="en-US">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传智教育旗下</a:t>
              </a:r>
              <a:endParaRPr lang="en-US" altLang="zh-CN">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endParaRPr>
            </a:p>
            <a:p>
              <a:r>
                <a:rPr lang="zh-CN" altLang="en-US">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高端</a:t>
              </a:r>
              <a:r>
                <a:rPr lang="en-US" altLang="zh-CN">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IT</a:t>
              </a:r>
              <a:r>
                <a:rPr lang="zh-CN" altLang="en-US">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教育品牌</a:t>
              </a:r>
            </a:p>
          </p:txBody>
        </p:sp>
      </p:grpSp>
    </p:spTree>
    <p:extLst>
      <p:ext uri="{BB962C8B-B14F-4D97-AF65-F5344CB8AC3E}">
        <p14:creationId xmlns:p14="http://schemas.microsoft.com/office/powerpoint/2010/main" val="3497003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19" name="椭圆 18">
            <a:extLst>
              <a:ext uri="{FF2B5EF4-FFF2-40B4-BE49-F238E27FC236}">
                <a16:creationId xmlns:a16="http://schemas.microsoft.com/office/drawing/2014/main" id="{C3296A99-F5C4-3E6A-FF6E-4852C12DEE94}"/>
              </a:ext>
            </a:extLst>
          </p:cNvPr>
          <p:cNvSpPr/>
          <p:nvPr userDrawn="1"/>
        </p:nvSpPr>
        <p:spPr>
          <a:xfrm>
            <a:off x="5164772" y="3294162"/>
            <a:ext cx="409736" cy="409736"/>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iS1íḓê">
            <a:extLst>
              <a:ext uri="{FF2B5EF4-FFF2-40B4-BE49-F238E27FC236}">
                <a16:creationId xmlns:a16="http://schemas.microsoft.com/office/drawing/2014/main" id="{2B661CB4-3CBD-5C2B-5102-A013FB7A719E}"/>
              </a:ext>
            </a:extLst>
          </p:cNvPr>
          <p:cNvSpPr/>
          <p:nvPr/>
        </p:nvSpPr>
        <p:spPr>
          <a:xfrm>
            <a:off x="4465022" y="2360164"/>
            <a:ext cx="1119534" cy="111953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latin typeface="+mj-ea"/>
              <a:ea typeface="+mj-ea"/>
            </a:endParaRPr>
          </a:p>
        </p:txBody>
      </p:sp>
      <p:sp>
        <p:nvSpPr>
          <p:cNvPr id="4" name="文本占位符 3">
            <a:extLst>
              <a:ext uri="{FF2B5EF4-FFF2-40B4-BE49-F238E27FC236}">
                <a16:creationId xmlns:a16="http://schemas.microsoft.com/office/drawing/2014/main" id="{3EC6ED1A-7B72-CBE7-8DC0-8CA41549B762}"/>
              </a:ext>
            </a:extLst>
          </p:cNvPr>
          <p:cNvSpPr>
            <a:spLocks noGrp="1"/>
          </p:cNvSpPr>
          <p:nvPr>
            <p:ph type="body" sz="quarter" idx="13" hasCustomPrompt="1"/>
          </p:nvPr>
        </p:nvSpPr>
        <p:spPr>
          <a:xfrm>
            <a:off x="6114165" y="2469081"/>
            <a:ext cx="3397250" cy="901700"/>
          </a:xfrm>
          <a:prstGeom prst="rect">
            <a:avLst/>
          </a:prstGeom>
        </p:spPr>
        <p:txBody>
          <a:bodyPr anchor="ctr"/>
          <a:lstStyle>
            <a:lvl1pPr marL="0" indent="0">
              <a:lnSpc>
                <a:spcPct val="100000"/>
              </a:lnSpc>
              <a:buNone/>
              <a:defRPr sz="3600">
                <a:latin typeface="+mj-ea"/>
                <a:ea typeface="+mj-ea"/>
              </a:defRPr>
            </a:lvl1pPr>
          </a:lstStyle>
          <a:p>
            <a:pPr lvl="0"/>
            <a:r>
              <a:rPr lang="zh-CN" altLang="en-US"/>
              <a:t>章节标题</a:t>
            </a:r>
          </a:p>
        </p:txBody>
      </p:sp>
      <p:sp>
        <p:nvSpPr>
          <p:cNvPr id="7" name="文本占位符 6">
            <a:extLst>
              <a:ext uri="{FF2B5EF4-FFF2-40B4-BE49-F238E27FC236}">
                <a16:creationId xmlns:a16="http://schemas.microsoft.com/office/drawing/2014/main" id="{AF3EC600-D80B-73CA-E06E-8768FDEAA47B}"/>
              </a:ext>
            </a:extLst>
          </p:cNvPr>
          <p:cNvSpPr>
            <a:spLocks noGrp="1"/>
          </p:cNvSpPr>
          <p:nvPr>
            <p:ph type="body" sz="quarter" idx="14" hasCustomPrompt="1"/>
          </p:nvPr>
        </p:nvSpPr>
        <p:spPr>
          <a:xfrm>
            <a:off x="4582323" y="2679425"/>
            <a:ext cx="884931" cy="481012"/>
          </a:xfrm>
          <a:prstGeom prst="rect">
            <a:avLst/>
          </a:prstGeom>
        </p:spPr>
        <p:txBody>
          <a:bodyPr anchor="ctr"/>
          <a:lstStyle>
            <a:lvl1pPr marL="0" indent="0" algn="ctr">
              <a:lnSpc>
                <a:spcPct val="100000"/>
              </a:lnSpc>
              <a:buNone/>
              <a:defRPr sz="3600">
                <a:solidFill>
                  <a:schemeClr val="bg1"/>
                </a:solidFill>
                <a:latin typeface="+mj-ea"/>
                <a:ea typeface="+mj-ea"/>
              </a:defRPr>
            </a:lvl1pPr>
          </a:lstStyle>
          <a:p>
            <a:pPr lvl="0"/>
            <a:r>
              <a:rPr lang="en-US" altLang="zh-CN"/>
              <a:t>1</a:t>
            </a:r>
            <a:endParaRPr lang="zh-CN" altLang="en-US"/>
          </a:p>
        </p:txBody>
      </p:sp>
    </p:spTree>
    <p:extLst>
      <p:ext uri="{BB962C8B-B14F-4D97-AF65-F5344CB8AC3E}">
        <p14:creationId xmlns:p14="http://schemas.microsoft.com/office/powerpoint/2010/main" val="2433029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带目录章节">
    <p:spTree>
      <p:nvGrpSpPr>
        <p:cNvPr id="1" name=""/>
        <p:cNvGrpSpPr/>
        <p:nvPr/>
      </p:nvGrpSpPr>
      <p:grpSpPr>
        <a:xfrm>
          <a:off x="0" y="0"/>
          <a:ext cx="0" cy="0"/>
          <a:chOff x="0" y="0"/>
          <a:chExt cx="0" cy="0"/>
        </a:xfrm>
      </p:grpSpPr>
      <p:sp>
        <p:nvSpPr>
          <p:cNvPr id="5" name="文本占位符 3">
            <a:extLst>
              <a:ext uri="{FF2B5EF4-FFF2-40B4-BE49-F238E27FC236}">
                <a16:creationId xmlns:a16="http://schemas.microsoft.com/office/drawing/2014/main" id="{3AF24492-4E99-231B-3CC0-5126876878AA}"/>
              </a:ext>
            </a:extLst>
          </p:cNvPr>
          <p:cNvSpPr>
            <a:spLocks noGrp="1"/>
          </p:cNvSpPr>
          <p:nvPr>
            <p:ph type="body" sz="quarter" idx="11" hasCustomPrompt="1"/>
          </p:nvPr>
        </p:nvSpPr>
        <p:spPr>
          <a:xfrm>
            <a:off x="6115250" y="2203927"/>
            <a:ext cx="3484714" cy="668338"/>
          </a:xfrm>
          <a:prstGeom prst="rect">
            <a:avLst/>
          </a:prstGeom>
          <a:ln>
            <a:noFill/>
          </a:ln>
        </p:spPr>
        <p:txBody>
          <a:bodyPr anchor="ctr"/>
          <a:lstStyle>
            <a:lvl1pPr marL="0" indent="0" algn="l">
              <a:lnSpc>
                <a:spcPct val="100000"/>
              </a:lnSpc>
              <a:buNone/>
              <a:defRPr sz="3600">
                <a:solidFill>
                  <a:schemeClr val="tx1"/>
                </a:solidFill>
                <a:latin typeface="+mj-ea"/>
                <a:ea typeface="+mj-ea"/>
              </a:defRPr>
            </a:lvl1pPr>
          </a:lstStyle>
          <a:p>
            <a:pPr lvl="0"/>
            <a:r>
              <a:rPr lang="zh-CN" altLang="en-US"/>
              <a:t>章节标题</a:t>
            </a:r>
          </a:p>
        </p:txBody>
      </p:sp>
      <p:sp>
        <p:nvSpPr>
          <p:cNvPr id="2" name="文本占位符 25">
            <a:extLst>
              <a:ext uri="{FF2B5EF4-FFF2-40B4-BE49-F238E27FC236}">
                <a16:creationId xmlns:a16="http://schemas.microsoft.com/office/drawing/2014/main" id="{16A7C205-45D1-F79D-939F-C8FE0D7B4EFC}"/>
              </a:ext>
            </a:extLst>
          </p:cNvPr>
          <p:cNvSpPr>
            <a:spLocks noGrp="1"/>
          </p:cNvSpPr>
          <p:nvPr>
            <p:ph type="body" sz="quarter" idx="10" hasCustomPrompt="1"/>
          </p:nvPr>
        </p:nvSpPr>
        <p:spPr>
          <a:xfrm>
            <a:off x="6351439" y="2924827"/>
            <a:ext cx="3692525" cy="2206679"/>
          </a:xfrm>
          <a:prstGeom prst="rect">
            <a:avLst/>
          </a:prstGeom>
        </p:spPr>
        <p:txBody>
          <a:bodyPr anchor="t"/>
          <a:lstStyle>
            <a:lvl1pPr marL="342900" indent="-342900" algn="l">
              <a:lnSpc>
                <a:spcPct val="150000"/>
              </a:lnSpc>
              <a:buFont typeface="Wingdings" panose="05000000000000000000" pitchFamily="2" charset="2"/>
              <a:buChar char="u"/>
              <a:defRPr sz="1800">
                <a:solidFill>
                  <a:schemeClr val="tx1"/>
                </a:solidFill>
                <a:latin typeface="+mn-ea"/>
                <a:ea typeface="+mn-ea"/>
                <a:cs typeface="阿里巴巴普惠体 Medium" panose="00020600040101010101" pitchFamily="18" charset="-122"/>
              </a:defRPr>
            </a:lvl1pPr>
          </a:lstStyle>
          <a:p>
            <a:pPr lvl="0"/>
            <a:r>
              <a:rPr lang="zh-CN" altLang="en-US"/>
              <a:t>目录样式</a:t>
            </a:r>
            <a:endParaRPr lang="en-US" altLang="zh-CN"/>
          </a:p>
          <a:p>
            <a:pPr lvl="0"/>
            <a:r>
              <a:rPr lang="zh-CN" altLang="en-US"/>
              <a:t>目录样式</a:t>
            </a:r>
            <a:endParaRPr lang="en-US" altLang="zh-CN"/>
          </a:p>
          <a:p>
            <a:pPr lvl="0"/>
            <a:r>
              <a:rPr lang="zh-CN" altLang="en-US"/>
              <a:t>目录样式</a:t>
            </a:r>
            <a:endParaRPr lang="en-US" altLang="zh-CN"/>
          </a:p>
        </p:txBody>
      </p:sp>
      <p:sp>
        <p:nvSpPr>
          <p:cNvPr id="4" name="椭圆 3">
            <a:extLst>
              <a:ext uri="{FF2B5EF4-FFF2-40B4-BE49-F238E27FC236}">
                <a16:creationId xmlns:a16="http://schemas.microsoft.com/office/drawing/2014/main" id="{2B73621D-248C-7BD4-118D-FC619E918E16}"/>
              </a:ext>
            </a:extLst>
          </p:cNvPr>
          <p:cNvSpPr/>
          <p:nvPr userDrawn="1"/>
        </p:nvSpPr>
        <p:spPr>
          <a:xfrm>
            <a:off x="5164772" y="3294162"/>
            <a:ext cx="409736" cy="409736"/>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iS1íḓê">
            <a:extLst>
              <a:ext uri="{FF2B5EF4-FFF2-40B4-BE49-F238E27FC236}">
                <a16:creationId xmlns:a16="http://schemas.microsoft.com/office/drawing/2014/main" id="{7EF4A2F1-7824-59BB-9C70-02CD6D1807DA}"/>
              </a:ext>
            </a:extLst>
          </p:cNvPr>
          <p:cNvSpPr/>
          <p:nvPr userDrawn="1"/>
        </p:nvSpPr>
        <p:spPr>
          <a:xfrm>
            <a:off x="4465022" y="2360164"/>
            <a:ext cx="1119534" cy="111953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latin typeface="+mj-ea"/>
              <a:ea typeface="+mj-ea"/>
            </a:endParaRPr>
          </a:p>
        </p:txBody>
      </p:sp>
      <p:sp>
        <p:nvSpPr>
          <p:cNvPr id="7" name="文本占位符 6">
            <a:extLst>
              <a:ext uri="{FF2B5EF4-FFF2-40B4-BE49-F238E27FC236}">
                <a16:creationId xmlns:a16="http://schemas.microsoft.com/office/drawing/2014/main" id="{725A4265-6561-3E4B-3F76-FF8846C98B56}"/>
              </a:ext>
            </a:extLst>
          </p:cNvPr>
          <p:cNvSpPr>
            <a:spLocks noGrp="1"/>
          </p:cNvSpPr>
          <p:nvPr>
            <p:ph type="body" sz="quarter" idx="14" hasCustomPrompt="1"/>
          </p:nvPr>
        </p:nvSpPr>
        <p:spPr>
          <a:xfrm>
            <a:off x="4582323" y="2679425"/>
            <a:ext cx="884931" cy="481012"/>
          </a:xfrm>
          <a:prstGeom prst="rect">
            <a:avLst/>
          </a:prstGeom>
        </p:spPr>
        <p:txBody>
          <a:bodyPr anchor="ctr"/>
          <a:lstStyle>
            <a:lvl1pPr marL="0" indent="0" algn="ctr">
              <a:lnSpc>
                <a:spcPct val="100000"/>
              </a:lnSpc>
              <a:buNone/>
              <a:defRPr sz="3600">
                <a:solidFill>
                  <a:schemeClr val="bg1"/>
                </a:solidFill>
                <a:latin typeface="+mj-ea"/>
                <a:ea typeface="+mj-ea"/>
              </a:defRPr>
            </a:lvl1pPr>
          </a:lstStyle>
          <a:p>
            <a:pPr lvl="0"/>
            <a:r>
              <a:rPr lang="en-US" altLang="zh-CN"/>
              <a:t>1</a:t>
            </a:r>
            <a:endParaRPr lang="zh-CN" altLang="en-US"/>
          </a:p>
        </p:txBody>
      </p:sp>
    </p:spTree>
    <p:extLst>
      <p:ext uri="{BB962C8B-B14F-4D97-AF65-F5344CB8AC3E}">
        <p14:creationId xmlns:p14="http://schemas.microsoft.com/office/powerpoint/2010/main" val="1178867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29" name="文本框 28">
            <a:extLst>
              <a:ext uri="{FF2B5EF4-FFF2-40B4-BE49-F238E27FC236}">
                <a16:creationId xmlns:a16="http://schemas.microsoft.com/office/drawing/2014/main" id="{06715BF8-0A12-5796-1551-488CA6BA7E8B}"/>
              </a:ext>
            </a:extLst>
          </p:cNvPr>
          <p:cNvSpPr txBox="1"/>
          <p:nvPr userDrawn="1"/>
        </p:nvSpPr>
        <p:spPr>
          <a:xfrm>
            <a:off x="4058865" y="2285292"/>
            <a:ext cx="2167598" cy="523220"/>
          </a:xfrm>
          <a:prstGeom prst="rect">
            <a:avLst/>
          </a:prstGeom>
          <a:noFill/>
        </p:spPr>
        <p:txBody>
          <a:bodyPr wrap="square">
            <a:spAutoFit/>
          </a:bodyPr>
          <a:lstStyle/>
          <a:p>
            <a:pPr algn="l"/>
            <a:r>
              <a:rPr lang="en-US" altLang="zh-CN" sz="2800" b="1" i="0">
                <a:gradFill>
                  <a:gsLst>
                    <a:gs pos="100000">
                      <a:schemeClr val="accent1">
                        <a:alpha val="15000"/>
                      </a:schemeClr>
                    </a:gs>
                    <a:gs pos="0">
                      <a:schemeClr val="accent1">
                        <a:alpha val="0"/>
                      </a:schemeClr>
                    </a:gs>
                  </a:gsLst>
                  <a:lin ang="16200000" scaled="1"/>
                </a:gradFill>
                <a:effectLst/>
                <a:latin typeface="Calisto MT" panose="02040603050505030304" pitchFamily="18" charset="0"/>
              </a:rPr>
              <a:t>CONTENT</a:t>
            </a:r>
          </a:p>
        </p:txBody>
      </p:sp>
      <p:sp>
        <p:nvSpPr>
          <p:cNvPr id="26" name="文本占位符 25">
            <a:extLst>
              <a:ext uri="{FF2B5EF4-FFF2-40B4-BE49-F238E27FC236}">
                <a16:creationId xmlns:a16="http://schemas.microsoft.com/office/drawing/2014/main" id="{6B50EE85-71F0-6A4A-F2C6-2ACBA4D8468C}"/>
              </a:ext>
            </a:extLst>
          </p:cNvPr>
          <p:cNvSpPr>
            <a:spLocks noGrp="1"/>
          </p:cNvSpPr>
          <p:nvPr>
            <p:ph type="body" sz="quarter" idx="10" hasCustomPrompt="1"/>
          </p:nvPr>
        </p:nvSpPr>
        <p:spPr>
          <a:xfrm>
            <a:off x="6410600" y="1662411"/>
            <a:ext cx="3692525" cy="2631150"/>
          </a:xfrm>
          <a:prstGeom prst="rect">
            <a:avLst/>
          </a:prstGeom>
        </p:spPr>
        <p:txBody>
          <a:bodyPr anchor="ctr"/>
          <a:lstStyle>
            <a:lvl1pPr marL="342900" indent="-342900" algn="l">
              <a:lnSpc>
                <a:spcPct val="150000"/>
              </a:lnSpc>
              <a:buFont typeface="Wingdings" panose="05000000000000000000" pitchFamily="2" charset="2"/>
              <a:buChar char="u"/>
              <a:defRPr sz="1800">
                <a:solidFill>
                  <a:schemeClr val="tx1"/>
                </a:solidFill>
                <a:latin typeface="+mn-ea"/>
                <a:ea typeface="+mn-ea"/>
                <a:cs typeface="阿里巴巴普惠体 Medium" panose="00020600040101010101" pitchFamily="18" charset="-122"/>
              </a:defRPr>
            </a:lvl1pPr>
          </a:lstStyle>
          <a:p>
            <a:pPr lvl="0"/>
            <a:r>
              <a:rPr lang="zh-CN" altLang="en-US"/>
              <a:t>目录样式</a:t>
            </a:r>
            <a:endParaRPr lang="en-US" altLang="zh-CN"/>
          </a:p>
          <a:p>
            <a:pPr lvl="0"/>
            <a:r>
              <a:rPr lang="zh-CN" altLang="en-US"/>
              <a:t>目录样式</a:t>
            </a:r>
            <a:endParaRPr lang="en-US" altLang="zh-CN"/>
          </a:p>
          <a:p>
            <a:pPr lvl="0"/>
            <a:r>
              <a:rPr lang="zh-CN" altLang="en-US"/>
              <a:t>目录样式</a:t>
            </a:r>
            <a:endParaRPr lang="en-US" altLang="zh-CN"/>
          </a:p>
        </p:txBody>
      </p:sp>
      <p:sp>
        <p:nvSpPr>
          <p:cNvPr id="27" name="íşľíďe">
            <a:extLst>
              <a:ext uri="{FF2B5EF4-FFF2-40B4-BE49-F238E27FC236}">
                <a16:creationId xmlns:a16="http://schemas.microsoft.com/office/drawing/2014/main" id="{32B4F824-6998-DCF1-0043-E682C565BE4E}"/>
              </a:ext>
            </a:extLst>
          </p:cNvPr>
          <p:cNvSpPr txBox="1"/>
          <p:nvPr userDrawn="1"/>
        </p:nvSpPr>
        <p:spPr>
          <a:xfrm flipH="1">
            <a:off x="4497713" y="2654820"/>
            <a:ext cx="1098378" cy="646331"/>
          </a:xfrm>
          <a:prstGeom prst="rect">
            <a:avLst/>
          </a:prstGeom>
          <a:noFill/>
        </p:spPr>
        <p:txBody>
          <a:bodyPr wrap="none" rtlCol="0">
            <a:spAutoFit/>
          </a:bodyPr>
          <a:lstStyle/>
          <a:p>
            <a:r>
              <a:rPr lang="zh-CN" altLang="en-US" sz="3600">
                <a:solidFill>
                  <a:schemeClr val="accent1"/>
                </a:solidFill>
                <a:latin typeface="+mj-ea"/>
                <a:ea typeface="+mj-ea"/>
              </a:rPr>
              <a:t>目录</a:t>
            </a:r>
            <a:endParaRPr lang="zh-CN" altLang="en-US" sz="3600" dirty="0">
              <a:solidFill>
                <a:schemeClr val="accent1"/>
              </a:solidFill>
              <a:latin typeface="+mj-ea"/>
              <a:ea typeface="+mj-ea"/>
            </a:endParaRPr>
          </a:p>
        </p:txBody>
      </p:sp>
    </p:spTree>
    <p:extLst>
      <p:ext uri="{BB962C8B-B14F-4D97-AF65-F5344CB8AC3E}">
        <p14:creationId xmlns:p14="http://schemas.microsoft.com/office/powerpoint/2010/main" val="641220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
        <p:nvSpPr>
          <p:cNvPr id="5" name="标题 7">
            <a:extLst>
              <a:ext uri="{FF2B5EF4-FFF2-40B4-BE49-F238E27FC236}">
                <a16:creationId xmlns:a16="http://schemas.microsoft.com/office/drawing/2014/main" id="{FCDA8ECA-5550-1579-68CA-CC29E9FAE4D5}"/>
              </a:ext>
            </a:extLst>
          </p:cNvPr>
          <p:cNvSpPr>
            <a:spLocks noGrp="1"/>
          </p:cNvSpPr>
          <p:nvPr>
            <p:ph type="title"/>
          </p:nvPr>
        </p:nvSpPr>
        <p:spPr>
          <a:xfrm>
            <a:off x="576626" y="335203"/>
            <a:ext cx="10737020"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sp>
        <p:nvSpPr>
          <p:cNvPr id="39" name="椭圆 38">
            <a:extLst>
              <a:ext uri="{FF2B5EF4-FFF2-40B4-BE49-F238E27FC236}">
                <a16:creationId xmlns:a16="http://schemas.microsoft.com/office/drawing/2014/main" id="{0F420230-886B-D4D3-2B3C-23A24A3C217F}"/>
              </a:ext>
            </a:extLst>
          </p:cNvPr>
          <p:cNvSpPr/>
          <p:nvPr userDrawn="1"/>
        </p:nvSpPr>
        <p:spPr>
          <a:xfrm>
            <a:off x="221806"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0C47F643-5264-44DA-EC51-A1FD97EB2FDA}"/>
              </a:ext>
            </a:extLst>
          </p:cNvPr>
          <p:cNvSpPr/>
          <p:nvPr userDrawn="1"/>
        </p:nvSpPr>
        <p:spPr>
          <a:xfrm>
            <a:off x="293858" y="224694"/>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88078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思考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6" y="2901905"/>
            <a:ext cx="2167598" cy="523220"/>
          </a:xfrm>
          <a:prstGeom prst="rect">
            <a:avLst/>
          </a:prstGeom>
          <a:noFill/>
        </p:spPr>
        <p:txBody>
          <a:bodyPr wrap="square">
            <a:spAutoFit/>
          </a:bodyPr>
          <a:lstStyle/>
          <a:p>
            <a:pPr algn="l"/>
            <a:r>
              <a:rPr lang="en-US" altLang="zh-CN" sz="2800" b="1" i="0">
                <a:gradFill>
                  <a:gsLst>
                    <a:gs pos="100000">
                      <a:schemeClr val="bg1">
                        <a:alpha val="30000"/>
                      </a:schemeClr>
                    </a:gs>
                    <a:gs pos="0">
                      <a:schemeClr val="bg1">
                        <a:alpha val="0"/>
                      </a:schemeClr>
                    </a:gs>
                  </a:gsLst>
                  <a:lin ang="16200000" scaled="1"/>
                </a:gradFill>
                <a:effectLst/>
                <a:latin typeface="Calisto MT" panose="02040603050505030304" pitchFamily="18" charset="0"/>
              </a:rPr>
              <a:t>QUESTION</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71630" y="3071182"/>
            <a:ext cx="1200970" cy="707886"/>
          </a:xfrm>
          <a:prstGeom prst="rect">
            <a:avLst/>
          </a:prstGeom>
          <a:noFill/>
        </p:spPr>
        <p:txBody>
          <a:bodyPr wrap="none" rtlCol="0">
            <a:spAutoFit/>
          </a:bodyPr>
          <a:lstStyle/>
          <a:p>
            <a:pPr algn="ctr"/>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思考</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0"/>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32163038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小结页2">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13735" y="1359878"/>
            <a:ext cx="7170081" cy="3962399"/>
          </a:xfrm>
          <a:prstGeom prst="rect">
            <a:avLst/>
          </a:prstGeom>
        </p:spPr>
        <p:txBody>
          <a:bodyPr anchor="ctr"/>
          <a:lstStyle>
            <a:lvl1pPr marL="0" indent="0">
              <a:lnSpc>
                <a:spcPct val="150000"/>
              </a:lnSpc>
              <a:buNone/>
              <a:defRPr sz="1600"/>
            </a:lvl1pPr>
          </a:lstStyle>
          <a:p>
            <a:pPr lvl="0"/>
            <a:r>
              <a:rPr lang="zh-CN" altLang="en-US"/>
              <a:t>点击输入小结内容</a:t>
            </a:r>
          </a:p>
        </p:txBody>
      </p:sp>
      <p:sp>
        <p:nvSpPr>
          <p:cNvPr id="2" name="文本框 1">
            <a:extLst>
              <a:ext uri="{FF2B5EF4-FFF2-40B4-BE49-F238E27FC236}">
                <a16:creationId xmlns:a16="http://schemas.microsoft.com/office/drawing/2014/main" id="{90828623-64C3-3CF5-C1AD-7CC5E8CC7C5A}"/>
              </a:ext>
            </a:extLst>
          </p:cNvPr>
          <p:cNvSpPr txBox="1"/>
          <p:nvPr userDrawn="1"/>
        </p:nvSpPr>
        <p:spPr>
          <a:xfrm>
            <a:off x="757361" y="2905780"/>
            <a:ext cx="2167598" cy="523220"/>
          </a:xfrm>
          <a:prstGeom prst="rect">
            <a:avLst/>
          </a:prstGeom>
          <a:noFill/>
        </p:spPr>
        <p:txBody>
          <a:bodyPr wrap="square">
            <a:spAutoFit/>
          </a:bodyPr>
          <a:lstStyle/>
          <a:p>
            <a:pPr algn="ctr"/>
            <a:r>
              <a:rPr lang="en-US" altLang="zh-CN" sz="2800" b="1" i="0">
                <a:gradFill>
                  <a:gsLst>
                    <a:gs pos="100000">
                      <a:schemeClr val="bg1">
                        <a:alpha val="30000"/>
                      </a:schemeClr>
                    </a:gs>
                    <a:gs pos="0">
                      <a:schemeClr val="bg1">
                        <a:alpha val="0"/>
                      </a:schemeClr>
                    </a:gs>
                  </a:gsLst>
                  <a:lin ang="16200000" scaled="1"/>
                </a:gradFill>
                <a:effectLst/>
                <a:latin typeface="Calisto MT" panose="02040603050505030304" pitchFamily="18" charset="0"/>
              </a:rPr>
              <a:t>BRIEF</a:t>
            </a:r>
          </a:p>
        </p:txBody>
      </p:sp>
      <p:sp>
        <p:nvSpPr>
          <p:cNvPr id="4" name="íşľíďe">
            <a:extLst>
              <a:ext uri="{FF2B5EF4-FFF2-40B4-BE49-F238E27FC236}">
                <a16:creationId xmlns:a16="http://schemas.microsoft.com/office/drawing/2014/main" id="{0D071958-1775-F474-3CD5-C9E1DEDF630A}"/>
              </a:ext>
            </a:extLst>
          </p:cNvPr>
          <p:cNvSpPr txBox="1"/>
          <p:nvPr userDrawn="1"/>
        </p:nvSpPr>
        <p:spPr>
          <a:xfrm flipH="1">
            <a:off x="1240675" y="3075057"/>
            <a:ext cx="1200970" cy="707886"/>
          </a:xfrm>
          <a:prstGeom prst="rect">
            <a:avLst/>
          </a:prstGeom>
          <a:noFill/>
        </p:spPr>
        <p:txBody>
          <a:bodyPr wrap="none" rtlCol="0">
            <a:spAutoFit/>
          </a:bodyPr>
          <a:lstStyle/>
          <a:p>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小结</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1104487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小结页2">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13735" y="1359878"/>
            <a:ext cx="7170081" cy="3962399"/>
          </a:xfrm>
          <a:prstGeom prst="rect">
            <a:avLst/>
          </a:prstGeom>
        </p:spPr>
        <p:txBody>
          <a:bodyPr anchor="ctr"/>
          <a:lstStyle>
            <a:lvl1pPr marL="0" indent="0">
              <a:lnSpc>
                <a:spcPct val="150000"/>
              </a:lnSpc>
              <a:buNone/>
              <a:defRPr sz="1600"/>
            </a:lvl1pPr>
          </a:lstStyle>
          <a:p>
            <a:pPr lvl="0"/>
            <a:r>
              <a:rPr lang="zh-CN" altLang="en-US"/>
              <a:t>点击输入小结内容</a:t>
            </a:r>
          </a:p>
        </p:txBody>
      </p:sp>
      <p:sp>
        <p:nvSpPr>
          <p:cNvPr id="2" name="文本框 1">
            <a:extLst>
              <a:ext uri="{FF2B5EF4-FFF2-40B4-BE49-F238E27FC236}">
                <a16:creationId xmlns:a16="http://schemas.microsoft.com/office/drawing/2014/main" id="{90828623-64C3-3CF5-C1AD-7CC5E8CC7C5A}"/>
              </a:ext>
            </a:extLst>
          </p:cNvPr>
          <p:cNvSpPr txBox="1"/>
          <p:nvPr userDrawn="1"/>
        </p:nvSpPr>
        <p:spPr>
          <a:xfrm>
            <a:off x="757361" y="2905780"/>
            <a:ext cx="2167598" cy="523220"/>
          </a:xfrm>
          <a:prstGeom prst="rect">
            <a:avLst/>
          </a:prstGeom>
          <a:noFill/>
        </p:spPr>
        <p:txBody>
          <a:bodyPr wrap="square">
            <a:spAutoFit/>
          </a:bodyPr>
          <a:lstStyle/>
          <a:p>
            <a:pPr algn="ctr"/>
            <a:r>
              <a:rPr lang="en-US" altLang="zh-CN" sz="2800" b="1" i="0">
                <a:gradFill>
                  <a:gsLst>
                    <a:gs pos="100000">
                      <a:schemeClr val="bg1">
                        <a:alpha val="30000"/>
                      </a:schemeClr>
                    </a:gs>
                    <a:gs pos="0">
                      <a:schemeClr val="bg1">
                        <a:alpha val="0"/>
                      </a:schemeClr>
                    </a:gs>
                  </a:gsLst>
                  <a:lin ang="16200000" scaled="1"/>
                </a:gradFill>
                <a:effectLst/>
                <a:latin typeface="Calisto MT" panose="02040603050505030304" pitchFamily="18" charset="0"/>
              </a:rPr>
              <a:t>TARGET</a:t>
            </a:r>
          </a:p>
        </p:txBody>
      </p:sp>
      <p:sp>
        <p:nvSpPr>
          <p:cNvPr id="4" name="íşľíďe">
            <a:extLst>
              <a:ext uri="{FF2B5EF4-FFF2-40B4-BE49-F238E27FC236}">
                <a16:creationId xmlns:a16="http://schemas.microsoft.com/office/drawing/2014/main" id="{0D071958-1775-F474-3CD5-C9E1DEDF630A}"/>
              </a:ext>
            </a:extLst>
          </p:cNvPr>
          <p:cNvSpPr txBox="1"/>
          <p:nvPr userDrawn="1"/>
        </p:nvSpPr>
        <p:spPr>
          <a:xfrm flipH="1">
            <a:off x="1240675" y="3075057"/>
            <a:ext cx="1200970" cy="707886"/>
          </a:xfrm>
          <a:prstGeom prst="rect">
            <a:avLst/>
          </a:prstGeom>
          <a:noFill/>
        </p:spPr>
        <p:txBody>
          <a:bodyPr wrap="none" rtlCol="0">
            <a:spAutoFit/>
          </a:bodyPr>
          <a:lstStyle/>
          <a:p>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目标</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956513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1.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theme" Target="../theme/theme3.xml"/><Relationship Id="rId4"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1094AEC-03A1-B2F7-6D21-431E0B9B6B46}"/>
              </a:ext>
            </a:extLst>
          </p:cNvPr>
          <p:cNvSpPr txBox="1"/>
          <p:nvPr userDrawn="1"/>
        </p:nvSpPr>
        <p:spPr>
          <a:xfrm>
            <a:off x="6894438" y="134874"/>
            <a:ext cx="3850640"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i="0">
                <a:solidFill>
                  <a:schemeClr val="bg1">
                    <a:lumMod val="50000"/>
                  </a:schemeClr>
                </a:solidFill>
                <a:latin typeface="楷体" panose="02010609060101010101" pitchFamily="49" charset="-122"/>
                <a:ea typeface="楷体" panose="02010609060101010101" pitchFamily="49" charset="-122"/>
              </a:rPr>
              <a:t>多一句没有，少一句不行，用更短的时间，教会更实用的技术</a:t>
            </a:r>
            <a:endParaRPr lang="zh-CN" altLang="en-US" sz="1000"/>
          </a:p>
        </p:txBody>
      </p:sp>
      <p:cxnSp>
        <p:nvCxnSpPr>
          <p:cNvPr id="3" name="直接连接符 2">
            <a:extLst>
              <a:ext uri="{FF2B5EF4-FFF2-40B4-BE49-F238E27FC236}">
                <a16:creationId xmlns:a16="http://schemas.microsoft.com/office/drawing/2014/main" id="{9F047F52-576A-AE3A-6924-FE1A1420A619}"/>
              </a:ext>
            </a:extLst>
          </p:cNvPr>
          <p:cNvCxnSpPr>
            <a:cxnSpLocks/>
          </p:cNvCxnSpPr>
          <p:nvPr userDrawn="1"/>
        </p:nvCxnSpPr>
        <p:spPr>
          <a:xfrm>
            <a:off x="7026765" y="374524"/>
            <a:ext cx="3604905" cy="0"/>
          </a:xfrm>
          <a:prstGeom prst="line">
            <a:avLst/>
          </a:prstGeom>
          <a:ln w="12700">
            <a:gradFill flip="none" rotWithShape="1">
              <a:gsLst>
                <a:gs pos="0">
                  <a:schemeClr val="accent1"/>
                </a:gs>
                <a:gs pos="100000">
                  <a:schemeClr val="accent1">
                    <a:lumMod val="20000"/>
                    <a:lumOff val="80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4" name="圆角矩形 3">
            <a:extLst>
              <a:ext uri="{FF2B5EF4-FFF2-40B4-BE49-F238E27FC236}">
                <a16:creationId xmlns:a16="http://schemas.microsoft.com/office/drawing/2014/main" id="{928F8CFA-6461-A0B0-AE1C-A1EA6AACFB75}"/>
              </a:ext>
            </a:extLst>
          </p:cNvPr>
          <p:cNvSpPr>
            <a:spLocks/>
          </p:cNvSpPr>
          <p:nvPr userDrawn="1"/>
        </p:nvSpPr>
        <p:spPr bwMode="auto">
          <a:xfrm>
            <a:off x="10543797" y="0"/>
            <a:ext cx="1281113" cy="495620"/>
          </a:xfrm>
          <a:custGeom>
            <a:avLst/>
            <a:gdLst>
              <a:gd name="T0" fmla="*/ 639596589 w 1180531"/>
              <a:gd name="T1" fmla="*/ 0 h 577560"/>
              <a:gd name="T2" fmla="*/ 639596589 w 1180531"/>
              <a:gd name="T3" fmla="*/ 259724595 h 577560"/>
              <a:gd name="T4" fmla="*/ 577010883 w 1180531"/>
              <a:gd name="T5" fmla="*/ 324659087 h 577560"/>
              <a:gd name="T6" fmla="*/ 62585058 w 1180531"/>
              <a:gd name="T7" fmla="*/ 324659087 h 577560"/>
              <a:gd name="T8" fmla="*/ 0 w 1180531"/>
              <a:gd name="T9" fmla="*/ 259724595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chemeClr val="accent1"/>
          </a:solidFill>
          <a:ln>
            <a:noFill/>
          </a:ln>
          <a:effectLst>
            <a:outerShdw blurRad="50800" dist="38100" dir="3600000" algn="tl" rotWithShape="0">
              <a:prstClr val="black">
                <a:alpha val="30000"/>
              </a:prstClr>
            </a:outerShdw>
          </a:effectLst>
        </p:spPr>
        <p:txBody>
          <a:bodyPr/>
          <a:lstStyle/>
          <a:p>
            <a:endParaRPr lang="zh-CN" altLang="en-US"/>
          </a:p>
        </p:txBody>
      </p:sp>
      <p:pic>
        <p:nvPicPr>
          <p:cNvPr id="5" name="图片 1">
            <a:extLst>
              <a:ext uri="{FF2B5EF4-FFF2-40B4-BE49-F238E27FC236}">
                <a16:creationId xmlns:a16="http://schemas.microsoft.com/office/drawing/2014/main" id="{EA3F6FF1-F176-5F65-D251-C7588852FFE3}"/>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b="29627"/>
          <a:stretch/>
        </p:blipFill>
        <p:spPr bwMode="auto">
          <a:xfrm>
            <a:off x="10559672" y="29230"/>
            <a:ext cx="1265238" cy="366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7915953"/>
      </p:ext>
    </p:extLst>
  </p:cSld>
  <p:clrMap bg1="lt1" tx1="dk1" bg2="lt2" tx2="dk2" accent1="accent1" accent2="accent2" accent3="accent3" accent4="accent4" accent5="accent5" accent6="accent6" hlink="hlink" folHlink="folHlink"/>
  <p:sldLayoutIdLst>
    <p:sldLayoutId id="2147483650" r:id="rId1"/>
    <p:sldLayoutId id="2147483654" r:id="rId2"/>
    <p:sldLayoutId id="2147483659" r:id="rId3"/>
    <p:sldLayoutId id="2147483666" r:id="rId4"/>
    <p:sldLayoutId id="2147483677" r:id="rId5"/>
    <p:sldLayoutId id="2147483678" r:id="rId6"/>
  </p:sldLayoutIdLst>
  <p:hf hdr="0" ftr="0" dt="0"/>
  <p:txStyles>
    <p:title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7950266"/>
      </p:ext>
    </p:extLst>
  </p:cSld>
  <p:clrMap bg1="lt1" tx1="dk1" bg2="lt2" tx2="dk2" accent1="accent1" accent2="accent2" accent3="accent3" accent4="accent4" accent5="accent5" accent6="accent6" hlink="hlink" folHlink="folHlink"/>
  <p:sldLayoutIdLst>
    <p:sldLayoutId id="2147483649" r:id="rId1"/>
    <p:sldLayoutId id="2147483669"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4" name="六边形 63">
            <a:extLst>
              <a:ext uri="{FF2B5EF4-FFF2-40B4-BE49-F238E27FC236}">
                <a16:creationId xmlns:a16="http://schemas.microsoft.com/office/drawing/2014/main" id="{64701D48-3612-F015-7A0D-8329972945A7}"/>
              </a:ext>
            </a:extLst>
          </p:cNvPr>
          <p:cNvSpPr/>
          <p:nvPr userDrawn="1"/>
        </p:nvSpPr>
        <p:spPr>
          <a:xfrm>
            <a:off x="111531" y="3970983"/>
            <a:ext cx="414893" cy="357667"/>
          </a:xfrm>
          <a:prstGeom prst="hexagon">
            <a:avLst/>
          </a:prstGeom>
          <a:noFill/>
          <a:ln w="12700">
            <a:gradFill>
              <a:gsLst>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a:extLst>
              <a:ext uri="{FF2B5EF4-FFF2-40B4-BE49-F238E27FC236}">
                <a16:creationId xmlns:a16="http://schemas.microsoft.com/office/drawing/2014/main" id="{34FB0A6B-66AE-D2A8-FCAE-415D3251A19B}"/>
              </a:ext>
            </a:extLst>
          </p:cNvPr>
          <p:cNvSpPr/>
          <p:nvPr userDrawn="1"/>
        </p:nvSpPr>
        <p:spPr>
          <a:xfrm>
            <a:off x="367090" y="-171481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a:extLst>
              <a:ext uri="{FF2B5EF4-FFF2-40B4-BE49-F238E27FC236}">
                <a16:creationId xmlns:a16="http://schemas.microsoft.com/office/drawing/2014/main" id="{38539A05-556B-81A4-0795-3B191CB53943}"/>
              </a:ext>
            </a:extLst>
          </p:cNvPr>
          <p:cNvSpPr/>
          <p:nvPr userDrawn="1"/>
        </p:nvSpPr>
        <p:spPr>
          <a:xfrm>
            <a:off x="2097602" y="15698"/>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10CECE50-264B-8294-A89A-D0F8A1907A78}"/>
              </a:ext>
            </a:extLst>
          </p:cNvPr>
          <p:cNvSpPr/>
          <p:nvPr userDrawn="1"/>
        </p:nvSpPr>
        <p:spPr>
          <a:xfrm>
            <a:off x="3699534" y="1617630"/>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a:extLst>
              <a:ext uri="{FF2B5EF4-FFF2-40B4-BE49-F238E27FC236}">
                <a16:creationId xmlns:a16="http://schemas.microsoft.com/office/drawing/2014/main" id="{287C0C2E-27D7-4123-B01F-3144FCE1EF24}"/>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1741" r="31458"/>
          <a:stretch/>
        </p:blipFill>
        <p:spPr>
          <a:xfrm>
            <a:off x="0" y="226026"/>
            <a:ext cx="4021016" cy="5727260"/>
          </a:xfrm>
          <a:prstGeom prst="rect">
            <a:avLst/>
          </a:prstGeom>
        </p:spPr>
      </p:pic>
      <p:sp>
        <p:nvSpPr>
          <p:cNvPr id="6" name="文本框 5">
            <a:extLst>
              <a:ext uri="{FF2B5EF4-FFF2-40B4-BE49-F238E27FC236}">
                <a16:creationId xmlns:a16="http://schemas.microsoft.com/office/drawing/2014/main" id="{67C86F6B-3565-C12B-953F-D1279851B236}"/>
              </a:ext>
            </a:extLst>
          </p:cNvPr>
          <p:cNvSpPr txBox="1"/>
          <p:nvPr userDrawn="1"/>
        </p:nvSpPr>
        <p:spPr>
          <a:xfrm>
            <a:off x="6894438" y="134874"/>
            <a:ext cx="3850640"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i="0">
                <a:solidFill>
                  <a:schemeClr val="bg1">
                    <a:lumMod val="50000"/>
                  </a:schemeClr>
                </a:solidFill>
                <a:latin typeface="楷体" panose="02010609060101010101" pitchFamily="49" charset="-122"/>
                <a:ea typeface="楷体" panose="02010609060101010101" pitchFamily="49" charset="-122"/>
              </a:rPr>
              <a:t>多一句没有，少一句不行，用更短的时间，教会更实用的技术</a:t>
            </a:r>
            <a:endParaRPr lang="zh-CN" altLang="en-US" sz="1000"/>
          </a:p>
        </p:txBody>
      </p:sp>
      <p:cxnSp>
        <p:nvCxnSpPr>
          <p:cNvPr id="7" name="直接连接符 6">
            <a:extLst>
              <a:ext uri="{FF2B5EF4-FFF2-40B4-BE49-F238E27FC236}">
                <a16:creationId xmlns:a16="http://schemas.microsoft.com/office/drawing/2014/main" id="{F1DEE103-1F67-DC70-0326-32288ACE409E}"/>
              </a:ext>
            </a:extLst>
          </p:cNvPr>
          <p:cNvCxnSpPr>
            <a:cxnSpLocks/>
          </p:cNvCxnSpPr>
          <p:nvPr userDrawn="1"/>
        </p:nvCxnSpPr>
        <p:spPr>
          <a:xfrm>
            <a:off x="7026765" y="374524"/>
            <a:ext cx="3604905" cy="0"/>
          </a:xfrm>
          <a:prstGeom prst="line">
            <a:avLst/>
          </a:prstGeom>
          <a:ln w="12700">
            <a:gradFill flip="none" rotWithShape="1">
              <a:gsLst>
                <a:gs pos="0">
                  <a:schemeClr val="accent1"/>
                </a:gs>
                <a:gs pos="100000">
                  <a:schemeClr val="accent1">
                    <a:lumMod val="20000"/>
                    <a:lumOff val="80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圆角矩形 3">
            <a:extLst>
              <a:ext uri="{FF2B5EF4-FFF2-40B4-BE49-F238E27FC236}">
                <a16:creationId xmlns:a16="http://schemas.microsoft.com/office/drawing/2014/main" id="{CDF8AC3A-7CF6-98B3-4B97-630ECC4E7519}"/>
              </a:ext>
            </a:extLst>
          </p:cNvPr>
          <p:cNvSpPr>
            <a:spLocks/>
          </p:cNvSpPr>
          <p:nvPr userDrawn="1"/>
        </p:nvSpPr>
        <p:spPr bwMode="auto">
          <a:xfrm>
            <a:off x="10543797" y="0"/>
            <a:ext cx="1281113" cy="495620"/>
          </a:xfrm>
          <a:custGeom>
            <a:avLst/>
            <a:gdLst>
              <a:gd name="T0" fmla="*/ 639596589 w 1180531"/>
              <a:gd name="T1" fmla="*/ 0 h 577560"/>
              <a:gd name="T2" fmla="*/ 639596589 w 1180531"/>
              <a:gd name="T3" fmla="*/ 259724595 h 577560"/>
              <a:gd name="T4" fmla="*/ 577010883 w 1180531"/>
              <a:gd name="T5" fmla="*/ 324659087 h 577560"/>
              <a:gd name="T6" fmla="*/ 62585058 w 1180531"/>
              <a:gd name="T7" fmla="*/ 324659087 h 577560"/>
              <a:gd name="T8" fmla="*/ 0 w 1180531"/>
              <a:gd name="T9" fmla="*/ 259724595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chemeClr val="accent1"/>
          </a:solidFill>
          <a:ln>
            <a:noFill/>
          </a:ln>
          <a:effectLst>
            <a:outerShdw blurRad="50800" dist="38100" dir="3600000" algn="tl" rotWithShape="0">
              <a:prstClr val="black">
                <a:alpha val="30000"/>
              </a:prstClr>
            </a:outerShdw>
          </a:effectLst>
        </p:spPr>
        <p:txBody>
          <a:bodyPr/>
          <a:lstStyle/>
          <a:p>
            <a:endParaRPr lang="zh-CN" altLang="en-US"/>
          </a:p>
        </p:txBody>
      </p:sp>
      <p:pic>
        <p:nvPicPr>
          <p:cNvPr id="15" name="图片 1">
            <a:extLst>
              <a:ext uri="{FF2B5EF4-FFF2-40B4-BE49-F238E27FC236}">
                <a16:creationId xmlns:a16="http://schemas.microsoft.com/office/drawing/2014/main" id="{BC2679CF-9CC5-AAF3-6820-2BF4DC379E36}"/>
              </a:ext>
            </a:extLst>
          </p:cNvPr>
          <p:cNvPicPr>
            <a:picLocks noChangeAspect="1"/>
          </p:cNvPicPr>
          <p:nvPr userDrawn="1"/>
        </p:nvPicPr>
        <p:blipFill rotWithShape="1">
          <a:blip r:embed="rId7" cstate="print">
            <a:extLst>
              <a:ext uri="{28A0092B-C50C-407E-A947-70E740481C1C}">
                <a14:useLocalDpi xmlns:a14="http://schemas.microsoft.com/office/drawing/2010/main" val="0"/>
              </a:ext>
            </a:extLst>
          </a:blip>
          <a:srcRect b="29627"/>
          <a:stretch/>
        </p:blipFill>
        <p:spPr bwMode="auto">
          <a:xfrm>
            <a:off x="10559672" y="29230"/>
            <a:ext cx="1265238" cy="366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8307751"/>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51" r:id="rId3"/>
    <p:sldLayoutId id="2147483679"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A538EF61-0CF6-2735-4654-C2F60C1B5FB3}"/>
              </a:ext>
            </a:extLst>
          </p:cNvPr>
          <p:cNvSpPr/>
          <p:nvPr userDrawn="1"/>
        </p:nvSpPr>
        <p:spPr>
          <a:xfrm>
            <a:off x="-2775487" y="-1213758"/>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a:extLst>
              <a:ext uri="{FF2B5EF4-FFF2-40B4-BE49-F238E27FC236}">
                <a16:creationId xmlns:a16="http://schemas.microsoft.com/office/drawing/2014/main" id="{9598458E-0E6D-4FB0-21B2-2EA0673032D8}"/>
              </a:ext>
            </a:extLst>
          </p:cNvPr>
          <p:cNvSpPr/>
          <p:nvPr userDrawn="1"/>
        </p:nvSpPr>
        <p:spPr>
          <a:xfrm>
            <a:off x="-1044975" y="516754"/>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C22B59B6-AE89-188C-D588-A8407EC0DAF4}"/>
              </a:ext>
            </a:extLst>
          </p:cNvPr>
          <p:cNvSpPr/>
          <p:nvPr userDrawn="1"/>
        </p:nvSpPr>
        <p:spPr>
          <a:xfrm>
            <a:off x="556957" y="2118686"/>
            <a:ext cx="2620620" cy="262062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9797FAEF-C643-7FA0-1EED-047D57CA683C}"/>
              </a:ext>
            </a:extLst>
          </p:cNvPr>
          <p:cNvSpPr txBox="1"/>
          <p:nvPr userDrawn="1"/>
        </p:nvSpPr>
        <p:spPr>
          <a:xfrm>
            <a:off x="6894438" y="134874"/>
            <a:ext cx="3850640"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i="0">
                <a:solidFill>
                  <a:schemeClr val="bg1">
                    <a:lumMod val="50000"/>
                  </a:schemeClr>
                </a:solidFill>
                <a:latin typeface="楷体" panose="02010609060101010101" pitchFamily="49" charset="-122"/>
                <a:ea typeface="楷体" panose="02010609060101010101" pitchFamily="49" charset="-122"/>
              </a:rPr>
              <a:t>多一句没有，少一句不行，用更短的时间，教会更实用的技术</a:t>
            </a:r>
            <a:endParaRPr lang="zh-CN" altLang="en-US" sz="1000"/>
          </a:p>
        </p:txBody>
      </p:sp>
      <p:cxnSp>
        <p:nvCxnSpPr>
          <p:cNvPr id="8" name="直接连接符 7">
            <a:extLst>
              <a:ext uri="{FF2B5EF4-FFF2-40B4-BE49-F238E27FC236}">
                <a16:creationId xmlns:a16="http://schemas.microsoft.com/office/drawing/2014/main" id="{F3322136-99CD-A45B-0669-84EEFDF304EC}"/>
              </a:ext>
            </a:extLst>
          </p:cNvPr>
          <p:cNvCxnSpPr>
            <a:cxnSpLocks/>
          </p:cNvCxnSpPr>
          <p:nvPr userDrawn="1"/>
        </p:nvCxnSpPr>
        <p:spPr>
          <a:xfrm>
            <a:off x="7026765" y="374524"/>
            <a:ext cx="3604905" cy="0"/>
          </a:xfrm>
          <a:prstGeom prst="line">
            <a:avLst/>
          </a:prstGeom>
          <a:ln w="12700">
            <a:gradFill flip="none" rotWithShape="1">
              <a:gsLst>
                <a:gs pos="0">
                  <a:schemeClr val="accent1"/>
                </a:gs>
                <a:gs pos="100000">
                  <a:schemeClr val="accent1">
                    <a:lumMod val="20000"/>
                    <a:lumOff val="80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9" name="圆角矩形 3">
            <a:extLst>
              <a:ext uri="{FF2B5EF4-FFF2-40B4-BE49-F238E27FC236}">
                <a16:creationId xmlns:a16="http://schemas.microsoft.com/office/drawing/2014/main" id="{3875FA13-2FF9-29FC-8AE1-803DCA52E81E}"/>
              </a:ext>
            </a:extLst>
          </p:cNvPr>
          <p:cNvSpPr>
            <a:spLocks/>
          </p:cNvSpPr>
          <p:nvPr userDrawn="1"/>
        </p:nvSpPr>
        <p:spPr bwMode="auto">
          <a:xfrm>
            <a:off x="10543797" y="0"/>
            <a:ext cx="1281113" cy="495620"/>
          </a:xfrm>
          <a:custGeom>
            <a:avLst/>
            <a:gdLst>
              <a:gd name="T0" fmla="*/ 639596589 w 1180531"/>
              <a:gd name="T1" fmla="*/ 0 h 577560"/>
              <a:gd name="T2" fmla="*/ 639596589 w 1180531"/>
              <a:gd name="T3" fmla="*/ 259724595 h 577560"/>
              <a:gd name="T4" fmla="*/ 577010883 w 1180531"/>
              <a:gd name="T5" fmla="*/ 324659087 h 577560"/>
              <a:gd name="T6" fmla="*/ 62585058 w 1180531"/>
              <a:gd name="T7" fmla="*/ 324659087 h 577560"/>
              <a:gd name="T8" fmla="*/ 0 w 1180531"/>
              <a:gd name="T9" fmla="*/ 259724595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chemeClr val="accent1"/>
          </a:solidFill>
          <a:ln>
            <a:noFill/>
          </a:ln>
          <a:effectLst>
            <a:outerShdw blurRad="50800" dist="38100" dir="3600000" algn="tl" rotWithShape="0">
              <a:prstClr val="black">
                <a:alpha val="30000"/>
              </a:prstClr>
            </a:outerShdw>
          </a:effectLst>
        </p:spPr>
        <p:txBody>
          <a:bodyPr/>
          <a:lstStyle/>
          <a:p>
            <a:endParaRPr lang="zh-CN" altLang="en-US"/>
          </a:p>
        </p:txBody>
      </p:sp>
      <p:pic>
        <p:nvPicPr>
          <p:cNvPr id="10" name="图片 1">
            <a:extLst>
              <a:ext uri="{FF2B5EF4-FFF2-40B4-BE49-F238E27FC236}">
                <a16:creationId xmlns:a16="http://schemas.microsoft.com/office/drawing/2014/main" id="{B1A15EED-4C5F-A118-131E-8A900C321D88}"/>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b="29627"/>
          <a:stretch/>
        </p:blipFill>
        <p:spPr bwMode="auto">
          <a:xfrm>
            <a:off x="10559672" y="29230"/>
            <a:ext cx="1265238" cy="366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74136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ollama.com/" TargetMode="Externa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37.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38.png"/><Relationship Id="rId9" Type="http://schemas.openxmlformats.org/officeDocument/2006/relationships/image" Target="../media/image46.png"/></Relationships>
</file>

<file path=ppt/slides/_rels/slide22.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37.png"/><Relationship Id="rId7" Type="http://schemas.openxmlformats.org/officeDocument/2006/relationships/image" Target="../media/image45.png"/><Relationship Id="rId2"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42.png"/><Relationship Id="rId4" Type="http://schemas.openxmlformats.org/officeDocument/2006/relationships/image" Target="../media/image38.png"/><Relationship Id="rId9" Type="http://schemas.openxmlformats.org/officeDocument/2006/relationships/image" Target="../media/image4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svg"/><Relationship Id="rId7" Type="http://schemas.openxmlformats.org/officeDocument/2006/relationships/image" Target="../media/image55.svg"/><Relationship Id="rId2" Type="http://schemas.openxmlformats.org/officeDocument/2006/relationships/image" Target="../media/image50.png"/><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svg"/><Relationship Id="rId4" Type="http://schemas.openxmlformats.org/officeDocument/2006/relationships/image" Target="../media/image52.png"/><Relationship Id="rId9" Type="http://schemas.openxmlformats.org/officeDocument/2006/relationships/image" Target="../media/image57.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svg"/><Relationship Id="rId7" Type="http://schemas.openxmlformats.org/officeDocument/2006/relationships/image" Target="../media/image55.svg"/><Relationship Id="rId2" Type="http://schemas.openxmlformats.org/officeDocument/2006/relationships/image" Target="../media/image50.png"/><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svg"/><Relationship Id="rId4" Type="http://schemas.openxmlformats.org/officeDocument/2006/relationships/image" Target="../media/image52.png"/><Relationship Id="rId9" Type="http://schemas.openxmlformats.org/officeDocument/2006/relationships/image" Target="../media/image57.svg"/></Relationships>
</file>

<file path=ppt/slides/_rels/slide2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8.png"/><Relationship Id="rId1" Type="http://schemas.openxmlformats.org/officeDocument/2006/relationships/slideLayout" Target="../slideLayouts/slideLayout1.xml"/><Relationship Id="rId4" Type="http://schemas.openxmlformats.org/officeDocument/2006/relationships/image" Target="../media/image63.png"/></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64.png"/><Relationship Id="rId4" Type="http://schemas.openxmlformats.org/officeDocument/2006/relationships/hyperlink" Target="https://streamlit.io/"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66.svg"/></Relationships>
</file>

<file path=ppt/slides/_rels/slide7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66.svg"/></Relationships>
</file>

<file path=ppt/slides/_rels/slide8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E114D5-9D49-7225-E5E2-41EB2357CF8B}"/>
              </a:ext>
            </a:extLst>
          </p:cNvPr>
          <p:cNvSpPr>
            <a:spLocks noGrp="1"/>
          </p:cNvSpPr>
          <p:nvPr>
            <p:ph type="ctrTitle"/>
          </p:nvPr>
        </p:nvSpPr>
        <p:spPr/>
        <p:txBody>
          <a:bodyPr/>
          <a:lstStyle/>
          <a:p>
            <a:r>
              <a:rPr lang="en-US" altLang="zh-CN"/>
              <a:t>Python</a:t>
            </a:r>
            <a:r>
              <a:rPr lang="zh-CN" altLang="en-US"/>
              <a:t>项目实战</a:t>
            </a:r>
          </a:p>
        </p:txBody>
      </p:sp>
      <p:sp>
        <p:nvSpPr>
          <p:cNvPr id="3" name="文本占位符 2">
            <a:extLst>
              <a:ext uri="{FF2B5EF4-FFF2-40B4-BE49-F238E27FC236}">
                <a16:creationId xmlns:a16="http://schemas.microsoft.com/office/drawing/2014/main" id="{8332D516-7A3A-62AC-F9BB-F33E741A5566}"/>
              </a:ext>
            </a:extLst>
          </p:cNvPr>
          <p:cNvSpPr>
            <a:spLocks noGrp="1"/>
          </p:cNvSpPr>
          <p:nvPr>
            <p:ph type="body" sz="quarter" idx="10"/>
          </p:nvPr>
        </p:nvSpPr>
        <p:spPr>
          <a:xfrm>
            <a:off x="660400" y="3586894"/>
            <a:ext cx="2294835" cy="563562"/>
          </a:xfrm>
        </p:spPr>
        <p:txBody>
          <a:bodyPr/>
          <a:lstStyle/>
          <a:p>
            <a:r>
              <a:rPr lang="en-US" altLang="zh-CN"/>
              <a:t>—— AI</a:t>
            </a:r>
            <a:r>
              <a:rPr lang="zh-CN" altLang="en-US"/>
              <a:t>应用 </a:t>
            </a:r>
            <a:r>
              <a:rPr lang="en-US" altLang="zh-CN"/>
              <a:t>——</a:t>
            </a:r>
            <a:endParaRPr lang="zh-CN" altLang="en-US"/>
          </a:p>
        </p:txBody>
      </p:sp>
      <p:pic>
        <p:nvPicPr>
          <p:cNvPr id="4" name="图片 3" descr="图形用户界面, 文本, 应用程序&#10;&#10;AI 生成的内容可能不正确。">
            <a:extLst>
              <a:ext uri="{FF2B5EF4-FFF2-40B4-BE49-F238E27FC236}">
                <a16:creationId xmlns:a16="http://schemas.microsoft.com/office/drawing/2014/main" id="{DB61C96A-9902-4898-DD95-4776D58AAE42}"/>
              </a:ext>
            </a:extLst>
          </p:cNvPr>
          <p:cNvPicPr>
            <a:picLocks noChangeAspect="1"/>
          </p:cNvPicPr>
          <p:nvPr/>
        </p:nvPicPr>
        <p:blipFill>
          <a:blip r:embed="rId2"/>
          <a:stretch>
            <a:fillRect/>
          </a:stretch>
        </p:blipFill>
        <p:spPr>
          <a:xfrm>
            <a:off x="-13742015" y="6082485"/>
            <a:ext cx="9983508" cy="5232563"/>
          </a:xfrm>
          <a:prstGeom prst="roundRect">
            <a:avLst>
              <a:gd name="adj" fmla="val 964"/>
            </a:avLst>
          </a:prstGeom>
          <a:ln>
            <a:solidFill>
              <a:schemeClr val="bg1">
                <a:lumMod val="85000"/>
              </a:schemeClr>
            </a:solidFill>
          </a:ln>
        </p:spPr>
      </p:pic>
    </p:spTree>
    <p:extLst>
      <p:ext uri="{BB962C8B-B14F-4D97-AF65-F5344CB8AC3E}">
        <p14:creationId xmlns:p14="http://schemas.microsoft.com/office/powerpoint/2010/main" val="1956615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decel="50000" fill="hold">
                                          <p:stCondLst>
                                            <p:cond delay="0"/>
                                          </p:stCondLst>
                                        </p:cTn>
                                        <p:tgtEl>
                                          <p:spTgt spid="3">
                                            <p:txEl>
                                              <p:pRg st="0" end="0"/>
                                            </p:txEl>
                                          </p:spTgt>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3">
                                            <p:txEl>
                                              <p:pRg st="0" end="0"/>
                                            </p:txEl>
                                          </p:spTgt>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3">
                                            <p:txEl>
                                              <p:pRg st="0" end="0"/>
                                            </p:txEl>
                                          </p:spTgt>
                                        </p:tgtEl>
                                        <p:attrNameLst>
                                          <p:attrName>ppt_w</p:attrName>
                                        </p:attrNameLst>
                                      </p:cBhvr>
                                      <p:tavLst>
                                        <p:tav tm="0">
                                          <p:val>
                                            <p:strVal val="#ppt_w*.05"/>
                                          </p:val>
                                        </p:tav>
                                        <p:tav tm="100000">
                                          <p:val>
                                            <p:strVal val="#ppt_w"/>
                                          </p:val>
                                        </p:tav>
                                      </p:tavLst>
                                    </p:anim>
                                    <p:anim calcmode="lin" valueType="num">
                                      <p:cBhvr>
                                        <p:cTn id="10" dur="1000" fill="hold"/>
                                        <p:tgtEl>
                                          <p:spTgt spid="3">
                                            <p:txEl>
                                              <p:pRg st="0" end="0"/>
                                            </p:txEl>
                                          </p:spTgt>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3">
                                            <p:txEl>
                                              <p:pRg st="0" end="0"/>
                                            </p:txEl>
                                          </p:spTgt>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3">
                                            <p:txEl>
                                              <p:pRg st="0" end="0"/>
                                            </p:txEl>
                                          </p:spTgt>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3">
                                            <p:txEl>
                                              <p:pRg st="0" end="0"/>
                                            </p:txEl>
                                          </p:spTgt>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B43641B9-6A59-6174-CDCB-6B2A16EC77FE}"/>
              </a:ext>
            </a:extLst>
          </p:cNvPr>
          <p:cNvSpPr>
            <a:spLocks noGrp="1"/>
          </p:cNvSpPr>
          <p:nvPr>
            <p:ph idx="1"/>
          </p:nvPr>
        </p:nvSpPr>
        <p:spPr>
          <a:xfrm>
            <a:off x="576197" y="956241"/>
            <a:ext cx="11060481" cy="885811"/>
          </a:xfrm>
        </p:spPr>
        <p:txBody>
          <a:bodyPr/>
          <a:lstStyle/>
          <a:p>
            <a:pPr marL="285750" indent="-285750">
              <a:buFont typeface="Wingdings" panose="05000000000000000000" pitchFamily="2" charset="2"/>
              <a:buChar char="l"/>
            </a:pPr>
            <a:r>
              <a:rPr lang="en-US" altLang="zh-CN"/>
              <a:t>AI</a:t>
            </a:r>
            <a:r>
              <a:rPr lang="zh-CN" altLang="en-US"/>
              <a:t>：人工智能（</a:t>
            </a:r>
            <a:r>
              <a:rPr lang="en-US" altLang="zh-CN" b="1">
                <a:solidFill>
                  <a:srgbClr val="C00000"/>
                </a:solidFill>
              </a:rPr>
              <a:t>A</a:t>
            </a:r>
            <a:r>
              <a:rPr lang="en-US" altLang="zh-CN"/>
              <a:t>rtificial </a:t>
            </a:r>
            <a:r>
              <a:rPr lang="en-US" altLang="zh-CN" b="1">
                <a:solidFill>
                  <a:srgbClr val="C00000"/>
                </a:solidFill>
              </a:rPr>
              <a:t>I</a:t>
            </a:r>
            <a:r>
              <a:rPr lang="en-US" altLang="zh-CN"/>
              <a:t>ntelligence</a:t>
            </a:r>
            <a:r>
              <a:rPr lang="zh-CN" altLang="en-US"/>
              <a:t>），是一个学科领域的统称，目标就是使机器能够像人类一样思考、学习、推理和解决问题。</a:t>
            </a:r>
          </a:p>
        </p:txBody>
      </p:sp>
      <p:sp>
        <p:nvSpPr>
          <p:cNvPr id="5" name="标题 4">
            <a:extLst>
              <a:ext uri="{FF2B5EF4-FFF2-40B4-BE49-F238E27FC236}">
                <a16:creationId xmlns:a16="http://schemas.microsoft.com/office/drawing/2014/main" id="{05643DE0-09F3-FF95-9B92-CDAF865E8ED7}"/>
              </a:ext>
            </a:extLst>
          </p:cNvPr>
          <p:cNvSpPr>
            <a:spLocks noGrp="1"/>
          </p:cNvSpPr>
          <p:nvPr>
            <p:ph type="title"/>
          </p:nvPr>
        </p:nvSpPr>
        <p:spPr/>
        <p:txBody>
          <a:bodyPr/>
          <a:lstStyle/>
          <a:p>
            <a:r>
              <a:rPr lang="en-US" altLang="zh-CN"/>
              <a:t>AI</a:t>
            </a:r>
            <a:endParaRPr lang="zh-CN" altLang="en-US"/>
          </a:p>
        </p:txBody>
      </p:sp>
      <p:pic>
        <p:nvPicPr>
          <p:cNvPr id="3" name="图片 2">
            <a:extLst>
              <a:ext uri="{FF2B5EF4-FFF2-40B4-BE49-F238E27FC236}">
                <a16:creationId xmlns:a16="http://schemas.microsoft.com/office/drawing/2014/main" id="{A685918D-034D-AEFE-AE97-4039D4CA4D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0999" y="2451225"/>
            <a:ext cx="3677480" cy="3677480"/>
          </a:xfrm>
          <a:prstGeom prst="roundRect">
            <a:avLst>
              <a:gd name="adj" fmla="val 38829"/>
            </a:avLst>
          </a:prstGeom>
        </p:spPr>
      </p:pic>
      <p:sp>
        <p:nvSpPr>
          <p:cNvPr id="4" name="流程图: 接点 3">
            <a:extLst>
              <a:ext uri="{FF2B5EF4-FFF2-40B4-BE49-F238E27FC236}">
                <a16:creationId xmlns:a16="http://schemas.microsoft.com/office/drawing/2014/main" id="{E767F831-D289-D70C-676C-C1709BAB2AD4}"/>
              </a:ext>
            </a:extLst>
          </p:cNvPr>
          <p:cNvSpPr/>
          <p:nvPr/>
        </p:nvSpPr>
        <p:spPr>
          <a:xfrm>
            <a:off x="7480852" y="2902226"/>
            <a:ext cx="178904" cy="178904"/>
          </a:xfrm>
          <a:prstGeom prst="flowChartConnector">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流程图: 接点 6">
            <a:extLst>
              <a:ext uri="{FF2B5EF4-FFF2-40B4-BE49-F238E27FC236}">
                <a16:creationId xmlns:a16="http://schemas.microsoft.com/office/drawing/2014/main" id="{800166CA-5EE8-7A4A-063C-CF9DADA85BF7}"/>
              </a:ext>
            </a:extLst>
          </p:cNvPr>
          <p:cNvSpPr/>
          <p:nvPr/>
        </p:nvSpPr>
        <p:spPr>
          <a:xfrm>
            <a:off x="4572001" y="2902226"/>
            <a:ext cx="178904" cy="178904"/>
          </a:xfrm>
          <a:prstGeom prst="flowChartConnector">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流程图: 接点 7">
            <a:extLst>
              <a:ext uri="{FF2B5EF4-FFF2-40B4-BE49-F238E27FC236}">
                <a16:creationId xmlns:a16="http://schemas.microsoft.com/office/drawing/2014/main" id="{E815EE69-3734-E6FA-04BB-1FECFAC9D5E8}"/>
              </a:ext>
            </a:extLst>
          </p:cNvPr>
          <p:cNvSpPr/>
          <p:nvPr/>
        </p:nvSpPr>
        <p:spPr>
          <a:xfrm>
            <a:off x="7391400" y="5088834"/>
            <a:ext cx="178904" cy="178904"/>
          </a:xfrm>
          <a:prstGeom prst="flowChartConnector">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流程图: 接点 8">
            <a:extLst>
              <a:ext uri="{FF2B5EF4-FFF2-40B4-BE49-F238E27FC236}">
                <a16:creationId xmlns:a16="http://schemas.microsoft.com/office/drawing/2014/main" id="{A37497D9-EB80-8D4D-A23A-E89E8368F447}"/>
              </a:ext>
            </a:extLst>
          </p:cNvPr>
          <p:cNvSpPr/>
          <p:nvPr/>
        </p:nvSpPr>
        <p:spPr>
          <a:xfrm>
            <a:off x="4482549" y="5088834"/>
            <a:ext cx="178904" cy="178904"/>
          </a:xfrm>
          <a:prstGeom prst="flowChartConnector">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620E2422-DE55-95C2-A38B-50087E698BD5}"/>
              </a:ext>
            </a:extLst>
          </p:cNvPr>
          <p:cNvCxnSpPr>
            <a:cxnSpLocks/>
            <a:stCxn id="41" idx="7"/>
          </p:cNvCxnSpPr>
          <p:nvPr/>
        </p:nvCxnSpPr>
        <p:spPr>
          <a:xfrm flipV="1">
            <a:off x="7663525" y="2531165"/>
            <a:ext cx="1195552" cy="365635"/>
          </a:xfrm>
          <a:prstGeom prst="line">
            <a:avLst/>
          </a:prstGeom>
          <a:ln w="127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E3A1A640-4197-CAE8-7B91-EE811B3FFE18}"/>
              </a:ext>
            </a:extLst>
          </p:cNvPr>
          <p:cNvCxnSpPr>
            <a:cxnSpLocks/>
            <a:endCxn id="43" idx="1"/>
          </p:cNvCxnSpPr>
          <p:nvPr/>
        </p:nvCxnSpPr>
        <p:spPr>
          <a:xfrm>
            <a:off x="3074504" y="2531165"/>
            <a:ext cx="1492071" cy="365635"/>
          </a:xfrm>
          <a:prstGeom prst="line">
            <a:avLst/>
          </a:prstGeom>
          <a:ln w="127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591D732D-F713-F16A-6A42-EFAF958738D1}"/>
              </a:ext>
            </a:extLst>
          </p:cNvPr>
          <p:cNvCxnSpPr>
            <a:cxnSpLocks/>
          </p:cNvCxnSpPr>
          <p:nvPr/>
        </p:nvCxnSpPr>
        <p:spPr>
          <a:xfrm>
            <a:off x="3074504" y="5178286"/>
            <a:ext cx="1363319" cy="0"/>
          </a:xfrm>
          <a:prstGeom prst="line">
            <a:avLst/>
          </a:prstGeom>
          <a:ln w="127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CC7C8007-38D7-958B-AAE6-04DC3BA131EC}"/>
              </a:ext>
            </a:extLst>
          </p:cNvPr>
          <p:cNvCxnSpPr>
            <a:cxnSpLocks/>
            <a:stCxn id="45" idx="6"/>
          </p:cNvCxnSpPr>
          <p:nvPr/>
        </p:nvCxnSpPr>
        <p:spPr>
          <a:xfrm>
            <a:off x="7615030" y="5178286"/>
            <a:ext cx="1244047" cy="0"/>
          </a:xfrm>
          <a:prstGeom prst="line">
            <a:avLst/>
          </a:prstGeom>
          <a:ln w="12700">
            <a:solidFill>
              <a:srgbClr val="FFC000"/>
            </a:solidFill>
          </a:ln>
        </p:spPr>
        <p:style>
          <a:lnRef idx="1">
            <a:schemeClr val="accent1"/>
          </a:lnRef>
          <a:fillRef idx="0">
            <a:schemeClr val="accent1"/>
          </a:fillRef>
          <a:effectRef idx="0">
            <a:schemeClr val="accent1"/>
          </a:effectRef>
          <a:fontRef idx="minor">
            <a:schemeClr val="tx1"/>
          </a:fontRef>
        </p:style>
      </p:cxnSp>
      <p:sp>
        <p:nvSpPr>
          <p:cNvPr id="41" name="流程图: 接点 40">
            <a:extLst>
              <a:ext uri="{FF2B5EF4-FFF2-40B4-BE49-F238E27FC236}">
                <a16:creationId xmlns:a16="http://schemas.microsoft.com/office/drawing/2014/main" id="{0E4C3178-EFD2-88D7-E4D0-1E6B2B2663C8}"/>
              </a:ext>
            </a:extLst>
          </p:cNvPr>
          <p:cNvSpPr/>
          <p:nvPr/>
        </p:nvSpPr>
        <p:spPr>
          <a:xfrm>
            <a:off x="7434469" y="2857500"/>
            <a:ext cx="268356" cy="268356"/>
          </a:xfrm>
          <a:prstGeom prst="flowChartConnector">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流程图: 接点 42">
            <a:extLst>
              <a:ext uri="{FF2B5EF4-FFF2-40B4-BE49-F238E27FC236}">
                <a16:creationId xmlns:a16="http://schemas.microsoft.com/office/drawing/2014/main" id="{9E3DC896-B319-E684-2F20-6BE43D97DAE5}"/>
              </a:ext>
            </a:extLst>
          </p:cNvPr>
          <p:cNvSpPr/>
          <p:nvPr/>
        </p:nvSpPr>
        <p:spPr>
          <a:xfrm>
            <a:off x="4527275" y="2857500"/>
            <a:ext cx="268356" cy="268356"/>
          </a:xfrm>
          <a:prstGeom prst="flowChartConnector">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流程图: 接点 43">
            <a:extLst>
              <a:ext uri="{FF2B5EF4-FFF2-40B4-BE49-F238E27FC236}">
                <a16:creationId xmlns:a16="http://schemas.microsoft.com/office/drawing/2014/main" id="{AD5F0AE3-8DEC-276B-653B-B140DFE6D8AC}"/>
              </a:ext>
            </a:extLst>
          </p:cNvPr>
          <p:cNvSpPr/>
          <p:nvPr/>
        </p:nvSpPr>
        <p:spPr>
          <a:xfrm>
            <a:off x="4437823" y="5044108"/>
            <a:ext cx="268356" cy="268356"/>
          </a:xfrm>
          <a:prstGeom prst="flowChartConnector">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流程图: 接点 44">
            <a:extLst>
              <a:ext uri="{FF2B5EF4-FFF2-40B4-BE49-F238E27FC236}">
                <a16:creationId xmlns:a16="http://schemas.microsoft.com/office/drawing/2014/main" id="{0588AA3E-4B51-4E91-3C94-461F1C9D3F0A}"/>
              </a:ext>
            </a:extLst>
          </p:cNvPr>
          <p:cNvSpPr/>
          <p:nvPr/>
        </p:nvSpPr>
        <p:spPr>
          <a:xfrm>
            <a:off x="7346674" y="5044108"/>
            <a:ext cx="268356" cy="268356"/>
          </a:xfrm>
          <a:prstGeom prst="flowChartConnector">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a:extLst>
              <a:ext uri="{FF2B5EF4-FFF2-40B4-BE49-F238E27FC236}">
                <a16:creationId xmlns:a16="http://schemas.microsoft.com/office/drawing/2014/main" id="{218BACE5-D8DA-CFD9-AFCA-4F956841DA36}"/>
              </a:ext>
            </a:extLst>
          </p:cNvPr>
          <p:cNvSpPr txBox="1"/>
          <p:nvPr/>
        </p:nvSpPr>
        <p:spPr>
          <a:xfrm>
            <a:off x="2429159" y="2335678"/>
            <a:ext cx="697627" cy="400110"/>
          </a:xfrm>
          <a:prstGeom prst="rect">
            <a:avLst/>
          </a:prstGeom>
          <a:noFill/>
        </p:spPr>
        <p:txBody>
          <a:bodyPr wrap="none" rtlCol="0">
            <a:spAutoFit/>
          </a:bodyPr>
          <a:lstStyle/>
          <a:p>
            <a:r>
              <a:rPr lang="zh-CN" altLang="en-US" sz="2000">
                <a:solidFill>
                  <a:srgbClr val="FFC000"/>
                </a:solidFill>
                <a:latin typeface="荆南波波黑" panose="02000800000000000000" pitchFamily="2" charset="-122"/>
                <a:ea typeface="荆南波波黑" panose="02000800000000000000" pitchFamily="2" charset="-122"/>
              </a:rPr>
              <a:t>思考</a:t>
            </a:r>
          </a:p>
        </p:txBody>
      </p:sp>
      <p:sp>
        <p:nvSpPr>
          <p:cNvPr id="50" name="文本框 49">
            <a:extLst>
              <a:ext uri="{FF2B5EF4-FFF2-40B4-BE49-F238E27FC236}">
                <a16:creationId xmlns:a16="http://schemas.microsoft.com/office/drawing/2014/main" id="{BB534A81-71D5-A302-478B-A1468EB8601E}"/>
              </a:ext>
            </a:extLst>
          </p:cNvPr>
          <p:cNvSpPr txBox="1"/>
          <p:nvPr/>
        </p:nvSpPr>
        <p:spPr>
          <a:xfrm>
            <a:off x="8859077" y="2296683"/>
            <a:ext cx="697627" cy="400110"/>
          </a:xfrm>
          <a:prstGeom prst="rect">
            <a:avLst/>
          </a:prstGeom>
          <a:noFill/>
        </p:spPr>
        <p:txBody>
          <a:bodyPr wrap="none" rtlCol="0">
            <a:spAutoFit/>
          </a:bodyPr>
          <a:lstStyle/>
          <a:p>
            <a:r>
              <a:rPr lang="zh-CN" altLang="en-US" sz="2000">
                <a:solidFill>
                  <a:srgbClr val="FFC000"/>
                </a:solidFill>
                <a:latin typeface="荆南波波黑" panose="02000800000000000000" pitchFamily="2" charset="-122"/>
                <a:ea typeface="荆南波波黑" panose="02000800000000000000" pitchFamily="2" charset="-122"/>
              </a:rPr>
              <a:t>推理</a:t>
            </a:r>
          </a:p>
        </p:txBody>
      </p:sp>
      <p:sp>
        <p:nvSpPr>
          <p:cNvPr id="51" name="文本框 50">
            <a:extLst>
              <a:ext uri="{FF2B5EF4-FFF2-40B4-BE49-F238E27FC236}">
                <a16:creationId xmlns:a16="http://schemas.microsoft.com/office/drawing/2014/main" id="{416913AA-1B12-EEB5-2A16-02D760E238BB}"/>
              </a:ext>
            </a:extLst>
          </p:cNvPr>
          <p:cNvSpPr txBox="1"/>
          <p:nvPr/>
        </p:nvSpPr>
        <p:spPr>
          <a:xfrm>
            <a:off x="2415180" y="4978231"/>
            <a:ext cx="697627" cy="400110"/>
          </a:xfrm>
          <a:prstGeom prst="rect">
            <a:avLst/>
          </a:prstGeom>
          <a:noFill/>
        </p:spPr>
        <p:txBody>
          <a:bodyPr wrap="none" rtlCol="0">
            <a:spAutoFit/>
          </a:bodyPr>
          <a:lstStyle/>
          <a:p>
            <a:r>
              <a:rPr lang="zh-CN" altLang="en-US" sz="2000">
                <a:solidFill>
                  <a:srgbClr val="FFC000"/>
                </a:solidFill>
                <a:latin typeface="荆南波波黑" panose="02000800000000000000" pitchFamily="2" charset="-122"/>
                <a:ea typeface="荆南波波黑" panose="02000800000000000000" pitchFamily="2" charset="-122"/>
              </a:rPr>
              <a:t>学习</a:t>
            </a:r>
          </a:p>
        </p:txBody>
      </p:sp>
      <p:sp>
        <p:nvSpPr>
          <p:cNvPr id="52" name="文本框 51">
            <a:extLst>
              <a:ext uri="{FF2B5EF4-FFF2-40B4-BE49-F238E27FC236}">
                <a16:creationId xmlns:a16="http://schemas.microsoft.com/office/drawing/2014/main" id="{7170033E-3BD2-A187-27D3-5C6271306B57}"/>
              </a:ext>
            </a:extLst>
          </p:cNvPr>
          <p:cNvSpPr txBox="1"/>
          <p:nvPr/>
        </p:nvSpPr>
        <p:spPr>
          <a:xfrm>
            <a:off x="8859077" y="4978231"/>
            <a:ext cx="1210588" cy="400110"/>
          </a:xfrm>
          <a:prstGeom prst="rect">
            <a:avLst/>
          </a:prstGeom>
          <a:noFill/>
        </p:spPr>
        <p:txBody>
          <a:bodyPr wrap="none" rtlCol="0">
            <a:spAutoFit/>
          </a:bodyPr>
          <a:lstStyle/>
          <a:p>
            <a:r>
              <a:rPr lang="zh-CN" altLang="en-US" sz="2000">
                <a:solidFill>
                  <a:srgbClr val="FFC000"/>
                </a:solidFill>
                <a:latin typeface="荆南波波黑" panose="02000800000000000000" pitchFamily="2" charset="-122"/>
                <a:ea typeface="荆南波波黑" panose="02000800000000000000" pitchFamily="2" charset="-122"/>
              </a:rPr>
              <a:t>解决问题</a:t>
            </a:r>
          </a:p>
        </p:txBody>
      </p:sp>
    </p:spTree>
    <p:extLst>
      <p:ext uri="{BB962C8B-B14F-4D97-AF65-F5344CB8AC3E}">
        <p14:creationId xmlns:p14="http://schemas.microsoft.com/office/powerpoint/2010/main" val="59169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decel="5000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200" fill="hold"/>
                                        <p:tgtEl>
                                          <p:spTgt spid="3"/>
                                        </p:tgtEl>
                                        <p:attrNameLst>
                                          <p:attrName>ppt_w</p:attrName>
                                        </p:attrNameLst>
                                      </p:cBhvr>
                                      <p:tavLst>
                                        <p:tav tm="0">
                                          <p:val>
                                            <p:strVal val="0"/>
                                          </p:val>
                                        </p:tav>
                                        <p:tav tm="100000">
                                          <p:val>
                                            <p:strVal val="#ppt_w"/>
                                          </p:val>
                                        </p:tav>
                                      </p:tavLst>
                                    </p:anim>
                                    <p:anim calcmode="lin" valueType="num">
                                      <p:cBhvr>
                                        <p:cTn id="13" dur="200" fill="hold"/>
                                        <p:tgtEl>
                                          <p:spTgt spid="3"/>
                                        </p:tgtEl>
                                        <p:attrNameLst>
                                          <p:attrName>ppt_h</p:attrName>
                                        </p:attrNameLst>
                                      </p:cBhvr>
                                      <p:tavLst>
                                        <p:tav tm="0">
                                          <p:val>
                                            <p:strVal val="0"/>
                                          </p:val>
                                        </p:tav>
                                        <p:tav tm="100000">
                                          <p:val>
                                            <p:strVal val="#ppt_h"/>
                                          </p:val>
                                        </p:tav>
                                      </p:tavLst>
                                    </p:anim>
                                    <p:animScale>
                                      <p:cBhvr>
                                        <p:cTn id="14" dur="100" autoRev="1" fill="hold">
                                          <p:stCondLst>
                                            <p:cond delay="200"/>
                                          </p:stCondLst>
                                        </p:cTn>
                                        <p:tgtEl>
                                          <p:spTgt spid="3"/>
                                        </p:tgtEl>
                                      </p:cBhvr>
                                      <p:from x="100000" y="100000"/>
                                      <p:to x="110000" y="110000"/>
                                    </p:animScale>
                                    <p:animScale>
                                      <p:cBhvr>
                                        <p:cTn id="15" dur="100" autoRev="1" fill="hold">
                                          <p:stCondLst>
                                            <p:cond delay="400"/>
                                          </p:stCondLst>
                                        </p:cTn>
                                        <p:tgtEl>
                                          <p:spTgt spid="3"/>
                                        </p:tgtEl>
                                      </p:cBhvr>
                                      <p:from x="100000" y="100000"/>
                                      <p:to x="90000" y="90000"/>
                                    </p:animScale>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250" fill="hold"/>
                                        <p:tgtEl>
                                          <p:spTgt spid="7"/>
                                        </p:tgtEl>
                                        <p:attrNameLst>
                                          <p:attrName>ppt_w</p:attrName>
                                        </p:attrNameLst>
                                      </p:cBhvr>
                                      <p:tavLst>
                                        <p:tav tm="0">
                                          <p:val>
                                            <p:fltVal val="0"/>
                                          </p:val>
                                        </p:tav>
                                        <p:tav tm="100000">
                                          <p:val>
                                            <p:strVal val="#ppt_w"/>
                                          </p:val>
                                        </p:tav>
                                      </p:tavLst>
                                    </p:anim>
                                    <p:anim calcmode="lin" valueType="num">
                                      <p:cBhvr>
                                        <p:cTn id="21" dur="250" fill="hold"/>
                                        <p:tgtEl>
                                          <p:spTgt spid="7"/>
                                        </p:tgtEl>
                                        <p:attrNameLst>
                                          <p:attrName>ppt_h</p:attrName>
                                        </p:attrNameLst>
                                      </p:cBhvr>
                                      <p:tavLst>
                                        <p:tav tm="0">
                                          <p:val>
                                            <p:fltVal val="0"/>
                                          </p:val>
                                        </p:tav>
                                        <p:tav tm="100000">
                                          <p:val>
                                            <p:strVal val="#ppt_h"/>
                                          </p:val>
                                        </p:tav>
                                      </p:tavLst>
                                    </p:anim>
                                    <p:animEffect transition="in" filter="fade">
                                      <p:cBhvr>
                                        <p:cTn id="22" dur="250"/>
                                        <p:tgtEl>
                                          <p:spTgt spid="7"/>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43"/>
                                        </p:tgtEl>
                                        <p:attrNameLst>
                                          <p:attrName>style.visibility</p:attrName>
                                        </p:attrNameLst>
                                      </p:cBhvr>
                                      <p:to>
                                        <p:strVal val="visible"/>
                                      </p:to>
                                    </p:set>
                                    <p:anim calcmode="lin" valueType="num">
                                      <p:cBhvr>
                                        <p:cTn id="25" dur="250" fill="hold"/>
                                        <p:tgtEl>
                                          <p:spTgt spid="43"/>
                                        </p:tgtEl>
                                        <p:attrNameLst>
                                          <p:attrName>ppt_w</p:attrName>
                                        </p:attrNameLst>
                                      </p:cBhvr>
                                      <p:tavLst>
                                        <p:tav tm="0">
                                          <p:val>
                                            <p:fltVal val="0"/>
                                          </p:val>
                                        </p:tav>
                                        <p:tav tm="100000">
                                          <p:val>
                                            <p:strVal val="#ppt_w"/>
                                          </p:val>
                                        </p:tav>
                                      </p:tavLst>
                                    </p:anim>
                                    <p:anim calcmode="lin" valueType="num">
                                      <p:cBhvr>
                                        <p:cTn id="26" dur="250" fill="hold"/>
                                        <p:tgtEl>
                                          <p:spTgt spid="43"/>
                                        </p:tgtEl>
                                        <p:attrNameLst>
                                          <p:attrName>ppt_h</p:attrName>
                                        </p:attrNameLst>
                                      </p:cBhvr>
                                      <p:tavLst>
                                        <p:tav tm="0">
                                          <p:val>
                                            <p:fltVal val="0"/>
                                          </p:val>
                                        </p:tav>
                                        <p:tav tm="100000">
                                          <p:val>
                                            <p:strVal val="#ppt_h"/>
                                          </p:val>
                                        </p:tav>
                                      </p:tavLst>
                                    </p:anim>
                                    <p:animEffect transition="in" filter="fade">
                                      <p:cBhvr>
                                        <p:cTn id="27" dur="250"/>
                                        <p:tgtEl>
                                          <p:spTgt spid="43"/>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250" fill="hold"/>
                                        <p:tgtEl>
                                          <p:spTgt spid="9"/>
                                        </p:tgtEl>
                                        <p:attrNameLst>
                                          <p:attrName>ppt_w</p:attrName>
                                        </p:attrNameLst>
                                      </p:cBhvr>
                                      <p:tavLst>
                                        <p:tav tm="0">
                                          <p:val>
                                            <p:fltVal val="0"/>
                                          </p:val>
                                        </p:tav>
                                        <p:tav tm="100000">
                                          <p:val>
                                            <p:strVal val="#ppt_w"/>
                                          </p:val>
                                        </p:tav>
                                      </p:tavLst>
                                    </p:anim>
                                    <p:anim calcmode="lin" valueType="num">
                                      <p:cBhvr>
                                        <p:cTn id="31" dur="250" fill="hold"/>
                                        <p:tgtEl>
                                          <p:spTgt spid="9"/>
                                        </p:tgtEl>
                                        <p:attrNameLst>
                                          <p:attrName>ppt_h</p:attrName>
                                        </p:attrNameLst>
                                      </p:cBhvr>
                                      <p:tavLst>
                                        <p:tav tm="0">
                                          <p:val>
                                            <p:fltVal val="0"/>
                                          </p:val>
                                        </p:tav>
                                        <p:tav tm="100000">
                                          <p:val>
                                            <p:strVal val="#ppt_h"/>
                                          </p:val>
                                        </p:tav>
                                      </p:tavLst>
                                    </p:anim>
                                    <p:animEffect transition="in" filter="fade">
                                      <p:cBhvr>
                                        <p:cTn id="32" dur="250"/>
                                        <p:tgtEl>
                                          <p:spTgt spid="9"/>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anim calcmode="lin" valueType="num">
                                      <p:cBhvr>
                                        <p:cTn id="35" dur="250" fill="hold"/>
                                        <p:tgtEl>
                                          <p:spTgt spid="44"/>
                                        </p:tgtEl>
                                        <p:attrNameLst>
                                          <p:attrName>ppt_w</p:attrName>
                                        </p:attrNameLst>
                                      </p:cBhvr>
                                      <p:tavLst>
                                        <p:tav tm="0">
                                          <p:val>
                                            <p:fltVal val="0"/>
                                          </p:val>
                                        </p:tav>
                                        <p:tav tm="100000">
                                          <p:val>
                                            <p:strVal val="#ppt_w"/>
                                          </p:val>
                                        </p:tav>
                                      </p:tavLst>
                                    </p:anim>
                                    <p:anim calcmode="lin" valueType="num">
                                      <p:cBhvr>
                                        <p:cTn id="36" dur="250" fill="hold"/>
                                        <p:tgtEl>
                                          <p:spTgt spid="44"/>
                                        </p:tgtEl>
                                        <p:attrNameLst>
                                          <p:attrName>ppt_h</p:attrName>
                                        </p:attrNameLst>
                                      </p:cBhvr>
                                      <p:tavLst>
                                        <p:tav tm="0">
                                          <p:val>
                                            <p:fltVal val="0"/>
                                          </p:val>
                                        </p:tav>
                                        <p:tav tm="100000">
                                          <p:val>
                                            <p:strVal val="#ppt_h"/>
                                          </p:val>
                                        </p:tav>
                                      </p:tavLst>
                                    </p:anim>
                                    <p:animEffect transition="in" filter="fade">
                                      <p:cBhvr>
                                        <p:cTn id="37" dur="250"/>
                                        <p:tgtEl>
                                          <p:spTgt spid="44"/>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p:cTn id="40" dur="250" fill="hold"/>
                                        <p:tgtEl>
                                          <p:spTgt spid="4"/>
                                        </p:tgtEl>
                                        <p:attrNameLst>
                                          <p:attrName>ppt_w</p:attrName>
                                        </p:attrNameLst>
                                      </p:cBhvr>
                                      <p:tavLst>
                                        <p:tav tm="0">
                                          <p:val>
                                            <p:fltVal val="0"/>
                                          </p:val>
                                        </p:tav>
                                        <p:tav tm="100000">
                                          <p:val>
                                            <p:strVal val="#ppt_w"/>
                                          </p:val>
                                        </p:tav>
                                      </p:tavLst>
                                    </p:anim>
                                    <p:anim calcmode="lin" valueType="num">
                                      <p:cBhvr>
                                        <p:cTn id="41" dur="250" fill="hold"/>
                                        <p:tgtEl>
                                          <p:spTgt spid="4"/>
                                        </p:tgtEl>
                                        <p:attrNameLst>
                                          <p:attrName>ppt_h</p:attrName>
                                        </p:attrNameLst>
                                      </p:cBhvr>
                                      <p:tavLst>
                                        <p:tav tm="0">
                                          <p:val>
                                            <p:fltVal val="0"/>
                                          </p:val>
                                        </p:tav>
                                        <p:tav tm="100000">
                                          <p:val>
                                            <p:strVal val="#ppt_h"/>
                                          </p:val>
                                        </p:tav>
                                      </p:tavLst>
                                    </p:anim>
                                    <p:animEffect transition="in" filter="fade">
                                      <p:cBhvr>
                                        <p:cTn id="42" dur="250"/>
                                        <p:tgtEl>
                                          <p:spTgt spid="4"/>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41"/>
                                        </p:tgtEl>
                                        <p:attrNameLst>
                                          <p:attrName>style.visibility</p:attrName>
                                        </p:attrNameLst>
                                      </p:cBhvr>
                                      <p:to>
                                        <p:strVal val="visible"/>
                                      </p:to>
                                    </p:set>
                                    <p:anim calcmode="lin" valueType="num">
                                      <p:cBhvr>
                                        <p:cTn id="45" dur="250" fill="hold"/>
                                        <p:tgtEl>
                                          <p:spTgt spid="41"/>
                                        </p:tgtEl>
                                        <p:attrNameLst>
                                          <p:attrName>ppt_w</p:attrName>
                                        </p:attrNameLst>
                                      </p:cBhvr>
                                      <p:tavLst>
                                        <p:tav tm="0">
                                          <p:val>
                                            <p:fltVal val="0"/>
                                          </p:val>
                                        </p:tav>
                                        <p:tav tm="100000">
                                          <p:val>
                                            <p:strVal val="#ppt_w"/>
                                          </p:val>
                                        </p:tav>
                                      </p:tavLst>
                                    </p:anim>
                                    <p:anim calcmode="lin" valueType="num">
                                      <p:cBhvr>
                                        <p:cTn id="46" dur="250" fill="hold"/>
                                        <p:tgtEl>
                                          <p:spTgt spid="41"/>
                                        </p:tgtEl>
                                        <p:attrNameLst>
                                          <p:attrName>ppt_h</p:attrName>
                                        </p:attrNameLst>
                                      </p:cBhvr>
                                      <p:tavLst>
                                        <p:tav tm="0">
                                          <p:val>
                                            <p:fltVal val="0"/>
                                          </p:val>
                                        </p:tav>
                                        <p:tav tm="100000">
                                          <p:val>
                                            <p:strVal val="#ppt_h"/>
                                          </p:val>
                                        </p:tav>
                                      </p:tavLst>
                                    </p:anim>
                                    <p:animEffect transition="in" filter="fade">
                                      <p:cBhvr>
                                        <p:cTn id="47" dur="250"/>
                                        <p:tgtEl>
                                          <p:spTgt spid="41"/>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8"/>
                                        </p:tgtEl>
                                        <p:attrNameLst>
                                          <p:attrName>style.visibility</p:attrName>
                                        </p:attrNameLst>
                                      </p:cBhvr>
                                      <p:to>
                                        <p:strVal val="visible"/>
                                      </p:to>
                                    </p:set>
                                    <p:anim calcmode="lin" valueType="num">
                                      <p:cBhvr>
                                        <p:cTn id="50" dur="250" fill="hold"/>
                                        <p:tgtEl>
                                          <p:spTgt spid="8"/>
                                        </p:tgtEl>
                                        <p:attrNameLst>
                                          <p:attrName>ppt_w</p:attrName>
                                        </p:attrNameLst>
                                      </p:cBhvr>
                                      <p:tavLst>
                                        <p:tav tm="0">
                                          <p:val>
                                            <p:fltVal val="0"/>
                                          </p:val>
                                        </p:tav>
                                        <p:tav tm="100000">
                                          <p:val>
                                            <p:strVal val="#ppt_w"/>
                                          </p:val>
                                        </p:tav>
                                      </p:tavLst>
                                    </p:anim>
                                    <p:anim calcmode="lin" valueType="num">
                                      <p:cBhvr>
                                        <p:cTn id="51" dur="250" fill="hold"/>
                                        <p:tgtEl>
                                          <p:spTgt spid="8"/>
                                        </p:tgtEl>
                                        <p:attrNameLst>
                                          <p:attrName>ppt_h</p:attrName>
                                        </p:attrNameLst>
                                      </p:cBhvr>
                                      <p:tavLst>
                                        <p:tav tm="0">
                                          <p:val>
                                            <p:fltVal val="0"/>
                                          </p:val>
                                        </p:tav>
                                        <p:tav tm="100000">
                                          <p:val>
                                            <p:strVal val="#ppt_h"/>
                                          </p:val>
                                        </p:tav>
                                      </p:tavLst>
                                    </p:anim>
                                    <p:animEffect transition="in" filter="fade">
                                      <p:cBhvr>
                                        <p:cTn id="52" dur="250"/>
                                        <p:tgtEl>
                                          <p:spTgt spid="8"/>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anim calcmode="lin" valueType="num">
                                      <p:cBhvr>
                                        <p:cTn id="55" dur="250" fill="hold"/>
                                        <p:tgtEl>
                                          <p:spTgt spid="45"/>
                                        </p:tgtEl>
                                        <p:attrNameLst>
                                          <p:attrName>ppt_w</p:attrName>
                                        </p:attrNameLst>
                                      </p:cBhvr>
                                      <p:tavLst>
                                        <p:tav tm="0">
                                          <p:val>
                                            <p:fltVal val="0"/>
                                          </p:val>
                                        </p:tav>
                                        <p:tav tm="100000">
                                          <p:val>
                                            <p:strVal val="#ppt_w"/>
                                          </p:val>
                                        </p:tav>
                                      </p:tavLst>
                                    </p:anim>
                                    <p:anim calcmode="lin" valueType="num">
                                      <p:cBhvr>
                                        <p:cTn id="56" dur="250" fill="hold"/>
                                        <p:tgtEl>
                                          <p:spTgt spid="45"/>
                                        </p:tgtEl>
                                        <p:attrNameLst>
                                          <p:attrName>ppt_h</p:attrName>
                                        </p:attrNameLst>
                                      </p:cBhvr>
                                      <p:tavLst>
                                        <p:tav tm="0">
                                          <p:val>
                                            <p:fltVal val="0"/>
                                          </p:val>
                                        </p:tav>
                                        <p:tav tm="100000">
                                          <p:val>
                                            <p:strVal val="#ppt_h"/>
                                          </p:val>
                                        </p:tav>
                                      </p:tavLst>
                                    </p:anim>
                                    <p:animEffect transition="in" filter="fade">
                                      <p:cBhvr>
                                        <p:cTn id="57" dur="250"/>
                                        <p:tgtEl>
                                          <p:spTgt spid="45"/>
                                        </p:tgtEl>
                                      </p:cBhvr>
                                    </p:animEffect>
                                  </p:childTnLst>
                                </p:cTn>
                              </p:par>
                            </p:childTnLst>
                          </p:cTn>
                        </p:par>
                        <p:par>
                          <p:cTn id="58" fill="hold">
                            <p:stCondLst>
                              <p:cond delay="250"/>
                            </p:stCondLst>
                            <p:childTnLst>
                              <p:par>
                                <p:cTn id="59" presetID="22" presetClass="entr" presetSubtype="2" fill="hold" nodeType="after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right)">
                                      <p:cBhvr>
                                        <p:cTn id="61" dur="250"/>
                                        <p:tgtEl>
                                          <p:spTgt spid="12"/>
                                        </p:tgtEl>
                                      </p:cBhvr>
                                    </p:animEffect>
                                  </p:childTnLst>
                                </p:cTn>
                              </p:par>
                              <p:par>
                                <p:cTn id="62" presetID="22" presetClass="entr" presetSubtype="8" fill="hold" nodeType="with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wipe(left)">
                                      <p:cBhvr>
                                        <p:cTn id="64" dur="250"/>
                                        <p:tgtEl>
                                          <p:spTgt spid="11"/>
                                        </p:tgtEl>
                                      </p:cBhvr>
                                    </p:animEffect>
                                  </p:childTnLst>
                                </p:cTn>
                              </p:par>
                              <p:par>
                                <p:cTn id="65" presetID="22" presetClass="entr" presetSubtype="2" fill="hold" nodeType="with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right)">
                                      <p:cBhvr>
                                        <p:cTn id="67" dur="250"/>
                                        <p:tgtEl>
                                          <p:spTgt spid="17"/>
                                        </p:tgtEl>
                                      </p:cBhvr>
                                    </p:animEffect>
                                  </p:childTnLst>
                                </p:cTn>
                              </p:par>
                              <p:par>
                                <p:cTn id="68" presetID="22" presetClass="entr" presetSubtype="8" fill="hold" nodeType="with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wipe(left)">
                                      <p:cBhvr>
                                        <p:cTn id="70" dur="250"/>
                                        <p:tgtEl>
                                          <p:spTgt spid="20"/>
                                        </p:tgtEl>
                                      </p:cBhvr>
                                    </p:animEffect>
                                  </p:childTnLst>
                                </p:cTn>
                              </p:par>
                              <p:par>
                                <p:cTn id="71" presetID="14" presetClass="entr" presetSubtype="10" fill="hold" grpId="0" nodeType="withEffect">
                                  <p:stCondLst>
                                    <p:cond delay="200"/>
                                  </p:stCondLst>
                                  <p:childTnLst>
                                    <p:set>
                                      <p:cBhvr>
                                        <p:cTn id="72" dur="1" fill="hold">
                                          <p:stCondLst>
                                            <p:cond delay="0"/>
                                          </p:stCondLst>
                                        </p:cTn>
                                        <p:tgtEl>
                                          <p:spTgt spid="49"/>
                                        </p:tgtEl>
                                        <p:attrNameLst>
                                          <p:attrName>style.visibility</p:attrName>
                                        </p:attrNameLst>
                                      </p:cBhvr>
                                      <p:to>
                                        <p:strVal val="visible"/>
                                      </p:to>
                                    </p:set>
                                    <p:animEffect transition="in" filter="randombar(horizontal)">
                                      <p:cBhvr>
                                        <p:cTn id="73" dur="250"/>
                                        <p:tgtEl>
                                          <p:spTgt spid="49"/>
                                        </p:tgtEl>
                                      </p:cBhvr>
                                    </p:animEffect>
                                  </p:childTnLst>
                                </p:cTn>
                              </p:par>
                              <p:par>
                                <p:cTn id="74" presetID="14" presetClass="entr" presetSubtype="10" fill="hold" grpId="0" nodeType="withEffect">
                                  <p:stCondLst>
                                    <p:cond delay="200"/>
                                  </p:stCondLst>
                                  <p:childTnLst>
                                    <p:set>
                                      <p:cBhvr>
                                        <p:cTn id="75" dur="1" fill="hold">
                                          <p:stCondLst>
                                            <p:cond delay="0"/>
                                          </p:stCondLst>
                                        </p:cTn>
                                        <p:tgtEl>
                                          <p:spTgt spid="51"/>
                                        </p:tgtEl>
                                        <p:attrNameLst>
                                          <p:attrName>style.visibility</p:attrName>
                                        </p:attrNameLst>
                                      </p:cBhvr>
                                      <p:to>
                                        <p:strVal val="visible"/>
                                      </p:to>
                                    </p:set>
                                    <p:animEffect transition="in" filter="randombar(horizontal)">
                                      <p:cBhvr>
                                        <p:cTn id="76" dur="250"/>
                                        <p:tgtEl>
                                          <p:spTgt spid="51"/>
                                        </p:tgtEl>
                                      </p:cBhvr>
                                    </p:animEffect>
                                  </p:childTnLst>
                                </p:cTn>
                              </p:par>
                              <p:par>
                                <p:cTn id="77" presetID="14" presetClass="entr" presetSubtype="10" fill="hold" grpId="0" nodeType="withEffect">
                                  <p:stCondLst>
                                    <p:cond delay="300"/>
                                  </p:stCondLst>
                                  <p:childTnLst>
                                    <p:set>
                                      <p:cBhvr>
                                        <p:cTn id="78" dur="1" fill="hold">
                                          <p:stCondLst>
                                            <p:cond delay="0"/>
                                          </p:stCondLst>
                                        </p:cTn>
                                        <p:tgtEl>
                                          <p:spTgt spid="50"/>
                                        </p:tgtEl>
                                        <p:attrNameLst>
                                          <p:attrName>style.visibility</p:attrName>
                                        </p:attrNameLst>
                                      </p:cBhvr>
                                      <p:to>
                                        <p:strVal val="visible"/>
                                      </p:to>
                                    </p:set>
                                    <p:animEffect transition="in" filter="randombar(horizontal)">
                                      <p:cBhvr>
                                        <p:cTn id="79" dur="250"/>
                                        <p:tgtEl>
                                          <p:spTgt spid="50"/>
                                        </p:tgtEl>
                                      </p:cBhvr>
                                    </p:animEffect>
                                  </p:childTnLst>
                                </p:cTn>
                              </p:par>
                              <p:par>
                                <p:cTn id="80" presetID="14" presetClass="entr" presetSubtype="10" fill="hold" grpId="0" nodeType="withEffect">
                                  <p:stCondLst>
                                    <p:cond delay="300"/>
                                  </p:stCondLst>
                                  <p:childTnLst>
                                    <p:set>
                                      <p:cBhvr>
                                        <p:cTn id="81" dur="1" fill="hold">
                                          <p:stCondLst>
                                            <p:cond delay="0"/>
                                          </p:stCondLst>
                                        </p:cTn>
                                        <p:tgtEl>
                                          <p:spTgt spid="52"/>
                                        </p:tgtEl>
                                        <p:attrNameLst>
                                          <p:attrName>style.visibility</p:attrName>
                                        </p:attrNameLst>
                                      </p:cBhvr>
                                      <p:to>
                                        <p:strVal val="visible"/>
                                      </p:to>
                                    </p:set>
                                    <p:animEffect transition="in" filter="randombar(horizontal)">
                                      <p:cBhvr>
                                        <p:cTn id="82" dur="25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4" grpId="0" animBg="1"/>
      <p:bldP spid="7" grpId="0" animBg="1"/>
      <p:bldP spid="8" grpId="0" animBg="1"/>
      <p:bldP spid="9" grpId="0" animBg="1"/>
      <p:bldP spid="41" grpId="0" animBg="1"/>
      <p:bldP spid="43" grpId="0" animBg="1"/>
      <p:bldP spid="44" grpId="0" animBg="1"/>
      <p:bldP spid="45" grpId="0" animBg="1"/>
      <p:bldP spid="49" grpId="0"/>
      <p:bldP spid="50" grpId="0"/>
      <p:bldP spid="51" grpId="0"/>
      <p:bldP spid="5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BD044-C95C-15CD-5D22-E922B25C2EAF}"/>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F8EBEE6B-A942-9CFB-8681-02CA0242A111}"/>
              </a:ext>
            </a:extLst>
          </p:cNvPr>
          <p:cNvSpPr>
            <a:spLocks noGrp="1"/>
          </p:cNvSpPr>
          <p:nvPr>
            <p:ph idx="1"/>
          </p:nvPr>
        </p:nvSpPr>
        <p:spPr>
          <a:xfrm>
            <a:off x="576197" y="956242"/>
            <a:ext cx="11060481" cy="1203862"/>
          </a:xfrm>
        </p:spPr>
        <p:txBody>
          <a:bodyPr/>
          <a:lstStyle/>
          <a:p>
            <a:pPr marL="285750" indent="-285750">
              <a:buFont typeface="Wingdings" panose="05000000000000000000" pitchFamily="2" charset="2"/>
              <a:buChar char="l"/>
            </a:pPr>
            <a:r>
              <a:rPr lang="en-US" altLang="zh-CN"/>
              <a:t>AI</a:t>
            </a:r>
            <a:r>
              <a:rPr lang="zh-CN" altLang="en-US"/>
              <a:t>大模型：也称为大语言模型（</a:t>
            </a:r>
            <a:r>
              <a:rPr lang="en-US" altLang="zh-CN" b="1">
                <a:solidFill>
                  <a:srgbClr val="C00000"/>
                </a:solidFill>
              </a:rPr>
              <a:t>L</a:t>
            </a:r>
            <a:r>
              <a:rPr lang="en-US" altLang="zh-CN"/>
              <a:t>arge </a:t>
            </a:r>
            <a:r>
              <a:rPr lang="en-US" altLang="zh-CN" b="1">
                <a:solidFill>
                  <a:srgbClr val="C00000"/>
                </a:solidFill>
              </a:rPr>
              <a:t>L</a:t>
            </a:r>
            <a:r>
              <a:rPr lang="en-US" altLang="zh-CN"/>
              <a:t>anguage </a:t>
            </a:r>
            <a:r>
              <a:rPr lang="en-US" altLang="zh-CN" b="1">
                <a:solidFill>
                  <a:srgbClr val="C00000"/>
                </a:solidFill>
              </a:rPr>
              <a:t>M</a:t>
            </a:r>
            <a:r>
              <a:rPr lang="en-US" altLang="zh-CN"/>
              <a:t>odels, </a:t>
            </a:r>
            <a:r>
              <a:rPr lang="en-US" altLang="zh-CN" b="1">
                <a:solidFill>
                  <a:srgbClr val="C00000"/>
                </a:solidFill>
              </a:rPr>
              <a:t>LLM</a:t>
            </a:r>
            <a:r>
              <a:rPr lang="zh-CN" altLang="en-US"/>
              <a:t>），是</a:t>
            </a:r>
            <a:r>
              <a:rPr lang="en-US" altLang="zh-CN"/>
              <a:t>AI</a:t>
            </a:r>
            <a:r>
              <a:rPr lang="zh-CN" altLang="en-US"/>
              <a:t>技术的一个分支。其实就是一个用代码模拟人脑神经网络的程序（参数量极其庞大，通常达到数十亿至数千亿级别），通过大量的数据训练后，使其具备理解人类语言、思考、推理并输出人类语言的能力。</a:t>
            </a:r>
          </a:p>
        </p:txBody>
      </p:sp>
      <p:sp>
        <p:nvSpPr>
          <p:cNvPr id="5" name="标题 4">
            <a:extLst>
              <a:ext uri="{FF2B5EF4-FFF2-40B4-BE49-F238E27FC236}">
                <a16:creationId xmlns:a16="http://schemas.microsoft.com/office/drawing/2014/main" id="{62CD1483-A12E-34DC-6CC4-6323FA74F206}"/>
              </a:ext>
            </a:extLst>
          </p:cNvPr>
          <p:cNvSpPr>
            <a:spLocks noGrp="1"/>
          </p:cNvSpPr>
          <p:nvPr>
            <p:ph type="title"/>
          </p:nvPr>
        </p:nvSpPr>
        <p:spPr>
          <a:xfrm>
            <a:off x="576197" y="336399"/>
            <a:ext cx="1563500" cy="474415"/>
          </a:xfrm>
        </p:spPr>
        <p:txBody>
          <a:bodyPr/>
          <a:lstStyle/>
          <a:p>
            <a:r>
              <a:rPr lang="en-US" altLang="zh-CN"/>
              <a:t>AI</a:t>
            </a:r>
            <a:r>
              <a:rPr lang="zh-CN" altLang="en-US"/>
              <a:t>大模型</a:t>
            </a:r>
          </a:p>
        </p:txBody>
      </p:sp>
      <p:pic>
        <p:nvPicPr>
          <p:cNvPr id="30" name="图片 29">
            <a:extLst>
              <a:ext uri="{FF2B5EF4-FFF2-40B4-BE49-F238E27FC236}">
                <a16:creationId xmlns:a16="http://schemas.microsoft.com/office/drawing/2014/main" id="{C5C81418-6DA9-09D0-F8D9-DDC17EE83D1A}"/>
              </a:ext>
            </a:extLst>
          </p:cNvPr>
          <p:cNvPicPr>
            <a:picLocks noChangeAspect="1"/>
          </p:cNvPicPr>
          <p:nvPr/>
        </p:nvPicPr>
        <p:blipFill>
          <a:blip r:embed="rId2">
            <a:extLst>
              <a:ext uri="{28A0092B-C50C-407E-A947-70E740481C1C}">
                <a14:useLocalDpi xmlns:a14="http://schemas.microsoft.com/office/drawing/2010/main" val="0"/>
              </a:ext>
            </a:extLst>
          </a:blip>
          <a:srcRect l="1931" t="2559" r="2100" b="2752"/>
          <a:stretch>
            <a:fillRect/>
          </a:stretch>
        </p:blipFill>
        <p:spPr>
          <a:xfrm>
            <a:off x="868308" y="2656064"/>
            <a:ext cx="4483228" cy="3486319"/>
          </a:xfrm>
          <a:prstGeom prst="roundRect">
            <a:avLst>
              <a:gd name="adj" fmla="val 3594"/>
            </a:avLst>
          </a:prstGeom>
        </p:spPr>
      </p:pic>
      <p:pic>
        <p:nvPicPr>
          <p:cNvPr id="25" name="图片 24">
            <a:extLst>
              <a:ext uri="{FF2B5EF4-FFF2-40B4-BE49-F238E27FC236}">
                <a16:creationId xmlns:a16="http://schemas.microsoft.com/office/drawing/2014/main" id="{1B01052A-CD8F-CC22-67EF-2F47F5148AD8}"/>
              </a:ext>
            </a:extLst>
          </p:cNvPr>
          <p:cNvPicPr>
            <a:picLocks noChangeAspect="1"/>
          </p:cNvPicPr>
          <p:nvPr/>
        </p:nvPicPr>
        <p:blipFill>
          <a:blip r:embed="rId3">
            <a:extLst>
              <a:ext uri="{28A0092B-C50C-407E-A947-70E740481C1C}">
                <a14:useLocalDpi xmlns:a14="http://schemas.microsoft.com/office/drawing/2010/main" val="0"/>
              </a:ext>
            </a:extLst>
          </a:blip>
          <a:srcRect b="4905"/>
          <a:stretch>
            <a:fillRect/>
          </a:stretch>
        </p:blipFill>
        <p:spPr>
          <a:xfrm>
            <a:off x="3763617" y="2656063"/>
            <a:ext cx="1587919" cy="1485717"/>
          </a:xfrm>
          <a:prstGeom prst="roundRect">
            <a:avLst>
              <a:gd name="adj" fmla="val 3594"/>
            </a:avLst>
          </a:prstGeom>
          <a:ln>
            <a:solidFill>
              <a:srgbClr val="FFFF00"/>
            </a:solidFill>
          </a:ln>
        </p:spPr>
      </p:pic>
      <p:sp>
        <p:nvSpPr>
          <p:cNvPr id="31" name="箭头: 左 30">
            <a:extLst>
              <a:ext uri="{FF2B5EF4-FFF2-40B4-BE49-F238E27FC236}">
                <a16:creationId xmlns:a16="http://schemas.microsoft.com/office/drawing/2014/main" id="{6E2FF861-3697-8707-5A27-998F3FF5323C}"/>
              </a:ext>
            </a:extLst>
          </p:cNvPr>
          <p:cNvSpPr/>
          <p:nvPr/>
        </p:nvSpPr>
        <p:spPr>
          <a:xfrm>
            <a:off x="5487067" y="4214193"/>
            <a:ext cx="1696277" cy="583094"/>
          </a:xfrm>
          <a:prstGeom prst="leftArrow">
            <a:avLst>
              <a:gd name="adj1" fmla="val 50000"/>
              <a:gd name="adj2" fmla="val 103425"/>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bg1"/>
                </a:solidFill>
              </a:rPr>
              <a:t>代码</a:t>
            </a:r>
            <a:r>
              <a:rPr lang="en-US" altLang="zh-CN" sz="1400" b="1">
                <a:solidFill>
                  <a:schemeClr val="bg1"/>
                </a:solidFill>
              </a:rPr>
              <a:t>+</a:t>
            </a:r>
            <a:r>
              <a:rPr lang="zh-CN" altLang="en-US" sz="1400" b="1">
                <a:solidFill>
                  <a:schemeClr val="bg1"/>
                </a:solidFill>
              </a:rPr>
              <a:t>算法模拟</a:t>
            </a:r>
          </a:p>
        </p:txBody>
      </p:sp>
      <p:sp>
        <p:nvSpPr>
          <p:cNvPr id="32" name="Number4">
            <a:extLst>
              <a:ext uri="{FF2B5EF4-FFF2-40B4-BE49-F238E27FC236}">
                <a16:creationId xmlns:a16="http://schemas.microsoft.com/office/drawing/2014/main" id="{1627A4B0-6F50-84FD-9FC8-369113EB9DCD}"/>
              </a:ext>
            </a:extLst>
          </p:cNvPr>
          <p:cNvSpPr/>
          <p:nvPr/>
        </p:nvSpPr>
        <p:spPr>
          <a:xfrm>
            <a:off x="8417268" y="3689112"/>
            <a:ext cx="1819001" cy="1527978"/>
          </a:xfrm>
          <a:custGeom>
            <a:avLst/>
            <a:gdLst>
              <a:gd name="connsiteX0" fmla="*/ 1551099 w 2582902"/>
              <a:gd name="connsiteY0" fmla="*/ 370 h 2169661"/>
              <a:gd name="connsiteX1" fmla="*/ 1069330 w 2582902"/>
              <a:gd name="connsiteY1" fmla="*/ 32007 h 2169661"/>
              <a:gd name="connsiteX2" fmla="*/ 558515 w 2582902"/>
              <a:gd name="connsiteY2" fmla="*/ 106751 h 2169661"/>
              <a:gd name="connsiteX3" fmla="*/ 158891 w 2582902"/>
              <a:gd name="connsiteY3" fmla="*/ 241439 h 2169661"/>
              <a:gd name="connsiteX4" fmla="*/ 52140 w 2582902"/>
              <a:gd name="connsiteY4" fmla="*/ 389818 h 2169661"/>
              <a:gd name="connsiteX5" fmla="*/ 8292 w 2582902"/>
              <a:gd name="connsiteY5" fmla="*/ 787777 h 2169661"/>
              <a:gd name="connsiteX6" fmla="*/ 16433 w 2582902"/>
              <a:gd name="connsiteY6" fmla="*/ 1449376 h 2169661"/>
              <a:gd name="connsiteX7" fmla="*/ 71011 w 2582902"/>
              <a:gd name="connsiteY7" fmla="*/ 1815513 h 2169661"/>
              <a:gd name="connsiteX8" fmla="*/ 318926 w 2582902"/>
              <a:gd name="connsiteY8" fmla="*/ 2081374 h 2169661"/>
              <a:gd name="connsiteX9" fmla="*/ 666191 w 2582902"/>
              <a:gd name="connsiteY9" fmla="*/ 2146498 h 2169661"/>
              <a:gd name="connsiteX10" fmla="*/ 1205683 w 2582902"/>
              <a:gd name="connsiteY10" fmla="*/ 2166479 h 2169661"/>
              <a:gd name="connsiteX11" fmla="*/ 1575890 w 2582902"/>
              <a:gd name="connsiteY11" fmla="*/ 2136878 h 2169661"/>
              <a:gd name="connsiteX12" fmla="*/ 1908170 w 2582902"/>
              <a:gd name="connsiteY12" fmla="*/ 2083224 h 2169661"/>
              <a:gd name="connsiteX13" fmla="*/ 2307609 w 2582902"/>
              <a:gd name="connsiteY13" fmla="*/ 1986278 h 2169661"/>
              <a:gd name="connsiteX14" fmla="*/ 2479114 w 2582902"/>
              <a:gd name="connsiteY14" fmla="*/ 1859361 h 2169661"/>
              <a:gd name="connsiteX15" fmla="*/ 2577725 w 2582902"/>
              <a:gd name="connsiteY15" fmla="*/ 1503770 h 2169661"/>
              <a:gd name="connsiteX16" fmla="*/ 2566254 w 2582902"/>
              <a:gd name="connsiteY16" fmla="*/ 1097855 h 2169661"/>
              <a:gd name="connsiteX17" fmla="*/ 2534432 w 2582902"/>
              <a:gd name="connsiteY17" fmla="*/ 785927 h 2169661"/>
              <a:gd name="connsiteX18" fmla="*/ 2484109 w 2582902"/>
              <a:gd name="connsiteY18" fmla="*/ 412205 h 2169661"/>
              <a:gd name="connsiteX19" fmla="*/ 2443592 w 2582902"/>
              <a:gd name="connsiteY19" fmla="*/ 279737 h 2169661"/>
              <a:gd name="connsiteX20" fmla="*/ 2184762 w 2582902"/>
              <a:gd name="connsiteY20" fmla="*/ 59944 h 2169661"/>
              <a:gd name="connsiteX21" fmla="*/ 1962193 w 2582902"/>
              <a:gd name="connsiteY21" fmla="*/ 20906 h 2169661"/>
              <a:gd name="connsiteX22" fmla="*/ 1551099 w 2582902"/>
              <a:gd name="connsiteY22" fmla="*/ 0 h 216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82902" h="2169661">
                <a:moveTo>
                  <a:pt x="1551099" y="370"/>
                </a:moveTo>
                <a:cubicBezTo>
                  <a:pt x="1397725" y="13506"/>
                  <a:pt x="1233065" y="7400"/>
                  <a:pt x="1069330" y="32007"/>
                </a:cubicBezTo>
                <a:cubicBezTo>
                  <a:pt x="899120" y="57353"/>
                  <a:pt x="726690" y="68639"/>
                  <a:pt x="558515" y="106751"/>
                </a:cubicBezTo>
                <a:cubicBezTo>
                  <a:pt x="421052" y="138018"/>
                  <a:pt x="284699" y="172615"/>
                  <a:pt x="158891" y="241439"/>
                </a:cubicBezTo>
                <a:cubicBezTo>
                  <a:pt x="96172" y="275666"/>
                  <a:pt x="61020" y="323769"/>
                  <a:pt x="52140" y="389818"/>
                </a:cubicBezTo>
                <a:cubicBezTo>
                  <a:pt x="34379" y="522101"/>
                  <a:pt x="15692" y="654754"/>
                  <a:pt x="8292" y="787777"/>
                </a:cubicBezTo>
                <a:cubicBezTo>
                  <a:pt x="-4104" y="1008125"/>
                  <a:pt x="-3549" y="1228843"/>
                  <a:pt x="16433" y="1449376"/>
                </a:cubicBezTo>
                <a:cubicBezTo>
                  <a:pt x="27718" y="1572779"/>
                  <a:pt x="36414" y="1695441"/>
                  <a:pt x="71011" y="1815513"/>
                </a:cubicBezTo>
                <a:cubicBezTo>
                  <a:pt x="108938" y="1947796"/>
                  <a:pt x="185163" y="2038452"/>
                  <a:pt x="318926" y="2081374"/>
                </a:cubicBezTo>
                <a:cubicBezTo>
                  <a:pt x="432337" y="2117821"/>
                  <a:pt x="548894" y="2135582"/>
                  <a:pt x="666191" y="2146498"/>
                </a:cubicBezTo>
                <a:cubicBezTo>
                  <a:pt x="845467" y="2163519"/>
                  <a:pt x="1025483" y="2175730"/>
                  <a:pt x="1205683" y="2166479"/>
                </a:cubicBezTo>
                <a:cubicBezTo>
                  <a:pt x="1329271" y="2160189"/>
                  <a:pt x="1453043" y="2154268"/>
                  <a:pt x="1575890" y="2136878"/>
                </a:cubicBezTo>
                <a:cubicBezTo>
                  <a:pt x="1687082" y="2121151"/>
                  <a:pt x="1797718" y="2104131"/>
                  <a:pt x="1908170" y="2083224"/>
                </a:cubicBezTo>
                <a:cubicBezTo>
                  <a:pt x="2043043" y="2057878"/>
                  <a:pt x="2177731" y="2031236"/>
                  <a:pt x="2307609" y="1986278"/>
                </a:cubicBezTo>
                <a:cubicBezTo>
                  <a:pt x="2377358" y="1962042"/>
                  <a:pt x="2445257" y="1933365"/>
                  <a:pt x="2479114" y="1859361"/>
                </a:cubicBezTo>
                <a:cubicBezTo>
                  <a:pt x="2531102" y="1746134"/>
                  <a:pt x="2568659" y="1627727"/>
                  <a:pt x="2577725" y="1503770"/>
                </a:cubicBezTo>
                <a:cubicBezTo>
                  <a:pt x="2587715" y="1368712"/>
                  <a:pt x="2582905" y="1232914"/>
                  <a:pt x="2566254" y="1097855"/>
                </a:cubicBezTo>
                <a:cubicBezTo>
                  <a:pt x="2553489" y="994249"/>
                  <a:pt x="2545163" y="889903"/>
                  <a:pt x="2534432" y="785927"/>
                </a:cubicBezTo>
                <a:cubicBezTo>
                  <a:pt x="2521667" y="660859"/>
                  <a:pt x="2510196" y="535422"/>
                  <a:pt x="2484109" y="412205"/>
                </a:cubicBezTo>
                <a:cubicBezTo>
                  <a:pt x="2474674" y="367617"/>
                  <a:pt x="2463203" y="322474"/>
                  <a:pt x="2443592" y="279737"/>
                </a:cubicBezTo>
                <a:cubicBezTo>
                  <a:pt x="2391234" y="165215"/>
                  <a:pt x="2308904" y="89545"/>
                  <a:pt x="2184762" y="59944"/>
                </a:cubicBezTo>
                <a:cubicBezTo>
                  <a:pt x="2111312" y="42368"/>
                  <a:pt x="2036938" y="30342"/>
                  <a:pt x="1962193" y="20906"/>
                </a:cubicBezTo>
                <a:cubicBezTo>
                  <a:pt x="1829355" y="4070"/>
                  <a:pt x="1695037" y="14801"/>
                  <a:pt x="1551099" y="0"/>
                </a:cubicBezTo>
                <a:close/>
              </a:path>
            </a:pathLst>
          </a:custGeom>
          <a:gradFill flip="none" rotWithShape="1">
            <a:gsLst>
              <a:gs pos="0">
                <a:srgbClr val="B15AF8">
                  <a:lumMod val="60000"/>
                  <a:lumOff val="40000"/>
                </a:srgbClr>
              </a:gs>
              <a:gs pos="75000">
                <a:srgbClr val="B15AF8"/>
              </a:gs>
            </a:gsLst>
            <a:lin ang="2700000" scaled="1"/>
            <a:tileRect/>
          </a:gradFill>
          <a:ln w="12700" cap="flat" cmpd="sng" algn="ctr">
            <a:noFill/>
            <a:prstDash val="solid"/>
            <a:miter lim="800000"/>
          </a:ln>
          <a:effectLst>
            <a:outerShdw blurRad="127000" dist="63500" dir="2700000" algn="tl" rotWithShape="0">
              <a:srgbClr val="B15AF8">
                <a:alpha val="15000"/>
              </a:srgbClr>
            </a:outerShdw>
          </a:effectLst>
        </p:spPr>
        <p:txBody>
          <a:bodyPr wrap="square" rtlCol="0" anchor="ctr">
            <a:normAutofit/>
          </a:bodyPr>
          <a:lstStyle/>
          <a:p>
            <a:pPr algn="ctr"/>
            <a:r>
              <a:rPr lang="en-US" altLang="zh-CN" sz="2400" b="1" kern="0">
                <a:solidFill>
                  <a:srgbClr val="FFFFFF"/>
                </a:solidFill>
                <a:ea typeface="微软雅黑"/>
                <a:cs typeface="+mn-ea"/>
              </a:rPr>
              <a:t>GP</a:t>
            </a:r>
            <a:r>
              <a:rPr lang="en-US" altLang="zh-CN" sz="2400" b="1" kern="0" dirty="0">
                <a:solidFill>
                  <a:srgbClr val="FFFFFF"/>
                </a:solidFill>
                <a:ea typeface="微软雅黑"/>
                <a:cs typeface="+mn-ea"/>
              </a:rPr>
              <a:t>T</a:t>
            </a:r>
            <a:endParaRPr lang="zh-CN" altLang="en-US" sz="2400" b="1" kern="0" dirty="0">
              <a:solidFill>
                <a:srgbClr val="FFFFFF"/>
              </a:solidFill>
              <a:ea typeface="微软雅黑"/>
              <a:cs typeface="+mn-ea"/>
            </a:endParaRPr>
          </a:p>
        </p:txBody>
      </p:sp>
      <p:sp>
        <p:nvSpPr>
          <p:cNvPr id="33" name="Number4">
            <a:extLst>
              <a:ext uri="{FF2B5EF4-FFF2-40B4-BE49-F238E27FC236}">
                <a16:creationId xmlns:a16="http://schemas.microsoft.com/office/drawing/2014/main" id="{C9A27D0D-31E9-DEE4-7BB0-64F141923A5B}"/>
              </a:ext>
            </a:extLst>
          </p:cNvPr>
          <p:cNvSpPr/>
          <p:nvPr/>
        </p:nvSpPr>
        <p:spPr>
          <a:xfrm>
            <a:off x="8417268" y="3689112"/>
            <a:ext cx="1819001" cy="1527978"/>
          </a:xfrm>
          <a:custGeom>
            <a:avLst/>
            <a:gdLst>
              <a:gd name="connsiteX0" fmla="*/ 1551099 w 2582902"/>
              <a:gd name="connsiteY0" fmla="*/ 370 h 2169661"/>
              <a:gd name="connsiteX1" fmla="*/ 1069330 w 2582902"/>
              <a:gd name="connsiteY1" fmla="*/ 32007 h 2169661"/>
              <a:gd name="connsiteX2" fmla="*/ 558515 w 2582902"/>
              <a:gd name="connsiteY2" fmla="*/ 106751 h 2169661"/>
              <a:gd name="connsiteX3" fmla="*/ 158891 w 2582902"/>
              <a:gd name="connsiteY3" fmla="*/ 241439 h 2169661"/>
              <a:gd name="connsiteX4" fmla="*/ 52140 w 2582902"/>
              <a:gd name="connsiteY4" fmla="*/ 389818 h 2169661"/>
              <a:gd name="connsiteX5" fmla="*/ 8292 w 2582902"/>
              <a:gd name="connsiteY5" fmla="*/ 787777 h 2169661"/>
              <a:gd name="connsiteX6" fmla="*/ 16433 w 2582902"/>
              <a:gd name="connsiteY6" fmla="*/ 1449376 h 2169661"/>
              <a:gd name="connsiteX7" fmla="*/ 71011 w 2582902"/>
              <a:gd name="connsiteY7" fmla="*/ 1815513 h 2169661"/>
              <a:gd name="connsiteX8" fmla="*/ 318926 w 2582902"/>
              <a:gd name="connsiteY8" fmla="*/ 2081374 h 2169661"/>
              <a:gd name="connsiteX9" fmla="*/ 666191 w 2582902"/>
              <a:gd name="connsiteY9" fmla="*/ 2146498 h 2169661"/>
              <a:gd name="connsiteX10" fmla="*/ 1205683 w 2582902"/>
              <a:gd name="connsiteY10" fmla="*/ 2166479 h 2169661"/>
              <a:gd name="connsiteX11" fmla="*/ 1575890 w 2582902"/>
              <a:gd name="connsiteY11" fmla="*/ 2136878 h 2169661"/>
              <a:gd name="connsiteX12" fmla="*/ 1908170 w 2582902"/>
              <a:gd name="connsiteY12" fmla="*/ 2083224 h 2169661"/>
              <a:gd name="connsiteX13" fmla="*/ 2307609 w 2582902"/>
              <a:gd name="connsiteY13" fmla="*/ 1986278 h 2169661"/>
              <a:gd name="connsiteX14" fmla="*/ 2479114 w 2582902"/>
              <a:gd name="connsiteY14" fmla="*/ 1859361 h 2169661"/>
              <a:gd name="connsiteX15" fmla="*/ 2577725 w 2582902"/>
              <a:gd name="connsiteY15" fmla="*/ 1503770 h 2169661"/>
              <a:gd name="connsiteX16" fmla="*/ 2566254 w 2582902"/>
              <a:gd name="connsiteY16" fmla="*/ 1097855 h 2169661"/>
              <a:gd name="connsiteX17" fmla="*/ 2534432 w 2582902"/>
              <a:gd name="connsiteY17" fmla="*/ 785927 h 2169661"/>
              <a:gd name="connsiteX18" fmla="*/ 2484109 w 2582902"/>
              <a:gd name="connsiteY18" fmla="*/ 412205 h 2169661"/>
              <a:gd name="connsiteX19" fmla="*/ 2443592 w 2582902"/>
              <a:gd name="connsiteY19" fmla="*/ 279737 h 2169661"/>
              <a:gd name="connsiteX20" fmla="*/ 2184762 w 2582902"/>
              <a:gd name="connsiteY20" fmla="*/ 59944 h 2169661"/>
              <a:gd name="connsiteX21" fmla="*/ 1962193 w 2582902"/>
              <a:gd name="connsiteY21" fmla="*/ 20906 h 2169661"/>
              <a:gd name="connsiteX22" fmla="*/ 1551099 w 2582902"/>
              <a:gd name="connsiteY22" fmla="*/ 0 h 216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82902" h="2169661">
                <a:moveTo>
                  <a:pt x="1551099" y="370"/>
                </a:moveTo>
                <a:cubicBezTo>
                  <a:pt x="1397725" y="13506"/>
                  <a:pt x="1233065" y="7400"/>
                  <a:pt x="1069330" y="32007"/>
                </a:cubicBezTo>
                <a:cubicBezTo>
                  <a:pt x="899120" y="57353"/>
                  <a:pt x="726690" y="68639"/>
                  <a:pt x="558515" y="106751"/>
                </a:cubicBezTo>
                <a:cubicBezTo>
                  <a:pt x="421052" y="138018"/>
                  <a:pt x="284699" y="172615"/>
                  <a:pt x="158891" y="241439"/>
                </a:cubicBezTo>
                <a:cubicBezTo>
                  <a:pt x="96172" y="275666"/>
                  <a:pt x="61020" y="323769"/>
                  <a:pt x="52140" y="389818"/>
                </a:cubicBezTo>
                <a:cubicBezTo>
                  <a:pt x="34379" y="522101"/>
                  <a:pt x="15692" y="654754"/>
                  <a:pt x="8292" y="787777"/>
                </a:cubicBezTo>
                <a:cubicBezTo>
                  <a:pt x="-4104" y="1008125"/>
                  <a:pt x="-3549" y="1228843"/>
                  <a:pt x="16433" y="1449376"/>
                </a:cubicBezTo>
                <a:cubicBezTo>
                  <a:pt x="27718" y="1572779"/>
                  <a:pt x="36414" y="1695441"/>
                  <a:pt x="71011" y="1815513"/>
                </a:cubicBezTo>
                <a:cubicBezTo>
                  <a:pt x="108938" y="1947796"/>
                  <a:pt x="185163" y="2038452"/>
                  <a:pt x="318926" y="2081374"/>
                </a:cubicBezTo>
                <a:cubicBezTo>
                  <a:pt x="432337" y="2117821"/>
                  <a:pt x="548894" y="2135582"/>
                  <a:pt x="666191" y="2146498"/>
                </a:cubicBezTo>
                <a:cubicBezTo>
                  <a:pt x="845467" y="2163519"/>
                  <a:pt x="1025483" y="2175730"/>
                  <a:pt x="1205683" y="2166479"/>
                </a:cubicBezTo>
                <a:cubicBezTo>
                  <a:pt x="1329271" y="2160189"/>
                  <a:pt x="1453043" y="2154268"/>
                  <a:pt x="1575890" y="2136878"/>
                </a:cubicBezTo>
                <a:cubicBezTo>
                  <a:pt x="1687082" y="2121151"/>
                  <a:pt x="1797718" y="2104131"/>
                  <a:pt x="1908170" y="2083224"/>
                </a:cubicBezTo>
                <a:cubicBezTo>
                  <a:pt x="2043043" y="2057878"/>
                  <a:pt x="2177731" y="2031236"/>
                  <a:pt x="2307609" y="1986278"/>
                </a:cubicBezTo>
                <a:cubicBezTo>
                  <a:pt x="2377358" y="1962042"/>
                  <a:pt x="2445257" y="1933365"/>
                  <a:pt x="2479114" y="1859361"/>
                </a:cubicBezTo>
                <a:cubicBezTo>
                  <a:pt x="2531102" y="1746134"/>
                  <a:pt x="2568659" y="1627727"/>
                  <a:pt x="2577725" y="1503770"/>
                </a:cubicBezTo>
                <a:cubicBezTo>
                  <a:pt x="2587715" y="1368712"/>
                  <a:pt x="2582905" y="1232914"/>
                  <a:pt x="2566254" y="1097855"/>
                </a:cubicBezTo>
                <a:cubicBezTo>
                  <a:pt x="2553489" y="994249"/>
                  <a:pt x="2545163" y="889903"/>
                  <a:pt x="2534432" y="785927"/>
                </a:cubicBezTo>
                <a:cubicBezTo>
                  <a:pt x="2521667" y="660859"/>
                  <a:pt x="2510196" y="535422"/>
                  <a:pt x="2484109" y="412205"/>
                </a:cubicBezTo>
                <a:cubicBezTo>
                  <a:pt x="2474674" y="367617"/>
                  <a:pt x="2463203" y="322474"/>
                  <a:pt x="2443592" y="279737"/>
                </a:cubicBezTo>
                <a:cubicBezTo>
                  <a:pt x="2391234" y="165215"/>
                  <a:pt x="2308904" y="89545"/>
                  <a:pt x="2184762" y="59944"/>
                </a:cubicBezTo>
                <a:cubicBezTo>
                  <a:pt x="2111312" y="42368"/>
                  <a:pt x="2036938" y="30342"/>
                  <a:pt x="1962193" y="20906"/>
                </a:cubicBezTo>
                <a:cubicBezTo>
                  <a:pt x="1829355" y="4070"/>
                  <a:pt x="1695037" y="14801"/>
                  <a:pt x="1551099" y="0"/>
                </a:cubicBezTo>
                <a:close/>
              </a:path>
            </a:pathLst>
          </a:custGeom>
          <a:gradFill flip="none" rotWithShape="1">
            <a:gsLst>
              <a:gs pos="0">
                <a:srgbClr val="6256FC">
                  <a:lumMod val="60000"/>
                  <a:lumOff val="40000"/>
                </a:srgbClr>
              </a:gs>
              <a:gs pos="75000">
                <a:srgbClr val="6256FC"/>
              </a:gs>
            </a:gsLst>
            <a:lin ang="2700000" scaled="1"/>
            <a:tileRect/>
          </a:gradFill>
          <a:ln w="12700" cap="flat" cmpd="sng" algn="ctr">
            <a:noFill/>
            <a:prstDash val="solid"/>
            <a:miter lim="800000"/>
          </a:ln>
          <a:effectLst>
            <a:outerShdw blurRad="127000" dist="63500" dir="2700000" algn="tl" rotWithShape="0">
              <a:srgbClr val="6256FC">
                <a:alpha val="15000"/>
              </a:srgbClr>
            </a:outerShdw>
          </a:effectLst>
        </p:spPr>
        <p:txBody>
          <a:bodyPr wrap="square" lIns="0" rIns="0" rtlCol="0" anchor="ctr">
            <a:normAutofit/>
          </a:bodyPr>
          <a:lstStyle/>
          <a:p>
            <a:pPr algn="ctr"/>
            <a:r>
              <a:rPr lang="en-US" altLang="zh-CN" sz="2400" b="1" kern="0">
                <a:solidFill>
                  <a:srgbClr val="FFFFFF"/>
                </a:solidFill>
                <a:latin typeface="Arial"/>
                <a:ea typeface="微软雅黑"/>
                <a:cs typeface="+mn-ea"/>
              </a:rPr>
              <a:t>Gemini</a:t>
            </a:r>
            <a:endParaRPr lang="zh-CN" altLang="en-US" sz="2400" b="1" kern="0" dirty="0">
              <a:solidFill>
                <a:srgbClr val="FFFFFF"/>
              </a:solidFill>
              <a:latin typeface="Arial"/>
              <a:ea typeface="微软雅黑"/>
              <a:cs typeface="+mn-ea"/>
            </a:endParaRPr>
          </a:p>
        </p:txBody>
      </p:sp>
      <p:sp>
        <p:nvSpPr>
          <p:cNvPr id="34" name="Number4">
            <a:extLst>
              <a:ext uri="{FF2B5EF4-FFF2-40B4-BE49-F238E27FC236}">
                <a16:creationId xmlns:a16="http://schemas.microsoft.com/office/drawing/2014/main" id="{E6B78166-1361-044E-76E5-ED6718DB2EA2}"/>
              </a:ext>
            </a:extLst>
          </p:cNvPr>
          <p:cNvSpPr/>
          <p:nvPr/>
        </p:nvSpPr>
        <p:spPr>
          <a:xfrm>
            <a:off x="8417268" y="3689112"/>
            <a:ext cx="1819001" cy="1527978"/>
          </a:xfrm>
          <a:custGeom>
            <a:avLst/>
            <a:gdLst>
              <a:gd name="connsiteX0" fmla="*/ 1551099 w 2582902"/>
              <a:gd name="connsiteY0" fmla="*/ 370 h 2169661"/>
              <a:gd name="connsiteX1" fmla="*/ 1069330 w 2582902"/>
              <a:gd name="connsiteY1" fmla="*/ 32007 h 2169661"/>
              <a:gd name="connsiteX2" fmla="*/ 558515 w 2582902"/>
              <a:gd name="connsiteY2" fmla="*/ 106751 h 2169661"/>
              <a:gd name="connsiteX3" fmla="*/ 158891 w 2582902"/>
              <a:gd name="connsiteY3" fmla="*/ 241439 h 2169661"/>
              <a:gd name="connsiteX4" fmla="*/ 52140 w 2582902"/>
              <a:gd name="connsiteY4" fmla="*/ 389818 h 2169661"/>
              <a:gd name="connsiteX5" fmla="*/ 8292 w 2582902"/>
              <a:gd name="connsiteY5" fmla="*/ 787777 h 2169661"/>
              <a:gd name="connsiteX6" fmla="*/ 16433 w 2582902"/>
              <a:gd name="connsiteY6" fmla="*/ 1449376 h 2169661"/>
              <a:gd name="connsiteX7" fmla="*/ 71011 w 2582902"/>
              <a:gd name="connsiteY7" fmla="*/ 1815513 h 2169661"/>
              <a:gd name="connsiteX8" fmla="*/ 318926 w 2582902"/>
              <a:gd name="connsiteY8" fmla="*/ 2081374 h 2169661"/>
              <a:gd name="connsiteX9" fmla="*/ 666191 w 2582902"/>
              <a:gd name="connsiteY9" fmla="*/ 2146498 h 2169661"/>
              <a:gd name="connsiteX10" fmla="*/ 1205683 w 2582902"/>
              <a:gd name="connsiteY10" fmla="*/ 2166479 h 2169661"/>
              <a:gd name="connsiteX11" fmla="*/ 1575890 w 2582902"/>
              <a:gd name="connsiteY11" fmla="*/ 2136878 h 2169661"/>
              <a:gd name="connsiteX12" fmla="*/ 1908170 w 2582902"/>
              <a:gd name="connsiteY12" fmla="*/ 2083224 h 2169661"/>
              <a:gd name="connsiteX13" fmla="*/ 2307609 w 2582902"/>
              <a:gd name="connsiteY13" fmla="*/ 1986278 h 2169661"/>
              <a:gd name="connsiteX14" fmla="*/ 2479114 w 2582902"/>
              <a:gd name="connsiteY14" fmla="*/ 1859361 h 2169661"/>
              <a:gd name="connsiteX15" fmla="*/ 2577725 w 2582902"/>
              <a:gd name="connsiteY15" fmla="*/ 1503770 h 2169661"/>
              <a:gd name="connsiteX16" fmla="*/ 2566254 w 2582902"/>
              <a:gd name="connsiteY16" fmla="*/ 1097855 h 2169661"/>
              <a:gd name="connsiteX17" fmla="*/ 2534432 w 2582902"/>
              <a:gd name="connsiteY17" fmla="*/ 785927 h 2169661"/>
              <a:gd name="connsiteX18" fmla="*/ 2484109 w 2582902"/>
              <a:gd name="connsiteY18" fmla="*/ 412205 h 2169661"/>
              <a:gd name="connsiteX19" fmla="*/ 2443592 w 2582902"/>
              <a:gd name="connsiteY19" fmla="*/ 279737 h 2169661"/>
              <a:gd name="connsiteX20" fmla="*/ 2184762 w 2582902"/>
              <a:gd name="connsiteY20" fmla="*/ 59944 h 2169661"/>
              <a:gd name="connsiteX21" fmla="*/ 1962193 w 2582902"/>
              <a:gd name="connsiteY21" fmla="*/ 20906 h 2169661"/>
              <a:gd name="connsiteX22" fmla="*/ 1551099 w 2582902"/>
              <a:gd name="connsiteY22" fmla="*/ 0 h 216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82902" h="2169661">
                <a:moveTo>
                  <a:pt x="1551099" y="370"/>
                </a:moveTo>
                <a:cubicBezTo>
                  <a:pt x="1397725" y="13506"/>
                  <a:pt x="1233065" y="7400"/>
                  <a:pt x="1069330" y="32007"/>
                </a:cubicBezTo>
                <a:cubicBezTo>
                  <a:pt x="899120" y="57353"/>
                  <a:pt x="726690" y="68639"/>
                  <a:pt x="558515" y="106751"/>
                </a:cubicBezTo>
                <a:cubicBezTo>
                  <a:pt x="421052" y="138018"/>
                  <a:pt x="284699" y="172615"/>
                  <a:pt x="158891" y="241439"/>
                </a:cubicBezTo>
                <a:cubicBezTo>
                  <a:pt x="96172" y="275666"/>
                  <a:pt x="61020" y="323769"/>
                  <a:pt x="52140" y="389818"/>
                </a:cubicBezTo>
                <a:cubicBezTo>
                  <a:pt x="34379" y="522101"/>
                  <a:pt x="15692" y="654754"/>
                  <a:pt x="8292" y="787777"/>
                </a:cubicBezTo>
                <a:cubicBezTo>
                  <a:pt x="-4104" y="1008125"/>
                  <a:pt x="-3549" y="1228843"/>
                  <a:pt x="16433" y="1449376"/>
                </a:cubicBezTo>
                <a:cubicBezTo>
                  <a:pt x="27718" y="1572779"/>
                  <a:pt x="36414" y="1695441"/>
                  <a:pt x="71011" y="1815513"/>
                </a:cubicBezTo>
                <a:cubicBezTo>
                  <a:pt x="108938" y="1947796"/>
                  <a:pt x="185163" y="2038452"/>
                  <a:pt x="318926" y="2081374"/>
                </a:cubicBezTo>
                <a:cubicBezTo>
                  <a:pt x="432337" y="2117821"/>
                  <a:pt x="548894" y="2135582"/>
                  <a:pt x="666191" y="2146498"/>
                </a:cubicBezTo>
                <a:cubicBezTo>
                  <a:pt x="845467" y="2163519"/>
                  <a:pt x="1025483" y="2175730"/>
                  <a:pt x="1205683" y="2166479"/>
                </a:cubicBezTo>
                <a:cubicBezTo>
                  <a:pt x="1329271" y="2160189"/>
                  <a:pt x="1453043" y="2154268"/>
                  <a:pt x="1575890" y="2136878"/>
                </a:cubicBezTo>
                <a:cubicBezTo>
                  <a:pt x="1687082" y="2121151"/>
                  <a:pt x="1797718" y="2104131"/>
                  <a:pt x="1908170" y="2083224"/>
                </a:cubicBezTo>
                <a:cubicBezTo>
                  <a:pt x="2043043" y="2057878"/>
                  <a:pt x="2177731" y="2031236"/>
                  <a:pt x="2307609" y="1986278"/>
                </a:cubicBezTo>
                <a:cubicBezTo>
                  <a:pt x="2377358" y="1962042"/>
                  <a:pt x="2445257" y="1933365"/>
                  <a:pt x="2479114" y="1859361"/>
                </a:cubicBezTo>
                <a:cubicBezTo>
                  <a:pt x="2531102" y="1746134"/>
                  <a:pt x="2568659" y="1627727"/>
                  <a:pt x="2577725" y="1503770"/>
                </a:cubicBezTo>
                <a:cubicBezTo>
                  <a:pt x="2587715" y="1368712"/>
                  <a:pt x="2582905" y="1232914"/>
                  <a:pt x="2566254" y="1097855"/>
                </a:cubicBezTo>
                <a:cubicBezTo>
                  <a:pt x="2553489" y="994249"/>
                  <a:pt x="2545163" y="889903"/>
                  <a:pt x="2534432" y="785927"/>
                </a:cubicBezTo>
                <a:cubicBezTo>
                  <a:pt x="2521667" y="660859"/>
                  <a:pt x="2510196" y="535422"/>
                  <a:pt x="2484109" y="412205"/>
                </a:cubicBezTo>
                <a:cubicBezTo>
                  <a:pt x="2474674" y="367617"/>
                  <a:pt x="2463203" y="322474"/>
                  <a:pt x="2443592" y="279737"/>
                </a:cubicBezTo>
                <a:cubicBezTo>
                  <a:pt x="2391234" y="165215"/>
                  <a:pt x="2308904" y="89545"/>
                  <a:pt x="2184762" y="59944"/>
                </a:cubicBezTo>
                <a:cubicBezTo>
                  <a:pt x="2111312" y="42368"/>
                  <a:pt x="2036938" y="30342"/>
                  <a:pt x="1962193" y="20906"/>
                </a:cubicBezTo>
                <a:cubicBezTo>
                  <a:pt x="1829355" y="4070"/>
                  <a:pt x="1695037" y="14801"/>
                  <a:pt x="1551099" y="0"/>
                </a:cubicBezTo>
                <a:close/>
              </a:path>
            </a:pathLst>
          </a:custGeom>
          <a:gradFill flip="none" rotWithShape="1">
            <a:gsLst>
              <a:gs pos="0">
                <a:srgbClr val="3B94FF">
                  <a:lumMod val="60000"/>
                  <a:lumOff val="40000"/>
                </a:srgbClr>
              </a:gs>
              <a:gs pos="75000">
                <a:srgbClr val="3B94FF"/>
              </a:gs>
            </a:gsLst>
            <a:lin ang="2700000" scaled="1"/>
            <a:tileRect/>
          </a:gradFill>
          <a:ln w="12700" cap="flat" cmpd="sng" algn="ctr">
            <a:noFill/>
            <a:prstDash val="solid"/>
            <a:miter lim="800000"/>
          </a:ln>
          <a:effectLst>
            <a:outerShdw blurRad="127000" dist="63500" dir="2700000" algn="tl" rotWithShape="0">
              <a:srgbClr val="3B94FF">
                <a:alpha val="15000"/>
              </a:srgbClr>
            </a:outerShdw>
          </a:effectLst>
        </p:spPr>
        <p:txBody>
          <a:bodyPr wrap="square" lIns="0" rIns="0" rtlCol="0" anchor="ctr">
            <a:normAutofit/>
          </a:bodyPr>
          <a:lstStyle/>
          <a:p>
            <a:pPr algn="ctr"/>
            <a:r>
              <a:rPr lang="en-US" altLang="zh-CN" sz="2400" b="1" kern="0">
                <a:solidFill>
                  <a:srgbClr val="FFFFFF"/>
                </a:solidFill>
                <a:ea typeface="微软雅黑"/>
                <a:cs typeface="+mn-ea"/>
              </a:rPr>
              <a:t>DeepSeek</a:t>
            </a:r>
            <a:endParaRPr lang="zh-CN" altLang="en-US" sz="2400" b="1" kern="0" dirty="0">
              <a:solidFill>
                <a:srgbClr val="FFFFFF"/>
              </a:solidFill>
              <a:ea typeface="微软雅黑"/>
              <a:cs typeface="+mn-ea"/>
            </a:endParaRPr>
          </a:p>
        </p:txBody>
      </p:sp>
      <p:sp>
        <p:nvSpPr>
          <p:cNvPr id="35" name="Number4">
            <a:extLst>
              <a:ext uri="{FF2B5EF4-FFF2-40B4-BE49-F238E27FC236}">
                <a16:creationId xmlns:a16="http://schemas.microsoft.com/office/drawing/2014/main" id="{4F0B6D45-2B8B-EB9C-CCE7-9AC3AF865732}"/>
              </a:ext>
            </a:extLst>
          </p:cNvPr>
          <p:cNvSpPr/>
          <p:nvPr/>
        </p:nvSpPr>
        <p:spPr>
          <a:xfrm>
            <a:off x="8417268" y="3689112"/>
            <a:ext cx="1819001" cy="1527978"/>
          </a:xfrm>
          <a:custGeom>
            <a:avLst/>
            <a:gdLst>
              <a:gd name="connsiteX0" fmla="*/ 1551099 w 2582902"/>
              <a:gd name="connsiteY0" fmla="*/ 370 h 2169661"/>
              <a:gd name="connsiteX1" fmla="*/ 1069330 w 2582902"/>
              <a:gd name="connsiteY1" fmla="*/ 32007 h 2169661"/>
              <a:gd name="connsiteX2" fmla="*/ 558515 w 2582902"/>
              <a:gd name="connsiteY2" fmla="*/ 106751 h 2169661"/>
              <a:gd name="connsiteX3" fmla="*/ 158891 w 2582902"/>
              <a:gd name="connsiteY3" fmla="*/ 241439 h 2169661"/>
              <a:gd name="connsiteX4" fmla="*/ 52140 w 2582902"/>
              <a:gd name="connsiteY4" fmla="*/ 389818 h 2169661"/>
              <a:gd name="connsiteX5" fmla="*/ 8292 w 2582902"/>
              <a:gd name="connsiteY5" fmla="*/ 787777 h 2169661"/>
              <a:gd name="connsiteX6" fmla="*/ 16433 w 2582902"/>
              <a:gd name="connsiteY6" fmla="*/ 1449376 h 2169661"/>
              <a:gd name="connsiteX7" fmla="*/ 71011 w 2582902"/>
              <a:gd name="connsiteY7" fmla="*/ 1815513 h 2169661"/>
              <a:gd name="connsiteX8" fmla="*/ 318926 w 2582902"/>
              <a:gd name="connsiteY8" fmla="*/ 2081374 h 2169661"/>
              <a:gd name="connsiteX9" fmla="*/ 666191 w 2582902"/>
              <a:gd name="connsiteY9" fmla="*/ 2146498 h 2169661"/>
              <a:gd name="connsiteX10" fmla="*/ 1205683 w 2582902"/>
              <a:gd name="connsiteY10" fmla="*/ 2166479 h 2169661"/>
              <a:gd name="connsiteX11" fmla="*/ 1575890 w 2582902"/>
              <a:gd name="connsiteY11" fmla="*/ 2136878 h 2169661"/>
              <a:gd name="connsiteX12" fmla="*/ 1908170 w 2582902"/>
              <a:gd name="connsiteY12" fmla="*/ 2083224 h 2169661"/>
              <a:gd name="connsiteX13" fmla="*/ 2307609 w 2582902"/>
              <a:gd name="connsiteY13" fmla="*/ 1986278 h 2169661"/>
              <a:gd name="connsiteX14" fmla="*/ 2479114 w 2582902"/>
              <a:gd name="connsiteY14" fmla="*/ 1859361 h 2169661"/>
              <a:gd name="connsiteX15" fmla="*/ 2577725 w 2582902"/>
              <a:gd name="connsiteY15" fmla="*/ 1503770 h 2169661"/>
              <a:gd name="connsiteX16" fmla="*/ 2566254 w 2582902"/>
              <a:gd name="connsiteY16" fmla="*/ 1097855 h 2169661"/>
              <a:gd name="connsiteX17" fmla="*/ 2534432 w 2582902"/>
              <a:gd name="connsiteY17" fmla="*/ 785927 h 2169661"/>
              <a:gd name="connsiteX18" fmla="*/ 2484109 w 2582902"/>
              <a:gd name="connsiteY18" fmla="*/ 412205 h 2169661"/>
              <a:gd name="connsiteX19" fmla="*/ 2443592 w 2582902"/>
              <a:gd name="connsiteY19" fmla="*/ 279737 h 2169661"/>
              <a:gd name="connsiteX20" fmla="*/ 2184762 w 2582902"/>
              <a:gd name="connsiteY20" fmla="*/ 59944 h 2169661"/>
              <a:gd name="connsiteX21" fmla="*/ 1962193 w 2582902"/>
              <a:gd name="connsiteY21" fmla="*/ 20906 h 2169661"/>
              <a:gd name="connsiteX22" fmla="*/ 1551099 w 2582902"/>
              <a:gd name="connsiteY22" fmla="*/ 0 h 216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82902" h="2169661">
                <a:moveTo>
                  <a:pt x="1551099" y="370"/>
                </a:moveTo>
                <a:cubicBezTo>
                  <a:pt x="1397725" y="13506"/>
                  <a:pt x="1233065" y="7400"/>
                  <a:pt x="1069330" y="32007"/>
                </a:cubicBezTo>
                <a:cubicBezTo>
                  <a:pt x="899120" y="57353"/>
                  <a:pt x="726690" y="68639"/>
                  <a:pt x="558515" y="106751"/>
                </a:cubicBezTo>
                <a:cubicBezTo>
                  <a:pt x="421052" y="138018"/>
                  <a:pt x="284699" y="172615"/>
                  <a:pt x="158891" y="241439"/>
                </a:cubicBezTo>
                <a:cubicBezTo>
                  <a:pt x="96172" y="275666"/>
                  <a:pt x="61020" y="323769"/>
                  <a:pt x="52140" y="389818"/>
                </a:cubicBezTo>
                <a:cubicBezTo>
                  <a:pt x="34379" y="522101"/>
                  <a:pt x="15692" y="654754"/>
                  <a:pt x="8292" y="787777"/>
                </a:cubicBezTo>
                <a:cubicBezTo>
                  <a:pt x="-4104" y="1008125"/>
                  <a:pt x="-3549" y="1228843"/>
                  <a:pt x="16433" y="1449376"/>
                </a:cubicBezTo>
                <a:cubicBezTo>
                  <a:pt x="27718" y="1572779"/>
                  <a:pt x="36414" y="1695441"/>
                  <a:pt x="71011" y="1815513"/>
                </a:cubicBezTo>
                <a:cubicBezTo>
                  <a:pt x="108938" y="1947796"/>
                  <a:pt x="185163" y="2038452"/>
                  <a:pt x="318926" y="2081374"/>
                </a:cubicBezTo>
                <a:cubicBezTo>
                  <a:pt x="432337" y="2117821"/>
                  <a:pt x="548894" y="2135582"/>
                  <a:pt x="666191" y="2146498"/>
                </a:cubicBezTo>
                <a:cubicBezTo>
                  <a:pt x="845467" y="2163519"/>
                  <a:pt x="1025483" y="2175730"/>
                  <a:pt x="1205683" y="2166479"/>
                </a:cubicBezTo>
                <a:cubicBezTo>
                  <a:pt x="1329271" y="2160189"/>
                  <a:pt x="1453043" y="2154268"/>
                  <a:pt x="1575890" y="2136878"/>
                </a:cubicBezTo>
                <a:cubicBezTo>
                  <a:pt x="1687082" y="2121151"/>
                  <a:pt x="1797718" y="2104131"/>
                  <a:pt x="1908170" y="2083224"/>
                </a:cubicBezTo>
                <a:cubicBezTo>
                  <a:pt x="2043043" y="2057878"/>
                  <a:pt x="2177731" y="2031236"/>
                  <a:pt x="2307609" y="1986278"/>
                </a:cubicBezTo>
                <a:cubicBezTo>
                  <a:pt x="2377358" y="1962042"/>
                  <a:pt x="2445257" y="1933365"/>
                  <a:pt x="2479114" y="1859361"/>
                </a:cubicBezTo>
                <a:cubicBezTo>
                  <a:pt x="2531102" y="1746134"/>
                  <a:pt x="2568659" y="1627727"/>
                  <a:pt x="2577725" y="1503770"/>
                </a:cubicBezTo>
                <a:cubicBezTo>
                  <a:pt x="2587715" y="1368712"/>
                  <a:pt x="2582905" y="1232914"/>
                  <a:pt x="2566254" y="1097855"/>
                </a:cubicBezTo>
                <a:cubicBezTo>
                  <a:pt x="2553489" y="994249"/>
                  <a:pt x="2545163" y="889903"/>
                  <a:pt x="2534432" y="785927"/>
                </a:cubicBezTo>
                <a:cubicBezTo>
                  <a:pt x="2521667" y="660859"/>
                  <a:pt x="2510196" y="535422"/>
                  <a:pt x="2484109" y="412205"/>
                </a:cubicBezTo>
                <a:cubicBezTo>
                  <a:pt x="2474674" y="367617"/>
                  <a:pt x="2463203" y="322474"/>
                  <a:pt x="2443592" y="279737"/>
                </a:cubicBezTo>
                <a:cubicBezTo>
                  <a:pt x="2391234" y="165215"/>
                  <a:pt x="2308904" y="89545"/>
                  <a:pt x="2184762" y="59944"/>
                </a:cubicBezTo>
                <a:cubicBezTo>
                  <a:pt x="2111312" y="42368"/>
                  <a:pt x="2036938" y="30342"/>
                  <a:pt x="1962193" y="20906"/>
                </a:cubicBezTo>
                <a:cubicBezTo>
                  <a:pt x="1829355" y="4070"/>
                  <a:pt x="1695037" y="14801"/>
                  <a:pt x="1551099" y="0"/>
                </a:cubicBezTo>
                <a:close/>
              </a:path>
            </a:pathLst>
          </a:custGeom>
          <a:gradFill flip="none" rotWithShape="1">
            <a:gsLst>
              <a:gs pos="0">
                <a:srgbClr val="2FB0FF">
                  <a:lumMod val="60000"/>
                  <a:lumOff val="40000"/>
                </a:srgbClr>
              </a:gs>
              <a:gs pos="75000">
                <a:srgbClr val="2FB0FF"/>
              </a:gs>
            </a:gsLst>
            <a:lin ang="2700000" scaled="1"/>
            <a:tileRect/>
          </a:gradFill>
          <a:ln w="12700" cap="flat" cmpd="sng" algn="ctr">
            <a:noFill/>
            <a:prstDash val="solid"/>
            <a:miter lim="800000"/>
          </a:ln>
          <a:effectLst>
            <a:outerShdw blurRad="127000" dist="63500" dir="2700000" algn="tl" rotWithShape="0">
              <a:srgbClr val="2FB0FF">
                <a:alpha val="15000"/>
              </a:srgbClr>
            </a:outerShdw>
          </a:effectLst>
        </p:spPr>
        <p:txBody>
          <a:bodyPr wrap="square" rtlCol="0" anchor="ctr">
            <a:normAutofit/>
          </a:bodyPr>
          <a:lstStyle/>
          <a:p>
            <a:pPr algn="ctr"/>
            <a:r>
              <a:rPr lang="en-US" altLang="zh-CN" sz="2000" b="1" kern="0">
                <a:solidFill>
                  <a:srgbClr val="FFFFFF"/>
                </a:solidFill>
                <a:latin typeface="Arial"/>
                <a:ea typeface="微软雅黑"/>
                <a:cs typeface="+mn-ea"/>
              </a:rPr>
              <a:t>Qwen</a:t>
            </a:r>
            <a:endParaRPr lang="zh-CN" altLang="en-US" sz="2000" b="1" kern="0" dirty="0">
              <a:solidFill>
                <a:srgbClr val="FFFFFF"/>
              </a:solidFill>
              <a:latin typeface="Arial"/>
              <a:ea typeface="微软雅黑"/>
              <a:cs typeface="+mn-ea"/>
            </a:endParaRPr>
          </a:p>
        </p:txBody>
      </p:sp>
      <p:pic>
        <p:nvPicPr>
          <p:cNvPr id="27" name="图片 26">
            <a:extLst>
              <a:ext uri="{FF2B5EF4-FFF2-40B4-BE49-F238E27FC236}">
                <a16:creationId xmlns:a16="http://schemas.microsoft.com/office/drawing/2014/main" id="{7A746452-BE74-54EA-8BA8-71426026D502}"/>
              </a:ext>
            </a:extLst>
          </p:cNvPr>
          <p:cNvPicPr>
            <a:picLocks noChangeAspect="1"/>
          </p:cNvPicPr>
          <p:nvPr/>
        </p:nvPicPr>
        <p:blipFill>
          <a:blip r:embed="rId4">
            <a:extLst>
              <a:ext uri="{28A0092B-C50C-407E-A947-70E740481C1C}">
                <a14:useLocalDpi xmlns:a14="http://schemas.microsoft.com/office/drawing/2010/main" val="0"/>
              </a:ext>
            </a:extLst>
          </a:blip>
          <a:srcRect t="5702" b="7246"/>
          <a:stretch>
            <a:fillRect/>
          </a:stretch>
        </p:blipFill>
        <p:spPr>
          <a:xfrm>
            <a:off x="7318876" y="2656064"/>
            <a:ext cx="4004817" cy="3486319"/>
          </a:xfrm>
          <a:prstGeom prst="roundRect">
            <a:avLst>
              <a:gd name="adj" fmla="val 3594"/>
            </a:avLst>
          </a:prstGeom>
        </p:spPr>
      </p:pic>
    </p:spTree>
    <p:extLst>
      <p:ext uri="{BB962C8B-B14F-4D97-AF65-F5344CB8AC3E}">
        <p14:creationId xmlns:p14="http://schemas.microsoft.com/office/powerpoint/2010/main" val="4076588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Effect transition="in" filter="fade">
                                      <p:cBhvr>
                                        <p:cTn id="9" dur="500"/>
                                        <p:tgtEl>
                                          <p:spTgt spid="3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500" fill="hold"/>
                                        <p:tgtEl>
                                          <p:spTgt spid="25"/>
                                        </p:tgtEl>
                                        <p:attrNameLst>
                                          <p:attrName>ppt_w</p:attrName>
                                        </p:attrNameLst>
                                      </p:cBhvr>
                                      <p:tavLst>
                                        <p:tav tm="0">
                                          <p:val>
                                            <p:fltVal val="0"/>
                                          </p:val>
                                        </p:tav>
                                        <p:tav tm="100000">
                                          <p:val>
                                            <p:strVal val="#ppt_w"/>
                                          </p:val>
                                        </p:tav>
                                      </p:tavLst>
                                    </p:anim>
                                    <p:anim calcmode="lin" valueType="num">
                                      <p:cBhvr>
                                        <p:cTn id="15" dur="500" fill="hold"/>
                                        <p:tgtEl>
                                          <p:spTgt spid="25"/>
                                        </p:tgtEl>
                                        <p:attrNameLst>
                                          <p:attrName>ppt_h</p:attrName>
                                        </p:attrNameLst>
                                      </p:cBhvr>
                                      <p:tavLst>
                                        <p:tav tm="0">
                                          <p:val>
                                            <p:fltVal val="0"/>
                                          </p:val>
                                        </p:tav>
                                        <p:tav tm="100000">
                                          <p:val>
                                            <p:strVal val="#ppt_h"/>
                                          </p:val>
                                        </p:tav>
                                      </p:tavLst>
                                    </p:anim>
                                    <p:animEffect transition="in" filter="fade">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additive="base">
                                        <p:cTn id="21" dur="500" fill="hold"/>
                                        <p:tgtEl>
                                          <p:spTgt spid="27"/>
                                        </p:tgtEl>
                                        <p:attrNameLst>
                                          <p:attrName>ppt_x</p:attrName>
                                        </p:attrNameLst>
                                      </p:cBhvr>
                                      <p:tavLst>
                                        <p:tav tm="0">
                                          <p:val>
                                            <p:strVal val="1+#ppt_w/2"/>
                                          </p:val>
                                        </p:tav>
                                        <p:tav tm="100000">
                                          <p:val>
                                            <p:strVal val="#ppt_x"/>
                                          </p:val>
                                        </p:tav>
                                      </p:tavLst>
                                    </p:anim>
                                    <p:anim calcmode="lin" valueType="num">
                                      <p:cBhvr additive="base">
                                        <p:cTn id="22"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right)">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p:cTn id="32" dur="500" fill="hold"/>
                                        <p:tgtEl>
                                          <p:spTgt spid="5"/>
                                        </p:tgtEl>
                                        <p:attrNameLst>
                                          <p:attrName>ppt_w</p:attrName>
                                        </p:attrNameLst>
                                      </p:cBhvr>
                                      <p:tavLst>
                                        <p:tav tm="0">
                                          <p:val>
                                            <p:fltVal val="0"/>
                                          </p:val>
                                        </p:tav>
                                        <p:tav tm="100000">
                                          <p:val>
                                            <p:strVal val="#ppt_w"/>
                                          </p:val>
                                        </p:tav>
                                      </p:tavLst>
                                    </p:anim>
                                    <p:anim calcmode="lin" valueType="num">
                                      <p:cBhvr>
                                        <p:cTn id="33" dur="500" fill="hold"/>
                                        <p:tgtEl>
                                          <p:spTgt spid="5"/>
                                        </p:tgtEl>
                                        <p:attrNameLst>
                                          <p:attrName>ppt_h</p:attrName>
                                        </p:attrNameLst>
                                      </p:cBhvr>
                                      <p:tavLst>
                                        <p:tav tm="0">
                                          <p:val>
                                            <p:fltVal val="0"/>
                                          </p:val>
                                        </p:tav>
                                        <p:tav tm="100000">
                                          <p:val>
                                            <p:strVal val="#ppt_h"/>
                                          </p:val>
                                        </p:tav>
                                      </p:tavLst>
                                    </p:anim>
                                    <p:animEffect transition="in" filter="fade">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grpId="0" nodeType="clickEffect">
                                  <p:stCondLst>
                                    <p:cond delay="0"/>
                                  </p:stCondLst>
                                  <p:childTnLst>
                                    <p:set>
                                      <p:cBhvr>
                                        <p:cTn id="38" dur="1" fill="hold">
                                          <p:stCondLst>
                                            <p:cond delay="0"/>
                                          </p:stCondLst>
                                        </p:cTn>
                                        <p:tgtEl>
                                          <p:spTgt spid="6">
                                            <p:txEl>
                                              <p:pRg st="0" end="0"/>
                                            </p:txEl>
                                          </p:spTgt>
                                        </p:tgtEl>
                                        <p:attrNameLst>
                                          <p:attrName>style.visibility</p:attrName>
                                        </p:attrNameLst>
                                      </p:cBhvr>
                                      <p:to>
                                        <p:strVal val="visible"/>
                                      </p:to>
                                    </p:set>
                                    <p:animEffect transition="in" filter="randombar(horizontal)">
                                      <p:cBhvr>
                                        <p:cTn id="39" dur="500"/>
                                        <p:tgtEl>
                                          <p:spTgt spid="6">
                                            <p:txEl>
                                              <p:pRg st="0" end="0"/>
                                            </p:txEl>
                                          </p:spTgt>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5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500"/>
                                        <p:tgtEl>
                                          <p:spTgt spid="3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500"/>
                                        <p:tgtEl>
                                          <p:spTgt spid="3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5" grpId="0"/>
      <p:bldP spid="31" grpId="0" animBg="1"/>
      <p:bldP spid="32" grpId="0" animBg="1"/>
      <p:bldP spid="33" grpId="0" animBg="1"/>
      <p:bldP spid="34" grpId="0" animBg="1"/>
      <p:bldP spid="3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080F2-FC34-85FC-AC0C-8D23905A9AA1}"/>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67B914D4-6437-B5D7-E573-A48A8837045C}"/>
              </a:ext>
            </a:extLst>
          </p:cNvPr>
          <p:cNvSpPr>
            <a:spLocks noGrp="1"/>
          </p:cNvSpPr>
          <p:nvPr>
            <p:ph idx="1"/>
          </p:nvPr>
        </p:nvSpPr>
        <p:spPr>
          <a:xfrm>
            <a:off x="576197" y="956242"/>
            <a:ext cx="11060481" cy="1203862"/>
          </a:xfrm>
        </p:spPr>
        <p:txBody>
          <a:bodyPr/>
          <a:lstStyle/>
          <a:p>
            <a:pPr marL="285750" indent="-285750">
              <a:buFont typeface="Wingdings" panose="05000000000000000000" pitchFamily="2" charset="2"/>
              <a:buChar char="l"/>
            </a:pPr>
            <a:r>
              <a:rPr lang="en-US" altLang="zh-CN"/>
              <a:t>AI</a:t>
            </a:r>
            <a:r>
              <a:rPr lang="zh-CN" altLang="en-US"/>
              <a:t>大模型：也称为大语言模型（</a:t>
            </a:r>
            <a:r>
              <a:rPr lang="en-US" altLang="zh-CN" b="1">
                <a:solidFill>
                  <a:srgbClr val="C00000"/>
                </a:solidFill>
              </a:rPr>
              <a:t>L</a:t>
            </a:r>
            <a:r>
              <a:rPr lang="en-US" altLang="zh-CN"/>
              <a:t>arge </a:t>
            </a:r>
            <a:r>
              <a:rPr lang="en-US" altLang="zh-CN" b="1">
                <a:solidFill>
                  <a:srgbClr val="C00000"/>
                </a:solidFill>
              </a:rPr>
              <a:t>L</a:t>
            </a:r>
            <a:r>
              <a:rPr lang="en-US" altLang="zh-CN"/>
              <a:t>anguage </a:t>
            </a:r>
            <a:r>
              <a:rPr lang="en-US" altLang="zh-CN" b="1">
                <a:solidFill>
                  <a:srgbClr val="C00000"/>
                </a:solidFill>
              </a:rPr>
              <a:t>M</a:t>
            </a:r>
            <a:r>
              <a:rPr lang="en-US" altLang="zh-CN"/>
              <a:t>odels, </a:t>
            </a:r>
            <a:r>
              <a:rPr lang="en-US" altLang="zh-CN" b="1">
                <a:solidFill>
                  <a:srgbClr val="C00000"/>
                </a:solidFill>
              </a:rPr>
              <a:t>LLM</a:t>
            </a:r>
            <a:r>
              <a:rPr lang="zh-CN" altLang="en-US"/>
              <a:t>），是</a:t>
            </a:r>
            <a:r>
              <a:rPr lang="en-US" altLang="zh-CN"/>
              <a:t>AI</a:t>
            </a:r>
            <a:r>
              <a:rPr lang="zh-CN" altLang="en-US"/>
              <a:t>技术的一个分支。其实就是一个用代码模拟人脑神经网络的程序（参数量极其庞大，通常达到数十亿至数千亿级别），通过大量的数据训练后，使其具备理解人类语言、思考、推理并输出人类语言的能力。</a:t>
            </a:r>
          </a:p>
        </p:txBody>
      </p:sp>
      <p:sp>
        <p:nvSpPr>
          <p:cNvPr id="5" name="标题 4">
            <a:extLst>
              <a:ext uri="{FF2B5EF4-FFF2-40B4-BE49-F238E27FC236}">
                <a16:creationId xmlns:a16="http://schemas.microsoft.com/office/drawing/2014/main" id="{E2A80B82-AF50-B96E-2CC6-31197268BFA1}"/>
              </a:ext>
            </a:extLst>
          </p:cNvPr>
          <p:cNvSpPr>
            <a:spLocks noGrp="1"/>
          </p:cNvSpPr>
          <p:nvPr>
            <p:ph type="title"/>
          </p:nvPr>
        </p:nvSpPr>
        <p:spPr/>
        <p:txBody>
          <a:bodyPr/>
          <a:lstStyle/>
          <a:p>
            <a:r>
              <a:rPr lang="en-US" altLang="zh-CN"/>
              <a:t>AI</a:t>
            </a:r>
            <a:r>
              <a:rPr lang="zh-CN" altLang="en-US"/>
              <a:t>大模型</a:t>
            </a:r>
          </a:p>
        </p:txBody>
      </p:sp>
      <p:sp>
        <p:nvSpPr>
          <p:cNvPr id="12" name="文本框 11">
            <a:extLst>
              <a:ext uri="{FF2B5EF4-FFF2-40B4-BE49-F238E27FC236}">
                <a16:creationId xmlns:a16="http://schemas.microsoft.com/office/drawing/2014/main" id="{BC372372-0B0A-DF96-993F-CDD5BC89535D}"/>
              </a:ext>
            </a:extLst>
          </p:cNvPr>
          <p:cNvSpPr txBox="1"/>
          <p:nvPr/>
        </p:nvSpPr>
        <p:spPr>
          <a:xfrm>
            <a:off x="1410833" y="5127824"/>
            <a:ext cx="1011815" cy="369332"/>
          </a:xfrm>
          <a:prstGeom prst="rect">
            <a:avLst/>
          </a:prstGeom>
          <a:noFill/>
        </p:spPr>
        <p:txBody>
          <a:bodyPr wrap="none" rtlCol="0">
            <a:spAutoFit/>
          </a:bodyPr>
          <a:lstStyle/>
          <a:p>
            <a:r>
              <a:rPr lang="en-US" altLang="zh-CN"/>
              <a:t>OpenAI</a:t>
            </a:r>
            <a:endParaRPr lang="zh-CN" altLang="en-US"/>
          </a:p>
        </p:txBody>
      </p:sp>
      <p:sp>
        <p:nvSpPr>
          <p:cNvPr id="13" name="文本框 12">
            <a:extLst>
              <a:ext uri="{FF2B5EF4-FFF2-40B4-BE49-F238E27FC236}">
                <a16:creationId xmlns:a16="http://schemas.microsoft.com/office/drawing/2014/main" id="{668D85C7-A7D4-7B2E-5194-79A9F6A2E9B4}"/>
              </a:ext>
            </a:extLst>
          </p:cNvPr>
          <p:cNvSpPr txBox="1"/>
          <p:nvPr/>
        </p:nvSpPr>
        <p:spPr>
          <a:xfrm>
            <a:off x="4138326" y="5125328"/>
            <a:ext cx="1011815" cy="369332"/>
          </a:xfrm>
          <a:prstGeom prst="rect">
            <a:avLst/>
          </a:prstGeom>
          <a:noFill/>
        </p:spPr>
        <p:txBody>
          <a:bodyPr wrap="none" rtlCol="0">
            <a:spAutoFit/>
          </a:bodyPr>
          <a:lstStyle/>
          <a:p>
            <a:r>
              <a:rPr lang="en-US" altLang="zh-CN"/>
              <a:t>Google</a:t>
            </a:r>
            <a:endParaRPr lang="zh-CN" altLang="en-US"/>
          </a:p>
        </p:txBody>
      </p:sp>
      <p:sp>
        <p:nvSpPr>
          <p:cNvPr id="14" name="文本框 13">
            <a:extLst>
              <a:ext uri="{FF2B5EF4-FFF2-40B4-BE49-F238E27FC236}">
                <a16:creationId xmlns:a16="http://schemas.microsoft.com/office/drawing/2014/main" id="{8F7D057D-2CFA-063C-D05F-15DE1D582038}"/>
              </a:ext>
            </a:extLst>
          </p:cNvPr>
          <p:cNvSpPr txBox="1"/>
          <p:nvPr/>
        </p:nvSpPr>
        <p:spPr>
          <a:xfrm>
            <a:off x="6824141" y="5125328"/>
            <a:ext cx="1095172" cy="369332"/>
          </a:xfrm>
          <a:prstGeom prst="rect">
            <a:avLst/>
          </a:prstGeom>
          <a:noFill/>
        </p:spPr>
        <p:txBody>
          <a:bodyPr wrap="none" rtlCol="0">
            <a:spAutoFit/>
          </a:bodyPr>
          <a:lstStyle/>
          <a:p>
            <a:r>
              <a:rPr lang="zh-CN" altLang="en-US"/>
              <a:t>深度求索</a:t>
            </a:r>
          </a:p>
        </p:txBody>
      </p:sp>
      <p:sp>
        <p:nvSpPr>
          <p:cNvPr id="15" name="文本框 14">
            <a:extLst>
              <a:ext uri="{FF2B5EF4-FFF2-40B4-BE49-F238E27FC236}">
                <a16:creationId xmlns:a16="http://schemas.microsoft.com/office/drawing/2014/main" id="{3A4FF5FF-8F59-A674-237D-A178E9D3D88F}"/>
              </a:ext>
            </a:extLst>
          </p:cNvPr>
          <p:cNvSpPr txBox="1"/>
          <p:nvPr/>
        </p:nvSpPr>
        <p:spPr>
          <a:xfrm>
            <a:off x="9551634" y="5125328"/>
            <a:ext cx="1095172" cy="369332"/>
          </a:xfrm>
          <a:prstGeom prst="rect">
            <a:avLst/>
          </a:prstGeom>
          <a:noFill/>
        </p:spPr>
        <p:txBody>
          <a:bodyPr wrap="none" rtlCol="0">
            <a:spAutoFit/>
          </a:bodyPr>
          <a:lstStyle/>
          <a:p>
            <a:r>
              <a:rPr lang="zh-CN" altLang="en-US"/>
              <a:t>阿里巴巴</a:t>
            </a:r>
            <a:endParaRPr lang="en-US" altLang="zh-CN"/>
          </a:p>
        </p:txBody>
      </p:sp>
      <p:sp>
        <p:nvSpPr>
          <p:cNvPr id="16" name="Number4">
            <a:extLst>
              <a:ext uri="{FF2B5EF4-FFF2-40B4-BE49-F238E27FC236}">
                <a16:creationId xmlns:a16="http://schemas.microsoft.com/office/drawing/2014/main" id="{B006FEA7-3B99-B4A8-828F-D2E1E8A119F8}"/>
              </a:ext>
            </a:extLst>
          </p:cNvPr>
          <p:cNvSpPr/>
          <p:nvPr/>
        </p:nvSpPr>
        <p:spPr>
          <a:xfrm>
            <a:off x="1007241" y="3377538"/>
            <a:ext cx="1819001" cy="1527978"/>
          </a:xfrm>
          <a:custGeom>
            <a:avLst/>
            <a:gdLst>
              <a:gd name="connsiteX0" fmla="*/ 1551099 w 2582902"/>
              <a:gd name="connsiteY0" fmla="*/ 370 h 2169661"/>
              <a:gd name="connsiteX1" fmla="*/ 1069330 w 2582902"/>
              <a:gd name="connsiteY1" fmla="*/ 32007 h 2169661"/>
              <a:gd name="connsiteX2" fmla="*/ 558515 w 2582902"/>
              <a:gd name="connsiteY2" fmla="*/ 106751 h 2169661"/>
              <a:gd name="connsiteX3" fmla="*/ 158891 w 2582902"/>
              <a:gd name="connsiteY3" fmla="*/ 241439 h 2169661"/>
              <a:gd name="connsiteX4" fmla="*/ 52140 w 2582902"/>
              <a:gd name="connsiteY4" fmla="*/ 389818 h 2169661"/>
              <a:gd name="connsiteX5" fmla="*/ 8292 w 2582902"/>
              <a:gd name="connsiteY5" fmla="*/ 787777 h 2169661"/>
              <a:gd name="connsiteX6" fmla="*/ 16433 w 2582902"/>
              <a:gd name="connsiteY6" fmla="*/ 1449376 h 2169661"/>
              <a:gd name="connsiteX7" fmla="*/ 71011 w 2582902"/>
              <a:gd name="connsiteY7" fmla="*/ 1815513 h 2169661"/>
              <a:gd name="connsiteX8" fmla="*/ 318926 w 2582902"/>
              <a:gd name="connsiteY8" fmla="*/ 2081374 h 2169661"/>
              <a:gd name="connsiteX9" fmla="*/ 666191 w 2582902"/>
              <a:gd name="connsiteY9" fmla="*/ 2146498 h 2169661"/>
              <a:gd name="connsiteX10" fmla="*/ 1205683 w 2582902"/>
              <a:gd name="connsiteY10" fmla="*/ 2166479 h 2169661"/>
              <a:gd name="connsiteX11" fmla="*/ 1575890 w 2582902"/>
              <a:gd name="connsiteY11" fmla="*/ 2136878 h 2169661"/>
              <a:gd name="connsiteX12" fmla="*/ 1908170 w 2582902"/>
              <a:gd name="connsiteY12" fmla="*/ 2083224 h 2169661"/>
              <a:gd name="connsiteX13" fmla="*/ 2307609 w 2582902"/>
              <a:gd name="connsiteY13" fmla="*/ 1986278 h 2169661"/>
              <a:gd name="connsiteX14" fmla="*/ 2479114 w 2582902"/>
              <a:gd name="connsiteY14" fmla="*/ 1859361 h 2169661"/>
              <a:gd name="connsiteX15" fmla="*/ 2577725 w 2582902"/>
              <a:gd name="connsiteY15" fmla="*/ 1503770 h 2169661"/>
              <a:gd name="connsiteX16" fmla="*/ 2566254 w 2582902"/>
              <a:gd name="connsiteY16" fmla="*/ 1097855 h 2169661"/>
              <a:gd name="connsiteX17" fmla="*/ 2534432 w 2582902"/>
              <a:gd name="connsiteY17" fmla="*/ 785927 h 2169661"/>
              <a:gd name="connsiteX18" fmla="*/ 2484109 w 2582902"/>
              <a:gd name="connsiteY18" fmla="*/ 412205 h 2169661"/>
              <a:gd name="connsiteX19" fmla="*/ 2443592 w 2582902"/>
              <a:gd name="connsiteY19" fmla="*/ 279737 h 2169661"/>
              <a:gd name="connsiteX20" fmla="*/ 2184762 w 2582902"/>
              <a:gd name="connsiteY20" fmla="*/ 59944 h 2169661"/>
              <a:gd name="connsiteX21" fmla="*/ 1962193 w 2582902"/>
              <a:gd name="connsiteY21" fmla="*/ 20906 h 2169661"/>
              <a:gd name="connsiteX22" fmla="*/ 1551099 w 2582902"/>
              <a:gd name="connsiteY22" fmla="*/ 0 h 216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82902" h="2169661">
                <a:moveTo>
                  <a:pt x="1551099" y="370"/>
                </a:moveTo>
                <a:cubicBezTo>
                  <a:pt x="1397725" y="13506"/>
                  <a:pt x="1233065" y="7400"/>
                  <a:pt x="1069330" y="32007"/>
                </a:cubicBezTo>
                <a:cubicBezTo>
                  <a:pt x="899120" y="57353"/>
                  <a:pt x="726690" y="68639"/>
                  <a:pt x="558515" y="106751"/>
                </a:cubicBezTo>
                <a:cubicBezTo>
                  <a:pt x="421052" y="138018"/>
                  <a:pt x="284699" y="172615"/>
                  <a:pt x="158891" y="241439"/>
                </a:cubicBezTo>
                <a:cubicBezTo>
                  <a:pt x="96172" y="275666"/>
                  <a:pt x="61020" y="323769"/>
                  <a:pt x="52140" y="389818"/>
                </a:cubicBezTo>
                <a:cubicBezTo>
                  <a:pt x="34379" y="522101"/>
                  <a:pt x="15692" y="654754"/>
                  <a:pt x="8292" y="787777"/>
                </a:cubicBezTo>
                <a:cubicBezTo>
                  <a:pt x="-4104" y="1008125"/>
                  <a:pt x="-3549" y="1228843"/>
                  <a:pt x="16433" y="1449376"/>
                </a:cubicBezTo>
                <a:cubicBezTo>
                  <a:pt x="27718" y="1572779"/>
                  <a:pt x="36414" y="1695441"/>
                  <a:pt x="71011" y="1815513"/>
                </a:cubicBezTo>
                <a:cubicBezTo>
                  <a:pt x="108938" y="1947796"/>
                  <a:pt x="185163" y="2038452"/>
                  <a:pt x="318926" y="2081374"/>
                </a:cubicBezTo>
                <a:cubicBezTo>
                  <a:pt x="432337" y="2117821"/>
                  <a:pt x="548894" y="2135582"/>
                  <a:pt x="666191" y="2146498"/>
                </a:cubicBezTo>
                <a:cubicBezTo>
                  <a:pt x="845467" y="2163519"/>
                  <a:pt x="1025483" y="2175730"/>
                  <a:pt x="1205683" y="2166479"/>
                </a:cubicBezTo>
                <a:cubicBezTo>
                  <a:pt x="1329271" y="2160189"/>
                  <a:pt x="1453043" y="2154268"/>
                  <a:pt x="1575890" y="2136878"/>
                </a:cubicBezTo>
                <a:cubicBezTo>
                  <a:pt x="1687082" y="2121151"/>
                  <a:pt x="1797718" y="2104131"/>
                  <a:pt x="1908170" y="2083224"/>
                </a:cubicBezTo>
                <a:cubicBezTo>
                  <a:pt x="2043043" y="2057878"/>
                  <a:pt x="2177731" y="2031236"/>
                  <a:pt x="2307609" y="1986278"/>
                </a:cubicBezTo>
                <a:cubicBezTo>
                  <a:pt x="2377358" y="1962042"/>
                  <a:pt x="2445257" y="1933365"/>
                  <a:pt x="2479114" y="1859361"/>
                </a:cubicBezTo>
                <a:cubicBezTo>
                  <a:pt x="2531102" y="1746134"/>
                  <a:pt x="2568659" y="1627727"/>
                  <a:pt x="2577725" y="1503770"/>
                </a:cubicBezTo>
                <a:cubicBezTo>
                  <a:pt x="2587715" y="1368712"/>
                  <a:pt x="2582905" y="1232914"/>
                  <a:pt x="2566254" y="1097855"/>
                </a:cubicBezTo>
                <a:cubicBezTo>
                  <a:pt x="2553489" y="994249"/>
                  <a:pt x="2545163" y="889903"/>
                  <a:pt x="2534432" y="785927"/>
                </a:cubicBezTo>
                <a:cubicBezTo>
                  <a:pt x="2521667" y="660859"/>
                  <a:pt x="2510196" y="535422"/>
                  <a:pt x="2484109" y="412205"/>
                </a:cubicBezTo>
                <a:cubicBezTo>
                  <a:pt x="2474674" y="367617"/>
                  <a:pt x="2463203" y="322474"/>
                  <a:pt x="2443592" y="279737"/>
                </a:cubicBezTo>
                <a:cubicBezTo>
                  <a:pt x="2391234" y="165215"/>
                  <a:pt x="2308904" y="89545"/>
                  <a:pt x="2184762" y="59944"/>
                </a:cubicBezTo>
                <a:cubicBezTo>
                  <a:pt x="2111312" y="42368"/>
                  <a:pt x="2036938" y="30342"/>
                  <a:pt x="1962193" y="20906"/>
                </a:cubicBezTo>
                <a:cubicBezTo>
                  <a:pt x="1829355" y="4070"/>
                  <a:pt x="1695037" y="14801"/>
                  <a:pt x="1551099" y="0"/>
                </a:cubicBezTo>
                <a:close/>
              </a:path>
            </a:pathLst>
          </a:custGeom>
          <a:gradFill flip="none" rotWithShape="1">
            <a:gsLst>
              <a:gs pos="0">
                <a:srgbClr val="B15AF8">
                  <a:lumMod val="60000"/>
                  <a:lumOff val="40000"/>
                </a:srgbClr>
              </a:gs>
              <a:gs pos="75000">
                <a:srgbClr val="B15AF8"/>
              </a:gs>
            </a:gsLst>
            <a:lin ang="2700000" scaled="1"/>
            <a:tileRect/>
          </a:gradFill>
          <a:ln w="12700" cap="flat" cmpd="sng" algn="ctr">
            <a:noFill/>
            <a:prstDash val="solid"/>
            <a:miter lim="800000"/>
          </a:ln>
          <a:effectLst>
            <a:outerShdw blurRad="127000" dist="63500" dir="2700000" algn="tl" rotWithShape="0">
              <a:srgbClr val="B15AF8">
                <a:alpha val="15000"/>
              </a:srgbClr>
            </a:outerShdw>
          </a:effectLst>
        </p:spPr>
        <p:txBody>
          <a:bodyPr wrap="square" rtlCol="0" anchor="ctr">
            <a:normAutofit/>
          </a:bodyPr>
          <a:lstStyle/>
          <a:p>
            <a:pPr algn="ctr"/>
            <a:r>
              <a:rPr lang="en-US" altLang="zh-CN" sz="2400" b="1" kern="0">
                <a:solidFill>
                  <a:srgbClr val="FFFFFF"/>
                </a:solidFill>
                <a:ea typeface="微软雅黑"/>
                <a:cs typeface="+mn-ea"/>
              </a:rPr>
              <a:t>GP</a:t>
            </a:r>
            <a:r>
              <a:rPr lang="en-US" altLang="zh-CN" sz="2400" b="1" kern="0" dirty="0">
                <a:solidFill>
                  <a:srgbClr val="FFFFFF"/>
                </a:solidFill>
                <a:ea typeface="微软雅黑"/>
                <a:cs typeface="+mn-ea"/>
              </a:rPr>
              <a:t>T</a:t>
            </a:r>
            <a:endParaRPr lang="zh-CN" altLang="en-US" sz="2400" b="1" kern="0" dirty="0">
              <a:solidFill>
                <a:srgbClr val="FFFFFF"/>
              </a:solidFill>
              <a:ea typeface="微软雅黑"/>
              <a:cs typeface="+mn-ea"/>
            </a:endParaRPr>
          </a:p>
        </p:txBody>
      </p:sp>
      <p:sp>
        <p:nvSpPr>
          <p:cNvPr id="17" name="Number4">
            <a:extLst>
              <a:ext uri="{FF2B5EF4-FFF2-40B4-BE49-F238E27FC236}">
                <a16:creationId xmlns:a16="http://schemas.microsoft.com/office/drawing/2014/main" id="{ABF59EB3-BB26-6B25-655F-AC2BA41B4189}"/>
              </a:ext>
            </a:extLst>
          </p:cNvPr>
          <p:cNvSpPr/>
          <p:nvPr/>
        </p:nvSpPr>
        <p:spPr>
          <a:xfrm>
            <a:off x="3734734" y="3377538"/>
            <a:ext cx="1819001" cy="1527978"/>
          </a:xfrm>
          <a:custGeom>
            <a:avLst/>
            <a:gdLst>
              <a:gd name="connsiteX0" fmla="*/ 1551099 w 2582902"/>
              <a:gd name="connsiteY0" fmla="*/ 370 h 2169661"/>
              <a:gd name="connsiteX1" fmla="*/ 1069330 w 2582902"/>
              <a:gd name="connsiteY1" fmla="*/ 32007 h 2169661"/>
              <a:gd name="connsiteX2" fmla="*/ 558515 w 2582902"/>
              <a:gd name="connsiteY2" fmla="*/ 106751 h 2169661"/>
              <a:gd name="connsiteX3" fmla="*/ 158891 w 2582902"/>
              <a:gd name="connsiteY3" fmla="*/ 241439 h 2169661"/>
              <a:gd name="connsiteX4" fmla="*/ 52140 w 2582902"/>
              <a:gd name="connsiteY4" fmla="*/ 389818 h 2169661"/>
              <a:gd name="connsiteX5" fmla="*/ 8292 w 2582902"/>
              <a:gd name="connsiteY5" fmla="*/ 787777 h 2169661"/>
              <a:gd name="connsiteX6" fmla="*/ 16433 w 2582902"/>
              <a:gd name="connsiteY6" fmla="*/ 1449376 h 2169661"/>
              <a:gd name="connsiteX7" fmla="*/ 71011 w 2582902"/>
              <a:gd name="connsiteY7" fmla="*/ 1815513 h 2169661"/>
              <a:gd name="connsiteX8" fmla="*/ 318926 w 2582902"/>
              <a:gd name="connsiteY8" fmla="*/ 2081374 h 2169661"/>
              <a:gd name="connsiteX9" fmla="*/ 666191 w 2582902"/>
              <a:gd name="connsiteY9" fmla="*/ 2146498 h 2169661"/>
              <a:gd name="connsiteX10" fmla="*/ 1205683 w 2582902"/>
              <a:gd name="connsiteY10" fmla="*/ 2166479 h 2169661"/>
              <a:gd name="connsiteX11" fmla="*/ 1575890 w 2582902"/>
              <a:gd name="connsiteY11" fmla="*/ 2136878 h 2169661"/>
              <a:gd name="connsiteX12" fmla="*/ 1908170 w 2582902"/>
              <a:gd name="connsiteY12" fmla="*/ 2083224 h 2169661"/>
              <a:gd name="connsiteX13" fmla="*/ 2307609 w 2582902"/>
              <a:gd name="connsiteY13" fmla="*/ 1986278 h 2169661"/>
              <a:gd name="connsiteX14" fmla="*/ 2479114 w 2582902"/>
              <a:gd name="connsiteY14" fmla="*/ 1859361 h 2169661"/>
              <a:gd name="connsiteX15" fmla="*/ 2577725 w 2582902"/>
              <a:gd name="connsiteY15" fmla="*/ 1503770 h 2169661"/>
              <a:gd name="connsiteX16" fmla="*/ 2566254 w 2582902"/>
              <a:gd name="connsiteY16" fmla="*/ 1097855 h 2169661"/>
              <a:gd name="connsiteX17" fmla="*/ 2534432 w 2582902"/>
              <a:gd name="connsiteY17" fmla="*/ 785927 h 2169661"/>
              <a:gd name="connsiteX18" fmla="*/ 2484109 w 2582902"/>
              <a:gd name="connsiteY18" fmla="*/ 412205 h 2169661"/>
              <a:gd name="connsiteX19" fmla="*/ 2443592 w 2582902"/>
              <a:gd name="connsiteY19" fmla="*/ 279737 h 2169661"/>
              <a:gd name="connsiteX20" fmla="*/ 2184762 w 2582902"/>
              <a:gd name="connsiteY20" fmla="*/ 59944 h 2169661"/>
              <a:gd name="connsiteX21" fmla="*/ 1962193 w 2582902"/>
              <a:gd name="connsiteY21" fmla="*/ 20906 h 2169661"/>
              <a:gd name="connsiteX22" fmla="*/ 1551099 w 2582902"/>
              <a:gd name="connsiteY22" fmla="*/ 0 h 216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82902" h="2169661">
                <a:moveTo>
                  <a:pt x="1551099" y="370"/>
                </a:moveTo>
                <a:cubicBezTo>
                  <a:pt x="1397725" y="13506"/>
                  <a:pt x="1233065" y="7400"/>
                  <a:pt x="1069330" y="32007"/>
                </a:cubicBezTo>
                <a:cubicBezTo>
                  <a:pt x="899120" y="57353"/>
                  <a:pt x="726690" y="68639"/>
                  <a:pt x="558515" y="106751"/>
                </a:cubicBezTo>
                <a:cubicBezTo>
                  <a:pt x="421052" y="138018"/>
                  <a:pt x="284699" y="172615"/>
                  <a:pt x="158891" y="241439"/>
                </a:cubicBezTo>
                <a:cubicBezTo>
                  <a:pt x="96172" y="275666"/>
                  <a:pt x="61020" y="323769"/>
                  <a:pt x="52140" y="389818"/>
                </a:cubicBezTo>
                <a:cubicBezTo>
                  <a:pt x="34379" y="522101"/>
                  <a:pt x="15692" y="654754"/>
                  <a:pt x="8292" y="787777"/>
                </a:cubicBezTo>
                <a:cubicBezTo>
                  <a:pt x="-4104" y="1008125"/>
                  <a:pt x="-3549" y="1228843"/>
                  <a:pt x="16433" y="1449376"/>
                </a:cubicBezTo>
                <a:cubicBezTo>
                  <a:pt x="27718" y="1572779"/>
                  <a:pt x="36414" y="1695441"/>
                  <a:pt x="71011" y="1815513"/>
                </a:cubicBezTo>
                <a:cubicBezTo>
                  <a:pt x="108938" y="1947796"/>
                  <a:pt x="185163" y="2038452"/>
                  <a:pt x="318926" y="2081374"/>
                </a:cubicBezTo>
                <a:cubicBezTo>
                  <a:pt x="432337" y="2117821"/>
                  <a:pt x="548894" y="2135582"/>
                  <a:pt x="666191" y="2146498"/>
                </a:cubicBezTo>
                <a:cubicBezTo>
                  <a:pt x="845467" y="2163519"/>
                  <a:pt x="1025483" y="2175730"/>
                  <a:pt x="1205683" y="2166479"/>
                </a:cubicBezTo>
                <a:cubicBezTo>
                  <a:pt x="1329271" y="2160189"/>
                  <a:pt x="1453043" y="2154268"/>
                  <a:pt x="1575890" y="2136878"/>
                </a:cubicBezTo>
                <a:cubicBezTo>
                  <a:pt x="1687082" y="2121151"/>
                  <a:pt x="1797718" y="2104131"/>
                  <a:pt x="1908170" y="2083224"/>
                </a:cubicBezTo>
                <a:cubicBezTo>
                  <a:pt x="2043043" y="2057878"/>
                  <a:pt x="2177731" y="2031236"/>
                  <a:pt x="2307609" y="1986278"/>
                </a:cubicBezTo>
                <a:cubicBezTo>
                  <a:pt x="2377358" y="1962042"/>
                  <a:pt x="2445257" y="1933365"/>
                  <a:pt x="2479114" y="1859361"/>
                </a:cubicBezTo>
                <a:cubicBezTo>
                  <a:pt x="2531102" y="1746134"/>
                  <a:pt x="2568659" y="1627727"/>
                  <a:pt x="2577725" y="1503770"/>
                </a:cubicBezTo>
                <a:cubicBezTo>
                  <a:pt x="2587715" y="1368712"/>
                  <a:pt x="2582905" y="1232914"/>
                  <a:pt x="2566254" y="1097855"/>
                </a:cubicBezTo>
                <a:cubicBezTo>
                  <a:pt x="2553489" y="994249"/>
                  <a:pt x="2545163" y="889903"/>
                  <a:pt x="2534432" y="785927"/>
                </a:cubicBezTo>
                <a:cubicBezTo>
                  <a:pt x="2521667" y="660859"/>
                  <a:pt x="2510196" y="535422"/>
                  <a:pt x="2484109" y="412205"/>
                </a:cubicBezTo>
                <a:cubicBezTo>
                  <a:pt x="2474674" y="367617"/>
                  <a:pt x="2463203" y="322474"/>
                  <a:pt x="2443592" y="279737"/>
                </a:cubicBezTo>
                <a:cubicBezTo>
                  <a:pt x="2391234" y="165215"/>
                  <a:pt x="2308904" y="89545"/>
                  <a:pt x="2184762" y="59944"/>
                </a:cubicBezTo>
                <a:cubicBezTo>
                  <a:pt x="2111312" y="42368"/>
                  <a:pt x="2036938" y="30342"/>
                  <a:pt x="1962193" y="20906"/>
                </a:cubicBezTo>
                <a:cubicBezTo>
                  <a:pt x="1829355" y="4070"/>
                  <a:pt x="1695037" y="14801"/>
                  <a:pt x="1551099" y="0"/>
                </a:cubicBezTo>
                <a:close/>
              </a:path>
            </a:pathLst>
          </a:custGeom>
          <a:gradFill flip="none" rotWithShape="1">
            <a:gsLst>
              <a:gs pos="0">
                <a:srgbClr val="6256FC">
                  <a:lumMod val="60000"/>
                  <a:lumOff val="40000"/>
                </a:srgbClr>
              </a:gs>
              <a:gs pos="75000">
                <a:srgbClr val="6256FC"/>
              </a:gs>
            </a:gsLst>
            <a:lin ang="2700000" scaled="1"/>
            <a:tileRect/>
          </a:gradFill>
          <a:ln w="12700" cap="flat" cmpd="sng" algn="ctr">
            <a:noFill/>
            <a:prstDash val="solid"/>
            <a:miter lim="800000"/>
          </a:ln>
          <a:effectLst>
            <a:outerShdw blurRad="127000" dist="63500" dir="2700000" algn="tl" rotWithShape="0">
              <a:srgbClr val="6256FC">
                <a:alpha val="15000"/>
              </a:srgbClr>
            </a:outerShdw>
          </a:effectLst>
        </p:spPr>
        <p:txBody>
          <a:bodyPr wrap="square" lIns="0" rIns="0" rtlCol="0" anchor="ctr">
            <a:normAutofit/>
          </a:bodyPr>
          <a:lstStyle/>
          <a:p>
            <a:pPr algn="ctr"/>
            <a:r>
              <a:rPr lang="en-US" altLang="zh-CN" sz="2400" b="1" kern="0">
                <a:solidFill>
                  <a:srgbClr val="FFFFFF"/>
                </a:solidFill>
                <a:latin typeface="Arial"/>
                <a:ea typeface="微软雅黑"/>
                <a:cs typeface="+mn-ea"/>
              </a:rPr>
              <a:t>Gemini</a:t>
            </a:r>
            <a:endParaRPr lang="zh-CN" altLang="en-US" sz="2400" b="1" kern="0" dirty="0">
              <a:solidFill>
                <a:srgbClr val="FFFFFF"/>
              </a:solidFill>
              <a:latin typeface="Arial"/>
              <a:ea typeface="微软雅黑"/>
              <a:cs typeface="+mn-ea"/>
            </a:endParaRPr>
          </a:p>
        </p:txBody>
      </p:sp>
      <p:sp>
        <p:nvSpPr>
          <p:cNvPr id="18" name="Number4">
            <a:extLst>
              <a:ext uri="{FF2B5EF4-FFF2-40B4-BE49-F238E27FC236}">
                <a16:creationId xmlns:a16="http://schemas.microsoft.com/office/drawing/2014/main" id="{42842BEB-2C9F-28BA-DB55-FC0B7E37B9CF}"/>
              </a:ext>
            </a:extLst>
          </p:cNvPr>
          <p:cNvSpPr/>
          <p:nvPr/>
        </p:nvSpPr>
        <p:spPr>
          <a:xfrm>
            <a:off x="6462227" y="3377538"/>
            <a:ext cx="1819001" cy="1527978"/>
          </a:xfrm>
          <a:custGeom>
            <a:avLst/>
            <a:gdLst>
              <a:gd name="connsiteX0" fmla="*/ 1551099 w 2582902"/>
              <a:gd name="connsiteY0" fmla="*/ 370 h 2169661"/>
              <a:gd name="connsiteX1" fmla="*/ 1069330 w 2582902"/>
              <a:gd name="connsiteY1" fmla="*/ 32007 h 2169661"/>
              <a:gd name="connsiteX2" fmla="*/ 558515 w 2582902"/>
              <a:gd name="connsiteY2" fmla="*/ 106751 h 2169661"/>
              <a:gd name="connsiteX3" fmla="*/ 158891 w 2582902"/>
              <a:gd name="connsiteY3" fmla="*/ 241439 h 2169661"/>
              <a:gd name="connsiteX4" fmla="*/ 52140 w 2582902"/>
              <a:gd name="connsiteY4" fmla="*/ 389818 h 2169661"/>
              <a:gd name="connsiteX5" fmla="*/ 8292 w 2582902"/>
              <a:gd name="connsiteY5" fmla="*/ 787777 h 2169661"/>
              <a:gd name="connsiteX6" fmla="*/ 16433 w 2582902"/>
              <a:gd name="connsiteY6" fmla="*/ 1449376 h 2169661"/>
              <a:gd name="connsiteX7" fmla="*/ 71011 w 2582902"/>
              <a:gd name="connsiteY7" fmla="*/ 1815513 h 2169661"/>
              <a:gd name="connsiteX8" fmla="*/ 318926 w 2582902"/>
              <a:gd name="connsiteY8" fmla="*/ 2081374 h 2169661"/>
              <a:gd name="connsiteX9" fmla="*/ 666191 w 2582902"/>
              <a:gd name="connsiteY9" fmla="*/ 2146498 h 2169661"/>
              <a:gd name="connsiteX10" fmla="*/ 1205683 w 2582902"/>
              <a:gd name="connsiteY10" fmla="*/ 2166479 h 2169661"/>
              <a:gd name="connsiteX11" fmla="*/ 1575890 w 2582902"/>
              <a:gd name="connsiteY11" fmla="*/ 2136878 h 2169661"/>
              <a:gd name="connsiteX12" fmla="*/ 1908170 w 2582902"/>
              <a:gd name="connsiteY12" fmla="*/ 2083224 h 2169661"/>
              <a:gd name="connsiteX13" fmla="*/ 2307609 w 2582902"/>
              <a:gd name="connsiteY13" fmla="*/ 1986278 h 2169661"/>
              <a:gd name="connsiteX14" fmla="*/ 2479114 w 2582902"/>
              <a:gd name="connsiteY14" fmla="*/ 1859361 h 2169661"/>
              <a:gd name="connsiteX15" fmla="*/ 2577725 w 2582902"/>
              <a:gd name="connsiteY15" fmla="*/ 1503770 h 2169661"/>
              <a:gd name="connsiteX16" fmla="*/ 2566254 w 2582902"/>
              <a:gd name="connsiteY16" fmla="*/ 1097855 h 2169661"/>
              <a:gd name="connsiteX17" fmla="*/ 2534432 w 2582902"/>
              <a:gd name="connsiteY17" fmla="*/ 785927 h 2169661"/>
              <a:gd name="connsiteX18" fmla="*/ 2484109 w 2582902"/>
              <a:gd name="connsiteY18" fmla="*/ 412205 h 2169661"/>
              <a:gd name="connsiteX19" fmla="*/ 2443592 w 2582902"/>
              <a:gd name="connsiteY19" fmla="*/ 279737 h 2169661"/>
              <a:gd name="connsiteX20" fmla="*/ 2184762 w 2582902"/>
              <a:gd name="connsiteY20" fmla="*/ 59944 h 2169661"/>
              <a:gd name="connsiteX21" fmla="*/ 1962193 w 2582902"/>
              <a:gd name="connsiteY21" fmla="*/ 20906 h 2169661"/>
              <a:gd name="connsiteX22" fmla="*/ 1551099 w 2582902"/>
              <a:gd name="connsiteY22" fmla="*/ 0 h 216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82902" h="2169661">
                <a:moveTo>
                  <a:pt x="1551099" y="370"/>
                </a:moveTo>
                <a:cubicBezTo>
                  <a:pt x="1397725" y="13506"/>
                  <a:pt x="1233065" y="7400"/>
                  <a:pt x="1069330" y="32007"/>
                </a:cubicBezTo>
                <a:cubicBezTo>
                  <a:pt x="899120" y="57353"/>
                  <a:pt x="726690" y="68639"/>
                  <a:pt x="558515" y="106751"/>
                </a:cubicBezTo>
                <a:cubicBezTo>
                  <a:pt x="421052" y="138018"/>
                  <a:pt x="284699" y="172615"/>
                  <a:pt x="158891" y="241439"/>
                </a:cubicBezTo>
                <a:cubicBezTo>
                  <a:pt x="96172" y="275666"/>
                  <a:pt x="61020" y="323769"/>
                  <a:pt x="52140" y="389818"/>
                </a:cubicBezTo>
                <a:cubicBezTo>
                  <a:pt x="34379" y="522101"/>
                  <a:pt x="15692" y="654754"/>
                  <a:pt x="8292" y="787777"/>
                </a:cubicBezTo>
                <a:cubicBezTo>
                  <a:pt x="-4104" y="1008125"/>
                  <a:pt x="-3549" y="1228843"/>
                  <a:pt x="16433" y="1449376"/>
                </a:cubicBezTo>
                <a:cubicBezTo>
                  <a:pt x="27718" y="1572779"/>
                  <a:pt x="36414" y="1695441"/>
                  <a:pt x="71011" y="1815513"/>
                </a:cubicBezTo>
                <a:cubicBezTo>
                  <a:pt x="108938" y="1947796"/>
                  <a:pt x="185163" y="2038452"/>
                  <a:pt x="318926" y="2081374"/>
                </a:cubicBezTo>
                <a:cubicBezTo>
                  <a:pt x="432337" y="2117821"/>
                  <a:pt x="548894" y="2135582"/>
                  <a:pt x="666191" y="2146498"/>
                </a:cubicBezTo>
                <a:cubicBezTo>
                  <a:pt x="845467" y="2163519"/>
                  <a:pt x="1025483" y="2175730"/>
                  <a:pt x="1205683" y="2166479"/>
                </a:cubicBezTo>
                <a:cubicBezTo>
                  <a:pt x="1329271" y="2160189"/>
                  <a:pt x="1453043" y="2154268"/>
                  <a:pt x="1575890" y="2136878"/>
                </a:cubicBezTo>
                <a:cubicBezTo>
                  <a:pt x="1687082" y="2121151"/>
                  <a:pt x="1797718" y="2104131"/>
                  <a:pt x="1908170" y="2083224"/>
                </a:cubicBezTo>
                <a:cubicBezTo>
                  <a:pt x="2043043" y="2057878"/>
                  <a:pt x="2177731" y="2031236"/>
                  <a:pt x="2307609" y="1986278"/>
                </a:cubicBezTo>
                <a:cubicBezTo>
                  <a:pt x="2377358" y="1962042"/>
                  <a:pt x="2445257" y="1933365"/>
                  <a:pt x="2479114" y="1859361"/>
                </a:cubicBezTo>
                <a:cubicBezTo>
                  <a:pt x="2531102" y="1746134"/>
                  <a:pt x="2568659" y="1627727"/>
                  <a:pt x="2577725" y="1503770"/>
                </a:cubicBezTo>
                <a:cubicBezTo>
                  <a:pt x="2587715" y="1368712"/>
                  <a:pt x="2582905" y="1232914"/>
                  <a:pt x="2566254" y="1097855"/>
                </a:cubicBezTo>
                <a:cubicBezTo>
                  <a:pt x="2553489" y="994249"/>
                  <a:pt x="2545163" y="889903"/>
                  <a:pt x="2534432" y="785927"/>
                </a:cubicBezTo>
                <a:cubicBezTo>
                  <a:pt x="2521667" y="660859"/>
                  <a:pt x="2510196" y="535422"/>
                  <a:pt x="2484109" y="412205"/>
                </a:cubicBezTo>
                <a:cubicBezTo>
                  <a:pt x="2474674" y="367617"/>
                  <a:pt x="2463203" y="322474"/>
                  <a:pt x="2443592" y="279737"/>
                </a:cubicBezTo>
                <a:cubicBezTo>
                  <a:pt x="2391234" y="165215"/>
                  <a:pt x="2308904" y="89545"/>
                  <a:pt x="2184762" y="59944"/>
                </a:cubicBezTo>
                <a:cubicBezTo>
                  <a:pt x="2111312" y="42368"/>
                  <a:pt x="2036938" y="30342"/>
                  <a:pt x="1962193" y="20906"/>
                </a:cubicBezTo>
                <a:cubicBezTo>
                  <a:pt x="1829355" y="4070"/>
                  <a:pt x="1695037" y="14801"/>
                  <a:pt x="1551099" y="0"/>
                </a:cubicBezTo>
                <a:close/>
              </a:path>
            </a:pathLst>
          </a:custGeom>
          <a:gradFill flip="none" rotWithShape="1">
            <a:gsLst>
              <a:gs pos="0">
                <a:srgbClr val="3B94FF">
                  <a:lumMod val="60000"/>
                  <a:lumOff val="40000"/>
                </a:srgbClr>
              </a:gs>
              <a:gs pos="75000">
                <a:srgbClr val="3B94FF"/>
              </a:gs>
            </a:gsLst>
            <a:lin ang="2700000" scaled="1"/>
            <a:tileRect/>
          </a:gradFill>
          <a:ln w="12700" cap="flat" cmpd="sng" algn="ctr">
            <a:noFill/>
            <a:prstDash val="solid"/>
            <a:miter lim="800000"/>
          </a:ln>
          <a:effectLst>
            <a:outerShdw blurRad="127000" dist="63500" dir="2700000" algn="tl" rotWithShape="0">
              <a:srgbClr val="3B94FF">
                <a:alpha val="15000"/>
              </a:srgbClr>
            </a:outerShdw>
          </a:effectLst>
        </p:spPr>
        <p:txBody>
          <a:bodyPr wrap="square" lIns="0" rIns="0" rtlCol="0" anchor="ctr">
            <a:normAutofit/>
          </a:bodyPr>
          <a:lstStyle/>
          <a:p>
            <a:pPr algn="ctr"/>
            <a:r>
              <a:rPr lang="en-US" altLang="zh-CN" sz="2400" b="1" kern="0">
                <a:solidFill>
                  <a:srgbClr val="FFFFFF"/>
                </a:solidFill>
                <a:ea typeface="微软雅黑"/>
                <a:cs typeface="+mn-ea"/>
              </a:rPr>
              <a:t>DeepSeek</a:t>
            </a:r>
            <a:endParaRPr lang="zh-CN" altLang="en-US" sz="2400" b="1" kern="0" dirty="0">
              <a:solidFill>
                <a:srgbClr val="FFFFFF"/>
              </a:solidFill>
              <a:ea typeface="微软雅黑"/>
              <a:cs typeface="+mn-ea"/>
            </a:endParaRPr>
          </a:p>
        </p:txBody>
      </p:sp>
      <p:sp>
        <p:nvSpPr>
          <p:cNvPr id="19" name="Number4">
            <a:extLst>
              <a:ext uri="{FF2B5EF4-FFF2-40B4-BE49-F238E27FC236}">
                <a16:creationId xmlns:a16="http://schemas.microsoft.com/office/drawing/2014/main" id="{E9721B4D-B9D9-BFE4-534F-84EC7AA83F7B}"/>
              </a:ext>
            </a:extLst>
          </p:cNvPr>
          <p:cNvSpPr/>
          <p:nvPr/>
        </p:nvSpPr>
        <p:spPr>
          <a:xfrm>
            <a:off x="9189720" y="3377538"/>
            <a:ext cx="1819001" cy="1527978"/>
          </a:xfrm>
          <a:custGeom>
            <a:avLst/>
            <a:gdLst>
              <a:gd name="connsiteX0" fmla="*/ 1551099 w 2582902"/>
              <a:gd name="connsiteY0" fmla="*/ 370 h 2169661"/>
              <a:gd name="connsiteX1" fmla="*/ 1069330 w 2582902"/>
              <a:gd name="connsiteY1" fmla="*/ 32007 h 2169661"/>
              <a:gd name="connsiteX2" fmla="*/ 558515 w 2582902"/>
              <a:gd name="connsiteY2" fmla="*/ 106751 h 2169661"/>
              <a:gd name="connsiteX3" fmla="*/ 158891 w 2582902"/>
              <a:gd name="connsiteY3" fmla="*/ 241439 h 2169661"/>
              <a:gd name="connsiteX4" fmla="*/ 52140 w 2582902"/>
              <a:gd name="connsiteY4" fmla="*/ 389818 h 2169661"/>
              <a:gd name="connsiteX5" fmla="*/ 8292 w 2582902"/>
              <a:gd name="connsiteY5" fmla="*/ 787777 h 2169661"/>
              <a:gd name="connsiteX6" fmla="*/ 16433 w 2582902"/>
              <a:gd name="connsiteY6" fmla="*/ 1449376 h 2169661"/>
              <a:gd name="connsiteX7" fmla="*/ 71011 w 2582902"/>
              <a:gd name="connsiteY7" fmla="*/ 1815513 h 2169661"/>
              <a:gd name="connsiteX8" fmla="*/ 318926 w 2582902"/>
              <a:gd name="connsiteY8" fmla="*/ 2081374 h 2169661"/>
              <a:gd name="connsiteX9" fmla="*/ 666191 w 2582902"/>
              <a:gd name="connsiteY9" fmla="*/ 2146498 h 2169661"/>
              <a:gd name="connsiteX10" fmla="*/ 1205683 w 2582902"/>
              <a:gd name="connsiteY10" fmla="*/ 2166479 h 2169661"/>
              <a:gd name="connsiteX11" fmla="*/ 1575890 w 2582902"/>
              <a:gd name="connsiteY11" fmla="*/ 2136878 h 2169661"/>
              <a:gd name="connsiteX12" fmla="*/ 1908170 w 2582902"/>
              <a:gd name="connsiteY12" fmla="*/ 2083224 h 2169661"/>
              <a:gd name="connsiteX13" fmla="*/ 2307609 w 2582902"/>
              <a:gd name="connsiteY13" fmla="*/ 1986278 h 2169661"/>
              <a:gd name="connsiteX14" fmla="*/ 2479114 w 2582902"/>
              <a:gd name="connsiteY14" fmla="*/ 1859361 h 2169661"/>
              <a:gd name="connsiteX15" fmla="*/ 2577725 w 2582902"/>
              <a:gd name="connsiteY15" fmla="*/ 1503770 h 2169661"/>
              <a:gd name="connsiteX16" fmla="*/ 2566254 w 2582902"/>
              <a:gd name="connsiteY16" fmla="*/ 1097855 h 2169661"/>
              <a:gd name="connsiteX17" fmla="*/ 2534432 w 2582902"/>
              <a:gd name="connsiteY17" fmla="*/ 785927 h 2169661"/>
              <a:gd name="connsiteX18" fmla="*/ 2484109 w 2582902"/>
              <a:gd name="connsiteY18" fmla="*/ 412205 h 2169661"/>
              <a:gd name="connsiteX19" fmla="*/ 2443592 w 2582902"/>
              <a:gd name="connsiteY19" fmla="*/ 279737 h 2169661"/>
              <a:gd name="connsiteX20" fmla="*/ 2184762 w 2582902"/>
              <a:gd name="connsiteY20" fmla="*/ 59944 h 2169661"/>
              <a:gd name="connsiteX21" fmla="*/ 1962193 w 2582902"/>
              <a:gd name="connsiteY21" fmla="*/ 20906 h 2169661"/>
              <a:gd name="connsiteX22" fmla="*/ 1551099 w 2582902"/>
              <a:gd name="connsiteY22" fmla="*/ 0 h 216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82902" h="2169661">
                <a:moveTo>
                  <a:pt x="1551099" y="370"/>
                </a:moveTo>
                <a:cubicBezTo>
                  <a:pt x="1397725" y="13506"/>
                  <a:pt x="1233065" y="7400"/>
                  <a:pt x="1069330" y="32007"/>
                </a:cubicBezTo>
                <a:cubicBezTo>
                  <a:pt x="899120" y="57353"/>
                  <a:pt x="726690" y="68639"/>
                  <a:pt x="558515" y="106751"/>
                </a:cubicBezTo>
                <a:cubicBezTo>
                  <a:pt x="421052" y="138018"/>
                  <a:pt x="284699" y="172615"/>
                  <a:pt x="158891" y="241439"/>
                </a:cubicBezTo>
                <a:cubicBezTo>
                  <a:pt x="96172" y="275666"/>
                  <a:pt x="61020" y="323769"/>
                  <a:pt x="52140" y="389818"/>
                </a:cubicBezTo>
                <a:cubicBezTo>
                  <a:pt x="34379" y="522101"/>
                  <a:pt x="15692" y="654754"/>
                  <a:pt x="8292" y="787777"/>
                </a:cubicBezTo>
                <a:cubicBezTo>
                  <a:pt x="-4104" y="1008125"/>
                  <a:pt x="-3549" y="1228843"/>
                  <a:pt x="16433" y="1449376"/>
                </a:cubicBezTo>
                <a:cubicBezTo>
                  <a:pt x="27718" y="1572779"/>
                  <a:pt x="36414" y="1695441"/>
                  <a:pt x="71011" y="1815513"/>
                </a:cubicBezTo>
                <a:cubicBezTo>
                  <a:pt x="108938" y="1947796"/>
                  <a:pt x="185163" y="2038452"/>
                  <a:pt x="318926" y="2081374"/>
                </a:cubicBezTo>
                <a:cubicBezTo>
                  <a:pt x="432337" y="2117821"/>
                  <a:pt x="548894" y="2135582"/>
                  <a:pt x="666191" y="2146498"/>
                </a:cubicBezTo>
                <a:cubicBezTo>
                  <a:pt x="845467" y="2163519"/>
                  <a:pt x="1025483" y="2175730"/>
                  <a:pt x="1205683" y="2166479"/>
                </a:cubicBezTo>
                <a:cubicBezTo>
                  <a:pt x="1329271" y="2160189"/>
                  <a:pt x="1453043" y="2154268"/>
                  <a:pt x="1575890" y="2136878"/>
                </a:cubicBezTo>
                <a:cubicBezTo>
                  <a:pt x="1687082" y="2121151"/>
                  <a:pt x="1797718" y="2104131"/>
                  <a:pt x="1908170" y="2083224"/>
                </a:cubicBezTo>
                <a:cubicBezTo>
                  <a:pt x="2043043" y="2057878"/>
                  <a:pt x="2177731" y="2031236"/>
                  <a:pt x="2307609" y="1986278"/>
                </a:cubicBezTo>
                <a:cubicBezTo>
                  <a:pt x="2377358" y="1962042"/>
                  <a:pt x="2445257" y="1933365"/>
                  <a:pt x="2479114" y="1859361"/>
                </a:cubicBezTo>
                <a:cubicBezTo>
                  <a:pt x="2531102" y="1746134"/>
                  <a:pt x="2568659" y="1627727"/>
                  <a:pt x="2577725" y="1503770"/>
                </a:cubicBezTo>
                <a:cubicBezTo>
                  <a:pt x="2587715" y="1368712"/>
                  <a:pt x="2582905" y="1232914"/>
                  <a:pt x="2566254" y="1097855"/>
                </a:cubicBezTo>
                <a:cubicBezTo>
                  <a:pt x="2553489" y="994249"/>
                  <a:pt x="2545163" y="889903"/>
                  <a:pt x="2534432" y="785927"/>
                </a:cubicBezTo>
                <a:cubicBezTo>
                  <a:pt x="2521667" y="660859"/>
                  <a:pt x="2510196" y="535422"/>
                  <a:pt x="2484109" y="412205"/>
                </a:cubicBezTo>
                <a:cubicBezTo>
                  <a:pt x="2474674" y="367617"/>
                  <a:pt x="2463203" y="322474"/>
                  <a:pt x="2443592" y="279737"/>
                </a:cubicBezTo>
                <a:cubicBezTo>
                  <a:pt x="2391234" y="165215"/>
                  <a:pt x="2308904" y="89545"/>
                  <a:pt x="2184762" y="59944"/>
                </a:cubicBezTo>
                <a:cubicBezTo>
                  <a:pt x="2111312" y="42368"/>
                  <a:pt x="2036938" y="30342"/>
                  <a:pt x="1962193" y="20906"/>
                </a:cubicBezTo>
                <a:cubicBezTo>
                  <a:pt x="1829355" y="4070"/>
                  <a:pt x="1695037" y="14801"/>
                  <a:pt x="1551099" y="0"/>
                </a:cubicBezTo>
                <a:close/>
              </a:path>
            </a:pathLst>
          </a:custGeom>
          <a:gradFill flip="none" rotWithShape="1">
            <a:gsLst>
              <a:gs pos="0">
                <a:srgbClr val="2FB0FF">
                  <a:lumMod val="60000"/>
                  <a:lumOff val="40000"/>
                </a:srgbClr>
              </a:gs>
              <a:gs pos="75000">
                <a:srgbClr val="2FB0FF"/>
              </a:gs>
            </a:gsLst>
            <a:lin ang="2700000" scaled="1"/>
            <a:tileRect/>
          </a:gradFill>
          <a:ln w="12700" cap="flat" cmpd="sng" algn="ctr">
            <a:noFill/>
            <a:prstDash val="solid"/>
            <a:miter lim="800000"/>
          </a:ln>
          <a:effectLst>
            <a:outerShdw blurRad="127000" dist="63500" dir="2700000" algn="tl" rotWithShape="0">
              <a:srgbClr val="2FB0FF">
                <a:alpha val="15000"/>
              </a:srgbClr>
            </a:outerShdw>
          </a:effectLst>
        </p:spPr>
        <p:txBody>
          <a:bodyPr wrap="square" rtlCol="0" anchor="ctr">
            <a:normAutofit/>
          </a:bodyPr>
          <a:lstStyle/>
          <a:p>
            <a:pPr algn="ctr"/>
            <a:r>
              <a:rPr lang="en-US" altLang="zh-CN" sz="2000" b="1" kern="0">
                <a:solidFill>
                  <a:srgbClr val="FFFFFF"/>
                </a:solidFill>
                <a:latin typeface="Arial"/>
                <a:ea typeface="微软雅黑"/>
                <a:cs typeface="+mn-ea"/>
              </a:rPr>
              <a:t>Qwen</a:t>
            </a:r>
            <a:endParaRPr lang="zh-CN" altLang="en-US" sz="2000" b="1" kern="0" dirty="0">
              <a:solidFill>
                <a:srgbClr val="FFFFFF"/>
              </a:solidFill>
              <a:latin typeface="Arial"/>
              <a:ea typeface="微软雅黑"/>
              <a:cs typeface="+mn-ea"/>
            </a:endParaRPr>
          </a:p>
        </p:txBody>
      </p:sp>
    </p:spTree>
    <p:extLst>
      <p:ext uri="{BB962C8B-B14F-4D97-AF65-F5344CB8AC3E}">
        <p14:creationId xmlns:p14="http://schemas.microsoft.com/office/powerpoint/2010/main" val="7115296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9908F-2046-A4E1-512D-C5961DDD01C6}"/>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8BD33254-9243-94E5-9118-77FCFB8AC667}"/>
              </a:ext>
            </a:extLst>
          </p:cNvPr>
          <p:cNvSpPr>
            <a:spLocks noGrp="1"/>
          </p:cNvSpPr>
          <p:nvPr>
            <p:ph idx="1"/>
          </p:nvPr>
        </p:nvSpPr>
        <p:spPr>
          <a:xfrm>
            <a:off x="576197" y="956242"/>
            <a:ext cx="11060481" cy="474416"/>
          </a:xfrm>
        </p:spPr>
        <p:txBody>
          <a:bodyPr/>
          <a:lstStyle/>
          <a:p>
            <a:pPr marL="285750" indent="-285750">
              <a:buFont typeface="Wingdings" panose="05000000000000000000" pitchFamily="2" charset="2"/>
              <a:buChar char="l"/>
            </a:pPr>
            <a:r>
              <a:rPr lang="en-US" altLang="zh-CN"/>
              <a:t>AI</a:t>
            </a:r>
            <a:r>
              <a:rPr lang="zh-CN" altLang="en-US"/>
              <a:t>应用：是指将</a:t>
            </a:r>
            <a:r>
              <a:rPr lang="en-US" altLang="zh-CN"/>
              <a:t>AI</a:t>
            </a:r>
            <a:r>
              <a:rPr lang="zh-CN" altLang="en-US"/>
              <a:t>大模型技术落地到具体的业务场景中，用来解决实际问题的产品或者服务。</a:t>
            </a:r>
          </a:p>
        </p:txBody>
      </p:sp>
      <p:sp>
        <p:nvSpPr>
          <p:cNvPr id="5" name="标题 4">
            <a:extLst>
              <a:ext uri="{FF2B5EF4-FFF2-40B4-BE49-F238E27FC236}">
                <a16:creationId xmlns:a16="http://schemas.microsoft.com/office/drawing/2014/main" id="{CA8827CB-550D-B206-717B-466F1667B6B4}"/>
              </a:ext>
            </a:extLst>
          </p:cNvPr>
          <p:cNvSpPr>
            <a:spLocks noGrp="1"/>
          </p:cNvSpPr>
          <p:nvPr>
            <p:ph type="title"/>
          </p:nvPr>
        </p:nvSpPr>
        <p:spPr/>
        <p:txBody>
          <a:bodyPr/>
          <a:lstStyle/>
          <a:p>
            <a:r>
              <a:rPr lang="en-US" altLang="zh-CN"/>
              <a:t>AI</a:t>
            </a:r>
            <a:r>
              <a:rPr lang="zh-CN" altLang="en-US"/>
              <a:t>应用</a:t>
            </a:r>
          </a:p>
        </p:txBody>
      </p:sp>
      <p:pic>
        <p:nvPicPr>
          <p:cNvPr id="4" name="图片 3" descr="图形用户界面, 文本, 应用程序&#10;&#10;AI 生成的内容可能不正确。">
            <a:extLst>
              <a:ext uri="{FF2B5EF4-FFF2-40B4-BE49-F238E27FC236}">
                <a16:creationId xmlns:a16="http://schemas.microsoft.com/office/drawing/2014/main" id="{9B21E849-BE8D-97CD-B8A6-925397A3F636}"/>
              </a:ext>
            </a:extLst>
          </p:cNvPr>
          <p:cNvPicPr>
            <a:picLocks noChangeAspect="1"/>
          </p:cNvPicPr>
          <p:nvPr/>
        </p:nvPicPr>
        <p:blipFill>
          <a:blip r:embed="rId2"/>
          <a:stretch>
            <a:fillRect/>
          </a:stretch>
        </p:blipFill>
        <p:spPr>
          <a:xfrm>
            <a:off x="483704" y="984413"/>
            <a:ext cx="9983508" cy="5232563"/>
          </a:xfrm>
          <a:prstGeom prst="roundRect">
            <a:avLst>
              <a:gd name="adj" fmla="val 964"/>
            </a:avLst>
          </a:prstGeom>
          <a:ln>
            <a:solidFill>
              <a:schemeClr val="bg1">
                <a:lumMod val="85000"/>
              </a:schemeClr>
            </a:solidFill>
          </a:ln>
        </p:spPr>
      </p:pic>
      <p:pic>
        <p:nvPicPr>
          <p:cNvPr id="7" name="图片 6">
            <a:extLst>
              <a:ext uri="{FF2B5EF4-FFF2-40B4-BE49-F238E27FC236}">
                <a16:creationId xmlns:a16="http://schemas.microsoft.com/office/drawing/2014/main" id="{B90FDCB2-B7E3-C8F4-B626-B23C68CE999D}"/>
              </a:ext>
            </a:extLst>
          </p:cNvPr>
          <p:cNvPicPr>
            <a:picLocks noChangeAspect="1"/>
          </p:cNvPicPr>
          <p:nvPr/>
        </p:nvPicPr>
        <p:blipFill>
          <a:blip r:embed="rId3"/>
          <a:stretch>
            <a:fillRect/>
          </a:stretch>
        </p:blipFill>
        <p:spPr>
          <a:xfrm>
            <a:off x="5233106" y="1555525"/>
            <a:ext cx="6691159" cy="4821817"/>
          </a:xfrm>
          <a:prstGeom prst="roundRect">
            <a:avLst>
              <a:gd name="adj" fmla="val 1410"/>
            </a:avLst>
          </a:prstGeom>
        </p:spPr>
      </p:pic>
      <p:pic>
        <p:nvPicPr>
          <p:cNvPr id="8" name="图片 7">
            <a:extLst>
              <a:ext uri="{FF2B5EF4-FFF2-40B4-BE49-F238E27FC236}">
                <a16:creationId xmlns:a16="http://schemas.microsoft.com/office/drawing/2014/main" id="{1246D0EB-9C93-3D3A-D534-C9DF363DBEF3}"/>
              </a:ext>
            </a:extLst>
          </p:cNvPr>
          <p:cNvPicPr>
            <a:picLocks noChangeAspect="1"/>
          </p:cNvPicPr>
          <p:nvPr/>
        </p:nvPicPr>
        <p:blipFill>
          <a:blip r:embed="rId4"/>
          <a:stretch>
            <a:fillRect/>
          </a:stretch>
        </p:blipFill>
        <p:spPr>
          <a:xfrm>
            <a:off x="1536660" y="810814"/>
            <a:ext cx="8920115" cy="5091775"/>
          </a:xfrm>
          <a:prstGeom prst="roundRect">
            <a:avLst>
              <a:gd name="adj" fmla="val 964"/>
            </a:avLst>
          </a:prstGeom>
          <a:ln>
            <a:solidFill>
              <a:schemeClr val="bg1">
                <a:lumMod val="85000"/>
              </a:schemeClr>
            </a:solidFill>
          </a:ln>
        </p:spPr>
      </p:pic>
      <p:pic>
        <p:nvPicPr>
          <p:cNvPr id="9" name="图片 8" descr="图形用户界面, 应用程序&#10;&#10;AI 生成的内容可能不正确。">
            <a:extLst>
              <a:ext uri="{FF2B5EF4-FFF2-40B4-BE49-F238E27FC236}">
                <a16:creationId xmlns:a16="http://schemas.microsoft.com/office/drawing/2014/main" id="{CC682F93-C1AC-0557-35CD-5A88BEB0F91D}"/>
              </a:ext>
            </a:extLst>
          </p:cNvPr>
          <p:cNvPicPr>
            <a:picLocks noChangeAspect="1"/>
          </p:cNvPicPr>
          <p:nvPr/>
        </p:nvPicPr>
        <p:blipFill>
          <a:blip r:embed="rId5"/>
          <a:stretch>
            <a:fillRect/>
          </a:stretch>
        </p:blipFill>
        <p:spPr>
          <a:xfrm>
            <a:off x="877930" y="950274"/>
            <a:ext cx="11046333" cy="5337678"/>
          </a:xfrm>
          <a:prstGeom prst="roundRect">
            <a:avLst>
              <a:gd name="adj" fmla="val 990"/>
            </a:avLst>
          </a:prstGeom>
          <a:ln>
            <a:solidFill>
              <a:schemeClr val="bg1">
                <a:lumMod val="85000"/>
              </a:schemeClr>
            </a:solidFill>
          </a:ln>
        </p:spPr>
      </p:pic>
      <p:pic>
        <p:nvPicPr>
          <p:cNvPr id="10" name="图片 9" descr="图片包含 文本&#10;&#10;AI 生成的内容可能不正确。">
            <a:extLst>
              <a:ext uri="{FF2B5EF4-FFF2-40B4-BE49-F238E27FC236}">
                <a16:creationId xmlns:a16="http://schemas.microsoft.com/office/drawing/2014/main" id="{5FD14B64-721B-350A-7FB5-79FADE0D922F}"/>
              </a:ext>
            </a:extLst>
          </p:cNvPr>
          <p:cNvPicPr>
            <a:picLocks noChangeAspect="1"/>
          </p:cNvPicPr>
          <p:nvPr/>
        </p:nvPicPr>
        <p:blipFill>
          <a:blip r:embed="rId6"/>
          <a:stretch>
            <a:fillRect/>
          </a:stretch>
        </p:blipFill>
        <p:spPr>
          <a:xfrm>
            <a:off x="1193830" y="869713"/>
            <a:ext cx="10414535" cy="5772447"/>
          </a:xfrm>
          <a:prstGeom prst="roundRect">
            <a:avLst>
              <a:gd name="adj" fmla="val 990"/>
            </a:avLst>
          </a:prstGeom>
          <a:ln>
            <a:solidFill>
              <a:schemeClr val="bg1">
                <a:lumMod val="85000"/>
              </a:schemeClr>
            </a:solidFill>
          </a:ln>
        </p:spPr>
      </p:pic>
      <p:pic>
        <p:nvPicPr>
          <p:cNvPr id="11" name="图片 10" descr="图形用户界面, 网站&#10;&#10;AI 生成的内容可能不正确。">
            <a:extLst>
              <a:ext uri="{FF2B5EF4-FFF2-40B4-BE49-F238E27FC236}">
                <a16:creationId xmlns:a16="http://schemas.microsoft.com/office/drawing/2014/main" id="{2DAA9B47-2844-94DA-4C9E-FE116D072CF2}"/>
              </a:ext>
            </a:extLst>
          </p:cNvPr>
          <p:cNvPicPr>
            <a:picLocks noChangeAspect="1"/>
          </p:cNvPicPr>
          <p:nvPr/>
        </p:nvPicPr>
        <p:blipFill>
          <a:blip r:embed="rId7"/>
          <a:stretch>
            <a:fillRect/>
          </a:stretch>
        </p:blipFill>
        <p:spPr>
          <a:xfrm>
            <a:off x="0" y="1043931"/>
            <a:ext cx="12192000" cy="5845003"/>
          </a:xfrm>
          <a:prstGeom prst="roundRect">
            <a:avLst>
              <a:gd name="adj" fmla="val 990"/>
            </a:avLst>
          </a:prstGeom>
          <a:ln>
            <a:solidFill>
              <a:schemeClr val="bg1">
                <a:lumMod val="85000"/>
              </a:schemeClr>
            </a:solidFill>
          </a:ln>
        </p:spPr>
      </p:pic>
    </p:spTree>
    <p:extLst>
      <p:ext uri="{BB962C8B-B14F-4D97-AF65-F5344CB8AC3E}">
        <p14:creationId xmlns:p14="http://schemas.microsoft.com/office/powerpoint/2010/main" val="2887577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1+#ppt_w/2"/>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2"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0-#ppt_w/2"/>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8E094-DFA8-8BFF-A0A3-2881CA58F2DE}"/>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6DBF1F7F-348F-1792-580C-EF14554E1FC5}"/>
              </a:ext>
            </a:extLst>
          </p:cNvPr>
          <p:cNvSpPr>
            <a:spLocks noGrp="1"/>
          </p:cNvSpPr>
          <p:nvPr>
            <p:ph idx="1"/>
          </p:nvPr>
        </p:nvSpPr>
        <p:spPr>
          <a:xfrm>
            <a:off x="576197" y="956242"/>
            <a:ext cx="11060481" cy="474416"/>
          </a:xfrm>
        </p:spPr>
        <p:txBody>
          <a:bodyPr/>
          <a:lstStyle/>
          <a:p>
            <a:pPr marL="285750" indent="-285750">
              <a:buFont typeface="Wingdings" panose="05000000000000000000" pitchFamily="2" charset="2"/>
              <a:buChar char="l"/>
            </a:pPr>
            <a:r>
              <a:rPr lang="en-US" altLang="zh-CN"/>
              <a:t>AI</a:t>
            </a:r>
            <a:r>
              <a:rPr lang="zh-CN" altLang="en-US"/>
              <a:t>应用：是指将</a:t>
            </a:r>
            <a:r>
              <a:rPr lang="en-US" altLang="zh-CN"/>
              <a:t>AI</a:t>
            </a:r>
            <a:r>
              <a:rPr lang="zh-CN" altLang="en-US"/>
              <a:t>大模型技术落地到具体的业务场景中，用来解决实际问题的产品或者服务。</a:t>
            </a:r>
          </a:p>
        </p:txBody>
      </p:sp>
      <p:sp>
        <p:nvSpPr>
          <p:cNvPr id="5" name="标题 4">
            <a:extLst>
              <a:ext uri="{FF2B5EF4-FFF2-40B4-BE49-F238E27FC236}">
                <a16:creationId xmlns:a16="http://schemas.microsoft.com/office/drawing/2014/main" id="{8603CCDC-1725-607F-1E9E-EB54FB0B4570}"/>
              </a:ext>
            </a:extLst>
          </p:cNvPr>
          <p:cNvSpPr>
            <a:spLocks noGrp="1"/>
          </p:cNvSpPr>
          <p:nvPr>
            <p:ph type="title"/>
          </p:nvPr>
        </p:nvSpPr>
        <p:spPr/>
        <p:txBody>
          <a:bodyPr/>
          <a:lstStyle/>
          <a:p>
            <a:r>
              <a:rPr lang="en-US" altLang="zh-CN"/>
              <a:t>AI</a:t>
            </a:r>
            <a:r>
              <a:rPr lang="zh-CN" altLang="en-US"/>
              <a:t>应用</a:t>
            </a:r>
          </a:p>
        </p:txBody>
      </p:sp>
      <p:pic>
        <p:nvPicPr>
          <p:cNvPr id="2" name="图片 1" descr="图形用户界面, 文本, 应用程序&#10;&#10;AI 生成的内容可能不正确。">
            <a:extLst>
              <a:ext uri="{FF2B5EF4-FFF2-40B4-BE49-F238E27FC236}">
                <a16:creationId xmlns:a16="http://schemas.microsoft.com/office/drawing/2014/main" id="{3EA8653D-2C59-4B1A-6663-FCC0F2F41285}"/>
              </a:ext>
            </a:extLst>
          </p:cNvPr>
          <p:cNvPicPr>
            <a:picLocks noChangeAspect="1"/>
          </p:cNvPicPr>
          <p:nvPr/>
        </p:nvPicPr>
        <p:blipFill>
          <a:blip r:embed="rId2"/>
          <a:stretch>
            <a:fillRect/>
          </a:stretch>
        </p:blipFill>
        <p:spPr>
          <a:xfrm>
            <a:off x="884906" y="1576086"/>
            <a:ext cx="3508198" cy="2002547"/>
          </a:xfrm>
          <a:prstGeom prst="roundRect">
            <a:avLst>
              <a:gd name="adj" fmla="val 964"/>
            </a:avLst>
          </a:prstGeom>
          <a:ln>
            <a:solidFill>
              <a:schemeClr val="bg1">
                <a:lumMod val="85000"/>
              </a:schemeClr>
            </a:solidFill>
          </a:ln>
        </p:spPr>
      </p:pic>
      <p:pic>
        <p:nvPicPr>
          <p:cNvPr id="3" name="图片 2">
            <a:extLst>
              <a:ext uri="{FF2B5EF4-FFF2-40B4-BE49-F238E27FC236}">
                <a16:creationId xmlns:a16="http://schemas.microsoft.com/office/drawing/2014/main" id="{5C44AB33-FB7C-F56A-6A81-A193AEC2B70C}"/>
              </a:ext>
            </a:extLst>
          </p:cNvPr>
          <p:cNvPicPr>
            <a:picLocks noChangeAspect="1"/>
          </p:cNvPicPr>
          <p:nvPr/>
        </p:nvPicPr>
        <p:blipFill>
          <a:blip r:embed="rId3"/>
          <a:stretch>
            <a:fillRect/>
          </a:stretch>
        </p:blipFill>
        <p:spPr>
          <a:xfrm>
            <a:off x="8428604" y="1576086"/>
            <a:ext cx="2925051" cy="2002547"/>
          </a:xfrm>
          <a:prstGeom prst="roundRect">
            <a:avLst>
              <a:gd name="adj" fmla="val 1410"/>
            </a:avLst>
          </a:prstGeom>
        </p:spPr>
      </p:pic>
      <p:pic>
        <p:nvPicPr>
          <p:cNvPr id="12" name="图片 11">
            <a:extLst>
              <a:ext uri="{FF2B5EF4-FFF2-40B4-BE49-F238E27FC236}">
                <a16:creationId xmlns:a16="http://schemas.microsoft.com/office/drawing/2014/main" id="{0F35F13E-F1A7-3587-6019-C5A40D3D7373}"/>
              </a:ext>
            </a:extLst>
          </p:cNvPr>
          <p:cNvPicPr>
            <a:picLocks noChangeAspect="1"/>
          </p:cNvPicPr>
          <p:nvPr/>
        </p:nvPicPr>
        <p:blipFill>
          <a:blip r:embed="rId4"/>
          <a:stretch>
            <a:fillRect/>
          </a:stretch>
        </p:blipFill>
        <p:spPr>
          <a:xfrm>
            <a:off x="4656755" y="1576086"/>
            <a:ext cx="3508198" cy="2002547"/>
          </a:xfrm>
          <a:prstGeom prst="roundRect">
            <a:avLst>
              <a:gd name="adj" fmla="val 964"/>
            </a:avLst>
          </a:prstGeom>
          <a:ln>
            <a:solidFill>
              <a:schemeClr val="bg1">
                <a:lumMod val="85000"/>
              </a:schemeClr>
            </a:solidFill>
          </a:ln>
        </p:spPr>
      </p:pic>
      <p:pic>
        <p:nvPicPr>
          <p:cNvPr id="13" name="图片 12" descr="图形用户界面, 应用程序&#10;&#10;AI 生成的内容可能不正确。">
            <a:extLst>
              <a:ext uri="{FF2B5EF4-FFF2-40B4-BE49-F238E27FC236}">
                <a16:creationId xmlns:a16="http://schemas.microsoft.com/office/drawing/2014/main" id="{54964C42-081D-8E01-CA9A-B9DC536C6DB4}"/>
              </a:ext>
            </a:extLst>
          </p:cNvPr>
          <p:cNvPicPr>
            <a:picLocks noChangeAspect="1"/>
          </p:cNvPicPr>
          <p:nvPr/>
        </p:nvPicPr>
        <p:blipFill>
          <a:blip r:embed="rId5"/>
          <a:stretch>
            <a:fillRect/>
          </a:stretch>
        </p:blipFill>
        <p:spPr>
          <a:xfrm>
            <a:off x="884906" y="3891775"/>
            <a:ext cx="3508198" cy="1840160"/>
          </a:xfrm>
          <a:prstGeom prst="roundRect">
            <a:avLst>
              <a:gd name="adj" fmla="val 990"/>
            </a:avLst>
          </a:prstGeom>
          <a:ln>
            <a:solidFill>
              <a:schemeClr val="bg1">
                <a:lumMod val="85000"/>
              </a:schemeClr>
            </a:solidFill>
          </a:ln>
        </p:spPr>
      </p:pic>
      <p:pic>
        <p:nvPicPr>
          <p:cNvPr id="14" name="图片 13" descr="图片包含 文本&#10;&#10;AI 生成的内容可能不正确。">
            <a:extLst>
              <a:ext uri="{FF2B5EF4-FFF2-40B4-BE49-F238E27FC236}">
                <a16:creationId xmlns:a16="http://schemas.microsoft.com/office/drawing/2014/main" id="{9820332C-15B0-2086-0590-06F3EC304242}"/>
              </a:ext>
            </a:extLst>
          </p:cNvPr>
          <p:cNvPicPr>
            <a:picLocks noChangeAspect="1"/>
          </p:cNvPicPr>
          <p:nvPr/>
        </p:nvPicPr>
        <p:blipFill>
          <a:blip r:embed="rId6"/>
          <a:stretch>
            <a:fillRect/>
          </a:stretch>
        </p:blipFill>
        <p:spPr>
          <a:xfrm>
            <a:off x="8428604" y="3891776"/>
            <a:ext cx="2925051" cy="1840159"/>
          </a:xfrm>
          <a:prstGeom prst="roundRect">
            <a:avLst>
              <a:gd name="adj" fmla="val 990"/>
            </a:avLst>
          </a:prstGeom>
          <a:ln>
            <a:solidFill>
              <a:schemeClr val="bg1">
                <a:lumMod val="85000"/>
              </a:schemeClr>
            </a:solidFill>
          </a:ln>
        </p:spPr>
      </p:pic>
      <p:pic>
        <p:nvPicPr>
          <p:cNvPr id="15" name="图片 14" descr="图形用户界面, 网站&#10;&#10;AI 生成的内容可能不正确。">
            <a:extLst>
              <a:ext uri="{FF2B5EF4-FFF2-40B4-BE49-F238E27FC236}">
                <a16:creationId xmlns:a16="http://schemas.microsoft.com/office/drawing/2014/main" id="{403F55C3-357B-A78A-ACC6-69EB51566137}"/>
              </a:ext>
            </a:extLst>
          </p:cNvPr>
          <p:cNvPicPr>
            <a:picLocks noChangeAspect="1"/>
          </p:cNvPicPr>
          <p:nvPr/>
        </p:nvPicPr>
        <p:blipFill>
          <a:blip r:embed="rId7"/>
          <a:stretch>
            <a:fillRect/>
          </a:stretch>
        </p:blipFill>
        <p:spPr>
          <a:xfrm>
            <a:off x="4656755" y="3891775"/>
            <a:ext cx="3508198" cy="1840160"/>
          </a:xfrm>
          <a:prstGeom prst="roundRect">
            <a:avLst>
              <a:gd name="adj" fmla="val 990"/>
            </a:avLst>
          </a:prstGeom>
          <a:ln>
            <a:solidFill>
              <a:schemeClr val="bg1">
                <a:lumMod val="85000"/>
              </a:schemeClr>
            </a:solidFill>
          </a:ln>
        </p:spPr>
      </p:pic>
    </p:spTree>
    <p:extLst>
      <p:ext uri="{BB962C8B-B14F-4D97-AF65-F5344CB8AC3E}">
        <p14:creationId xmlns:p14="http://schemas.microsoft.com/office/powerpoint/2010/main" val="22588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2E8A567-40D0-0BB8-B3ED-5C1ED87483F7}"/>
              </a:ext>
            </a:extLst>
          </p:cNvPr>
          <p:cNvPicPr>
            <a:picLocks noChangeAspect="1"/>
          </p:cNvPicPr>
          <p:nvPr/>
        </p:nvPicPr>
        <p:blipFill>
          <a:blip r:embed="rId2"/>
          <a:srcRect t="13889"/>
          <a:stretch>
            <a:fillRect/>
          </a:stretch>
        </p:blipFill>
        <p:spPr>
          <a:xfrm>
            <a:off x="496957" y="952500"/>
            <a:ext cx="11094160" cy="5905500"/>
          </a:xfrm>
          <a:prstGeom prst="rect">
            <a:avLst/>
          </a:prstGeom>
        </p:spPr>
      </p:pic>
      <p:pic>
        <p:nvPicPr>
          <p:cNvPr id="4" name="图片 3">
            <a:extLst>
              <a:ext uri="{FF2B5EF4-FFF2-40B4-BE49-F238E27FC236}">
                <a16:creationId xmlns:a16="http://schemas.microsoft.com/office/drawing/2014/main" id="{6AB9A1DE-27CD-073B-EBFA-99BE58CB5890}"/>
              </a:ext>
            </a:extLst>
          </p:cNvPr>
          <p:cNvPicPr>
            <a:picLocks noChangeAspect="1"/>
          </p:cNvPicPr>
          <p:nvPr/>
        </p:nvPicPr>
        <p:blipFill>
          <a:blip r:embed="rId3"/>
          <a:stretch>
            <a:fillRect/>
          </a:stretch>
        </p:blipFill>
        <p:spPr>
          <a:xfrm>
            <a:off x="1132014" y="6858000"/>
            <a:ext cx="9802284" cy="6779579"/>
          </a:xfrm>
          <a:prstGeom prst="rect">
            <a:avLst/>
          </a:prstGeom>
        </p:spPr>
      </p:pic>
      <p:pic>
        <p:nvPicPr>
          <p:cNvPr id="6" name="图片 5">
            <a:extLst>
              <a:ext uri="{FF2B5EF4-FFF2-40B4-BE49-F238E27FC236}">
                <a16:creationId xmlns:a16="http://schemas.microsoft.com/office/drawing/2014/main" id="{FC751827-32A1-B9DC-F7C5-2502CDEFDD31}"/>
              </a:ext>
            </a:extLst>
          </p:cNvPr>
          <p:cNvPicPr>
            <a:picLocks noChangeAspect="1"/>
          </p:cNvPicPr>
          <p:nvPr/>
        </p:nvPicPr>
        <p:blipFill>
          <a:blip r:embed="rId4"/>
          <a:stretch>
            <a:fillRect/>
          </a:stretch>
        </p:blipFill>
        <p:spPr>
          <a:xfrm>
            <a:off x="1313212" y="13629112"/>
            <a:ext cx="9633311" cy="6858000"/>
          </a:xfrm>
          <a:prstGeom prst="rect">
            <a:avLst/>
          </a:prstGeom>
        </p:spPr>
      </p:pic>
      <p:pic>
        <p:nvPicPr>
          <p:cNvPr id="8" name="图片 7">
            <a:extLst>
              <a:ext uri="{FF2B5EF4-FFF2-40B4-BE49-F238E27FC236}">
                <a16:creationId xmlns:a16="http://schemas.microsoft.com/office/drawing/2014/main" id="{743A4A5D-497C-1E7F-C4BD-2E780B58BDEA}"/>
              </a:ext>
            </a:extLst>
          </p:cNvPr>
          <p:cNvPicPr>
            <a:picLocks noChangeAspect="1"/>
          </p:cNvPicPr>
          <p:nvPr/>
        </p:nvPicPr>
        <p:blipFill>
          <a:blip r:embed="rId5"/>
          <a:stretch>
            <a:fillRect/>
          </a:stretch>
        </p:blipFill>
        <p:spPr>
          <a:xfrm>
            <a:off x="837398" y="20485954"/>
            <a:ext cx="10378623" cy="6804989"/>
          </a:xfrm>
          <a:prstGeom prst="rect">
            <a:avLst/>
          </a:prstGeom>
        </p:spPr>
      </p:pic>
      <p:pic>
        <p:nvPicPr>
          <p:cNvPr id="10" name="图片 9">
            <a:extLst>
              <a:ext uri="{FF2B5EF4-FFF2-40B4-BE49-F238E27FC236}">
                <a16:creationId xmlns:a16="http://schemas.microsoft.com/office/drawing/2014/main" id="{BDE42B10-F9CA-0E9F-DF15-D7CF7DB93E2F}"/>
              </a:ext>
            </a:extLst>
          </p:cNvPr>
          <p:cNvPicPr>
            <a:picLocks noChangeAspect="1"/>
          </p:cNvPicPr>
          <p:nvPr/>
        </p:nvPicPr>
        <p:blipFill>
          <a:blip r:embed="rId6"/>
          <a:stretch>
            <a:fillRect/>
          </a:stretch>
        </p:blipFill>
        <p:spPr>
          <a:xfrm>
            <a:off x="972090" y="27290942"/>
            <a:ext cx="10292257" cy="5786137"/>
          </a:xfrm>
          <a:prstGeom prst="rect">
            <a:avLst/>
          </a:prstGeom>
        </p:spPr>
      </p:pic>
      <p:pic>
        <p:nvPicPr>
          <p:cNvPr id="2" name="图片 1" descr="背景图案&#10;&#10;AI 生成的内容可能不正确。">
            <a:extLst>
              <a:ext uri="{FF2B5EF4-FFF2-40B4-BE49-F238E27FC236}">
                <a16:creationId xmlns:a16="http://schemas.microsoft.com/office/drawing/2014/main" id="{B0E01D4A-F6AE-FAE9-E3F4-81FA69574687}"/>
              </a:ext>
            </a:extLst>
          </p:cNvPr>
          <p:cNvPicPr>
            <a:picLocks noChangeAspect="1"/>
          </p:cNvPicPr>
          <p:nvPr/>
        </p:nvPicPr>
        <p:blipFill>
          <a:blip r:embed="rId7"/>
          <a:stretch>
            <a:fillRect/>
          </a:stretch>
        </p:blipFill>
        <p:spPr>
          <a:xfrm>
            <a:off x="10502308" y="0"/>
            <a:ext cx="1471031" cy="655983"/>
          </a:xfrm>
          <a:prstGeom prst="rect">
            <a:avLst/>
          </a:prstGeom>
        </p:spPr>
      </p:pic>
    </p:spTree>
    <p:extLst>
      <p:ext uri="{BB962C8B-B14F-4D97-AF65-F5344CB8AC3E}">
        <p14:creationId xmlns:p14="http://schemas.microsoft.com/office/powerpoint/2010/main" val="100838352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29D8369-6790-CDF4-72F5-78A06A447AC8}"/>
              </a:ext>
            </a:extLst>
          </p:cNvPr>
          <p:cNvPicPr>
            <a:picLocks noChangeAspect="1"/>
          </p:cNvPicPr>
          <p:nvPr/>
        </p:nvPicPr>
        <p:blipFill>
          <a:blip r:embed="rId2"/>
          <a:stretch>
            <a:fillRect/>
          </a:stretch>
        </p:blipFill>
        <p:spPr>
          <a:xfrm>
            <a:off x="534373" y="-27290942"/>
            <a:ext cx="11094160" cy="6858000"/>
          </a:xfrm>
          <a:prstGeom prst="rect">
            <a:avLst/>
          </a:prstGeom>
        </p:spPr>
      </p:pic>
      <p:pic>
        <p:nvPicPr>
          <p:cNvPr id="5" name="图片 4">
            <a:extLst>
              <a:ext uri="{FF2B5EF4-FFF2-40B4-BE49-F238E27FC236}">
                <a16:creationId xmlns:a16="http://schemas.microsoft.com/office/drawing/2014/main" id="{0E3A83E4-A999-4AE0-DA83-D65AF3F84AF8}"/>
              </a:ext>
            </a:extLst>
          </p:cNvPr>
          <p:cNvPicPr>
            <a:picLocks noChangeAspect="1"/>
          </p:cNvPicPr>
          <p:nvPr/>
        </p:nvPicPr>
        <p:blipFill>
          <a:blip r:embed="rId3"/>
          <a:stretch>
            <a:fillRect/>
          </a:stretch>
        </p:blipFill>
        <p:spPr>
          <a:xfrm>
            <a:off x="1169430" y="-20432942"/>
            <a:ext cx="9802284" cy="6779579"/>
          </a:xfrm>
          <a:prstGeom prst="rect">
            <a:avLst/>
          </a:prstGeom>
        </p:spPr>
      </p:pic>
      <p:pic>
        <p:nvPicPr>
          <p:cNvPr id="6" name="图片 5">
            <a:extLst>
              <a:ext uri="{FF2B5EF4-FFF2-40B4-BE49-F238E27FC236}">
                <a16:creationId xmlns:a16="http://schemas.microsoft.com/office/drawing/2014/main" id="{5D1BD42D-3A51-2856-5FBF-6CDE0A24B349}"/>
              </a:ext>
            </a:extLst>
          </p:cNvPr>
          <p:cNvPicPr>
            <a:picLocks noChangeAspect="1"/>
          </p:cNvPicPr>
          <p:nvPr/>
        </p:nvPicPr>
        <p:blipFill>
          <a:blip r:embed="rId4"/>
          <a:stretch>
            <a:fillRect/>
          </a:stretch>
        </p:blipFill>
        <p:spPr>
          <a:xfrm>
            <a:off x="1350628" y="-13661830"/>
            <a:ext cx="9633311" cy="6858000"/>
          </a:xfrm>
          <a:prstGeom prst="rect">
            <a:avLst/>
          </a:prstGeom>
        </p:spPr>
      </p:pic>
      <p:pic>
        <p:nvPicPr>
          <p:cNvPr id="7" name="图片 6">
            <a:extLst>
              <a:ext uri="{FF2B5EF4-FFF2-40B4-BE49-F238E27FC236}">
                <a16:creationId xmlns:a16="http://schemas.microsoft.com/office/drawing/2014/main" id="{4FAF4B84-EAF6-D297-52AC-9B0A36F00BB2}"/>
              </a:ext>
            </a:extLst>
          </p:cNvPr>
          <p:cNvPicPr>
            <a:picLocks noChangeAspect="1"/>
          </p:cNvPicPr>
          <p:nvPr/>
        </p:nvPicPr>
        <p:blipFill>
          <a:blip r:embed="rId5"/>
          <a:stretch>
            <a:fillRect/>
          </a:stretch>
        </p:blipFill>
        <p:spPr>
          <a:xfrm>
            <a:off x="874814" y="-6804988"/>
            <a:ext cx="10378623" cy="6804989"/>
          </a:xfrm>
          <a:prstGeom prst="rect">
            <a:avLst/>
          </a:prstGeom>
        </p:spPr>
      </p:pic>
      <p:pic>
        <p:nvPicPr>
          <p:cNvPr id="8" name="图片 7">
            <a:extLst>
              <a:ext uri="{FF2B5EF4-FFF2-40B4-BE49-F238E27FC236}">
                <a16:creationId xmlns:a16="http://schemas.microsoft.com/office/drawing/2014/main" id="{34536ADE-F33E-DD03-C2CC-C44EAE923701}"/>
              </a:ext>
            </a:extLst>
          </p:cNvPr>
          <p:cNvPicPr>
            <a:picLocks noChangeAspect="1"/>
          </p:cNvPicPr>
          <p:nvPr/>
        </p:nvPicPr>
        <p:blipFill>
          <a:blip r:embed="rId6"/>
          <a:stretch>
            <a:fillRect/>
          </a:stretch>
        </p:blipFill>
        <p:spPr>
          <a:xfrm>
            <a:off x="1009506" y="0"/>
            <a:ext cx="10292257" cy="5786137"/>
          </a:xfrm>
          <a:prstGeom prst="rect">
            <a:avLst/>
          </a:prstGeom>
        </p:spPr>
      </p:pic>
      <p:sp>
        <p:nvSpPr>
          <p:cNvPr id="13" name="矩形: 圆角 12">
            <a:extLst>
              <a:ext uri="{FF2B5EF4-FFF2-40B4-BE49-F238E27FC236}">
                <a16:creationId xmlns:a16="http://schemas.microsoft.com/office/drawing/2014/main" id="{1FB49192-4E01-B1DA-AB89-0ABAEA8AB113}"/>
              </a:ext>
            </a:extLst>
          </p:cNvPr>
          <p:cNvSpPr/>
          <p:nvPr/>
        </p:nvSpPr>
        <p:spPr>
          <a:xfrm>
            <a:off x="3422650" y="2495550"/>
            <a:ext cx="6724650" cy="247650"/>
          </a:xfrm>
          <a:prstGeom prst="roundRect">
            <a:avLst/>
          </a:prstGeom>
          <a:solidFill>
            <a:srgbClr val="C00000">
              <a:alpha val="10196"/>
            </a:srgbClr>
          </a:solidFill>
          <a:ln w="31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B190942E-D999-34DD-E5A2-F1D9AF724B72}"/>
              </a:ext>
            </a:extLst>
          </p:cNvPr>
          <p:cNvSpPr/>
          <p:nvPr/>
        </p:nvSpPr>
        <p:spPr>
          <a:xfrm>
            <a:off x="1892300" y="2768600"/>
            <a:ext cx="4749800" cy="247650"/>
          </a:xfrm>
          <a:prstGeom prst="roundRect">
            <a:avLst/>
          </a:prstGeom>
          <a:solidFill>
            <a:srgbClr val="C00000">
              <a:alpha val="10196"/>
            </a:srgbClr>
          </a:solidFill>
          <a:ln w="31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6FD8C96C-BC27-3F81-A329-F9342C5014CB}"/>
              </a:ext>
            </a:extLst>
          </p:cNvPr>
          <p:cNvSpPr txBox="1"/>
          <p:nvPr/>
        </p:nvSpPr>
        <p:spPr>
          <a:xfrm>
            <a:off x="5528583" y="3133865"/>
            <a:ext cx="2800767" cy="707886"/>
          </a:xfrm>
          <a:prstGeom prst="rect">
            <a:avLst/>
          </a:prstGeom>
          <a:noFill/>
        </p:spPr>
        <p:txBody>
          <a:bodyPr wrap="none" rtlCol="0">
            <a:spAutoFit/>
          </a:bodyPr>
          <a:lstStyle/>
          <a:p>
            <a:r>
              <a:rPr lang="en-US" altLang="zh-CN" sz="4000">
                <a:solidFill>
                  <a:srgbClr val="C00000"/>
                </a:solidFill>
                <a:latin typeface="荆南波波黑" panose="02000800000000000000" pitchFamily="2" charset="-122"/>
                <a:ea typeface="荆南波波黑" panose="02000800000000000000" pitchFamily="2" charset="-122"/>
              </a:rPr>
              <a:t>AI</a:t>
            </a:r>
            <a:r>
              <a:rPr lang="zh-CN" altLang="en-US" sz="4000">
                <a:solidFill>
                  <a:srgbClr val="C00000"/>
                </a:solidFill>
                <a:latin typeface="荆南波波黑" panose="02000800000000000000" pitchFamily="2" charset="-122"/>
                <a:ea typeface="荆南波波黑" panose="02000800000000000000" pitchFamily="2" charset="-122"/>
              </a:rPr>
              <a:t>应用开发</a:t>
            </a:r>
          </a:p>
        </p:txBody>
      </p:sp>
      <p:cxnSp>
        <p:nvCxnSpPr>
          <p:cNvPr id="19" name="直接连接符 18">
            <a:extLst>
              <a:ext uri="{FF2B5EF4-FFF2-40B4-BE49-F238E27FC236}">
                <a16:creationId xmlns:a16="http://schemas.microsoft.com/office/drawing/2014/main" id="{D502873F-988B-2F29-649B-FFF8FE5C8B30}"/>
              </a:ext>
            </a:extLst>
          </p:cNvPr>
          <p:cNvCxnSpPr>
            <a:cxnSpLocks/>
          </p:cNvCxnSpPr>
          <p:nvPr/>
        </p:nvCxnSpPr>
        <p:spPr>
          <a:xfrm>
            <a:off x="3615264" y="2982385"/>
            <a:ext cx="2946403" cy="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pic>
        <p:nvPicPr>
          <p:cNvPr id="3" name="图片 2" descr="背景图案&#10;&#10;AI 生成的内容可能不正确。">
            <a:extLst>
              <a:ext uri="{FF2B5EF4-FFF2-40B4-BE49-F238E27FC236}">
                <a16:creationId xmlns:a16="http://schemas.microsoft.com/office/drawing/2014/main" id="{05E8FB0A-EF94-D0DB-13BD-3587462DAA6D}"/>
              </a:ext>
            </a:extLst>
          </p:cNvPr>
          <p:cNvPicPr>
            <a:picLocks noChangeAspect="1"/>
          </p:cNvPicPr>
          <p:nvPr/>
        </p:nvPicPr>
        <p:blipFill>
          <a:blip r:embed="rId7"/>
          <a:stretch>
            <a:fillRect/>
          </a:stretch>
        </p:blipFill>
        <p:spPr>
          <a:xfrm>
            <a:off x="11182494" y="-1"/>
            <a:ext cx="762039" cy="1505027"/>
          </a:xfrm>
          <a:prstGeom prst="rect">
            <a:avLst/>
          </a:prstGeom>
        </p:spPr>
      </p:pic>
    </p:spTree>
    <p:extLst>
      <p:ext uri="{BB962C8B-B14F-4D97-AF65-F5344CB8AC3E}">
        <p14:creationId xmlns:p14="http://schemas.microsoft.com/office/powerpoint/2010/main" val="38574873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32"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p:cTn id="21" dur="500" fill="hold"/>
                                        <p:tgtEl>
                                          <p:spTgt spid="15"/>
                                        </p:tgtEl>
                                        <p:attrNameLst>
                                          <p:attrName>ppt_w</p:attrName>
                                        </p:attrNameLst>
                                      </p:cBhvr>
                                      <p:tavLst>
                                        <p:tav tm="0">
                                          <p:val>
                                            <p:strVal val="4*#ppt_w"/>
                                          </p:val>
                                        </p:tav>
                                        <p:tav tm="100000">
                                          <p:val>
                                            <p:strVal val="#ppt_w"/>
                                          </p:val>
                                        </p:tav>
                                      </p:tavLst>
                                    </p:anim>
                                    <p:anim calcmode="lin" valueType="num">
                                      <p:cBhvr>
                                        <p:cTn id="22" dur="500" fill="hold"/>
                                        <p:tgtEl>
                                          <p:spTgt spid="15"/>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33DA7-A9F1-28C3-217D-C1CAF8EB2CEA}"/>
            </a:ext>
          </a:extLst>
        </p:cNvPr>
        <p:cNvGrpSpPr/>
        <p:nvPr/>
      </p:nvGrpSpPr>
      <p:grpSpPr>
        <a:xfrm>
          <a:off x="0" y="0"/>
          <a:ext cx="0" cy="0"/>
          <a:chOff x="0" y="0"/>
          <a:chExt cx="0" cy="0"/>
        </a:xfrm>
      </p:grpSpPr>
      <p:sp>
        <p:nvSpPr>
          <p:cNvPr id="2" name="!!文本框 9">
            <a:extLst>
              <a:ext uri="{FF2B5EF4-FFF2-40B4-BE49-F238E27FC236}">
                <a16:creationId xmlns:a16="http://schemas.microsoft.com/office/drawing/2014/main" id="{BE135B93-E467-8A81-EEEA-491094C077B2}"/>
              </a:ext>
            </a:extLst>
          </p:cNvPr>
          <p:cNvSpPr>
            <a:spLocks noGrp="1"/>
          </p:cNvSpPr>
          <p:nvPr>
            <p:ph type="body" sz="quarter" idx="10"/>
          </p:nvPr>
        </p:nvSpPr>
        <p:spPr>
          <a:xfrm>
            <a:off x="6602756" y="2110631"/>
            <a:ext cx="2117174" cy="491067"/>
          </a:xfrm>
        </p:spPr>
        <p:txBody>
          <a:bodyPr/>
          <a:lstStyle/>
          <a:p>
            <a:r>
              <a:rPr lang="en-US" altLang="zh-CN"/>
              <a:t>AI</a:t>
            </a:r>
            <a:r>
              <a:rPr lang="zh-CN" altLang="en-US"/>
              <a:t>应用</a:t>
            </a:r>
            <a:r>
              <a:rPr lang="en-US" altLang="zh-CN"/>
              <a:t>-</a:t>
            </a:r>
            <a:r>
              <a:rPr lang="zh-CN" altLang="en-US"/>
              <a:t>基础</a:t>
            </a:r>
            <a:endParaRPr lang="en-US" altLang="zh-CN"/>
          </a:p>
        </p:txBody>
      </p:sp>
      <p:sp>
        <p:nvSpPr>
          <p:cNvPr id="3" name="!!文本框 10">
            <a:extLst>
              <a:ext uri="{FF2B5EF4-FFF2-40B4-BE49-F238E27FC236}">
                <a16:creationId xmlns:a16="http://schemas.microsoft.com/office/drawing/2014/main" id="{8150FEF1-42E3-C12B-D40D-CC8D1C495EFD}"/>
              </a:ext>
            </a:extLst>
          </p:cNvPr>
          <p:cNvSpPr txBox="1">
            <a:spLocks/>
          </p:cNvSpPr>
          <p:nvPr/>
        </p:nvSpPr>
        <p:spPr>
          <a:xfrm>
            <a:off x="6602756" y="2665823"/>
            <a:ext cx="1891887" cy="544076"/>
          </a:xfrm>
          <a:prstGeom prst="rect">
            <a:avLst/>
          </a:prstGeom>
        </p:spPr>
        <p:txBody>
          <a:bodyPr anchor="ctr"/>
          <a:lstStyle>
            <a:lvl1pPr marL="342900" indent="-342900" algn="l" defTabSz="914400" rtl="0" eaLnBrk="1" latinLnBrk="0" hangingPunct="1">
              <a:lnSpc>
                <a:spcPct val="150000"/>
              </a:lnSpc>
              <a:spcBef>
                <a:spcPts val="1000"/>
              </a:spcBef>
              <a:buFont typeface="Wingdings" panose="05000000000000000000" pitchFamily="2" charset="2"/>
              <a:buChar char="u"/>
              <a:defRPr sz="1800" kern="1200">
                <a:solidFill>
                  <a:schemeClr val="tx1"/>
                </a:solidFill>
                <a:latin typeface="+mn-ea"/>
                <a:ea typeface="+mn-ea"/>
                <a:cs typeface="阿里巴巴普惠体 Medium" panose="00020600040101010101"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AI</a:t>
            </a:r>
            <a:r>
              <a:rPr lang="zh-CN" altLang="en-US"/>
              <a:t>应用</a:t>
            </a:r>
            <a:r>
              <a:rPr lang="en-US" altLang="zh-CN"/>
              <a:t>-</a:t>
            </a:r>
            <a:r>
              <a:rPr lang="zh-CN" altLang="en-US"/>
              <a:t>实战</a:t>
            </a:r>
            <a:endParaRPr lang="en-US" altLang="zh-CN"/>
          </a:p>
        </p:txBody>
      </p:sp>
      <p:sp>
        <p:nvSpPr>
          <p:cNvPr id="6" name="!!文本框 11">
            <a:extLst>
              <a:ext uri="{FF2B5EF4-FFF2-40B4-BE49-F238E27FC236}">
                <a16:creationId xmlns:a16="http://schemas.microsoft.com/office/drawing/2014/main" id="{21AF46D9-34A8-9DC5-19D8-C2FE166F08D0}"/>
              </a:ext>
            </a:extLst>
          </p:cNvPr>
          <p:cNvSpPr txBox="1">
            <a:spLocks/>
          </p:cNvSpPr>
          <p:nvPr/>
        </p:nvSpPr>
        <p:spPr>
          <a:xfrm>
            <a:off x="6602756" y="3256281"/>
            <a:ext cx="2221534" cy="544076"/>
          </a:xfrm>
          <a:prstGeom prst="rect">
            <a:avLst/>
          </a:prstGeom>
        </p:spPr>
        <p:txBody>
          <a:bodyPr anchor="ctr"/>
          <a:lstStyle>
            <a:lvl1pPr marL="342900" indent="-342900" algn="l" defTabSz="914400" rtl="0" eaLnBrk="1" latinLnBrk="0" hangingPunct="1">
              <a:lnSpc>
                <a:spcPct val="150000"/>
              </a:lnSpc>
              <a:spcBef>
                <a:spcPts val="1000"/>
              </a:spcBef>
              <a:buFont typeface="Wingdings" panose="05000000000000000000" pitchFamily="2" charset="2"/>
              <a:buChar char="u"/>
              <a:defRPr sz="1800" kern="1200">
                <a:solidFill>
                  <a:schemeClr val="tx1"/>
                </a:solidFill>
                <a:latin typeface="+mn-ea"/>
                <a:ea typeface="+mn-ea"/>
                <a:cs typeface="阿里巴巴普惠体 Medium" panose="00020600040101010101"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AI</a:t>
            </a:r>
            <a:r>
              <a:rPr lang="zh-CN" altLang="en-US"/>
              <a:t>应用</a:t>
            </a:r>
            <a:r>
              <a:rPr lang="en-US" altLang="zh-CN"/>
              <a:t>-</a:t>
            </a:r>
            <a:r>
              <a:rPr lang="zh-CN" altLang="en-US"/>
              <a:t>知识扩展</a:t>
            </a:r>
          </a:p>
        </p:txBody>
      </p:sp>
      <p:pic>
        <p:nvPicPr>
          <p:cNvPr id="4" name="图片 3" descr="图片包含 图形用户界面&#10;&#10;AI 生成的内容可能不正确。">
            <a:extLst>
              <a:ext uri="{FF2B5EF4-FFF2-40B4-BE49-F238E27FC236}">
                <a16:creationId xmlns:a16="http://schemas.microsoft.com/office/drawing/2014/main" id="{B006EAE4-9011-0748-1A63-63787F860A8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54648532"/>
      </p:ext>
    </p:extLst>
  </p:cSld>
  <p:clrMapOvr>
    <a:masterClrMapping/>
  </p:clrMapOvr>
  <mc:AlternateContent xmlns:mc="http://schemas.openxmlformats.org/markup-compatibility/2006" xmlns:p14="http://schemas.microsoft.com/office/powerpoint/2010/main">
    <mc:Choice Requires="p14">
      <p:transition spd="slow" p14:dur="20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3" fill="hold" nodeType="clickEffect">
                                  <p:stCondLst>
                                    <p:cond delay="0"/>
                                  </p:stCondLst>
                                  <p:childTnLst>
                                    <p:anim calcmode="lin" valueType="num">
                                      <p:cBhvr additive="base">
                                        <p:cTn id="12" dur="500"/>
                                        <p:tgtEl>
                                          <p:spTgt spid="4"/>
                                        </p:tgtEl>
                                        <p:attrNameLst>
                                          <p:attrName>ppt_x</p:attrName>
                                        </p:attrNameLst>
                                      </p:cBhvr>
                                      <p:tavLst>
                                        <p:tav tm="0">
                                          <p:val>
                                            <p:strVal val="ppt_x"/>
                                          </p:val>
                                        </p:tav>
                                        <p:tav tm="100000">
                                          <p:val>
                                            <p:strVal val="1+ppt_w/2"/>
                                          </p:val>
                                        </p:tav>
                                      </p:tavLst>
                                    </p:anim>
                                    <p:anim calcmode="lin" valueType="num">
                                      <p:cBhvr additive="base">
                                        <p:cTn id="13" dur="500"/>
                                        <p:tgtEl>
                                          <p:spTgt spid="4"/>
                                        </p:tgtEl>
                                        <p:attrNameLst>
                                          <p:attrName>ppt_y</p:attrName>
                                        </p:attrNameLst>
                                      </p:cBhvr>
                                      <p:tavLst>
                                        <p:tav tm="0">
                                          <p:val>
                                            <p:strVal val="ppt_y"/>
                                          </p:val>
                                        </p:tav>
                                        <p:tav tm="100000">
                                          <p:val>
                                            <p:strVal val="0-ppt_h/2"/>
                                          </p:val>
                                        </p:tav>
                                      </p:tavLst>
                                    </p:anim>
                                    <p:set>
                                      <p:cBhvr>
                                        <p:cTn id="14" dur="1" fill="hold">
                                          <p:stCondLst>
                                            <p:cond delay="499"/>
                                          </p:stCondLst>
                                        </p:cTn>
                                        <p:tgtEl>
                                          <p:spTgt spid="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grpId="0" nodeType="clickEffect">
                                  <p:stCondLst>
                                    <p:cond delay="0"/>
                                  </p:stCondLst>
                                  <p:childTnLst>
                                    <p:animClr clrSpc="rgb" dir="cw">
                                      <p:cBhvr override="childStyle">
                                        <p:cTn id="18" dur="10" fill="hold"/>
                                        <p:tgtEl>
                                          <p:spTgt spid="2">
                                            <p:txEl>
                                              <p:pRg st="0" end="0"/>
                                            </p:txEl>
                                          </p:spTgt>
                                        </p:tgtEl>
                                        <p:attrNameLst>
                                          <p:attrName>style.color</p:attrName>
                                        </p:attrNameLst>
                                      </p:cBhvr>
                                      <p:to>
                                        <a:srgbClr val="C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9">
            <a:extLst>
              <a:ext uri="{FF2B5EF4-FFF2-40B4-BE49-F238E27FC236}">
                <a16:creationId xmlns:a16="http://schemas.microsoft.com/office/drawing/2014/main" id="{F7A96569-32F8-089C-5E40-D13803A3497C}"/>
              </a:ext>
            </a:extLst>
          </p:cNvPr>
          <p:cNvSpPr>
            <a:spLocks noGrp="1"/>
          </p:cNvSpPr>
          <p:nvPr>
            <p:ph type="body" sz="quarter" idx="11"/>
          </p:nvPr>
        </p:nvSpPr>
        <p:spPr/>
        <p:txBody>
          <a:bodyPr/>
          <a:lstStyle/>
          <a:p>
            <a:r>
              <a:rPr lang="en-US" altLang="zh-CN"/>
              <a:t>AI</a:t>
            </a:r>
            <a:r>
              <a:rPr lang="zh-CN" altLang="en-US"/>
              <a:t>应用</a:t>
            </a:r>
            <a:r>
              <a:rPr lang="en-US" altLang="zh-CN"/>
              <a:t>-</a:t>
            </a:r>
            <a:r>
              <a:rPr lang="zh-CN" altLang="en-US"/>
              <a:t>基础</a:t>
            </a:r>
          </a:p>
        </p:txBody>
      </p:sp>
      <p:sp>
        <p:nvSpPr>
          <p:cNvPr id="3" name="文本占位符 2">
            <a:extLst>
              <a:ext uri="{FF2B5EF4-FFF2-40B4-BE49-F238E27FC236}">
                <a16:creationId xmlns:a16="http://schemas.microsoft.com/office/drawing/2014/main" id="{51528053-86BD-F7DA-1E87-08CFFCEB71E1}"/>
              </a:ext>
            </a:extLst>
          </p:cNvPr>
          <p:cNvSpPr>
            <a:spLocks noGrp="1"/>
          </p:cNvSpPr>
          <p:nvPr>
            <p:ph type="body" sz="quarter" idx="10"/>
          </p:nvPr>
        </p:nvSpPr>
        <p:spPr>
          <a:xfrm>
            <a:off x="6351439" y="2924827"/>
            <a:ext cx="3692525" cy="2733851"/>
          </a:xfrm>
        </p:spPr>
        <p:txBody>
          <a:bodyPr/>
          <a:lstStyle/>
          <a:p>
            <a:r>
              <a:rPr lang="zh-CN" altLang="en-US"/>
              <a:t>大模型部署</a:t>
            </a:r>
            <a:endParaRPr lang="en-US" altLang="zh-CN"/>
          </a:p>
          <a:p>
            <a:r>
              <a:rPr lang="zh-CN" altLang="en-US"/>
              <a:t>大模型调用</a:t>
            </a:r>
            <a:endParaRPr lang="en-US" altLang="zh-CN"/>
          </a:p>
          <a:p>
            <a:r>
              <a:rPr lang="zh-CN" altLang="en-US"/>
              <a:t>提示词工程</a:t>
            </a:r>
          </a:p>
        </p:txBody>
      </p:sp>
      <p:sp>
        <p:nvSpPr>
          <p:cNvPr id="5" name="文本占位符 4">
            <a:extLst>
              <a:ext uri="{FF2B5EF4-FFF2-40B4-BE49-F238E27FC236}">
                <a16:creationId xmlns:a16="http://schemas.microsoft.com/office/drawing/2014/main" id="{779F4AAF-70AE-9835-7ED7-2D643CB15208}"/>
              </a:ext>
            </a:extLst>
          </p:cNvPr>
          <p:cNvSpPr>
            <a:spLocks noGrp="1"/>
          </p:cNvSpPr>
          <p:nvPr>
            <p:ph type="body" sz="quarter" idx="14"/>
          </p:nvPr>
        </p:nvSpPr>
        <p:spPr/>
        <p:txBody>
          <a:bodyPr/>
          <a:lstStyle/>
          <a:p>
            <a:r>
              <a:rPr lang="en-US" altLang="zh-CN"/>
              <a:t>1</a:t>
            </a:r>
            <a:endParaRPr lang="zh-CN" altLang="en-US"/>
          </a:p>
        </p:txBody>
      </p:sp>
    </p:spTree>
    <p:extLst>
      <p:ext uri="{BB962C8B-B14F-4D97-AF65-F5344CB8AC3E}">
        <p14:creationId xmlns:p14="http://schemas.microsoft.com/office/powerpoint/2010/main" val="27162517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 fill="hold"/>
                                        <p:tgtEl>
                                          <p:spTgt spid="3">
                                            <p:txEl>
                                              <p:pRg st="0" end="0"/>
                                            </p:txEl>
                                          </p:spTgt>
                                        </p:tgtEl>
                                        <p:attrNameLst>
                                          <p:attrName>style.color</p:attrName>
                                        </p:attrNameLst>
                                      </p:cBhvr>
                                      <p:to>
                                        <a:srgbClr val="C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B5B3C-96C5-BBAC-2C6A-D74B83EC8A2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5DCA5AAA-0C2F-E7FD-8B5B-516A199FE536}"/>
              </a:ext>
            </a:extLst>
          </p:cNvPr>
          <p:cNvSpPr>
            <a:spLocks noGrp="1"/>
          </p:cNvSpPr>
          <p:nvPr>
            <p:ph type="title"/>
          </p:nvPr>
        </p:nvSpPr>
        <p:spPr/>
        <p:txBody>
          <a:bodyPr/>
          <a:lstStyle/>
          <a:p>
            <a:r>
              <a:rPr lang="zh-CN" altLang="en-US"/>
              <a:t>大模型部署</a:t>
            </a:r>
          </a:p>
        </p:txBody>
      </p:sp>
      <p:grpSp>
        <p:nvGrpSpPr>
          <p:cNvPr id="22" name="组合 21">
            <a:extLst>
              <a:ext uri="{FF2B5EF4-FFF2-40B4-BE49-F238E27FC236}">
                <a16:creationId xmlns:a16="http://schemas.microsoft.com/office/drawing/2014/main" id="{07837023-BA76-AE53-6B84-7B1851A090B3}"/>
              </a:ext>
            </a:extLst>
          </p:cNvPr>
          <p:cNvGrpSpPr/>
          <p:nvPr/>
        </p:nvGrpSpPr>
        <p:grpSpPr>
          <a:xfrm>
            <a:off x="1325055" y="1629205"/>
            <a:ext cx="1727260" cy="1727258"/>
            <a:chOff x="1325055" y="2377952"/>
            <a:chExt cx="1727260" cy="1727258"/>
          </a:xfrm>
        </p:grpSpPr>
        <p:sp>
          <p:nvSpPr>
            <p:cNvPr id="13" name="Number1">
              <a:extLst>
                <a:ext uri="{FF2B5EF4-FFF2-40B4-BE49-F238E27FC236}">
                  <a16:creationId xmlns:a16="http://schemas.microsoft.com/office/drawing/2014/main" id="{F5C3D165-5AA8-A926-4FD5-44473BDC3E3E}"/>
                </a:ext>
              </a:extLst>
            </p:cNvPr>
            <p:cNvSpPr/>
            <p:nvPr/>
          </p:nvSpPr>
          <p:spPr>
            <a:xfrm>
              <a:off x="1424270" y="2477164"/>
              <a:ext cx="1528831" cy="1528830"/>
            </a:xfrm>
            <a:prstGeom prst="ellipse">
              <a:avLst/>
            </a:prstGeom>
            <a:gradFill flip="none" rotWithShape="1">
              <a:gsLst>
                <a:gs pos="31000">
                  <a:srgbClr val="127AF6"/>
                </a:gs>
                <a:gs pos="88000">
                  <a:srgbClr val="42D1E9">
                    <a:lumMod val="40000"/>
                    <a:lumOff val="60000"/>
                  </a:srgbClr>
                </a:gs>
              </a:gsLst>
              <a:lin ang="13500000" scaled="1"/>
              <a:tileRect/>
            </a:grad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b="1" kern="0">
                  <a:solidFill>
                    <a:srgbClr val="FFFFFF"/>
                  </a:solidFill>
                  <a:latin typeface="Arial"/>
                  <a:ea typeface="微软雅黑"/>
                  <a:cs typeface="+mn-ea"/>
                </a:rPr>
                <a:t>本地部署</a:t>
              </a:r>
              <a:endParaRPr kumimoji="0" lang="en-US" altLang="zh-CN" b="1" u="none" strike="noStrike" kern="0" cap="none" spc="0" normalizeH="0" baseline="0" noProof="0">
                <a:ln>
                  <a:noFill/>
                </a:ln>
                <a:solidFill>
                  <a:srgbClr val="FFFFFF"/>
                </a:solidFill>
                <a:effectLst/>
                <a:uLnTx/>
                <a:uFillTx/>
                <a:latin typeface="Arial"/>
                <a:ea typeface="微软雅黑"/>
                <a:cs typeface="+mn-ea"/>
              </a:endParaRPr>
            </a:p>
          </p:txBody>
        </p:sp>
        <p:sp>
          <p:nvSpPr>
            <p:cNvPr id="14" name="Shape1">
              <a:extLst>
                <a:ext uri="{FF2B5EF4-FFF2-40B4-BE49-F238E27FC236}">
                  <a16:creationId xmlns:a16="http://schemas.microsoft.com/office/drawing/2014/main" id="{6782244C-63D2-C32A-8C3D-BC981346B55C}"/>
                </a:ext>
              </a:extLst>
            </p:cNvPr>
            <p:cNvSpPr/>
            <p:nvPr/>
          </p:nvSpPr>
          <p:spPr>
            <a:xfrm>
              <a:off x="1325055" y="2377952"/>
              <a:ext cx="1727260" cy="1727258"/>
            </a:xfrm>
            <a:prstGeom prst="ellipse">
              <a:avLst/>
            </a:prstGeom>
            <a:noFill/>
            <a:ln w="12700" cap="flat" cmpd="sng" algn="ctr">
              <a:gradFill flip="none" rotWithShape="1">
                <a:gsLst>
                  <a:gs pos="0">
                    <a:srgbClr val="127AF6">
                      <a:alpha val="0"/>
                    </a:srgbClr>
                  </a:gs>
                  <a:gs pos="100000">
                    <a:srgbClr val="127AF6">
                      <a:alpha val="52000"/>
                    </a:srgbClr>
                  </a:gs>
                </a:gsLst>
                <a:lin ang="54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grpSp>
      <p:grpSp>
        <p:nvGrpSpPr>
          <p:cNvPr id="23" name="组合 22">
            <a:extLst>
              <a:ext uri="{FF2B5EF4-FFF2-40B4-BE49-F238E27FC236}">
                <a16:creationId xmlns:a16="http://schemas.microsoft.com/office/drawing/2014/main" id="{609BB9E4-3BC8-32CE-89F4-3CA90AA2676D}"/>
              </a:ext>
            </a:extLst>
          </p:cNvPr>
          <p:cNvGrpSpPr/>
          <p:nvPr/>
        </p:nvGrpSpPr>
        <p:grpSpPr>
          <a:xfrm>
            <a:off x="5522391" y="1584712"/>
            <a:ext cx="1727260" cy="1727258"/>
            <a:chOff x="5522391" y="2333459"/>
            <a:chExt cx="1727260" cy="1727258"/>
          </a:xfrm>
        </p:grpSpPr>
        <p:sp>
          <p:nvSpPr>
            <p:cNvPr id="16" name="Number2">
              <a:extLst>
                <a:ext uri="{FF2B5EF4-FFF2-40B4-BE49-F238E27FC236}">
                  <a16:creationId xmlns:a16="http://schemas.microsoft.com/office/drawing/2014/main" id="{CC3CBECA-C382-BBAD-840D-B0F392D5C6D1}"/>
                </a:ext>
              </a:extLst>
            </p:cNvPr>
            <p:cNvSpPr/>
            <p:nvPr/>
          </p:nvSpPr>
          <p:spPr>
            <a:xfrm>
              <a:off x="5621605" y="2432671"/>
              <a:ext cx="1528831" cy="1528830"/>
            </a:xfrm>
            <a:prstGeom prst="ellipse">
              <a:avLst/>
            </a:prstGeom>
            <a:gradFill flip="none" rotWithShape="1">
              <a:gsLst>
                <a:gs pos="31000">
                  <a:srgbClr val="127AF6"/>
                </a:gs>
                <a:gs pos="88000">
                  <a:srgbClr val="42D1E9">
                    <a:lumMod val="40000"/>
                    <a:lumOff val="60000"/>
                  </a:srgbClr>
                </a:gs>
              </a:gsLst>
              <a:lin ang="13500000" scaled="1"/>
              <a:tileRect/>
            </a:grad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b="1" kern="0">
                  <a:solidFill>
                    <a:srgbClr val="FFFFFF"/>
                  </a:solidFill>
                  <a:latin typeface="Arial"/>
                  <a:ea typeface="微软雅黑"/>
                  <a:cs typeface="+mn-ea"/>
                </a:rPr>
                <a:t>官方开放</a:t>
              </a:r>
              <a:r>
                <a:rPr lang="en-US" altLang="zh-CN" b="1" kern="0">
                  <a:solidFill>
                    <a:srgbClr val="FFFFFF"/>
                  </a:solidFill>
                  <a:latin typeface="Arial"/>
                  <a:ea typeface="微软雅黑"/>
                  <a:cs typeface="+mn-ea"/>
                </a:rPr>
                <a:t>API</a:t>
              </a:r>
              <a:endParaRPr kumimoji="0" lang="zh-CN" altLang="en-US" b="1" u="none" strike="noStrike" kern="0" cap="none" spc="0" normalizeH="0" baseline="0" noProof="0" dirty="0">
                <a:ln>
                  <a:noFill/>
                </a:ln>
                <a:solidFill>
                  <a:srgbClr val="FFFFFF"/>
                </a:solidFill>
                <a:effectLst/>
                <a:uLnTx/>
                <a:uFillTx/>
                <a:latin typeface="Arial"/>
                <a:ea typeface="微软雅黑"/>
                <a:cs typeface="+mn-ea"/>
              </a:endParaRPr>
            </a:p>
          </p:txBody>
        </p:sp>
        <p:sp>
          <p:nvSpPr>
            <p:cNvPr id="17" name="Shape2">
              <a:extLst>
                <a:ext uri="{FF2B5EF4-FFF2-40B4-BE49-F238E27FC236}">
                  <a16:creationId xmlns:a16="http://schemas.microsoft.com/office/drawing/2014/main" id="{BBF6A8AB-EB7E-4C36-FC93-2540A6896B63}"/>
                </a:ext>
              </a:extLst>
            </p:cNvPr>
            <p:cNvSpPr/>
            <p:nvPr/>
          </p:nvSpPr>
          <p:spPr>
            <a:xfrm>
              <a:off x="5522391" y="2333459"/>
              <a:ext cx="1727260" cy="1727258"/>
            </a:xfrm>
            <a:prstGeom prst="ellipse">
              <a:avLst/>
            </a:prstGeom>
            <a:noFill/>
            <a:ln w="12700" cap="flat" cmpd="sng" algn="ctr">
              <a:gradFill flip="none" rotWithShape="1">
                <a:gsLst>
                  <a:gs pos="0">
                    <a:srgbClr val="127AF6">
                      <a:alpha val="0"/>
                    </a:srgbClr>
                  </a:gs>
                  <a:gs pos="100000">
                    <a:srgbClr val="127AF6">
                      <a:alpha val="52000"/>
                    </a:srgbClr>
                  </a:gs>
                </a:gsLst>
                <a:lin ang="54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grpSp>
      <p:grpSp>
        <p:nvGrpSpPr>
          <p:cNvPr id="24" name="组合 23">
            <a:extLst>
              <a:ext uri="{FF2B5EF4-FFF2-40B4-BE49-F238E27FC236}">
                <a16:creationId xmlns:a16="http://schemas.microsoft.com/office/drawing/2014/main" id="{59D4F07D-59F1-5170-A478-C06536954CDE}"/>
              </a:ext>
            </a:extLst>
          </p:cNvPr>
          <p:cNvGrpSpPr/>
          <p:nvPr/>
        </p:nvGrpSpPr>
        <p:grpSpPr>
          <a:xfrm>
            <a:off x="9139685" y="1629205"/>
            <a:ext cx="1727260" cy="1727258"/>
            <a:chOff x="9139685" y="2377952"/>
            <a:chExt cx="1727260" cy="1727258"/>
          </a:xfrm>
        </p:grpSpPr>
        <p:sp>
          <p:nvSpPr>
            <p:cNvPr id="19" name="Number2">
              <a:extLst>
                <a:ext uri="{FF2B5EF4-FFF2-40B4-BE49-F238E27FC236}">
                  <a16:creationId xmlns:a16="http://schemas.microsoft.com/office/drawing/2014/main" id="{6EE917CC-08FE-ECCA-D535-D642D4CDBEDE}"/>
                </a:ext>
              </a:extLst>
            </p:cNvPr>
            <p:cNvSpPr/>
            <p:nvPr/>
          </p:nvSpPr>
          <p:spPr>
            <a:xfrm>
              <a:off x="9238899" y="2477164"/>
              <a:ext cx="1528831" cy="1528830"/>
            </a:xfrm>
            <a:prstGeom prst="ellipse">
              <a:avLst/>
            </a:prstGeom>
            <a:gradFill flip="none" rotWithShape="1">
              <a:gsLst>
                <a:gs pos="31000">
                  <a:srgbClr val="127AF6"/>
                </a:gs>
                <a:gs pos="88000">
                  <a:srgbClr val="42D1E9">
                    <a:lumMod val="40000"/>
                    <a:lumOff val="60000"/>
                  </a:srgbClr>
                </a:gs>
              </a:gsLst>
              <a:lin ang="13500000" scaled="1"/>
              <a:tileRect/>
            </a:grad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b="1" u="none" strike="noStrike" kern="0" cap="none" spc="0" normalizeH="0" baseline="0" noProof="0">
                  <a:ln>
                    <a:noFill/>
                  </a:ln>
                  <a:solidFill>
                    <a:srgbClr val="FFFFFF"/>
                  </a:solidFill>
                  <a:effectLst/>
                  <a:uLnTx/>
                  <a:uFillTx/>
                  <a:latin typeface="Arial"/>
                  <a:ea typeface="微软雅黑"/>
                  <a:cs typeface="+mn-ea"/>
                </a:rPr>
                <a:t>云服务平台</a:t>
              </a:r>
              <a:endParaRPr kumimoji="0" lang="zh-CN" altLang="en-US" b="1" u="none" strike="noStrike" kern="0" cap="none" spc="0" normalizeH="0" baseline="0" noProof="0" dirty="0">
                <a:ln>
                  <a:noFill/>
                </a:ln>
                <a:solidFill>
                  <a:srgbClr val="FFFFFF"/>
                </a:solidFill>
                <a:effectLst/>
                <a:uLnTx/>
                <a:uFillTx/>
                <a:latin typeface="Arial"/>
                <a:ea typeface="微软雅黑"/>
                <a:cs typeface="+mn-ea"/>
              </a:endParaRPr>
            </a:p>
          </p:txBody>
        </p:sp>
        <p:sp>
          <p:nvSpPr>
            <p:cNvPr id="20" name="Shape2">
              <a:extLst>
                <a:ext uri="{FF2B5EF4-FFF2-40B4-BE49-F238E27FC236}">
                  <a16:creationId xmlns:a16="http://schemas.microsoft.com/office/drawing/2014/main" id="{0F5C7510-1725-9D5F-F4B3-3FA6EA3046D4}"/>
                </a:ext>
              </a:extLst>
            </p:cNvPr>
            <p:cNvSpPr/>
            <p:nvPr/>
          </p:nvSpPr>
          <p:spPr>
            <a:xfrm>
              <a:off x="9139685" y="2377952"/>
              <a:ext cx="1727260" cy="1727258"/>
            </a:xfrm>
            <a:prstGeom prst="ellipse">
              <a:avLst/>
            </a:prstGeom>
            <a:noFill/>
            <a:ln w="12700" cap="flat" cmpd="sng" algn="ctr">
              <a:gradFill flip="none" rotWithShape="1">
                <a:gsLst>
                  <a:gs pos="0">
                    <a:srgbClr val="127AF6">
                      <a:alpha val="0"/>
                    </a:srgbClr>
                  </a:gs>
                  <a:gs pos="100000">
                    <a:srgbClr val="127AF6">
                      <a:alpha val="52000"/>
                    </a:srgbClr>
                  </a:gs>
                </a:gsLst>
                <a:lin ang="54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grpSp>
      <p:sp>
        <p:nvSpPr>
          <p:cNvPr id="21" name="文本框 20">
            <a:extLst>
              <a:ext uri="{FF2B5EF4-FFF2-40B4-BE49-F238E27FC236}">
                <a16:creationId xmlns:a16="http://schemas.microsoft.com/office/drawing/2014/main" id="{5592E6D0-5D49-5242-79E7-47FEA0915E14}"/>
              </a:ext>
            </a:extLst>
          </p:cNvPr>
          <p:cNvSpPr txBox="1"/>
          <p:nvPr/>
        </p:nvSpPr>
        <p:spPr>
          <a:xfrm>
            <a:off x="576197" y="3762863"/>
            <a:ext cx="3127779" cy="276999"/>
          </a:xfrm>
          <a:prstGeom prst="rect">
            <a:avLst/>
          </a:prstGeom>
          <a:noFill/>
        </p:spPr>
        <p:txBody>
          <a:bodyPr wrap="none" rtlCol="0">
            <a:spAutoFit/>
          </a:bodyPr>
          <a:lstStyle/>
          <a:p>
            <a:pPr marL="171450" indent="-171450">
              <a:buFont typeface="Arial" panose="020B0604020202020204" pitchFamily="34" charset="0"/>
              <a:buChar char="•"/>
            </a:pPr>
            <a:r>
              <a:rPr lang="zh-CN" altLang="en-US" sz="1200">
                <a:latin typeface="荆南波波黑" panose="02000800000000000000" pitchFamily="2" charset="-122"/>
                <a:ea typeface="荆南波波黑" panose="02000800000000000000" pitchFamily="2" charset="-122"/>
              </a:rPr>
              <a:t>优点：数据安全、自主可控、长期成本低</a:t>
            </a:r>
            <a:endParaRPr lang="en-US" altLang="zh-CN" sz="1200">
              <a:latin typeface="荆南波波黑" panose="02000800000000000000" pitchFamily="2" charset="-122"/>
              <a:ea typeface="荆南波波黑" panose="02000800000000000000" pitchFamily="2" charset="-122"/>
            </a:endParaRPr>
          </a:p>
        </p:txBody>
      </p:sp>
      <p:sp>
        <p:nvSpPr>
          <p:cNvPr id="25" name="文本框 24">
            <a:extLst>
              <a:ext uri="{FF2B5EF4-FFF2-40B4-BE49-F238E27FC236}">
                <a16:creationId xmlns:a16="http://schemas.microsoft.com/office/drawing/2014/main" id="{D46F2B5E-F4DD-8E90-7626-7B3E03FA802E}"/>
              </a:ext>
            </a:extLst>
          </p:cNvPr>
          <p:cNvSpPr txBox="1"/>
          <p:nvPr/>
        </p:nvSpPr>
        <p:spPr>
          <a:xfrm>
            <a:off x="576196" y="4213437"/>
            <a:ext cx="3281668" cy="276999"/>
          </a:xfrm>
          <a:prstGeom prst="rect">
            <a:avLst/>
          </a:prstGeom>
          <a:noFill/>
        </p:spPr>
        <p:txBody>
          <a:bodyPr wrap="none" rtlCol="0">
            <a:spAutoFit/>
          </a:bodyPr>
          <a:lstStyle/>
          <a:p>
            <a:pPr marL="171450" indent="-171450">
              <a:buFont typeface="Arial" panose="020B0604020202020204" pitchFamily="34" charset="0"/>
              <a:buChar char="•"/>
            </a:pPr>
            <a:r>
              <a:rPr lang="zh-CN" altLang="en-US" sz="1200">
                <a:latin typeface="荆南波波黑" panose="02000800000000000000" pitchFamily="2" charset="-122"/>
                <a:ea typeface="荆南波波黑" panose="02000800000000000000" pitchFamily="2" charset="-122"/>
              </a:rPr>
              <a:t>缺点：初始成本高、需长期维护、性能受限</a:t>
            </a:r>
            <a:endParaRPr lang="en-US" altLang="zh-CN" sz="1200">
              <a:latin typeface="荆南波波黑" panose="02000800000000000000" pitchFamily="2" charset="-122"/>
              <a:ea typeface="荆南波波黑" panose="02000800000000000000" pitchFamily="2" charset="-122"/>
            </a:endParaRPr>
          </a:p>
        </p:txBody>
      </p:sp>
      <p:sp>
        <p:nvSpPr>
          <p:cNvPr id="26" name="文本框 25">
            <a:extLst>
              <a:ext uri="{FF2B5EF4-FFF2-40B4-BE49-F238E27FC236}">
                <a16:creationId xmlns:a16="http://schemas.microsoft.com/office/drawing/2014/main" id="{EC1458E9-DCDA-647A-10B3-B5F640783591}"/>
              </a:ext>
            </a:extLst>
          </p:cNvPr>
          <p:cNvSpPr txBox="1"/>
          <p:nvPr/>
        </p:nvSpPr>
        <p:spPr>
          <a:xfrm>
            <a:off x="4344962" y="3762863"/>
            <a:ext cx="3589444" cy="276999"/>
          </a:xfrm>
          <a:prstGeom prst="rect">
            <a:avLst/>
          </a:prstGeom>
          <a:noFill/>
        </p:spPr>
        <p:txBody>
          <a:bodyPr wrap="none" rtlCol="0">
            <a:spAutoFit/>
          </a:bodyPr>
          <a:lstStyle/>
          <a:p>
            <a:pPr marL="171450" indent="-171450">
              <a:buFont typeface="Arial" panose="020B0604020202020204" pitchFamily="34" charset="0"/>
              <a:buChar char="•"/>
            </a:pPr>
            <a:r>
              <a:rPr lang="zh-CN" altLang="en-US" sz="1200">
                <a:latin typeface="荆南波波黑" panose="02000800000000000000" pitchFamily="2" charset="-122"/>
                <a:ea typeface="荆南波波黑" panose="02000800000000000000" pitchFamily="2" charset="-122"/>
              </a:rPr>
              <a:t>优点：前期成本低、无需部署和维护、随时访问</a:t>
            </a:r>
            <a:endParaRPr lang="en-US" altLang="zh-CN" sz="1200">
              <a:latin typeface="荆南波波黑" panose="02000800000000000000" pitchFamily="2" charset="-122"/>
              <a:ea typeface="荆南波波黑" panose="02000800000000000000" pitchFamily="2" charset="-122"/>
            </a:endParaRPr>
          </a:p>
        </p:txBody>
      </p:sp>
      <p:sp>
        <p:nvSpPr>
          <p:cNvPr id="27" name="文本框 26">
            <a:extLst>
              <a:ext uri="{FF2B5EF4-FFF2-40B4-BE49-F238E27FC236}">
                <a16:creationId xmlns:a16="http://schemas.microsoft.com/office/drawing/2014/main" id="{9AD09010-4867-F6D1-D6A1-2151CD8EB6BA}"/>
              </a:ext>
            </a:extLst>
          </p:cNvPr>
          <p:cNvSpPr txBox="1"/>
          <p:nvPr/>
        </p:nvSpPr>
        <p:spPr>
          <a:xfrm>
            <a:off x="4344961" y="4213437"/>
            <a:ext cx="3435556" cy="276999"/>
          </a:xfrm>
          <a:prstGeom prst="rect">
            <a:avLst/>
          </a:prstGeom>
          <a:noFill/>
        </p:spPr>
        <p:txBody>
          <a:bodyPr wrap="none" rtlCol="0">
            <a:spAutoFit/>
          </a:bodyPr>
          <a:lstStyle/>
          <a:p>
            <a:pPr marL="171450" indent="-171450">
              <a:buFont typeface="Arial" panose="020B0604020202020204" pitchFamily="34" charset="0"/>
              <a:buChar char="•"/>
            </a:pPr>
            <a:r>
              <a:rPr lang="zh-CN" altLang="en-US" sz="1200">
                <a:latin typeface="荆南波波黑" panose="02000800000000000000" pitchFamily="2" charset="-122"/>
                <a:ea typeface="荆南波波黑" panose="02000800000000000000" pitchFamily="2" charset="-122"/>
              </a:rPr>
              <a:t>缺点：隐私不能保障、长期成本高、可控性差</a:t>
            </a:r>
            <a:endParaRPr lang="en-US" altLang="zh-CN" sz="1200">
              <a:latin typeface="荆南波波黑" panose="02000800000000000000" pitchFamily="2" charset="-122"/>
              <a:ea typeface="荆南波波黑" panose="02000800000000000000" pitchFamily="2" charset="-122"/>
            </a:endParaRPr>
          </a:p>
        </p:txBody>
      </p:sp>
      <p:sp>
        <p:nvSpPr>
          <p:cNvPr id="28" name="文本框 27">
            <a:extLst>
              <a:ext uri="{FF2B5EF4-FFF2-40B4-BE49-F238E27FC236}">
                <a16:creationId xmlns:a16="http://schemas.microsoft.com/office/drawing/2014/main" id="{60717C1B-050A-A747-E6C8-E9B65B0E1F50}"/>
              </a:ext>
            </a:extLst>
          </p:cNvPr>
          <p:cNvSpPr txBox="1"/>
          <p:nvPr/>
        </p:nvSpPr>
        <p:spPr>
          <a:xfrm>
            <a:off x="8179978" y="3762863"/>
            <a:ext cx="3589444" cy="276999"/>
          </a:xfrm>
          <a:prstGeom prst="rect">
            <a:avLst/>
          </a:prstGeom>
          <a:noFill/>
        </p:spPr>
        <p:txBody>
          <a:bodyPr wrap="none" rtlCol="0">
            <a:spAutoFit/>
          </a:bodyPr>
          <a:lstStyle/>
          <a:p>
            <a:pPr marL="171450" indent="-171450">
              <a:buFont typeface="Arial" panose="020B0604020202020204" pitchFamily="34" charset="0"/>
              <a:buChar char="•"/>
            </a:pPr>
            <a:r>
              <a:rPr lang="zh-CN" altLang="en-US" sz="1200">
                <a:latin typeface="荆南波波黑" panose="02000800000000000000" pitchFamily="2" charset="-122"/>
                <a:ea typeface="荆南波波黑" panose="02000800000000000000" pitchFamily="2" charset="-122"/>
              </a:rPr>
              <a:t>优点：前期成本低、无需部署和维护、选择度高</a:t>
            </a:r>
            <a:endParaRPr lang="en-US" altLang="zh-CN" sz="1200">
              <a:latin typeface="荆南波波黑" panose="02000800000000000000" pitchFamily="2" charset="-122"/>
              <a:ea typeface="荆南波波黑" panose="02000800000000000000" pitchFamily="2" charset="-122"/>
            </a:endParaRPr>
          </a:p>
        </p:txBody>
      </p:sp>
      <p:sp>
        <p:nvSpPr>
          <p:cNvPr id="29" name="文本框 28">
            <a:extLst>
              <a:ext uri="{FF2B5EF4-FFF2-40B4-BE49-F238E27FC236}">
                <a16:creationId xmlns:a16="http://schemas.microsoft.com/office/drawing/2014/main" id="{26F1F11E-7A69-E928-20DA-2EF721FE5FD7}"/>
              </a:ext>
            </a:extLst>
          </p:cNvPr>
          <p:cNvSpPr txBox="1"/>
          <p:nvPr/>
        </p:nvSpPr>
        <p:spPr>
          <a:xfrm>
            <a:off x="8179977" y="4213437"/>
            <a:ext cx="3127779" cy="276999"/>
          </a:xfrm>
          <a:prstGeom prst="rect">
            <a:avLst/>
          </a:prstGeom>
          <a:noFill/>
        </p:spPr>
        <p:txBody>
          <a:bodyPr wrap="none" rtlCol="0">
            <a:spAutoFit/>
          </a:bodyPr>
          <a:lstStyle/>
          <a:p>
            <a:pPr marL="171450" indent="-171450">
              <a:buFont typeface="Arial" panose="020B0604020202020204" pitchFamily="34" charset="0"/>
              <a:buChar char="•"/>
            </a:pPr>
            <a:r>
              <a:rPr lang="zh-CN" altLang="en-US" sz="1200">
                <a:latin typeface="荆南波波黑" panose="02000800000000000000" pitchFamily="2" charset="-122"/>
                <a:ea typeface="荆南波波黑" panose="02000800000000000000" pitchFamily="2" charset="-122"/>
              </a:rPr>
              <a:t>缺点：安全及隐私不能保障、长期成本高</a:t>
            </a:r>
            <a:endParaRPr lang="en-US" altLang="zh-CN" sz="1200">
              <a:latin typeface="荆南波波黑" panose="02000800000000000000" pitchFamily="2" charset="-122"/>
              <a:ea typeface="荆南波波黑" panose="02000800000000000000" pitchFamily="2" charset="-122"/>
            </a:endParaRPr>
          </a:p>
        </p:txBody>
      </p:sp>
      <p:pic>
        <p:nvPicPr>
          <p:cNvPr id="32" name="图片 31">
            <a:extLst>
              <a:ext uri="{FF2B5EF4-FFF2-40B4-BE49-F238E27FC236}">
                <a16:creationId xmlns:a16="http://schemas.microsoft.com/office/drawing/2014/main" id="{29553A59-DE95-CDBB-F6BB-E56E1B8C495A}"/>
              </a:ext>
            </a:extLst>
          </p:cNvPr>
          <p:cNvPicPr>
            <a:picLocks noChangeAspect="1"/>
          </p:cNvPicPr>
          <p:nvPr/>
        </p:nvPicPr>
        <p:blipFill>
          <a:blip r:embed="rId2"/>
          <a:stretch>
            <a:fillRect/>
          </a:stretch>
        </p:blipFill>
        <p:spPr>
          <a:xfrm flipH="1">
            <a:off x="5949944" y="5020680"/>
            <a:ext cx="515480" cy="515480"/>
          </a:xfrm>
          <a:prstGeom prst="rect">
            <a:avLst/>
          </a:prstGeom>
        </p:spPr>
      </p:pic>
      <p:pic>
        <p:nvPicPr>
          <p:cNvPr id="36" name="图片 35">
            <a:extLst>
              <a:ext uri="{FF2B5EF4-FFF2-40B4-BE49-F238E27FC236}">
                <a16:creationId xmlns:a16="http://schemas.microsoft.com/office/drawing/2014/main" id="{42083878-4AA7-CC0E-B093-9EC42867DE58}"/>
              </a:ext>
            </a:extLst>
          </p:cNvPr>
          <p:cNvPicPr>
            <a:picLocks noChangeAspect="1"/>
          </p:cNvPicPr>
          <p:nvPr/>
        </p:nvPicPr>
        <p:blipFill>
          <a:blip r:embed="rId3"/>
          <a:stretch>
            <a:fillRect/>
          </a:stretch>
        </p:blipFill>
        <p:spPr>
          <a:xfrm>
            <a:off x="4963379" y="5061744"/>
            <a:ext cx="711624" cy="474416"/>
          </a:xfrm>
          <a:prstGeom prst="rect">
            <a:avLst/>
          </a:prstGeom>
        </p:spPr>
      </p:pic>
      <p:pic>
        <p:nvPicPr>
          <p:cNvPr id="40" name="图片 39" descr="图标&#10;&#10;AI 生成的内容可能不正确。">
            <a:extLst>
              <a:ext uri="{FF2B5EF4-FFF2-40B4-BE49-F238E27FC236}">
                <a16:creationId xmlns:a16="http://schemas.microsoft.com/office/drawing/2014/main" id="{EF4FADDC-8254-A627-F006-08BFD7F94902}"/>
              </a:ext>
            </a:extLst>
          </p:cNvPr>
          <p:cNvPicPr>
            <a:picLocks noChangeAspect="1"/>
          </p:cNvPicPr>
          <p:nvPr/>
        </p:nvPicPr>
        <p:blipFill>
          <a:blip r:embed="rId4"/>
          <a:stretch>
            <a:fillRect/>
          </a:stretch>
        </p:blipFill>
        <p:spPr>
          <a:xfrm>
            <a:off x="8405874" y="5061744"/>
            <a:ext cx="1759373" cy="478219"/>
          </a:xfrm>
          <a:prstGeom prst="rect">
            <a:avLst/>
          </a:prstGeom>
        </p:spPr>
      </p:pic>
      <p:pic>
        <p:nvPicPr>
          <p:cNvPr id="42" name="图片 41" descr="文本&#10;&#10;AI 生成的内容可能不正确。">
            <a:extLst>
              <a:ext uri="{FF2B5EF4-FFF2-40B4-BE49-F238E27FC236}">
                <a16:creationId xmlns:a16="http://schemas.microsoft.com/office/drawing/2014/main" id="{25D6C100-DF6F-E9A6-91D9-F8E4FE0F3ABA}"/>
              </a:ext>
            </a:extLst>
          </p:cNvPr>
          <p:cNvPicPr>
            <a:picLocks noChangeAspect="1"/>
          </p:cNvPicPr>
          <p:nvPr/>
        </p:nvPicPr>
        <p:blipFill>
          <a:blip r:embed="rId5"/>
          <a:stretch>
            <a:fillRect/>
          </a:stretch>
        </p:blipFill>
        <p:spPr>
          <a:xfrm>
            <a:off x="10348660" y="5061744"/>
            <a:ext cx="1420762" cy="482730"/>
          </a:xfrm>
          <a:prstGeom prst="rect">
            <a:avLst/>
          </a:prstGeom>
        </p:spPr>
      </p:pic>
      <p:pic>
        <p:nvPicPr>
          <p:cNvPr id="44" name="图片 43" descr="卡通画&#10;&#10;AI 生成的内容可能不正确。">
            <a:extLst>
              <a:ext uri="{FF2B5EF4-FFF2-40B4-BE49-F238E27FC236}">
                <a16:creationId xmlns:a16="http://schemas.microsoft.com/office/drawing/2014/main" id="{6DA0CE1B-93C2-095D-44D7-916AF4822BE3}"/>
              </a:ext>
            </a:extLst>
          </p:cNvPr>
          <p:cNvPicPr>
            <a:picLocks noChangeAspect="1"/>
          </p:cNvPicPr>
          <p:nvPr/>
        </p:nvPicPr>
        <p:blipFill>
          <a:blip r:embed="rId6"/>
          <a:stretch>
            <a:fillRect/>
          </a:stretch>
        </p:blipFill>
        <p:spPr>
          <a:xfrm>
            <a:off x="9332105" y="5643756"/>
            <a:ext cx="1534840" cy="422364"/>
          </a:xfrm>
          <a:prstGeom prst="rect">
            <a:avLst/>
          </a:prstGeom>
        </p:spPr>
      </p:pic>
      <p:pic>
        <p:nvPicPr>
          <p:cNvPr id="3" name="图片 2" descr="卡通画&#10;&#10;AI 生成的内容可能不正确。">
            <a:extLst>
              <a:ext uri="{FF2B5EF4-FFF2-40B4-BE49-F238E27FC236}">
                <a16:creationId xmlns:a16="http://schemas.microsoft.com/office/drawing/2014/main" id="{06039B7B-DCCC-A1DB-CF4E-1946090DEF85}"/>
              </a:ext>
            </a:extLst>
          </p:cNvPr>
          <p:cNvPicPr>
            <a:picLocks noChangeAspect="1"/>
          </p:cNvPicPr>
          <p:nvPr/>
        </p:nvPicPr>
        <p:blipFill>
          <a:blip r:embed="rId7"/>
          <a:stretch>
            <a:fillRect/>
          </a:stretch>
        </p:blipFill>
        <p:spPr>
          <a:xfrm>
            <a:off x="6766136" y="5017987"/>
            <a:ext cx="512889" cy="515480"/>
          </a:xfrm>
          <a:prstGeom prst="rect">
            <a:avLst/>
          </a:prstGeom>
        </p:spPr>
      </p:pic>
      <p:grpSp>
        <p:nvGrpSpPr>
          <p:cNvPr id="2" name="组合 1">
            <a:extLst>
              <a:ext uri="{FF2B5EF4-FFF2-40B4-BE49-F238E27FC236}">
                <a16:creationId xmlns:a16="http://schemas.microsoft.com/office/drawing/2014/main" id="{55953F2E-74DF-C4DC-9967-1D21EC25C144}"/>
              </a:ext>
            </a:extLst>
          </p:cNvPr>
          <p:cNvGrpSpPr/>
          <p:nvPr/>
        </p:nvGrpSpPr>
        <p:grpSpPr>
          <a:xfrm>
            <a:off x="701678" y="6366258"/>
            <a:ext cx="11192148" cy="348335"/>
            <a:chOff x="4685665" y="1834757"/>
            <a:chExt cx="11269035" cy="348335"/>
          </a:xfrm>
        </p:grpSpPr>
        <p:sp>
          <p:nvSpPr>
            <p:cNvPr id="4" name="ComponentBackground2">
              <a:extLst>
                <a:ext uri="{FF2B5EF4-FFF2-40B4-BE49-F238E27FC236}">
                  <a16:creationId xmlns:a16="http://schemas.microsoft.com/office/drawing/2014/main" id="{53B51EE0-D952-AD9B-FF1D-1DFE58873EAE}"/>
                </a:ext>
              </a:extLst>
            </p:cNvPr>
            <p:cNvSpPr>
              <a:spLocks/>
            </p:cNvSpPr>
            <p:nvPr/>
          </p:nvSpPr>
          <p:spPr>
            <a:xfrm>
              <a:off x="4708525" y="1834757"/>
              <a:ext cx="11246175" cy="348335"/>
            </a:xfrm>
            <a:prstGeom prst="roundRect">
              <a:avLst>
                <a:gd name="adj" fmla="val 11490"/>
              </a:avLst>
            </a:prstGeom>
            <a:solidFill>
              <a:srgbClr val="000000">
                <a:alpha val="5000"/>
              </a:srgbClr>
            </a:solidFill>
            <a:ln w="12700" cap="flat" cmpd="sng" algn="ctr">
              <a:noFill/>
              <a:prstDash val="solid"/>
              <a:miter lim="800000"/>
            </a:ln>
            <a:effectLst/>
          </p:spPr>
          <p:txBody>
            <a:bodyPr lIns="180000" rIns="180000" rtlCol="0" anchor="ctr"/>
            <a:lstStyle/>
            <a:p>
              <a:pPr lvl="0">
                <a:defRPr/>
              </a:pPr>
              <a:r>
                <a:rPr kumimoji="1" lang="en-US" altLang="zh-CN" sz="1200" b="1" kern="0">
                  <a:solidFill>
                    <a:schemeClr val="tx1">
                      <a:lumMod val="50000"/>
                    </a:schemeClr>
                  </a:solidFill>
                  <a:ea typeface="微软雅黑"/>
                </a:rPr>
                <a:t>API</a:t>
              </a:r>
              <a:r>
                <a:rPr kumimoji="1" lang="zh-CN" altLang="en-US" sz="1200" b="1" kern="0">
                  <a:solidFill>
                    <a:schemeClr val="tx1">
                      <a:lumMod val="50000"/>
                    </a:schemeClr>
                  </a:solidFill>
                  <a:ea typeface="微软雅黑"/>
                </a:rPr>
                <a:t>：</a:t>
              </a:r>
              <a:r>
                <a:rPr kumimoji="1" lang="zh-CN" altLang="en-US" sz="1200" kern="0">
                  <a:solidFill>
                    <a:schemeClr val="tx1">
                      <a:lumMod val="50000"/>
                    </a:schemeClr>
                  </a:solidFill>
                  <a:ea typeface="微软雅黑"/>
                </a:rPr>
                <a:t>应用程序编程接口</a:t>
              </a:r>
              <a:r>
                <a:rPr kumimoji="1" lang="en-US" altLang="zh-CN" sz="1200" kern="0">
                  <a:solidFill>
                    <a:schemeClr val="tx1">
                      <a:lumMod val="50000"/>
                    </a:schemeClr>
                  </a:solidFill>
                  <a:ea typeface="微软雅黑"/>
                </a:rPr>
                <a:t>(</a:t>
              </a:r>
              <a:r>
                <a:rPr kumimoji="1" lang="en-US" altLang="zh-CN" sz="1200" b="1" kern="0">
                  <a:solidFill>
                    <a:srgbClr val="C00000"/>
                  </a:solidFill>
                  <a:ea typeface="微软雅黑"/>
                </a:rPr>
                <a:t>A</a:t>
              </a:r>
              <a:r>
                <a:rPr kumimoji="1" lang="en-US" altLang="zh-CN" sz="1200" kern="0">
                  <a:solidFill>
                    <a:schemeClr val="tx1">
                      <a:lumMod val="50000"/>
                    </a:schemeClr>
                  </a:solidFill>
                  <a:ea typeface="微软雅黑"/>
                </a:rPr>
                <a:t>pplication </a:t>
              </a:r>
              <a:r>
                <a:rPr kumimoji="1" lang="en-US" altLang="zh-CN" sz="1200" b="1" kern="0">
                  <a:solidFill>
                    <a:srgbClr val="C00000"/>
                  </a:solidFill>
                  <a:ea typeface="微软雅黑"/>
                </a:rPr>
                <a:t>P</a:t>
              </a:r>
              <a:r>
                <a:rPr kumimoji="1" lang="en-US" altLang="zh-CN" sz="1200" kern="0">
                  <a:solidFill>
                    <a:schemeClr val="tx1">
                      <a:lumMod val="50000"/>
                    </a:schemeClr>
                  </a:solidFill>
                  <a:ea typeface="微软雅黑"/>
                </a:rPr>
                <a:t>rogramming </a:t>
              </a:r>
              <a:r>
                <a:rPr kumimoji="1" lang="en-US" altLang="zh-CN" sz="1200" b="1" kern="0">
                  <a:solidFill>
                    <a:srgbClr val="C00000"/>
                  </a:solidFill>
                  <a:ea typeface="微软雅黑"/>
                </a:rPr>
                <a:t>I</a:t>
              </a:r>
              <a:r>
                <a:rPr kumimoji="1" lang="en-US" altLang="zh-CN" sz="1200" kern="0">
                  <a:solidFill>
                    <a:schemeClr val="tx1">
                      <a:lumMod val="50000"/>
                    </a:schemeClr>
                  </a:solidFill>
                  <a:ea typeface="微软雅黑"/>
                </a:rPr>
                <a:t>nterface)</a:t>
              </a:r>
              <a:r>
                <a:rPr kumimoji="1" lang="zh-CN" altLang="en-US" sz="1200" kern="0">
                  <a:solidFill>
                    <a:schemeClr val="tx1">
                      <a:lumMod val="50000"/>
                    </a:schemeClr>
                  </a:solidFill>
                  <a:ea typeface="微软雅黑"/>
                </a:rPr>
                <a:t>，是软件间的标准化的 </a:t>
              </a:r>
              <a:r>
                <a:rPr kumimoji="1" lang="en-US" altLang="zh-CN" sz="1200" kern="0">
                  <a:solidFill>
                    <a:schemeClr val="tx1">
                      <a:lumMod val="50000"/>
                    </a:schemeClr>
                  </a:solidFill>
                  <a:ea typeface="微软雅黑"/>
                </a:rPr>
                <a:t>"</a:t>
              </a:r>
              <a:r>
                <a:rPr kumimoji="1" lang="zh-CN" altLang="en-US" sz="1200" kern="0">
                  <a:solidFill>
                    <a:schemeClr val="tx1">
                      <a:lumMod val="50000"/>
                    </a:schemeClr>
                  </a:solidFill>
                  <a:ea typeface="微软雅黑"/>
                </a:rPr>
                <a:t>桥梁</a:t>
              </a:r>
              <a:r>
                <a:rPr kumimoji="1" lang="en-US" altLang="zh-CN" sz="1200" kern="0">
                  <a:solidFill>
                    <a:schemeClr val="tx1">
                      <a:lumMod val="50000"/>
                    </a:schemeClr>
                  </a:solidFill>
                  <a:ea typeface="微软雅黑"/>
                </a:rPr>
                <a:t>"</a:t>
              </a:r>
              <a:r>
                <a:rPr kumimoji="1" lang="zh-CN" altLang="en-US" sz="1200" kern="0">
                  <a:solidFill>
                    <a:schemeClr val="tx1">
                      <a:lumMod val="50000"/>
                    </a:schemeClr>
                  </a:solidFill>
                  <a:ea typeface="微软雅黑"/>
                </a:rPr>
                <a:t>，允许开发者无需知晓内部细节即可调用外部功能或数据。</a:t>
              </a:r>
              <a:endParaRPr kumimoji="1" lang="zh-CN" altLang="en-US" sz="1200" i="0" u="none" strike="noStrike" kern="0" cap="none" spc="0" normalizeH="0" baseline="0" noProof="0">
                <a:ln>
                  <a:noFill/>
                </a:ln>
                <a:solidFill>
                  <a:srgbClr val="000000"/>
                </a:solidFill>
                <a:effectLst/>
                <a:uLnTx/>
                <a:uFillTx/>
                <a:ea typeface="微软雅黑"/>
                <a:cs typeface="+mn-cs"/>
              </a:endParaRPr>
            </a:p>
          </p:txBody>
        </p:sp>
        <p:sp>
          <p:nvSpPr>
            <p:cNvPr id="6" name="Shape2">
              <a:extLst>
                <a:ext uri="{FF2B5EF4-FFF2-40B4-BE49-F238E27FC236}">
                  <a16:creationId xmlns:a16="http://schemas.microsoft.com/office/drawing/2014/main" id="{79EB215A-EA24-6ADD-3FEF-C3EE54C43384}"/>
                </a:ext>
              </a:extLst>
            </p:cNvPr>
            <p:cNvSpPr/>
            <p:nvPr/>
          </p:nvSpPr>
          <p:spPr>
            <a:xfrm>
              <a:off x="4685665" y="1860105"/>
              <a:ext cx="45719" cy="303939"/>
            </a:xfrm>
            <a:prstGeom prst="roundRect">
              <a:avLst>
                <a:gd name="adj" fmla="val 50000"/>
              </a:avLst>
            </a:prstGeom>
            <a:solidFill>
              <a:srgbClr val="00B0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C00000"/>
                </a:solidFill>
                <a:effectLst/>
                <a:uLnTx/>
                <a:uFillTx/>
                <a:ea typeface="微软雅黑"/>
                <a:cs typeface="+mn-cs"/>
              </a:endParaRPr>
            </a:p>
          </p:txBody>
        </p:sp>
      </p:grpSp>
    </p:spTree>
    <p:extLst>
      <p:ext uri="{BB962C8B-B14F-4D97-AF65-F5344CB8AC3E}">
        <p14:creationId xmlns:p14="http://schemas.microsoft.com/office/powerpoint/2010/main" val="1986193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decel="5000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200" fill="hold"/>
                                        <p:tgtEl>
                                          <p:spTgt spid="22"/>
                                        </p:tgtEl>
                                        <p:attrNameLst>
                                          <p:attrName>ppt_w</p:attrName>
                                        </p:attrNameLst>
                                      </p:cBhvr>
                                      <p:tavLst>
                                        <p:tav tm="0">
                                          <p:val>
                                            <p:strVal val="0"/>
                                          </p:val>
                                        </p:tav>
                                        <p:tav tm="100000">
                                          <p:val>
                                            <p:strVal val="#ppt_w"/>
                                          </p:val>
                                        </p:tav>
                                      </p:tavLst>
                                    </p:anim>
                                    <p:anim calcmode="lin" valueType="num">
                                      <p:cBhvr>
                                        <p:cTn id="8" dur="200" fill="hold"/>
                                        <p:tgtEl>
                                          <p:spTgt spid="22"/>
                                        </p:tgtEl>
                                        <p:attrNameLst>
                                          <p:attrName>ppt_h</p:attrName>
                                        </p:attrNameLst>
                                      </p:cBhvr>
                                      <p:tavLst>
                                        <p:tav tm="0">
                                          <p:val>
                                            <p:strVal val="0"/>
                                          </p:val>
                                        </p:tav>
                                        <p:tav tm="100000">
                                          <p:val>
                                            <p:strVal val="#ppt_h"/>
                                          </p:val>
                                        </p:tav>
                                      </p:tavLst>
                                    </p:anim>
                                    <p:animScale>
                                      <p:cBhvr>
                                        <p:cTn id="9" dur="100" autoRev="1" fill="hold">
                                          <p:stCondLst>
                                            <p:cond delay="200"/>
                                          </p:stCondLst>
                                        </p:cTn>
                                        <p:tgtEl>
                                          <p:spTgt spid="22"/>
                                        </p:tgtEl>
                                      </p:cBhvr>
                                      <p:from x="100000" y="100000"/>
                                      <p:to x="110000" y="110000"/>
                                    </p:animScale>
                                    <p:animScale>
                                      <p:cBhvr>
                                        <p:cTn id="10" dur="100" autoRev="1" fill="hold">
                                          <p:stCondLst>
                                            <p:cond delay="400"/>
                                          </p:stCondLst>
                                        </p:cTn>
                                        <p:tgtEl>
                                          <p:spTgt spid="22"/>
                                        </p:tgtEl>
                                      </p:cBhvr>
                                      <p:from x="100000" y="100000"/>
                                      <p:to x="90000" y="90000"/>
                                    </p:animScale>
                                  </p:childTnLst>
                                </p:cTn>
                              </p:par>
                            </p:childTnLst>
                          </p:cTn>
                        </p:par>
                      </p:childTnLst>
                    </p:cTn>
                  </p:par>
                  <p:par>
                    <p:cTn id="11" fill="hold">
                      <p:stCondLst>
                        <p:cond delay="indefinite"/>
                      </p:stCondLst>
                      <p:childTnLst>
                        <p:par>
                          <p:cTn id="12" fill="hold">
                            <p:stCondLst>
                              <p:cond delay="0"/>
                            </p:stCondLst>
                            <p:childTnLst>
                              <p:par>
                                <p:cTn id="13" presetID="53" presetClass="entr" presetSubtype="16" decel="5000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p:cTn id="15" dur="200" fill="hold"/>
                                        <p:tgtEl>
                                          <p:spTgt spid="23"/>
                                        </p:tgtEl>
                                        <p:attrNameLst>
                                          <p:attrName>ppt_w</p:attrName>
                                        </p:attrNameLst>
                                      </p:cBhvr>
                                      <p:tavLst>
                                        <p:tav tm="0">
                                          <p:val>
                                            <p:strVal val="0"/>
                                          </p:val>
                                        </p:tav>
                                        <p:tav tm="100000">
                                          <p:val>
                                            <p:strVal val="#ppt_w"/>
                                          </p:val>
                                        </p:tav>
                                      </p:tavLst>
                                    </p:anim>
                                    <p:anim calcmode="lin" valueType="num">
                                      <p:cBhvr>
                                        <p:cTn id="16" dur="200" fill="hold"/>
                                        <p:tgtEl>
                                          <p:spTgt spid="23"/>
                                        </p:tgtEl>
                                        <p:attrNameLst>
                                          <p:attrName>ppt_h</p:attrName>
                                        </p:attrNameLst>
                                      </p:cBhvr>
                                      <p:tavLst>
                                        <p:tav tm="0">
                                          <p:val>
                                            <p:strVal val="0"/>
                                          </p:val>
                                        </p:tav>
                                        <p:tav tm="100000">
                                          <p:val>
                                            <p:strVal val="#ppt_h"/>
                                          </p:val>
                                        </p:tav>
                                      </p:tavLst>
                                    </p:anim>
                                    <p:animScale>
                                      <p:cBhvr>
                                        <p:cTn id="17" dur="100" autoRev="1" fill="hold">
                                          <p:stCondLst>
                                            <p:cond delay="200"/>
                                          </p:stCondLst>
                                        </p:cTn>
                                        <p:tgtEl>
                                          <p:spTgt spid="23"/>
                                        </p:tgtEl>
                                      </p:cBhvr>
                                      <p:from x="100000" y="100000"/>
                                      <p:to x="110000" y="110000"/>
                                    </p:animScale>
                                    <p:animScale>
                                      <p:cBhvr>
                                        <p:cTn id="18" dur="100" autoRev="1" fill="hold">
                                          <p:stCondLst>
                                            <p:cond delay="400"/>
                                          </p:stCondLst>
                                        </p:cTn>
                                        <p:tgtEl>
                                          <p:spTgt spid="23"/>
                                        </p:tgtEl>
                                      </p:cBhvr>
                                      <p:from x="100000" y="100000"/>
                                      <p:to x="90000" y="90000"/>
                                    </p:animScale>
                                  </p:childTnLst>
                                </p:cTn>
                              </p:par>
                            </p:childTnLst>
                          </p:cTn>
                        </p:par>
                      </p:childTnLst>
                    </p:cTn>
                  </p:par>
                  <p:par>
                    <p:cTn id="19" fill="hold">
                      <p:stCondLst>
                        <p:cond delay="indefinite"/>
                      </p:stCondLst>
                      <p:childTnLst>
                        <p:par>
                          <p:cTn id="20" fill="hold">
                            <p:stCondLst>
                              <p:cond delay="0"/>
                            </p:stCondLst>
                            <p:childTnLst>
                              <p:par>
                                <p:cTn id="21" presetID="53" presetClass="entr" presetSubtype="16" decel="5000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p:cTn id="23" dur="200" fill="hold"/>
                                        <p:tgtEl>
                                          <p:spTgt spid="24"/>
                                        </p:tgtEl>
                                        <p:attrNameLst>
                                          <p:attrName>ppt_w</p:attrName>
                                        </p:attrNameLst>
                                      </p:cBhvr>
                                      <p:tavLst>
                                        <p:tav tm="0">
                                          <p:val>
                                            <p:strVal val="0"/>
                                          </p:val>
                                        </p:tav>
                                        <p:tav tm="100000">
                                          <p:val>
                                            <p:strVal val="#ppt_w"/>
                                          </p:val>
                                        </p:tav>
                                      </p:tavLst>
                                    </p:anim>
                                    <p:anim calcmode="lin" valueType="num">
                                      <p:cBhvr>
                                        <p:cTn id="24" dur="200" fill="hold"/>
                                        <p:tgtEl>
                                          <p:spTgt spid="24"/>
                                        </p:tgtEl>
                                        <p:attrNameLst>
                                          <p:attrName>ppt_h</p:attrName>
                                        </p:attrNameLst>
                                      </p:cBhvr>
                                      <p:tavLst>
                                        <p:tav tm="0">
                                          <p:val>
                                            <p:strVal val="0"/>
                                          </p:val>
                                        </p:tav>
                                        <p:tav tm="100000">
                                          <p:val>
                                            <p:strVal val="#ppt_h"/>
                                          </p:val>
                                        </p:tav>
                                      </p:tavLst>
                                    </p:anim>
                                    <p:animScale>
                                      <p:cBhvr>
                                        <p:cTn id="25" dur="100" autoRev="1" fill="hold">
                                          <p:stCondLst>
                                            <p:cond delay="200"/>
                                          </p:stCondLst>
                                        </p:cTn>
                                        <p:tgtEl>
                                          <p:spTgt spid="24"/>
                                        </p:tgtEl>
                                      </p:cBhvr>
                                      <p:from x="100000" y="100000"/>
                                      <p:to x="110000" y="110000"/>
                                    </p:animScale>
                                    <p:animScale>
                                      <p:cBhvr>
                                        <p:cTn id="26" dur="100" autoRev="1" fill="hold">
                                          <p:stCondLst>
                                            <p:cond delay="400"/>
                                          </p:stCondLst>
                                        </p:cTn>
                                        <p:tgtEl>
                                          <p:spTgt spid="24"/>
                                        </p:tgtEl>
                                      </p:cBhvr>
                                      <p:from x="100000" y="100000"/>
                                      <p:to x="90000" y="90000"/>
                                    </p:animScale>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randombar(horizontal)">
                                      <p:cBhvr>
                                        <p:cTn id="31" dur="500"/>
                                        <p:tgtEl>
                                          <p:spTgt spid="21"/>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randombar(horizontal)">
                                      <p:cBhvr>
                                        <p:cTn id="34" dur="500"/>
                                        <p:tgtEl>
                                          <p:spTgt spid="25"/>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fade">
                                      <p:cBhvr>
                                        <p:cTn id="39" dur="500"/>
                                        <p:tgtEl>
                                          <p:spTgt spid="2"/>
                                        </p:tgtEl>
                                      </p:cBhvr>
                                    </p:animEffect>
                                    <p:anim calcmode="lin" valueType="num">
                                      <p:cBhvr>
                                        <p:cTn id="40" dur="500" fill="hold"/>
                                        <p:tgtEl>
                                          <p:spTgt spid="2"/>
                                        </p:tgtEl>
                                        <p:attrNameLst>
                                          <p:attrName>ppt_x</p:attrName>
                                        </p:attrNameLst>
                                      </p:cBhvr>
                                      <p:tavLst>
                                        <p:tav tm="0">
                                          <p:val>
                                            <p:strVal val="#ppt_x"/>
                                          </p:val>
                                        </p:tav>
                                        <p:tav tm="100000">
                                          <p:val>
                                            <p:strVal val="#ppt_x"/>
                                          </p:val>
                                        </p:tav>
                                      </p:tavLst>
                                    </p:anim>
                                    <p:anim calcmode="lin" valueType="num">
                                      <p:cBhvr>
                                        <p:cTn id="41"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53" presetClass="entr" presetSubtype="16" decel="50000" fill="hold" nodeType="clickEffect">
                                  <p:stCondLst>
                                    <p:cond delay="0"/>
                                  </p:stCondLst>
                                  <p:childTnLst>
                                    <p:set>
                                      <p:cBhvr>
                                        <p:cTn id="45" dur="1" fill="hold">
                                          <p:stCondLst>
                                            <p:cond delay="0"/>
                                          </p:stCondLst>
                                        </p:cTn>
                                        <p:tgtEl>
                                          <p:spTgt spid="36"/>
                                        </p:tgtEl>
                                        <p:attrNameLst>
                                          <p:attrName>style.visibility</p:attrName>
                                        </p:attrNameLst>
                                      </p:cBhvr>
                                      <p:to>
                                        <p:strVal val="visible"/>
                                      </p:to>
                                    </p:set>
                                    <p:anim calcmode="lin" valueType="num">
                                      <p:cBhvr>
                                        <p:cTn id="46" dur="200" fill="hold"/>
                                        <p:tgtEl>
                                          <p:spTgt spid="36"/>
                                        </p:tgtEl>
                                        <p:attrNameLst>
                                          <p:attrName>ppt_w</p:attrName>
                                        </p:attrNameLst>
                                      </p:cBhvr>
                                      <p:tavLst>
                                        <p:tav tm="0">
                                          <p:val>
                                            <p:strVal val="0"/>
                                          </p:val>
                                        </p:tav>
                                        <p:tav tm="100000">
                                          <p:val>
                                            <p:strVal val="#ppt_w"/>
                                          </p:val>
                                        </p:tav>
                                      </p:tavLst>
                                    </p:anim>
                                    <p:anim calcmode="lin" valueType="num">
                                      <p:cBhvr>
                                        <p:cTn id="47" dur="200" fill="hold"/>
                                        <p:tgtEl>
                                          <p:spTgt spid="36"/>
                                        </p:tgtEl>
                                        <p:attrNameLst>
                                          <p:attrName>ppt_h</p:attrName>
                                        </p:attrNameLst>
                                      </p:cBhvr>
                                      <p:tavLst>
                                        <p:tav tm="0">
                                          <p:val>
                                            <p:strVal val="0"/>
                                          </p:val>
                                        </p:tav>
                                        <p:tav tm="100000">
                                          <p:val>
                                            <p:strVal val="#ppt_h"/>
                                          </p:val>
                                        </p:tav>
                                      </p:tavLst>
                                    </p:anim>
                                    <p:animScale>
                                      <p:cBhvr>
                                        <p:cTn id="48" dur="100" autoRev="1" fill="hold">
                                          <p:stCondLst>
                                            <p:cond delay="200"/>
                                          </p:stCondLst>
                                        </p:cTn>
                                        <p:tgtEl>
                                          <p:spTgt spid="36"/>
                                        </p:tgtEl>
                                      </p:cBhvr>
                                      <p:from x="100000" y="100000"/>
                                      <p:to x="110000" y="110000"/>
                                    </p:animScale>
                                    <p:animScale>
                                      <p:cBhvr>
                                        <p:cTn id="49" dur="100" autoRev="1" fill="hold">
                                          <p:stCondLst>
                                            <p:cond delay="400"/>
                                          </p:stCondLst>
                                        </p:cTn>
                                        <p:tgtEl>
                                          <p:spTgt spid="36"/>
                                        </p:tgtEl>
                                      </p:cBhvr>
                                      <p:from x="100000" y="100000"/>
                                      <p:to x="90000" y="90000"/>
                                    </p:animScale>
                                  </p:childTnLst>
                                </p:cTn>
                              </p:par>
                            </p:childTnLst>
                          </p:cTn>
                        </p:par>
                      </p:childTnLst>
                    </p:cTn>
                  </p:par>
                  <p:par>
                    <p:cTn id="50" fill="hold">
                      <p:stCondLst>
                        <p:cond delay="indefinite"/>
                      </p:stCondLst>
                      <p:childTnLst>
                        <p:par>
                          <p:cTn id="51" fill="hold">
                            <p:stCondLst>
                              <p:cond delay="0"/>
                            </p:stCondLst>
                            <p:childTnLst>
                              <p:par>
                                <p:cTn id="52" presetID="53" presetClass="entr" presetSubtype="16" decel="50000" fill="hold" nodeType="clickEffect">
                                  <p:stCondLst>
                                    <p:cond delay="0"/>
                                  </p:stCondLst>
                                  <p:childTnLst>
                                    <p:set>
                                      <p:cBhvr>
                                        <p:cTn id="53" dur="1" fill="hold">
                                          <p:stCondLst>
                                            <p:cond delay="0"/>
                                          </p:stCondLst>
                                        </p:cTn>
                                        <p:tgtEl>
                                          <p:spTgt spid="32"/>
                                        </p:tgtEl>
                                        <p:attrNameLst>
                                          <p:attrName>style.visibility</p:attrName>
                                        </p:attrNameLst>
                                      </p:cBhvr>
                                      <p:to>
                                        <p:strVal val="visible"/>
                                      </p:to>
                                    </p:set>
                                    <p:anim calcmode="lin" valueType="num">
                                      <p:cBhvr>
                                        <p:cTn id="54" dur="200" fill="hold"/>
                                        <p:tgtEl>
                                          <p:spTgt spid="32"/>
                                        </p:tgtEl>
                                        <p:attrNameLst>
                                          <p:attrName>ppt_w</p:attrName>
                                        </p:attrNameLst>
                                      </p:cBhvr>
                                      <p:tavLst>
                                        <p:tav tm="0">
                                          <p:val>
                                            <p:strVal val="0"/>
                                          </p:val>
                                        </p:tav>
                                        <p:tav tm="100000">
                                          <p:val>
                                            <p:strVal val="#ppt_w"/>
                                          </p:val>
                                        </p:tav>
                                      </p:tavLst>
                                    </p:anim>
                                    <p:anim calcmode="lin" valueType="num">
                                      <p:cBhvr>
                                        <p:cTn id="55" dur="200" fill="hold"/>
                                        <p:tgtEl>
                                          <p:spTgt spid="32"/>
                                        </p:tgtEl>
                                        <p:attrNameLst>
                                          <p:attrName>ppt_h</p:attrName>
                                        </p:attrNameLst>
                                      </p:cBhvr>
                                      <p:tavLst>
                                        <p:tav tm="0">
                                          <p:val>
                                            <p:strVal val="0"/>
                                          </p:val>
                                        </p:tav>
                                        <p:tav tm="100000">
                                          <p:val>
                                            <p:strVal val="#ppt_h"/>
                                          </p:val>
                                        </p:tav>
                                      </p:tavLst>
                                    </p:anim>
                                    <p:animScale>
                                      <p:cBhvr>
                                        <p:cTn id="56" dur="100" autoRev="1" fill="hold">
                                          <p:stCondLst>
                                            <p:cond delay="200"/>
                                          </p:stCondLst>
                                        </p:cTn>
                                        <p:tgtEl>
                                          <p:spTgt spid="32"/>
                                        </p:tgtEl>
                                      </p:cBhvr>
                                      <p:from x="100000" y="100000"/>
                                      <p:to x="110000" y="110000"/>
                                    </p:animScale>
                                    <p:animScale>
                                      <p:cBhvr>
                                        <p:cTn id="57" dur="100" autoRev="1" fill="hold">
                                          <p:stCondLst>
                                            <p:cond delay="400"/>
                                          </p:stCondLst>
                                        </p:cTn>
                                        <p:tgtEl>
                                          <p:spTgt spid="32"/>
                                        </p:tgtEl>
                                      </p:cBhvr>
                                      <p:from x="100000" y="100000"/>
                                      <p:to x="90000" y="90000"/>
                                    </p:animScale>
                                  </p:childTnLst>
                                </p:cTn>
                              </p:par>
                            </p:childTnLst>
                          </p:cTn>
                        </p:par>
                      </p:childTnLst>
                    </p:cTn>
                  </p:par>
                  <p:par>
                    <p:cTn id="58" fill="hold">
                      <p:stCondLst>
                        <p:cond delay="indefinite"/>
                      </p:stCondLst>
                      <p:childTnLst>
                        <p:par>
                          <p:cTn id="59" fill="hold">
                            <p:stCondLst>
                              <p:cond delay="0"/>
                            </p:stCondLst>
                            <p:childTnLst>
                              <p:par>
                                <p:cTn id="60" presetID="53" presetClass="entr" presetSubtype="16" decel="50000" fill="hold" nodeType="clickEffect">
                                  <p:stCondLst>
                                    <p:cond delay="0"/>
                                  </p:stCondLst>
                                  <p:childTnLst>
                                    <p:set>
                                      <p:cBhvr>
                                        <p:cTn id="61" dur="1" fill="hold">
                                          <p:stCondLst>
                                            <p:cond delay="0"/>
                                          </p:stCondLst>
                                        </p:cTn>
                                        <p:tgtEl>
                                          <p:spTgt spid="3"/>
                                        </p:tgtEl>
                                        <p:attrNameLst>
                                          <p:attrName>style.visibility</p:attrName>
                                        </p:attrNameLst>
                                      </p:cBhvr>
                                      <p:to>
                                        <p:strVal val="visible"/>
                                      </p:to>
                                    </p:set>
                                    <p:anim calcmode="lin" valueType="num">
                                      <p:cBhvr>
                                        <p:cTn id="62" dur="200" fill="hold"/>
                                        <p:tgtEl>
                                          <p:spTgt spid="3"/>
                                        </p:tgtEl>
                                        <p:attrNameLst>
                                          <p:attrName>ppt_w</p:attrName>
                                        </p:attrNameLst>
                                      </p:cBhvr>
                                      <p:tavLst>
                                        <p:tav tm="0">
                                          <p:val>
                                            <p:strVal val="0"/>
                                          </p:val>
                                        </p:tav>
                                        <p:tav tm="100000">
                                          <p:val>
                                            <p:strVal val="#ppt_w"/>
                                          </p:val>
                                        </p:tav>
                                      </p:tavLst>
                                    </p:anim>
                                    <p:anim calcmode="lin" valueType="num">
                                      <p:cBhvr>
                                        <p:cTn id="63" dur="200" fill="hold"/>
                                        <p:tgtEl>
                                          <p:spTgt spid="3"/>
                                        </p:tgtEl>
                                        <p:attrNameLst>
                                          <p:attrName>ppt_h</p:attrName>
                                        </p:attrNameLst>
                                      </p:cBhvr>
                                      <p:tavLst>
                                        <p:tav tm="0">
                                          <p:val>
                                            <p:strVal val="0"/>
                                          </p:val>
                                        </p:tav>
                                        <p:tav tm="100000">
                                          <p:val>
                                            <p:strVal val="#ppt_h"/>
                                          </p:val>
                                        </p:tav>
                                      </p:tavLst>
                                    </p:anim>
                                    <p:animScale>
                                      <p:cBhvr>
                                        <p:cTn id="64" dur="100" autoRev="1" fill="hold">
                                          <p:stCondLst>
                                            <p:cond delay="200"/>
                                          </p:stCondLst>
                                        </p:cTn>
                                        <p:tgtEl>
                                          <p:spTgt spid="3"/>
                                        </p:tgtEl>
                                      </p:cBhvr>
                                      <p:from x="100000" y="100000"/>
                                      <p:to x="110000" y="110000"/>
                                    </p:animScale>
                                    <p:animScale>
                                      <p:cBhvr>
                                        <p:cTn id="65" dur="100" autoRev="1" fill="hold">
                                          <p:stCondLst>
                                            <p:cond delay="400"/>
                                          </p:stCondLst>
                                        </p:cTn>
                                        <p:tgtEl>
                                          <p:spTgt spid="3"/>
                                        </p:tgtEl>
                                      </p:cBhvr>
                                      <p:from x="100000" y="100000"/>
                                      <p:to x="90000" y="90000"/>
                                    </p:animScale>
                                  </p:childTnLst>
                                </p:cTn>
                              </p:par>
                            </p:childTnLst>
                          </p:cTn>
                        </p:par>
                      </p:childTnLst>
                    </p:cTn>
                  </p:par>
                  <p:par>
                    <p:cTn id="66" fill="hold">
                      <p:stCondLst>
                        <p:cond delay="indefinite"/>
                      </p:stCondLst>
                      <p:childTnLst>
                        <p:par>
                          <p:cTn id="67" fill="hold">
                            <p:stCondLst>
                              <p:cond delay="0"/>
                            </p:stCondLst>
                            <p:childTnLst>
                              <p:par>
                                <p:cTn id="68" presetID="14" presetClass="entr" presetSubtype="10" fill="hold" grpId="0" nodeType="click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randombar(horizontal)">
                                      <p:cBhvr>
                                        <p:cTn id="70" dur="500"/>
                                        <p:tgtEl>
                                          <p:spTgt spid="26"/>
                                        </p:tgtEl>
                                      </p:cBhvr>
                                    </p:animEffect>
                                  </p:childTnLst>
                                </p:cTn>
                              </p:par>
                              <p:par>
                                <p:cTn id="71" presetID="14" presetClass="entr" presetSubtype="1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randombar(horizontal)">
                                      <p:cBhvr>
                                        <p:cTn id="73" dur="500"/>
                                        <p:tgtEl>
                                          <p:spTgt spid="27"/>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16" decel="50000" fill="hold" nodeType="clickEffect">
                                  <p:stCondLst>
                                    <p:cond delay="0"/>
                                  </p:stCondLst>
                                  <p:childTnLst>
                                    <p:set>
                                      <p:cBhvr>
                                        <p:cTn id="77" dur="1" fill="hold">
                                          <p:stCondLst>
                                            <p:cond delay="0"/>
                                          </p:stCondLst>
                                        </p:cTn>
                                        <p:tgtEl>
                                          <p:spTgt spid="40"/>
                                        </p:tgtEl>
                                        <p:attrNameLst>
                                          <p:attrName>style.visibility</p:attrName>
                                        </p:attrNameLst>
                                      </p:cBhvr>
                                      <p:to>
                                        <p:strVal val="visible"/>
                                      </p:to>
                                    </p:set>
                                    <p:anim calcmode="lin" valueType="num">
                                      <p:cBhvr>
                                        <p:cTn id="78" dur="200" fill="hold"/>
                                        <p:tgtEl>
                                          <p:spTgt spid="40"/>
                                        </p:tgtEl>
                                        <p:attrNameLst>
                                          <p:attrName>ppt_w</p:attrName>
                                        </p:attrNameLst>
                                      </p:cBhvr>
                                      <p:tavLst>
                                        <p:tav tm="0">
                                          <p:val>
                                            <p:strVal val="0"/>
                                          </p:val>
                                        </p:tav>
                                        <p:tav tm="100000">
                                          <p:val>
                                            <p:strVal val="#ppt_w"/>
                                          </p:val>
                                        </p:tav>
                                      </p:tavLst>
                                    </p:anim>
                                    <p:anim calcmode="lin" valueType="num">
                                      <p:cBhvr>
                                        <p:cTn id="79" dur="200" fill="hold"/>
                                        <p:tgtEl>
                                          <p:spTgt spid="40"/>
                                        </p:tgtEl>
                                        <p:attrNameLst>
                                          <p:attrName>ppt_h</p:attrName>
                                        </p:attrNameLst>
                                      </p:cBhvr>
                                      <p:tavLst>
                                        <p:tav tm="0">
                                          <p:val>
                                            <p:strVal val="0"/>
                                          </p:val>
                                        </p:tav>
                                        <p:tav tm="100000">
                                          <p:val>
                                            <p:strVal val="#ppt_h"/>
                                          </p:val>
                                        </p:tav>
                                      </p:tavLst>
                                    </p:anim>
                                    <p:animScale>
                                      <p:cBhvr>
                                        <p:cTn id="80" dur="100" autoRev="1" fill="hold">
                                          <p:stCondLst>
                                            <p:cond delay="200"/>
                                          </p:stCondLst>
                                        </p:cTn>
                                        <p:tgtEl>
                                          <p:spTgt spid="40"/>
                                        </p:tgtEl>
                                      </p:cBhvr>
                                      <p:from x="100000" y="100000"/>
                                      <p:to x="110000" y="110000"/>
                                    </p:animScale>
                                    <p:animScale>
                                      <p:cBhvr>
                                        <p:cTn id="81" dur="100" autoRev="1" fill="hold">
                                          <p:stCondLst>
                                            <p:cond delay="400"/>
                                          </p:stCondLst>
                                        </p:cTn>
                                        <p:tgtEl>
                                          <p:spTgt spid="40"/>
                                        </p:tgtEl>
                                      </p:cBhvr>
                                      <p:from x="100000" y="100000"/>
                                      <p:to x="90000" y="90000"/>
                                    </p:animScale>
                                  </p:childTnLst>
                                </p:cTn>
                              </p:par>
                            </p:childTnLst>
                          </p:cTn>
                        </p:par>
                      </p:childTnLst>
                    </p:cTn>
                  </p:par>
                  <p:par>
                    <p:cTn id="82" fill="hold">
                      <p:stCondLst>
                        <p:cond delay="indefinite"/>
                      </p:stCondLst>
                      <p:childTnLst>
                        <p:par>
                          <p:cTn id="83" fill="hold">
                            <p:stCondLst>
                              <p:cond delay="0"/>
                            </p:stCondLst>
                            <p:childTnLst>
                              <p:par>
                                <p:cTn id="84" presetID="53" presetClass="entr" presetSubtype="16" decel="50000" fill="hold" nodeType="clickEffect">
                                  <p:stCondLst>
                                    <p:cond delay="0"/>
                                  </p:stCondLst>
                                  <p:childTnLst>
                                    <p:set>
                                      <p:cBhvr>
                                        <p:cTn id="85" dur="1" fill="hold">
                                          <p:stCondLst>
                                            <p:cond delay="0"/>
                                          </p:stCondLst>
                                        </p:cTn>
                                        <p:tgtEl>
                                          <p:spTgt spid="42"/>
                                        </p:tgtEl>
                                        <p:attrNameLst>
                                          <p:attrName>style.visibility</p:attrName>
                                        </p:attrNameLst>
                                      </p:cBhvr>
                                      <p:to>
                                        <p:strVal val="visible"/>
                                      </p:to>
                                    </p:set>
                                    <p:anim calcmode="lin" valueType="num">
                                      <p:cBhvr>
                                        <p:cTn id="86" dur="200" fill="hold"/>
                                        <p:tgtEl>
                                          <p:spTgt spid="42"/>
                                        </p:tgtEl>
                                        <p:attrNameLst>
                                          <p:attrName>ppt_w</p:attrName>
                                        </p:attrNameLst>
                                      </p:cBhvr>
                                      <p:tavLst>
                                        <p:tav tm="0">
                                          <p:val>
                                            <p:strVal val="0"/>
                                          </p:val>
                                        </p:tav>
                                        <p:tav tm="100000">
                                          <p:val>
                                            <p:strVal val="#ppt_w"/>
                                          </p:val>
                                        </p:tav>
                                      </p:tavLst>
                                    </p:anim>
                                    <p:anim calcmode="lin" valueType="num">
                                      <p:cBhvr>
                                        <p:cTn id="87" dur="200" fill="hold"/>
                                        <p:tgtEl>
                                          <p:spTgt spid="42"/>
                                        </p:tgtEl>
                                        <p:attrNameLst>
                                          <p:attrName>ppt_h</p:attrName>
                                        </p:attrNameLst>
                                      </p:cBhvr>
                                      <p:tavLst>
                                        <p:tav tm="0">
                                          <p:val>
                                            <p:strVal val="0"/>
                                          </p:val>
                                        </p:tav>
                                        <p:tav tm="100000">
                                          <p:val>
                                            <p:strVal val="#ppt_h"/>
                                          </p:val>
                                        </p:tav>
                                      </p:tavLst>
                                    </p:anim>
                                    <p:animScale>
                                      <p:cBhvr>
                                        <p:cTn id="88" dur="100" autoRev="1" fill="hold">
                                          <p:stCondLst>
                                            <p:cond delay="200"/>
                                          </p:stCondLst>
                                        </p:cTn>
                                        <p:tgtEl>
                                          <p:spTgt spid="42"/>
                                        </p:tgtEl>
                                      </p:cBhvr>
                                      <p:from x="100000" y="100000"/>
                                      <p:to x="110000" y="110000"/>
                                    </p:animScale>
                                    <p:animScale>
                                      <p:cBhvr>
                                        <p:cTn id="89" dur="100" autoRev="1" fill="hold">
                                          <p:stCondLst>
                                            <p:cond delay="400"/>
                                          </p:stCondLst>
                                        </p:cTn>
                                        <p:tgtEl>
                                          <p:spTgt spid="42"/>
                                        </p:tgtEl>
                                      </p:cBhvr>
                                      <p:from x="100000" y="100000"/>
                                      <p:to x="90000" y="90000"/>
                                    </p:animScale>
                                  </p:childTnLst>
                                </p:cTn>
                              </p:par>
                            </p:childTnLst>
                          </p:cTn>
                        </p:par>
                      </p:childTnLst>
                    </p:cTn>
                  </p:par>
                  <p:par>
                    <p:cTn id="90" fill="hold">
                      <p:stCondLst>
                        <p:cond delay="indefinite"/>
                      </p:stCondLst>
                      <p:childTnLst>
                        <p:par>
                          <p:cTn id="91" fill="hold">
                            <p:stCondLst>
                              <p:cond delay="0"/>
                            </p:stCondLst>
                            <p:childTnLst>
                              <p:par>
                                <p:cTn id="92" presetID="53" presetClass="entr" presetSubtype="16" decel="50000" fill="hold" nodeType="clickEffect">
                                  <p:stCondLst>
                                    <p:cond delay="0"/>
                                  </p:stCondLst>
                                  <p:childTnLst>
                                    <p:set>
                                      <p:cBhvr>
                                        <p:cTn id="93" dur="1" fill="hold">
                                          <p:stCondLst>
                                            <p:cond delay="0"/>
                                          </p:stCondLst>
                                        </p:cTn>
                                        <p:tgtEl>
                                          <p:spTgt spid="44"/>
                                        </p:tgtEl>
                                        <p:attrNameLst>
                                          <p:attrName>style.visibility</p:attrName>
                                        </p:attrNameLst>
                                      </p:cBhvr>
                                      <p:to>
                                        <p:strVal val="visible"/>
                                      </p:to>
                                    </p:set>
                                    <p:anim calcmode="lin" valueType="num">
                                      <p:cBhvr>
                                        <p:cTn id="94" dur="200" fill="hold"/>
                                        <p:tgtEl>
                                          <p:spTgt spid="44"/>
                                        </p:tgtEl>
                                        <p:attrNameLst>
                                          <p:attrName>ppt_w</p:attrName>
                                        </p:attrNameLst>
                                      </p:cBhvr>
                                      <p:tavLst>
                                        <p:tav tm="0">
                                          <p:val>
                                            <p:strVal val="0"/>
                                          </p:val>
                                        </p:tav>
                                        <p:tav tm="100000">
                                          <p:val>
                                            <p:strVal val="#ppt_w"/>
                                          </p:val>
                                        </p:tav>
                                      </p:tavLst>
                                    </p:anim>
                                    <p:anim calcmode="lin" valueType="num">
                                      <p:cBhvr>
                                        <p:cTn id="95" dur="200" fill="hold"/>
                                        <p:tgtEl>
                                          <p:spTgt spid="44"/>
                                        </p:tgtEl>
                                        <p:attrNameLst>
                                          <p:attrName>ppt_h</p:attrName>
                                        </p:attrNameLst>
                                      </p:cBhvr>
                                      <p:tavLst>
                                        <p:tav tm="0">
                                          <p:val>
                                            <p:strVal val="0"/>
                                          </p:val>
                                        </p:tav>
                                        <p:tav tm="100000">
                                          <p:val>
                                            <p:strVal val="#ppt_h"/>
                                          </p:val>
                                        </p:tav>
                                      </p:tavLst>
                                    </p:anim>
                                    <p:animScale>
                                      <p:cBhvr>
                                        <p:cTn id="96" dur="100" autoRev="1" fill="hold">
                                          <p:stCondLst>
                                            <p:cond delay="200"/>
                                          </p:stCondLst>
                                        </p:cTn>
                                        <p:tgtEl>
                                          <p:spTgt spid="44"/>
                                        </p:tgtEl>
                                      </p:cBhvr>
                                      <p:from x="100000" y="100000"/>
                                      <p:to x="110000" y="110000"/>
                                    </p:animScale>
                                    <p:animScale>
                                      <p:cBhvr>
                                        <p:cTn id="97" dur="100" autoRev="1" fill="hold">
                                          <p:stCondLst>
                                            <p:cond delay="400"/>
                                          </p:stCondLst>
                                        </p:cTn>
                                        <p:tgtEl>
                                          <p:spTgt spid="44"/>
                                        </p:tgtEl>
                                      </p:cBhvr>
                                      <p:from x="100000" y="100000"/>
                                      <p:to x="90000" y="90000"/>
                                    </p:animScale>
                                  </p:childTnLst>
                                </p:cTn>
                              </p:par>
                            </p:childTnLst>
                          </p:cTn>
                        </p:par>
                      </p:childTnLst>
                    </p:cTn>
                  </p:par>
                  <p:par>
                    <p:cTn id="98" fill="hold">
                      <p:stCondLst>
                        <p:cond delay="indefinite"/>
                      </p:stCondLst>
                      <p:childTnLst>
                        <p:par>
                          <p:cTn id="99" fill="hold">
                            <p:stCondLst>
                              <p:cond delay="0"/>
                            </p:stCondLst>
                            <p:childTnLst>
                              <p:par>
                                <p:cTn id="100" presetID="14" presetClass="entr" presetSubtype="10" fill="hold" grpId="0" nodeType="clickEffect">
                                  <p:stCondLst>
                                    <p:cond delay="0"/>
                                  </p:stCondLst>
                                  <p:childTnLst>
                                    <p:set>
                                      <p:cBhvr>
                                        <p:cTn id="101" dur="1" fill="hold">
                                          <p:stCondLst>
                                            <p:cond delay="0"/>
                                          </p:stCondLst>
                                        </p:cTn>
                                        <p:tgtEl>
                                          <p:spTgt spid="28"/>
                                        </p:tgtEl>
                                        <p:attrNameLst>
                                          <p:attrName>style.visibility</p:attrName>
                                        </p:attrNameLst>
                                      </p:cBhvr>
                                      <p:to>
                                        <p:strVal val="visible"/>
                                      </p:to>
                                    </p:set>
                                    <p:animEffect transition="in" filter="randombar(horizontal)">
                                      <p:cBhvr>
                                        <p:cTn id="102" dur="500"/>
                                        <p:tgtEl>
                                          <p:spTgt spid="28"/>
                                        </p:tgtEl>
                                      </p:cBhvr>
                                    </p:animEffect>
                                  </p:childTnLst>
                                </p:cTn>
                              </p:par>
                              <p:par>
                                <p:cTn id="103" presetID="14" presetClass="entr" presetSubtype="10" fill="hold" grpId="0" nodeType="withEffect">
                                  <p:stCondLst>
                                    <p:cond delay="0"/>
                                  </p:stCondLst>
                                  <p:childTnLst>
                                    <p:set>
                                      <p:cBhvr>
                                        <p:cTn id="104" dur="1" fill="hold">
                                          <p:stCondLst>
                                            <p:cond delay="0"/>
                                          </p:stCondLst>
                                        </p:cTn>
                                        <p:tgtEl>
                                          <p:spTgt spid="29"/>
                                        </p:tgtEl>
                                        <p:attrNameLst>
                                          <p:attrName>style.visibility</p:attrName>
                                        </p:attrNameLst>
                                      </p:cBhvr>
                                      <p:to>
                                        <p:strVal val="visible"/>
                                      </p:to>
                                    </p:set>
                                    <p:animEffect transition="in" filter="randombar(horizontal)">
                                      <p:cBhvr>
                                        <p:cTn id="105" dur="500"/>
                                        <p:tgtEl>
                                          <p:spTgt spid="29"/>
                                        </p:tgtEl>
                                      </p:cBhvr>
                                    </p:animEffect>
                                  </p:childTnLst>
                                </p:cTn>
                              </p:par>
                            </p:childTnLst>
                          </p:cTn>
                        </p:par>
                      </p:childTnLst>
                    </p:cTn>
                  </p:par>
                  <p:par>
                    <p:cTn id="106" fill="hold">
                      <p:stCondLst>
                        <p:cond delay="indefinite"/>
                      </p:stCondLst>
                      <p:childTnLst>
                        <p:par>
                          <p:cTn id="107" fill="hold">
                            <p:stCondLst>
                              <p:cond delay="0"/>
                            </p:stCondLst>
                            <p:childTnLst>
                              <p:par>
                                <p:cTn id="108" presetID="26" presetClass="emph" presetSubtype="0" repeatCount="2000" fill="hold" nodeType="clickEffect">
                                  <p:stCondLst>
                                    <p:cond delay="0"/>
                                  </p:stCondLst>
                                  <p:childTnLst>
                                    <p:animEffect transition="out" filter="fade">
                                      <p:cBhvr>
                                        <p:cTn id="109" dur="500" tmFilter="0, 0; .2, .5; .8, .5; 1, 0"/>
                                        <p:tgtEl>
                                          <p:spTgt spid="22"/>
                                        </p:tgtEl>
                                      </p:cBhvr>
                                    </p:animEffect>
                                    <p:animScale>
                                      <p:cBhvr>
                                        <p:cTn id="110" dur="250" autoRev="1" fill="hold"/>
                                        <p:tgtEl>
                                          <p:spTgt spid="22"/>
                                        </p:tgtEl>
                                      </p:cBhvr>
                                      <p:by x="105000" y="105000"/>
                                    </p:animScale>
                                  </p:childTnLst>
                                </p:cTn>
                              </p:par>
                            </p:childTnLst>
                          </p:cTn>
                        </p:par>
                      </p:childTnLst>
                    </p:cTn>
                  </p:par>
                  <p:par>
                    <p:cTn id="111" fill="hold">
                      <p:stCondLst>
                        <p:cond delay="indefinite"/>
                      </p:stCondLst>
                      <p:childTnLst>
                        <p:par>
                          <p:cTn id="112" fill="hold">
                            <p:stCondLst>
                              <p:cond delay="0"/>
                            </p:stCondLst>
                            <p:childTnLst>
                              <p:par>
                                <p:cTn id="113" presetID="26" presetClass="emph" presetSubtype="0" repeatCount="2000" fill="hold" nodeType="clickEffect">
                                  <p:stCondLst>
                                    <p:cond delay="0"/>
                                  </p:stCondLst>
                                  <p:childTnLst>
                                    <p:animEffect transition="out" filter="fade">
                                      <p:cBhvr>
                                        <p:cTn id="114" dur="500" tmFilter="0, 0; .2, .5; .8, .5; 1, 0"/>
                                        <p:tgtEl>
                                          <p:spTgt spid="23"/>
                                        </p:tgtEl>
                                      </p:cBhvr>
                                    </p:animEffect>
                                    <p:animScale>
                                      <p:cBhvr>
                                        <p:cTn id="115" dur="250" autoRev="1" fill="hold"/>
                                        <p:tgtEl>
                                          <p:spTgt spid="2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5" grpId="0"/>
      <p:bldP spid="26" grpId="0"/>
      <p:bldP spid="27" grpId="0"/>
      <p:bldP spid="28" grpId="0"/>
      <p:bldP spid="2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4A133-15CF-D567-4893-64BF33F6AF8B}"/>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D106AACF-6417-768A-804F-8619899D7DF8}"/>
              </a:ext>
            </a:extLst>
          </p:cNvPr>
          <p:cNvSpPr>
            <a:spLocks noGrp="1"/>
          </p:cNvSpPr>
          <p:nvPr>
            <p:ph idx="1"/>
          </p:nvPr>
        </p:nvSpPr>
        <p:spPr>
          <a:xfrm>
            <a:off x="576197" y="956241"/>
            <a:ext cx="11060481" cy="474415"/>
          </a:xfrm>
        </p:spPr>
        <p:txBody>
          <a:bodyPr/>
          <a:lstStyle/>
          <a:p>
            <a:pPr marL="285750" indent="-285750">
              <a:buFont typeface="Wingdings" panose="05000000000000000000" pitchFamily="2" charset="2"/>
              <a:buChar char="l"/>
            </a:pPr>
            <a:r>
              <a:rPr lang="en-US" altLang="zh-CN"/>
              <a:t>Ollama</a:t>
            </a:r>
            <a:r>
              <a:rPr lang="zh-CN" altLang="en-US"/>
              <a:t>是一个在本地运行、管理大语言模型的工具。官网：</a:t>
            </a:r>
            <a:r>
              <a:rPr lang="en-US" altLang="zh-CN">
                <a:hlinkClick r:id="rId2"/>
              </a:rPr>
              <a:t>https://ollama.com/</a:t>
            </a:r>
            <a:endParaRPr lang="zh-CN" altLang="en-US"/>
          </a:p>
        </p:txBody>
      </p:sp>
      <p:sp>
        <p:nvSpPr>
          <p:cNvPr id="5" name="标题 4">
            <a:extLst>
              <a:ext uri="{FF2B5EF4-FFF2-40B4-BE49-F238E27FC236}">
                <a16:creationId xmlns:a16="http://schemas.microsoft.com/office/drawing/2014/main" id="{1C6DB50F-5BE9-1B2F-60CD-75B8BBBFD806}"/>
              </a:ext>
            </a:extLst>
          </p:cNvPr>
          <p:cNvSpPr>
            <a:spLocks noGrp="1"/>
          </p:cNvSpPr>
          <p:nvPr>
            <p:ph type="title"/>
          </p:nvPr>
        </p:nvSpPr>
        <p:spPr/>
        <p:txBody>
          <a:bodyPr/>
          <a:lstStyle/>
          <a:p>
            <a:r>
              <a:rPr lang="zh-CN" altLang="en-US"/>
              <a:t>大模型部署</a:t>
            </a:r>
            <a:r>
              <a:rPr lang="en-US" altLang="zh-CN"/>
              <a:t>-</a:t>
            </a:r>
            <a:r>
              <a:rPr lang="zh-CN" altLang="en-US"/>
              <a:t>本地部署</a:t>
            </a:r>
          </a:p>
        </p:txBody>
      </p:sp>
      <p:pic>
        <p:nvPicPr>
          <p:cNvPr id="3" name="图片 2" descr="图形用户界面, 应用程序&#10;&#10;AI 生成的内容可能不正确。">
            <a:extLst>
              <a:ext uri="{FF2B5EF4-FFF2-40B4-BE49-F238E27FC236}">
                <a16:creationId xmlns:a16="http://schemas.microsoft.com/office/drawing/2014/main" id="{572785E4-445C-74DC-C678-3CDE3BC75F3C}"/>
              </a:ext>
            </a:extLst>
          </p:cNvPr>
          <p:cNvPicPr>
            <a:picLocks noChangeAspect="1"/>
          </p:cNvPicPr>
          <p:nvPr/>
        </p:nvPicPr>
        <p:blipFill>
          <a:blip r:embed="rId3"/>
          <a:stretch>
            <a:fillRect/>
          </a:stretch>
        </p:blipFill>
        <p:spPr>
          <a:xfrm>
            <a:off x="967910" y="1576083"/>
            <a:ext cx="10302073" cy="5016874"/>
          </a:xfrm>
          <a:prstGeom prst="roundRect">
            <a:avLst>
              <a:gd name="adj" fmla="val 1475"/>
            </a:avLst>
          </a:prstGeom>
          <a:ln w="3175">
            <a:solidFill>
              <a:schemeClr val="bg1">
                <a:lumMod val="65000"/>
              </a:schemeClr>
            </a:solidFill>
          </a:ln>
        </p:spPr>
      </p:pic>
      <p:pic>
        <p:nvPicPr>
          <p:cNvPr id="4" name="图片 3" descr="文本&#10;&#10;AI 生成的内容可能不正确。">
            <a:extLst>
              <a:ext uri="{FF2B5EF4-FFF2-40B4-BE49-F238E27FC236}">
                <a16:creationId xmlns:a16="http://schemas.microsoft.com/office/drawing/2014/main" id="{BAFD3403-E08C-55C3-4846-80AE6826FAD8}"/>
              </a:ext>
            </a:extLst>
          </p:cNvPr>
          <p:cNvPicPr>
            <a:picLocks noChangeAspect="1"/>
          </p:cNvPicPr>
          <p:nvPr/>
        </p:nvPicPr>
        <p:blipFill>
          <a:blip r:embed="rId4"/>
          <a:stretch>
            <a:fillRect/>
          </a:stretch>
        </p:blipFill>
        <p:spPr>
          <a:xfrm>
            <a:off x="4353337" y="2039197"/>
            <a:ext cx="7593225" cy="4050889"/>
          </a:xfrm>
          <a:prstGeom prst="roundRect">
            <a:avLst>
              <a:gd name="adj" fmla="val 1455"/>
            </a:avLst>
          </a:prstGeom>
        </p:spPr>
      </p:pic>
      <p:cxnSp>
        <p:nvCxnSpPr>
          <p:cNvPr id="8" name="直接连接符 7">
            <a:extLst>
              <a:ext uri="{FF2B5EF4-FFF2-40B4-BE49-F238E27FC236}">
                <a16:creationId xmlns:a16="http://schemas.microsoft.com/office/drawing/2014/main" id="{21ADD61F-391D-8EF0-F320-E78D0C9EEF7C}"/>
              </a:ext>
            </a:extLst>
          </p:cNvPr>
          <p:cNvCxnSpPr/>
          <p:nvPr/>
        </p:nvCxnSpPr>
        <p:spPr>
          <a:xfrm>
            <a:off x="5387009" y="2869096"/>
            <a:ext cx="155713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0521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p:tgtEl>
                                          <p:spTgt spid="4"/>
                                        </p:tgtEl>
                                        <p:attrNameLst>
                                          <p:attrName>ppt_x</p:attrName>
                                        </p:attrNameLst>
                                      </p:cBhvr>
                                      <p:tavLst>
                                        <p:tav tm="0">
                                          <p:val>
                                            <p:strVal val="#ppt_x-#ppt_w*1.125000"/>
                                          </p:val>
                                        </p:tav>
                                        <p:tav tm="100000">
                                          <p:val>
                                            <p:strVal val="#ppt_x"/>
                                          </p:val>
                                        </p:tav>
                                      </p:tavLst>
                                    </p:anim>
                                    <p:animEffect transition="in" filter="wipe(right)">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AA90C-807B-659C-517F-1086AFF5781C}"/>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68E2351A-2A17-2137-12F4-F649B7A693FF}"/>
              </a:ext>
            </a:extLst>
          </p:cNvPr>
          <p:cNvSpPr>
            <a:spLocks noGrp="1"/>
          </p:cNvSpPr>
          <p:nvPr>
            <p:ph idx="1"/>
          </p:nvPr>
        </p:nvSpPr>
        <p:spPr>
          <a:xfrm>
            <a:off x="576197" y="956242"/>
            <a:ext cx="11060481" cy="474416"/>
          </a:xfrm>
        </p:spPr>
        <p:txBody>
          <a:bodyPr/>
          <a:lstStyle/>
          <a:p>
            <a:pPr marL="285750" indent="-285750">
              <a:buFont typeface="Wingdings" panose="05000000000000000000" pitchFamily="2" charset="2"/>
              <a:buChar char="l"/>
            </a:pPr>
            <a:r>
              <a:rPr lang="zh-CN" altLang="en-US"/>
              <a:t>主流的大模型（如：</a:t>
            </a:r>
            <a:r>
              <a:rPr lang="en-US" altLang="zh-CN"/>
              <a:t>DeepSeek</a:t>
            </a:r>
            <a:r>
              <a:rPr lang="zh-CN" altLang="en-US"/>
              <a:t>、</a:t>
            </a:r>
            <a:r>
              <a:rPr lang="en-US" altLang="zh-CN"/>
              <a:t>Kimi</a:t>
            </a:r>
            <a:r>
              <a:rPr lang="zh-CN" altLang="en-US"/>
              <a:t>等）官方都提供了开放</a:t>
            </a:r>
            <a:r>
              <a:rPr lang="en-US" altLang="zh-CN"/>
              <a:t>API</a:t>
            </a:r>
            <a:r>
              <a:rPr lang="zh-CN" altLang="en-US"/>
              <a:t>，无需部署，就可以直接调用访问。</a:t>
            </a:r>
          </a:p>
        </p:txBody>
      </p:sp>
      <p:sp>
        <p:nvSpPr>
          <p:cNvPr id="5" name="标题 4">
            <a:extLst>
              <a:ext uri="{FF2B5EF4-FFF2-40B4-BE49-F238E27FC236}">
                <a16:creationId xmlns:a16="http://schemas.microsoft.com/office/drawing/2014/main" id="{309BA471-8B81-3C78-38D3-60F8B24FE403}"/>
              </a:ext>
            </a:extLst>
          </p:cNvPr>
          <p:cNvSpPr>
            <a:spLocks noGrp="1"/>
          </p:cNvSpPr>
          <p:nvPr>
            <p:ph type="title"/>
          </p:nvPr>
        </p:nvSpPr>
        <p:spPr/>
        <p:txBody>
          <a:bodyPr/>
          <a:lstStyle/>
          <a:p>
            <a:r>
              <a:rPr lang="zh-CN" altLang="en-US"/>
              <a:t>大模型部署</a:t>
            </a:r>
            <a:r>
              <a:rPr lang="en-US" altLang="zh-CN"/>
              <a:t>-</a:t>
            </a:r>
            <a:r>
              <a:rPr lang="zh-CN" altLang="en-US"/>
              <a:t>官方开放</a:t>
            </a:r>
            <a:r>
              <a:rPr lang="en-US" altLang="zh-CN"/>
              <a:t>API</a:t>
            </a:r>
            <a:endParaRPr lang="zh-CN" altLang="en-US"/>
          </a:p>
        </p:txBody>
      </p:sp>
      <p:pic>
        <p:nvPicPr>
          <p:cNvPr id="3" name="图片 2" descr="图形用户界面&#10;&#10;AI 生成的内容可能不正确。">
            <a:extLst>
              <a:ext uri="{FF2B5EF4-FFF2-40B4-BE49-F238E27FC236}">
                <a16:creationId xmlns:a16="http://schemas.microsoft.com/office/drawing/2014/main" id="{551223C1-41C2-C89B-E9A9-4F091794F9B4}"/>
              </a:ext>
            </a:extLst>
          </p:cNvPr>
          <p:cNvPicPr>
            <a:picLocks noChangeAspect="1"/>
          </p:cNvPicPr>
          <p:nvPr/>
        </p:nvPicPr>
        <p:blipFill>
          <a:blip r:embed="rId2"/>
          <a:stretch>
            <a:fillRect/>
          </a:stretch>
        </p:blipFill>
        <p:spPr>
          <a:xfrm>
            <a:off x="1015062" y="1509826"/>
            <a:ext cx="8803516" cy="3963322"/>
          </a:xfrm>
          <a:prstGeom prst="roundRect">
            <a:avLst>
              <a:gd name="adj" fmla="val 952"/>
            </a:avLst>
          </a:prstGeom>
          <a:ln w="3175">
            <a:solidFill>
              <a:schemeClr val="bg1">
                <a:lumMod val="65000"/>
              </a:schemeClr>
            </a:solidFill>
          </a:ln>
        </p:spPr>
      </p:pic>
      <p:sp>
        <p:nvSpPr>
          <p:cNvPr id="9" name="任意多边形: 形状 8">
            <a:extLst>
              <a:ext uri="{FF2B5EF4-FFF2-40B4-BE49-F238E27FC236}">
                <a16:creationId xmlns:a16="http://schemas.microsoft.com/office/drawing/2014/main" id="{3D9B2CCF-8886-253E-957D-2E404A912DC1}"/>
              </a:ext>
            </a:extLst>
          </p:cNvPr>
          <p:cNvSpPr/>
          <p:nvPr/>
        </p:nvSpPr>
        <p:spPr>
          <a:xfrm>
            <a:off x="5288786" y="3630116"/>
            <a:ext cx="2232645" cy="1063243"/>
          </a:xfrm>
          <a:custGeom>
            <a:avLst/>
            <a:gdLst>
              <a:gd name="csX0" fmla="*/ 1012623 w 2232645"/>
              <a:gd name="csY0" fmla="*/ 34110 h 1063243"/>
              <a:gd name="csX1" fmla="*/ 18710 w 2232645"/>
              <a:gd name="csY1" fmla="*/ 418423 h 1063243"/>
              <a:gd name="csX2" fmla="*/ 462658 w 2232645"/>
              <a:gd name="csY2" fmla="*/ 1034649 h 1063243"/>
              <a:gd name="csX3" fmla="*/ 1668606 w 2232645"/>
              <a:gd name="csY3" fmla="*/ 915379 h 1063243"/>
              <a:gd name="csX4" fmla="*/ 2178814 w 2232645"/>
              <a:gd name="csY4" fmla="*/ 511188 h 1063243"/>
              <a:gd name="csX5" fmla="*/ 2099301 w 2232645"/>
              <a:gd name="csY5" fmla="*/ 80492 h 1063243"/>
              <a:gd name="csX6" fmla="*/ 1131893 w 2232645"/>
              <a:gd name="csY6" fmla="*/ 979 h 106324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32645" h="1063243">
                <a:moveTo>
                  <a:pt x="1012623" y="34110"/>
                </a:moveTo>
                <a:cubicBezTo>
                  <a:pt x="561497" y="142888"/>
                  <a:pt x="110371" y="251667"/>
                  <a:pt x="18710" y="418423"/>
                </a:cubicBezTo>
                <a:cubicBezTo>
                  <a:pt x="-72951" y="585179"/>
                  <a:pt x="187675" y="951823"/>
                  <a:pt x="462658" y="1034649"/>
                </a:cubicBezTo>
                <a:cubicBezTo>
                  <a:pt x="737641" y="1117475"/>
                  <a:pt x="1382580" y="1002623"/>
                  <a:pt x="1668606" y="915379"/>
                </a:cubicBezTo>
                <a:cubicBezTo>
                  <a:pt x="1954632" y="828136"/>
                  <a:pt x="2107032" y="650336"/>
                  <a:pt x="2178814" y="511188"/>
                </a:cubicBezTo>
                <a:cubicBezTo>
                  <a:pt x="2250597" y="372040"/>
                  <a:pt x="2273788" y="165527"/>
                  <a:pt x="2099301" y="80492"/>
                </a:cubicBezTo>
                <a:cubicBezTo>
                  <a:pt x="1924814" y="-4543"/>
                  <a:pt x="1528353" y="-1782"/>
                  <a:pt x="1131893" y="979"/>
                </a:cubicBezTo>
              </a:path>
            </a:pathLst>
          </a:cu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QR 代码&#10;&#10;AI 生成的内容可能不正确。">
            <a:extLst>
              <a:ext uri="{FF2B5EF4-FFF2-40B4-BE49-F238E27FC236}">
                <a16:creationId xmlns:a16="http://schemas.microsoft.com/office/drawing/2014/main" id="{99788AE5-9CE2-90EA-C994-6B4F60DADCB3}"/>
              </a:ext>
            </a:extLst>
          </p:cNvPr>
          <p:cNvPicPr>
            <a:picLocks noChangeAspect="1"/>
          </p:cNvPicPr>
          <p:nvPr/>
        </p:nvPicPr>
        <p:blipFill>
          <a:blip r:embed="rId3"/>
          <a:stretch>
            <a:fillRect/>
          </a:stretch>
        </p:blipFill>
        <p:spPr>
          <a:xfrm>
            <a:off x="6846039" y="1786055"/>
            <a:ext cx="4703231" cy="3562119"/>
          </a:xfrm>
          <a:prstGeom prst="roundRect">
            <a:avLst>
              <a:gd name="adj" fmla="val 869"/>
            </a:avLst>
          </a:prstGeom>
          <a:ln w="3175">
            <a:solidFill>
              <a:schemeClr val="bg1">
                <a:lumMod val="65000"/>
              </a:schemeClr>
            </a:solidFill>
          </a:ln>
        </p:spPr>
      </p:pic>
      <p:sp>
        <p:nvSpPr>
          <p:cNvPr id="2" name="文本框 1">
            <a:extLst>
              <a:ext uri="{FF2B5EF4-FFF2-40B4-BE49-F238E27FC236}">
                <a16:creationId xmlns:a16="http://schemas.microsoft.com/office/drawing/2014/main" id="{717F09DD-FBFE-0462-B89E-4AC21006A10B}"/>
              </a:ext>
            </a:extLst>
          </p:cNvPr>
          <p:cNvSpPr txBox="1"/>
          <p:nvPr/>
        </p:nvSpPr>
        <p:spPr>
          <a:xfrm>
            <a:off x="1157477" y="6059936"/>
            <a:ext cx="1415772" cy="461665"/>
          </a:xfrm>
          <a:prstGeom prst="rect">
            <a:avLst/>
          </a:prstGeom>
          <a:noFill/>
        </p:spPr>
        <p:txBody>
          <a:bodyPr wrap="none" rtlCol="0">
            <a:spAutoFit/>
          </a:bodyPr>
          <a:lstStyle/>
          <a:p>
            <a:r>
              <a:rPr lang="zh-CN" altLang="en-US" sz="2400">
                <a:solidFill>
                  <a:srgbClr val="0070C0"/>
                </a:solidFill>
                <a:latin typeface="荆南波波黑" panose="02000800000000000000" pitchFamily="2" charset="-122"/>
                <a:ea typeface="荆南波波黑" panose="02000800000000000000" pitchFamily="2" charset="-122"/>
              </a:rPr>
              <a:t>注册账号</a:t>
            </a:r>
          </a:p>
        </p:txBody>
      </p:sp>
      <p:sp>
        <p:nvSpPr>
          <p:cNvPr id="4" name="文本框 3">
            <a:extLst>
              <a:ext uri="{FF2B5EF4-FFF2-40B4-BE49-F238E27FC236}">
                <a16:creationId xmlns:a16="http://schemas.microsoft.com/office/drawing/2014/main" id="{B3049CEF-46D3-7F1C-5AAE-E5E020C76A80}"/>
              </a:ext>
            </a:extLst>
          </p:cNvPr>
          <p:cNvSpPr txBox="1"/>
          <p:nvPr/>
        </p:nvSpPr>
        <p:spPr>
          <a:xfrm>
            <a:off x="3559500" y="6059935"/>
            <a:ext cx="2520242" cy="461665"/>
          </a:xfrm>
          <a:prstGeom prst="rect">
            <a:avLst/>
          </a:prstGeom>
          <a:noFill/>
        </p:spPr>
        <p:txBody>
          <a:bodyPr wrap="none" rtlCol="0">
            <a:spAutoFit/>
          </a:bodyPr>
          <a:lstStyle/>
          <a:p>
            <a:r>
              <a:rPr lang="zh-CN" altLang="en-US" sz="2400">
                <a:solidFill>
                  <a:srgbClr val="0070C0"/>
                </a:solidFill>
                <a:latin typeface="荆南波波黑" panose="02000800000000000000" pitchFamily="2" charset="-122"/>
                <a:ea typeface="荆南波波黑" panose="02000800000000000000" pitchFamily="2" charset="-122"/>
              </a:rPr>
              <a:t>登录</a:t>
            </a:r>
            <a:r>
              <a:rPr lang="en-US" altLang="zh-CN" sz="2400">
                <a:solidFill>
                  <a:srgbClr val="0070C0"/>
                </a:solidFill>
                <a:latin typeface="荆南波波黑" panose="02000800000000000000" pitchFamily="2" charset="-122"/>
                <a:ea typeface="荆南波波黑" panose="02000800000000000000" pitchFamily="2" charset="-122"/>
              </a:rPr>
              <a:t>DeepSeek</a:t>
            </a:r>
            <a:endParaRPr lang="zh-CN" altLang="en-US" sz="2400">
              <a:solidFill>
                <a:srgbClr val="0070C0"/>
              </a:solidFill>
              <a:latin typeface="荆南波波黑" panose="02000800000000000000" pitchFamily="2" charset="-122"/>
              <a:ea typeface="荆南波波黑" panose="02000800000000000000" pitchFamily="2" charset="-122"/>
            </a:endParaRPr>
          </a:p>
        </p:txBody>
      </p:sp>
      <p:sp>
        <p:nvSpPr>
          <p:cNvPr id="7" name="文本框 6">
            <a:extLst>
              <a:ext uri="{FF2B5EF4-FFF2-40B4-BE49-F238E27FC236}">
                <a16:creationId xmlns:a16="http://schemas.microsoft.com/office/drawing/2014/main" id="{94A5F630-15B2-2C2A-8F7E-4D412C30CD3D}"/>
              </a:ext>
            </a:extLst>
          </p:cNvPr>
          <p:cNvSpPr txBox="1"/>
          <p:nvPr/>
        </p:nvSpPr>
        <p:spPr>
          <a:xfrm>
            <a:off x="6846039" y="6059934"/>
            <a:ext cx="1659429" cy="461665"/>
          </a:xfrm>
          <a:prstGeom prst="rect">
            <a:avLst/>
          </a:prstGeom>
          <a:noFill/>
        </p:spPr>
        <p:txBody>
          <a:bodyPr wrap="none" rtlCol="0">
            <a:spAutoFit/>
          </a:bodyPr>
          <a:lstStyle/>
          <a:p>
            <a:r>
              <a:rPr lang="zh-CN" altLang="en-US" sz="2400">
                <a:solidFill>
                  <a:srgbClr val="0070C0"/>
                </a:solidFill>
                <a:latin typeface="荆南波波黑" panose="02000800000000000000" pitchFamily="2" charset="-122"/>
                <a:ea typeface="荆南波波黑" panose="02000800000000000000" pitchFamily="2" charset="-122"/>
              </a:rPr>
              <a:t>充值</a:t>
            </a:r>
            <a:r>
              <a:rPr lang="en-US" altLang="zh-CN" sz="2400">
                <a:solidFill>
                  <a:srgbClr val="0070C0"/>
                </a:solidFill>
                <a:latin typeface="荆南波波黑" panose="02000800000000000000" pitchFamily="2" charset="-122"/>
                <a:ea typeface="荆南波波黑" panose="02000800000000000000" pitchFamily="2" charset="-122"/>
              </a:rPr>
              <a:t>(1</a:t>
            </a:r>
            <a:r>
              <a:rPr lang="zh-CN" altLang="en-US" sz="2400">
                <a:solidFill>
                  <a:srgbClr val="0070C0"/>
                </a:solidFill>
                <a:latin typeface="荆南波波黑" panose="02000800000000000000" pitchFamily="2" charset="-122"/>
                <a:ea typeface="荆南波波黑" panose="02000800000000000000" pitchFamily="2" charset="-122"/>
              </a:rPr>
              <a:t>元</a:t>
            </a:r>
            <a:r>
              <a:rPr lang="en-US" altLang="zh-CN" sz="2400">
                <a:solidFill>
                  <a:srgbClr val="0070C0"/>
                </a:solidFill>
                <a:latin typeface="荆南波波黑" panose="02000800000000000000" pitchFamily="2" charset="-122"/>
                <a:ea typeface="荆南波波黑" panose="02000800000000000000" pitchFamily="2" charset="-122"/>
              </a:rPr>
              <a:t>)</a:t>
            </a:r>
            <a:endParaRPr lang="zh-CN" altLang="en-US" sz="2400">
              <a:solidFill>
                <a:srgbClr val="0070C0"/>
              </a:solidFill>
              <a:latin typeface="荆南波波黑" panose="02000800000000000000" pitchFamily="2" charset="-122"/>
              <a:ea typeface="荆南波波黑" panose="02000800000000000000" pitchFamily="2" charset="-122"/>
            </a:endParaRPr>
          </a:p>
        </p:txBody>
      </p:sp>
      <p:sp>
        <p:nvSpPr>
          <p:cNvPr id="8" name="文本框 7">
            <a:extLst>
              <a:ext uri="{FF2B5EF4-FFF2-40B4-BE49-F238E27FC236}">
                <a16:creationId xmlns:a16="http://schemas.microsoft.com/office/drawing/2014/main" id="{6E28596C-4305-FE82-FCFE-290EE27E5862}"/>
              </a:ext>
            </a:extLst>
          </p:cNvPr>
          <p:cNvSpPr txBox="1"/>
          <p:nvPr/>
        </p:nvSpPr>
        <p:spPr>
          <a:xfrm>
            <a:off x="9271765" y="6059934"/>
            <a:ext cx="2167581" cy="461665"/>
          </a:xfrm>
          <a:prstGeom prst="rect">
            <a:avLst/>
          </a:prstGeom>
          <a:noFill/>
        </p:spPr>
        <p:txBody>
          <a:bodyPr wrap="none" rtlCol="0">
            <a:spAutoFit/>
          </a:bodyPr>
          <a:lstStyle/>
          <a:p>
            <a:r>
              <a:rPr lang="zh-CN" altLang="en-US" sz="2400">
                <a:solidFill>
                  <a:srgbClr val="0070C0"/>
                </a:solidFill>
                <a:latin typeface="荆南波波黑" panose="02000800000000000000" pitchFamily="2" charset="-122"/>
                <a:ea typeface="荆南波波黑" panose="02000800000000000000" pitchFamily="2" charset="-122"/>
              </a:rPr>
              <a:t>创建</a:t>
            </a:r>
            <a:r>
              <a:rPr lang="en-US" altLang="zh-CN" sz="2400">
                <a:solidFill>
                  <a:srgbClr val="0070C0"/>
                </a:solidFill>
                <a:latin typeface="荆南波波黑" panose="02000800000000000000" pitchFamily="2" charset="-122"/>
                <a:ea typeface="荆南波波黑" panose="02000800000000000000" pitchFamily="2" charset="-122"/>
              </a:rPr>
              <a:t>API Key</a:t>
            </a:r>
            <a:endParaRPr lang="zh-CN" altLang="en-US" sz="2400">
              <a:solidFill>
                <a:srgbClr val="0070C0"/>
              </a:solidFill>
              <a:latin typeface="荆南波波黑" panose="02000800000000000000" pitchFamily="2" charset="-122"/>
              <a:ea typeface="荆南波波黑" panose="02000800000000000000" pitchFamily="2" charset="-122"/>
            </a:endParaRPr>
          </a:p>
        </p:txBody>
      </p:sp>
    </p:spTree>
    <p:extLst>
      <p:ext uri="{BB962C8B-B14F-4D97-AF65-F5344CB8AC3E}">
        <p14:creationId xmlns:p14="http://schemas.microsoft.com/office/powerpoint/2010/main" val="2145085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heel(1)">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2"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p:tgtEl>
                                          <p:spTgt spid="11"/>
                                        </p:tgtEl>
                                        <p:attrNameLst>
                                          <p:attrName>ppt_x</p:attrName>
                                        </p:attrNameLst>
                                      </p:cBhvr>
                                      <p:tavLst>
                                        <p:tav tm="0">
                                          <p:val>
                                            <p:strVal val="#ppt_x+#ppt_w*1.125000"/>
                                          </p:val>
                                        </p:tav>
                                        <p:tav tm="100000">
                                          <p:val>
                                            <p:strVal val="#ppt_x"/>
                                          </p:val>
                                        </p:tav>
                                      </p:tavLst>
                                    </p:anim>
                                    <p:animEffect transition="in" filter="wipe(left)">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left)">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left)">
                                      <p:cBhvr>
                                        <p:cTn id="3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96C00-F8CD-27B3-8EF8-73F0BA1BAD87}"/>
            </a:ext>
          </a:extLst>
        </p:cNvPr>
        <p:cNvGrpSpPr/>
        <p:nvPr/>
      </p:nvGrpSpPr>
      <p:grpSpPr>
        <a:xfrm>
          <a:off x="0" y="0"/>
          <a:ext cx="0" cy="0"/>
          <a:chOff x="0" y="0"/>
          <a:chExt cx="0" cy="0"/>
        </a:xfrm>
      </p:grpSpPr>
      <p:sp>
        <p:nvSpPr>
          <p:cNvPr id="4" name="!!文本框 9">
            <a:extLst>
              <a:ext uri="{FF2B5EF4-FFF2-40B4-BE49-F238E27FC236}">
                <a16:creationId xmlns:a16="http://schemas.microsoft.com/office/drawing/2014/main" id="{2DE6303D-2502-6C13-2CB1-24E41611A75E}"/>
              </a:ext>
            </a:extLst>
          </p:cNvPr>
          <p:cNvSpPr>
            <a:spLocks noGrp="1"/>
          </p:cNvSpPr>
          <p:nvPr>
            <p:ph type="body" sz="quarter" idx="11"/>
          </p:nvPr>
        </p:nvSpPr>
        <p:spPr/>
        <p:txBody>
          <a:bodyPr/>
          <a:lstStyle/>
          <a:p>
            <a:r>
              <a:rPr lang="en-US" altLang="zh-CN"/>
              <a:t>AI</a:t>
            </a:r>
            <a:r>
              <a:rPr lang="zh-CN" altLang="en-US"/>
              <a:t>应用</a:t>
            </a:r>
            <a:r>
              <a:rPr lang="en-US" altLang="zh-CN"/>
              <a:t>-</a:t>
            </a:r>
            <a:r>
              <a:rPr lang="zh-CN" altLang="en-US"/>
              <a:t>基础</a:t>
            </a:r>
          </a:p>
        </p:txBody>
      </p:sp>
      <p:sp>
        <p:nvSpPr>
          <p:cNvPr id="3" name="文本占位符 2">
            <a:extLst>
              <a:ext uri="{FF2B5EF4-FFF2-40B4-BE49-F238E27FC236}">
                <a16:creationId xmlns:a16="http://schemas.microsoft.com/office/drawing/2014/main" id="{2C6AE010-B249-2072-82A8-B4B849BF5AA2}"/>
              </a:ext>
            </a:extLst>
          </p:cNvPr>
          <p:cNvSpPr>
            <a:spLocks noGrp="1"/>
          </p:cNvSpPr>
          <p:nvPr>
            <p:ph type="body" sz="quarter" idx="10"/>
          </p:nvPr>
        </p:nvSpPr>
        <p:spPr>
          <a:xfrm>
            <a:off x="6351439" y="2924827"/>
            <a:ext cx="3692525" cy="3853660"/>
          </a:xfrm>
        </p:spPr>
        <p:txBody>
          <a:bodyPr/>
          <a:lstStyle/>
          <a:p>
            <a:r>
              <a:rPr lang="zh-CN" altLang="en-US">
                <a:solidFill>
                  <a:schemeClr val="tx1">
                    <a:lumMod val="75000"/>
                  </a:schemeClr>
                </a:solidFill>
              </a:rPr>
              <a:t>大模型部署</a:t>
            </a:r>
            <a:endParaRPr lang="en-US" altLang="zh-CN">
              <a:solidFill>
                <a:schemeClr val="tx1">
                  <a:lumMod val="75000"/>
                </a:schemeClr>
              </a:solidFill>
            </a:endParaRPr>
          </a:p>
          <a:p>
            <a:r>
              <a:rPr lang="zh-CN" altLang="en-US">
                <a:solidFill>
                  <a:srgbClr val="C00000"/>
                </a:solidFill>
              </a:rPr>
              <a:t>大模型调用</a:t>
            </a:r>
            <a:endParaRPr lang="en-US" altLang="zh-CN">
              <a:solidFill>
                <a:srgbClr val="C00000"/>
              </a:solidFill>
            </a:endParaRPr>
          </a:p>
          <a:p>
            <a:r>
              <a:rPr lang="zh-CN" altLang="en-US"/>
              <a:t>提示词工程</a:t>
            </a:r>
          </a:p>
        </p:txBody>
      </p:sp>
      <p:sp>
        <p:nvSpPr>
          <p:cNvPr id="5" name="文本占位符 4">
            <a:extLst>
              <a:ext uri="{FF2B5EF4-FFF2-40B4-BE49-F238E27FC236}">
                <a16:creationId xmlns:a16="http://schemas.microsoft.com/office/drawing/2014/main" id="{743C0D45-28A1-E943-4DE0-A503141E220B}"/>
              </a:ext>
            </a:extLst>
          </p:cNvPr>
          <p:cNvSpPr>
            <a:spLocks noGrp="1"/>
          </p:cNvSpPr>
          <p:nvPr>
            <p:ph type="body" sz="quarter" idx="14"/>
          </p:nvPr>
        </p:nvSpPr>
        <p:spPr/>
        <p:txBody>
          <a:bodyPr/>
          <a:lstStyle/>
          <a:p>
            <a:r>
              <a:rPr lang="en-US" altLang="zh-CN"/>
              <a:t>1</a:t>
            </a:r>
            <a:endParaRPr lang="zh-CN" altLang="en-US"/>
          </a:p>
        </p:txBody>
      </p:sp>
    </p:spTree>
    <p:extLst>
      <p:ext uri="{BB962C8B-B14F-4D97-AF65-F5344CB8AC3E}">
        <p14:creationId xmlns:p14="http://schemas.microsoft.com/office/powerpoint/2010/main" val="1883141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片包含 形状&#10;&#10;AI 生成的内容可能不正确。">
            <a:extLst>
              <a:ext uri="{FF2B5EF4-FFF2-40B4-BE49-F238E27FC236}">
                <a16:creationId xmlns:a16="http://schemas.microsoft.com/office/drawing/2014/main" id="{A08CA4E9-2845-8DE2-8A53-EC902810421D}"/>
              </a:ext>
            </a:extLst>
          </p:cNvPr>
          <p:cNvPicPr>
            <a:picLocks noChangeAspect="1"/>
          </p:cNvPicPr>
          <p:nvPr/>
        </p:nvPicPr>
        <p:blipFill>
          <a:blip r:embed="rId2"/>
          <a:stretch>
            <a:fillRect/>
          </a:stretch>
        </p:blipFill>
        <p:spPr>
          <a:xfrm>
            <a:off x="0" y="0"/>
            <a:ext cx="946199" cy="990651"/>
          </a:xfrm>
          <a:prstGeom prst="rect">
            <a:avLst/>
          </a:prstGeom>
        </p:spPr>
      </p:pic>
      <p:cxnSp>
        <p:nvCxnSpPr>
          <p:cNvPr id="8" name="直接箭头连接符 7">
            <a:extLst>
              <a:ext uri="{FF2B5EF4-FFF2-40B4-BE49-F238E27FC236}">
                <a16:creationId xmlns:a16="http://schemas.microsoft.com/office/drawing/2014/main" id="{B4848859-48BB-77D9-F28C-FF2B2FF5C131}"/>
              </a:ext>
            </a:extLst>
          </p:cNvPr>
          <p:cNvCxnSpPr>
            <a:cxnSpLocks/>
          </p:cNvCxnSpPr>
          <p:nvPr/>
        </p:nvCxnSpPr>
        <p:spPr>
          <a:xfrm>
            <a:off x="3419058" y="3051313"/>
            <a:ext cx="4472612" cy="0"/>
          </a:xfrm>
          <a:prstGeom prst="straightConnector1">
            <a:avLst/>
          </a:prstGeom>
          <a:ln w="19050">
            <a:solidFill>
              <a:schemeClr val="tx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6A9A6D87-FA1D-059D-9486-D3FE2AFE4A0D}"/>
              </a:ext>
            </a:extLst>
          </p:cNvPr>
          <p:cNvCxnSpPr>
            <a:cxnSpLocks/>
          </p:cNvCxnSpPr>
          <p:nvPr/>
        </p:nvCxnSpPr>
        <p:spPr>
          <a:xfrm flipH="1">
            <a:off x="3419058" y="3429000"/>
            <a:ext cx="4472612" cy="0"/>
          </a:xfrm>
          <a:prstGeom prst="straightConnector1">
            <a:avLst/>
          </a:prstGeom>
          <a:ln w="19050">
            <a:solidFill>
              <a:schemeClr val="tx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D235E0B5-0E55-7EDA-9BC5-5C38851983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1098" y="2630899"/>
            <a:ext cx="1561193" cy="1561193"/>
          </a:xfrm>
          <a:prstGeom prst="rect">
            <a:avLst/>
          </a:prstGeom>
        </p:spPr>
      </p:pic>
      <p:grpSp>
        <p:nvGrpSpPr>
          <p:cNvPr id="16" name="组合 15">
            <a:extLst>
              <a:ext uri="{FF2B5EF4-FFF2-40B4-BE49-F238E27FC236}">
                <a16:creationId xmlns:a16="http://schemas.microsoft.com/office/drawing/2014/main" id="{0203A7CA-79C1-B021-3F53-F50D0B6FBD65}"/>
              </a:ext>
            </a:extLst>
          </p:cNvPr>
          <p:cNvGrpSpPr/>
          <p:nvPr/>
        </p:nvGrpSpPr>
        <p:grpSpPr>
          <a:xfrm>
            <a:off x="8291539" y="2465366"/>
            <a:ext cx="1977822" cy="1687880"/>
            <a:chOff x="7628933" y="2544462"/>
            <a:chExt cx="1977822" cy="1687880"/>
          </a:xfrm>
        </p:grpSpPr>
        <p:pic>
          <p:nvPicPr>
            <p:cNvPr id="14" name="图片 13">
              <a:extLst>
                <a:ext uri="{FF2B5EF4-FFF2-40B4-BE49-F238E27FC236}">
                  <a16:creationId xmlns:a16="http://schemas.microsoft.com/office/drawing/2014/main" id="{E2735792-8DE4-AE07-3511-933F4CEE3A9F}"/>
                </a:ext>
              </a:extLst>
            </p:cNvPr>
            <p:cNvPicPr>
              <a:picLocks noChangeAspect="1"/>
            </p:cNvPicPr>
            <p:nvPr/>
          </p:nvPicPr>
          <p:blipFill>
            <a:blip r:embed="rId4"/>
            <a:stretch>
              <a:fillRect/>
            </a:stretch>
          </p:blipFill>
          <p:spPr>
            <a:xfrm>
              <a:off x="7628933" y="2544462"/>
              <a:ext cx="1977822" cy="1318548"/>
            </a:xfrm>
            <a:prstGeom prst="rect">
              <a:avLst/>
            </a:prstGeom>
          </p:spPr>
        </p:pic>
        <p:sp>
          <p:nvSpPr>
            <p:cNvPr id="15" name="文本框 14">
              <a:extLst>
                <a:ext uri="{FF2B5EF4-FFF2-40B4-BE49-F238E27FC236}">
                  <a16:creationId xmlns:a16="http://schemas.microsoft.com/office/drawing/2014/main" id="{91ACD095-3F0E-7DE3-EF89-7C369CD1621C}"/>
                </a:ext>
              </a:extLst>
            </p:cNvPr>
            <p:cNvSpPr txBox="1"/>
            <p:nvPr/>
          </p:nvSpPr>
          <p:spPr>
            <a:xfrm>
              <a:off x="7938532" y="3863010"/>
              <a:ext cx="1358623" cy="369332"/>
            </a:xfrm>
            <a:prstGeom prst="rect">
              <a:avLst/>
            </a:prstGeom>
            <a:noFill/>
          </p:spPr>
          <p:txBody>
            <a:bodyPr wrap="square" rtlCol="0">
              <a:spAutoFit/>
            </a:bodyPr>
            <a:lstStyle/>
            <a:p>
              <a:r>
                <a:rPr lang="en-US" altLang="zh-CN" b="1">
                  <a:solidFill>
                    <a:srgbClr val="4970FD"/>
                  </a:solidFill>
                </a:rPr>
                <a:t>DeepSeek</a:t>
              </a:r>
              <a:endParaRPr lang="zh-CN" altLang="en-US" b="1">
                <a:solidFill>
                  <a:srgbClr val="4970FD"/>
                </a:solidFill>
              </a:endParaRPr>
            </a:p>
          </p:txBody>
        </p:sp>
      </p:grpSp>
      <p:sp>
        <p:nvSpPr>
          <p:cNvPr id="17" name="文本框 16">
            <a:extLst>
              <a:ext uri="{FF2B5EF4-FFF2-40B4-BE49-F238E27FC236}">
                <a16:creationId xmlns:a16="http://schemas.microsoft.com/office/drawing/2014/main" id="{ED8826D0-AEFB-C5F6-5F1B-0B2A4236324A}"/>
              </a:ext>
            </a:extLst>
          </p:cNvPr>
          <p:cNvSpPr txBox="1"/>
          <p:nvPr/>
        </p:nvSpPr>
        <p:spPr>
          <a:xfrm>
            <a:off x="8803395" y="4336004"/>
            <a:ext cx="954107" cy="400110"/>
          </a:xfrm>
          <a:prstGeom prst="rect">
            <a:avLst/>
          </a:prstGeom>
          <a:noFill/>
        </p:spPr>
        <p:txBody>
          <a:bodyPr wrap="none" rtlCol="0">
            <a:spAutoFit/>
          </a:bodyPr>
          <a:lstStyle/>
          <a:p>
            <a:r>
              <a:rPr lang="zh-CN" altLang="en-US" sz="2000">
                <a:solidFill>
                  <a:srgbClr val="C00000"/>
                </a:solidFill>
                <a:latin typeface="荆南波波黑" panose="02000800000000000000" pitchFamily="2" charset="-122"/>
                <a:ea typeface="荆南波波黑" panose="02000800000000000000" pitchFamily="2" charset="-122"/>
              </a:rPr>
              <a:t>服务端</a:t>
            </a:r>
          </a:p>
        </p:txBody>
      </p:sp>
      <p:sp>
        <p:nvSpPr>
          <p:cNvPr id="18" name="文本框 17">
            <a:extLst>
              <a:ext uri="{FF2B5EF4-FFF2-40B4-BE49-F238E27FC236}">
                <a16:creationId xmlns:a16="http://schemas.microsoft.com/office/drawing/2014/main" id="{96E6BA54-88EE-ABB5-4938-814E0EB0A03A}"/>
              </a:ext>
            </a:extLst>
          </p:cNvPr>
          <p:cNvSpPr txBox="1"/>
          <p:nvPr/>
        </p:nvSpPr>
        <p:spPr>
          <a:xfrm>
            <a:off x="1644640" y="4320208"/>
            <a:ext cx="954107" cy="400110"/>
          </a:xfrm>
          <a:prstGeom prst="rect">
            <a:avLst/>
          </a:prstGeom>
          <a:noFill/>
        </p:spPr>
        <p:txBody>
          <a:bodyPr wrap="none" rtlCol="0">
            <a:spAutoFit/>
          </a:bodyPr>
          <a:lstStyle/>
          <a:p>
            <a:r>
              <a:rPr lang="zh-CN" altLang="en-US" sz="2000">
                <a:solidFill>
                  <a:srgbClr val="C00000"/>
                </a:solidFill>
                <a:latin typeface="荆南波波黑" panose="02000800000000000000" pitchFamily="2" charset="-122"/>
                <a:ea typeface="荆南波波黑" panose="02000800000000000000" pitchFamily="2" charset="-122"/>
              </a:rPr>
              <a:t>客户端</a:t>
            </a:r>
          </a:p>
        </p:txBody>
      </p:sp>
      <p:sp>
        <p:nvSpPr>
          <p:cNvPr id="21" name="文本框 20">
            <a:extLst>
              <a:ext uri="{FF2B5EF4-FFF2-40B4-BE49-F238E27FC236}">
                <a16:creationId xmlns:a16="http://schemas.microsoft.com/office/drawing/2014/main" id="{42654621-FBAF-A157-9EA4-A0E0C17D8EA0}"/>
              </a:ext>
            </a:extLst>
          </p:cNvPr>
          <p:cNvSpPr txBox="1"/>
          <p:nvPr/>
        </p:nvSpPr>
        <p:spPr>
          <a:xfrm>
            <a:off x="5332198" y="3051313"/>
            <a:ext cx="646331" cy="369332"/>
          </a:xfrm>
          <a:prstGeom prst="rect">
            <a:avLst/>
          </a:prstGeom>
          <a:noFill/>
        </p:spPr>
        <p:txBody>
          <a:bodyPr wrap="none" rtlCol="0">
            <a:spAutoFit/>
          </a:bodyPr>
          <a:lstStyle/>
          <a:p>
            <a:r>
              <a:rPr lang="zh-CN" altLang="en-US">
                <a:solidFill>
                  <a:srgbClr val="C00000"/>
                </a:solidFill>
                <a:latin typeface="荆南波波黑" panose="02000800000000000000" pitchFamily="2" charset="-122"/>
                <a:ea typeface="荆南波波黑" panose="02000800000000000000" pitchFamily="2" charset="-122"/>
              </a:rPr>
              <a:t>网络</a:t>
            </a:r>
          </a:p>
        </p:txBody>
      </p:sp>
    </p:spTree>
    <p:extLst>
      <p:ext uri="{BB962C8B-B14F-4D97-AF65-F5344CB8AC3E}">
        <p14:creationId xmlns:p14="http://schemas.microsoft.com/office/powerpoint/2010/main" val="344953704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decel="5000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p:cTn id="16" dur="200" fill="hold"/>
                                        <p:tgtEl>
                                          <p:spTgt spid="17"/>
                                        </p:tgtEl>
                                        <p:attrNameLst>
                                          <p:attrName>ppt_w</p:attrName>
                                        </p:attrNameLst>
                                      </p:cBhvr>
                                      <p:tavLst>
                                        <p:tav tm="0">
                                          <p:val>
                                            <p:strVal val="0"/>
                                          </p:val>
                                        </p:tav>
                                        <p:tav tm="100000">
                                          <p:val>
                                            <p:strVal val="#ppt_w"/>
                                          </p:val>
                                        </p:tav>
                                      </p:tavLst>
                                    </p:anim>
                                    <p:anim calcmode="lin" valueType="num">
                                      <p:cBhvr>
                                        <p:cTn id="17" dur="200" fill="hold"/>
                                        <p:tgtEl>
                                          <p:spTgt spid="17"/>
                                        </p:tgtEl>
                                        <p:attrNameLst>
                                          <p:attrName>ppt_h</p:attrName>
                                        </p:attrNameLst>
                                      </p:cBhvr>
                                      <p:tavLst>
                                        <p:tav tm="0">
                                          <p:val>
                                            <p:strVal val="0"/>
                                          </p:val>
                                        </p:tav>
                                        <p:tav tm="100000">
                                          <p:val>
                                            <p:strVal val="#ppt_h"/>
                                          </p:val>
                                        </p:tav>
                                      </p:tavLst>
                                    </p:anim>
                                    <p:animScale>
                                      <p:cBhvr>
                                        <p:cTn id="18" dur="100" autoRev="1" fill="hold">
                                          <p:stCondLst>
                                            <p:cond delay="200"/>
                                          </p:stCondLst>
                                        </p:cTn>
                                        <p:tgtEl>
                                          <p:spTgt spid="17"/>
                                        </p:tgtEl>
                                      </p:cBhvr>
                                      <p:from x="100000" y="100000"/>
                                      <p:to x="110000" y="110000"/>
                                    </p:animScale>
                                    <p:animScale>
                                      <p:cBhvr>
                                        <p:cTn id="19" dur="100" autoRev="1" fill="hold">
                                          <p:stCondLst>
                                            <p:cond delay="400"/>
                                          </p:stCondLst>
                                        </p:cTn>
                                        <p:tgtEl>
                                          <p:spTgt spid="17"/>
                                        </p:tgtEl>
                                      </p:cBhvr>
                                      <p:from x="100000" y="100000"/>
                                      <p:to x="90000" y="90000"/>
                                    </p:animScale>
                                  </p:childTnLst>
                                </p:cTn>
                              </p:par>
                            </p:childTnLst>
                          </p:cTn>
                        </p:par>
                      </p:childTnLst>
                    </p:cTn>
                  </p:par>
                  <p:par>
                    <p:cTn id="20" fill="hold">
                      <p:stCondLst>
                        <p:cond delay="indefinite"/>
                      </p:stCondLst>
                      <p:childTnLst>
                        <p:par>
                          <p:cTn id="21" fill="hold">
                            <p:stCondLst>
                              <p:cond delay="0"/>
                            </p:stCondLst>
                            <p:childTnLst>
                              <p:par>
                                <p:cTn id="22" presetID="53" presetClass="entr" presetSubtype="16" decel="50000"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 calcmode="lin" valueType="num">
                                      <p:cBhvr>
                                        <p:cTn id="24" dur="200" fill="hold"/>
                                        <p:tgtEl>
                                          <p:spTgt spid="18"/>
                                        </p:tgtEl>
                                        <p:attrNameLst>
                                          <p:attrName>ppt_w</p:attrName>
                                        </p:attrNameLst>
                                      </p:cBhvr>
                                      <p:tavLst>
                                        <p:tav tm="0">
                                          <p:val>
                                            <p:strVal val="0"/>
                                          </p:val>
                                        </p:tav>
                                        <p:tav tm="100000">
                                          <p:val>
                                            <p:strVal val="#ppt_w"/>
                                          </p:val>
                                        </p:tav>
                                      </p:tavLst>
                                    </p:anim>
                                    <p:anim calcmode="lin" valueType="num">
                                      <p:cBhvr>
                                        <p:cTn id="25" dur="200" fill="hold"/>
                                        <p:tgtEl>
                                          <p:spTgt spid="18"/>
                                        </p:tgtEl>
                                        <p:attrNameLst>
                                          <p:attrName>ppt_h</p:attrName>
                                        </p:attrNameLst>
                                      </p:cBhvr>
                                      <p:tavLst>
                                        <p:tav tm="0">
                                          <p:val>
                                            <p:strVal val="0"/>
                                          </p:val>
                                        </p:tav>
                                        <p:tav tm="100000">
                                          <p:val>
                                            <p:strVal val="#ppt_h"/>
                                          </p:val>
                                        </p:tav>
                                      </p:tavLst>
                                    </p:anim>
                                    <p:animScale>
                                      <p:cBhvr>
                                        <p:cTn id="26" dur="100" autoRev="1" fill="hold">
                                          <p:stCondLst>
                                            <p:cond delay="200"/>
                                          </p:stCondLst>
                                        </p:cTn>
                                        <p:tgtEl>
                                          <p:spTgt spid="18"/>
                                        </p:tgtEl>
                                      </p:cBhvr>
                                      <p:from x="100000" y="100000"/>
                                      <p:to x="110000" y="110000"/>
                                    </p:animScale>
                                    <p:animScale>
                                      <p:cBhvr>
                                        <p:cTn id="27" dur="100" autoRev="1" fill="hold">
                                          <p:stCondLst>
                                            <p:cond delay="400"/>
                                          </p:stCondLst>
                                        </p:cTn>
                                        <p:tgtEl>
                                          <p:spTgt spid="18"/>
                                        </p:tgtEl>
                                      </p:cBhvr>
                                      <p:from x="100000" y="100000"/>
                                      <p:to x="90000" y="90000"/>
                                    </p:animScale>
                                  </p:childTnLst>
                                </p:cTn>
                              </p:par>
                            </p:childTnLst>
                          </p:cTn>
                        </p:par>
                      </p:childTnLst>
                    </p:cTn>
                  </p:par>
                  <p:par>
                    <p:cTn id="28" fill="hold">
                      <p:stCondLst>
                        <p:cond delay="indefinite"/>
                      </p:stCondLst>
                      <p:childTnLst>
                        <p:par>
                          <p:cTn id="29" fill="hold">
                            <p:stCondLst>
                              <p:cond delay="0"/>
                            </p:stCondLst>
                            <p:childTnLst>
                              <p:par>
                                <p:cTn id="30" presetID="23" presetClass="entr" presetSubtype="32"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p:cTn id="32" dur="500" fill="hold"/>
                                        <p:tgtEl>
                                          <p:spTgt spid="21"/>
                                        </p:tgtEl>
                                        <p:attrNameLst>
                                          <p:attrName>ppt_w</p:attrName>
                                        </p:attrNameLst>
                                      </p:cBhvr>
                                      <p:tavLst>
                                        <p:tav tm="0">
                                          <p:val>
                                            <p:strVal val="4*#ppt_w"/>
                                          </p:val>
                                        </p:tav>
                                        <p:tav tm="100000">
                                          <p:val>
                                            <p:strVal val="#ppt_w"/>
                                          </p:val>
                                        </p:tav>
                                      </p:tavLst>
                                    </p:anim>
                                    <p:anim calcmode="lin" valueType="num">
                                      <p:cBhvr>
                                        <p:cTn id="33" dur="500" fill="hold"/>
                                        <p:tgtEl>
                                          <p:spTgt spid="21"/>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2E8D0-1693-D721-677B-CADC3B28A7DF}"/>
            </a:ext>
          </a:extLst>
        </p:cNvPr>
        <p:cNvGrpSpPr/>
        <p:nvPr/>
      </p:nvGrpSpPr>
      <p:grpSpPr>
        <a:xfrm>
          <a:off x="0" y="0"/>
          <a:ext cx="0" cy="0"/>
          <a:chOff x="0" y="0"/>
          <a:chExt cx="0" cy="0"/>
        </a:xfrm>
      </p:grpSpPr>
      <p:sp>
        <p:nvSpPr>
          <p:cNvPr id="4" name="!!文本框 9">
            <a:extLst>
              <a:ext uri="{FF2B5EF4-FFF2-40B4-BE49-F238E27FC236}">
                <a16:creationId xmlns:a16="http://schemas.microsoft.com/office/drawing/2014/main" id="{6400F0D7-E183-DEF0-0BC3-22EBEBC2A5EC}"/>
              </a:ext>
            </a:extLst>
          </p:cNvPr>
          <p:cNvSpPr>
            <a:spLocks noGrp="1"/>
          </p:cNvSpPr>
          <p:nvPr>
            <p:ph type="body" sz="quarter" idx="11"/>
          </p:nvPr>
        </p:nvSpPr>
        <p:spPr/>
        <p:txBody>
          <a:bodyPr/>
          <a:lstStyle/>
          <a:p>
            <a:r>
              <a:rPr lang="en-US" altLang="zh-CN"/>
              <a:t>AI</a:t>
            </a:r>
            <a:r>
              <a:rPr lang="zh-CN" altLang="en-US"/>
              <a:t>应用</a:t>
            </a:r>
            <a:r>
              <a:rPr lang="en-US" altLang="zh-CN"/>
              <a:t>-</a:t>
            </a:r>
            <a:r>
              <a:rPr lang="zh-CN" altLang="en-US"/>
              <a:t>基础</a:t>
            </a:r>
          </a:p>
        </p:txBody>
      </p:sp>
      <p:sp>
        <p:nvSpPr>
          <p:cNvPr id="3" name="文本占位符 2">
            <a:extLst>
              <a:ext uri="{FF2B5EF4-FFF2-40B4-BE49-F238E27FC236}">
                <a16:creationId xmlns:a16="http://schemas.microsoft.com/office/drawing/2014/main" id="{B4FAB9C8-CAE5-C695-8CBB-7791D91778F1}"/>
              </a:ext>
            </a:extLst>
          </p:cNvPr>
          <p:cNvSpPr>
            <a:spLocks noGrp="1"/>
          </p:cNvSpPr>
          <p:nvPr>
            <p:ph type="body" sz="quarter" idx="10"/>
          </p:nvPr>
        </p:nvSpPr>
        <p:spPr>
          <a:xfrm>
            <a:off x="6351439" y="2924827"/>
            <a:ext cx="3692525" cy="3853660"/>
          </a:xfrm>
        </p:spPr>
        <p:txBody>
          <a:bodyPr/>
          <a:lstStyle/>
          <a:p>
            <a:r>
              <a:rPr lang="zh-CN" altLang="en-US">
                <a:solidFill>
                  <a:schemeClr val="tx1">
                    <a:lumMod val="75000"/>
                  </a:schemeClr>
                </a:solidFill>
              </a:rPr>
              <a:t>大模型部署</a:t>
            </a:r>
            <a:endParaRPr lang="en-US" altLang="zh-CN">
              <a:solidFill>
                <a:schemeClr val="tx1">
                  <a:lumMod val="75000"/>
                </a:schemeClr>
              </a:solidFill>
            </a:endParaRPr>
          </a:p>
          <a:p>
            <a:r>
              <a:rPr lang="zh-CN" altLang="en-US">
                <a:solidFill>
                  <a:srgbClr val="C00000"/>
                </a:solidFill>
              </a:rPr>
              <a:t>大模型调用</a:t>
            </a:r>
            <a:endParaRPr lang="en-US" altLang="zh-CN">
              <a:solidFill>
                <a:srgbClr val="C00000"/>
              </a:solidFill>
            </a:endParaRPr>
          </a:p>
          <a:p>
            <a:pPr lvl="1">
              <a:lnSpc>
                <a:spcPct val="150000"/>
              </a:lnSpc>
              <a:spcBef>
                <a:spcPts val="600"/>
              </a:spcBef>
            </a:pPr>
            <a:r>
              <a:rPr lang="zh-CN" altLang="en-US" sz="1600"/>
              <a:t>网络基础知识</a:t>
            </a:r>
            <a:endParaRPr lang="en-US" altLang="zh-CN" sz="1600"/>
          </a:p>
          <a:p>
            <a:pPr lvl="1">
              <a:lnSpc>
                <a:spcPct val="150000"/>
              </a:lnSpc>
              <a:spcBef>
                <a:spcPts val="600"/>
              </a:spcBef>
            </a:pPr>
            <a:r>
              <a:rPr lang="en-US" altLang="zh-CN" sz="1600">
                <a:solidFill>
                  <a:schemeClr val="tx1">
                    <a:lumMod val="75000"/>
                  </a:schemeClr>
                </a:solidFill>
              </a:rPr>
              <a:t>Apifox</a:t>
            </a:r>
            <a:r>
              <a:rPr lang="zh-CN" altLang="en-US" sz="1600">
                <a:solidFill>
                  <a:schemeClr val="tx1">
                    <a:lumMod val="75000"/>
                  </a:schemeClr>
                </a:solidFill>
              </a:rPr>
              <a:t>测试</a:t>
            </a:r>
            <a:endParaRPr lang="en-US" altLang="zh-CN" sz="1600">
              <a:solidFill>
                <a:schemeClr val="tx1">
                  <a:lumMod val="75000"/>
                </a:schemeClr>
              </a:solidFill>
            </a:endParaRPr>
          </a:p>
          <a:p>
            <a:pPr lvl="1">
              <a:lnSpc>
                <a:spcPct val="150000"/>
              </a:lnSpc>
              <a:spcBef>
                <a:spcPts val="600"/>
              </a:spcBef>
            </a:pPr>
            <a:r>
              <a:rPr lang="zh-CN" altLang="en-US" sz="1600">
                <a:solidFill>
                  <a:schemeClr val="tx1">
                    <a:lumMod val="75000"/>
                  </a:schemeClr>
                </a:solidFill>
              </a:rPr>
              <a:t>代码调用测试</a:t>
            </a:r>
            <a:endParaRPr lang="en-US" altLang="zh-CN" sz="1600">
              <a:solidFill>
                <a:schemeClr val="tx1">
                  <a:lumMod val="75000"/>
                </a:schemeClr>
              </a:solidFill>
            </a:endParaRPr>
          </a:p>
          <a:p>
            <a:r>
              <a:rPr lang="zh-CN" altLang="en-US"/>
              <a:t>提示词工程</a:t>
            </a:r>
          </a:p>
        </p:txBody>
      </p:sp>
      <p:sp>
        <p:nvSpPr>
          <p:cNvPr id="5" name="文本占位符 4">
            <a:extLst>
              <a:ext uri="{FF2B5EF4-FFF2-40B4-BE49-F238E27FC236}">
                <a16:creationId xmlns:a16="http://schemas.microsoft.com/office/drawing/2014/main" id="{34992E0C-ABF0-8529-76FD-35210490BD0E}"/>
              </a:ext>
            </a:extLst>
          </p:cNvPr>
          <p:cNvSpPr>
            <a:spLocks noGrp="1"/>
          </p:cNvSpPr>
          <p:nvPr>
            <p:ph type="body" sz="quarter" idx="14"/>
          </p:nvPr>
        </p:nvSpPr>
        <p:spPr/>
        <p:txBody>
          <a:bodyPr/>
          <a:lstStyle/>
          <a:p>
            <a:r>
              <a:rPr lang="en-US" altLang="zh-CN"/>
              <a:t>1</a:t>
            </a:r>
            <a:endParaRPr lang="zh-CN" altLang="en-US"/>
          </a:p>
        </p:txBody>
      </p:sp>
    </p:spTree>
    <p:extLst>
      <p:ext uri="{BB962C8B-B14F-4D97-AF65-F5344CB8AC3E}">
        <p14:creationId xmlns:p14="http://schemas.microsoft.com/office/powerpoint/2010/main" val="2627387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50" fill="hold"/>
                                        <p:tgtEl>
                                          <p:spTgt spid="3">
                                            <p:txEl>
                                              <p:pRg st="2" end="2"/>
                                            </p:txEl>
                                          </p:spTgt>
                                        </p:tgtEl>
                                        <p:attrNameLst>
                                          <p:attrName>style.color</p:attrName>
                                        </p:attrNameLst>
                                      </p:cBhvr>
                                      <p:to>
                                        <a:srgbClr val="C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82221-643D-6118-9772-177520878434}"/>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F2A80D6D-4D8E-A013-9FF5-7A457BBE7CB2}"/>
              </a:ext>
            </a:extLst>
          </p:cNvPr>
          <p:cNvSpPr>
            <a:spLocks noGrp="1"/>
          </p:cNvSpPr>
          <p:nvPr>
            <p:ph idx="1"/>
          </p:nvPr>
        </p:nvSpPr>
        <p:spPr>
          <a:xfrm>
            <a:off x="576197" y="956242"/>
            <a:ext cx="11350760" cy="474416"/>
          </a:xfrm>
        </p:spPr>
        <p:txBody>
          <a:bodyPr/>
          <a:lstStyle/>
          <a:p>
            <a:pPr marL="285750" indent="-285750">
              <a:buFont typeface="Wingdings" panose="05000000000000000000" pitchFamily="2" charset="2"/>
              <a:buChar char="l"/>
            </a:pPr>
            <a:r>
              <a:rPr lang="zh-CN" altLang="en-US"/>
              <a:t>网络，也就是我们通常所说的互联网（</a:t>
            </a:r>
            <a:r>
              <a:rPr lang="en-US" altLang="zh-CN"/>
              <a:t>Internet</a:t>
            </a:r>
            <a:r>
              <a:rPr lang="zh-CN" altLang="en-US"/>
              <a:t>），就是由无数个计算机网络设备连接起来形成的全球性的网络基础设施。</a:t>
            </a:r>
          </a:p>
        </p:txBody>
      </p:sp>
      <p:sp>
        <p:nvSpPr>
          <p:cNvPr id="5" name="!!标题 4">
            <a:extLst>
              <a:ext uri="{FF2B5EF4-FFF2-40B4-BE49-F238E27FC236}">
                <a16:creationId xmlns:a16="http://schemas.microsoft.com/office/drawing/2014/main" id="{172BDA39-DC8A-A3D1-A2C3-BF401668D064}"/>
              </a:ext>
            </a:extLst>
          </p:cNvPr>
          <p:cNvSpPr>
            <a:spLocks noGrp="1"/>
          </p:cNvSpPr>
          <p:nvPr>
            <p:ph type="title"/>
          </p:nvPr>
        </p:nvSpPr>
        <p:spPr/>
        <p:txBody>
          <a:bodyPr/>
          <a:lstStyle/>
          <a:p>
            <a:r>
              <a:rPr lang="zh-CN" altLang="en-US"/>
              <a:t>网络基础知识</a:t>
            </a:r>
          </a:p>
        </p:txBody>
      </p:sp>
      <p:pic>
        <p:nvPicPr>
          <p:cNvPr id="4" name="图片 3">
            <a:extLst>
              <a:ext uri="{FF2B5EF4-FFF2-40B4-BE49-F238E27FC236}">
                <a16:creationId xmlns:a16="http://schemas.microsoft.com/office/drawing/2014/main" id="{DCDBECBC-0D51-1A97-2784-DFB6E749C3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3651" y="2070652"/>
            <a:ext cx="4777410" cy="4557074"/>
          </a:xfrm>
          <a:prstGeom prst="flowChartConnector">
            <a:avLst/>
          </a:prstGeom>
        </p:spPr>
      </p:pic>
    </p:spTree>
    <p:extLst>
      <p:ext uri="{BB962C8B-B14F-4D97-AF65-F5344CB8AC3E}">
        <p14:creationId xmlns:p14="http://schemas.microsoft.com/office/powerpoint/2010/main" val="2466942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6EEFE-4FAF-A53C-9557-FFFB38ED9873}"/>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EB62148C-FC21-D6F1-64B2-5D723531C008}"/>
              </a:ext>
            </a:extLst>
          </p:cNvPr>
          <p:cNvSpPr>
            <a:spLocks noGrp="1"/>
          </p:cNvSpPr>
          <p:nvPr>
            <p:ph idx="1"/>
          </p:nvPr>
        </p:nvSpPr>
        <p:spPr>
          <a:xfrm>
            <a:off x="576197" y="956241"/>
            <a:ext cx="11350760" cy="806357"/>
          </a:xfrm>
        </p:spPr>
        <p:txBody>
          <a:bodyPr/>
          <a:lstStyle/>
          <a:p>
            <a:pPr marL="285750" indent="-285750">
              <a:buFont typeface="Wingdings" panose="05000000000000000000" pitchFamily="2" charset="2"/>
              <a:buChar char="l"/>
            </a:pPr>
            <a:r>
              <a:rPr lang="en-US" altLang="zh-CN"/>
              <a:t>IP</a:t>
            </a:r>
            <a:r>
              <a:rPr lang="zh-CN" altLang="en-US"/>
              <a:t>地址可以理解为就是设备在互联网中的地址</a:t>
            </a:r>
            <a:r>
              <a:rPr lang="en-US" altLang="zh-CN"/>
              <a:t>(</a:t>
            </a:r>
            <a:r>
              <a:rPr lang="zh-CN" altLang="en-US"/>
              <a:t>唯一身份证</a:t>
            </a:r>
            <a:r>
              <a:rPr lang="en-US" altLang="zh-CN"/>
              <a:t>)</a:t>
            </a:r>
            <a:r>
              <a:rPr lang="zh-CN" altLang="en-US"/>
              <a:t>，每一个连入网络的设备都有一个自己的</a:t>
            </a:r>
            <a:r>
              <a:rPr lang="en-US" altLang="zh-CN"/>
              <a:t>IP</a:t>
            </a:r>
            <a:r>
              <a:rPr lang="zh-CN" altLang="en-US"/>
              <a:t>地址，用来定位设备在互联网中的位置。</a:t>
            </a:r>
          </a:p>
        </p:txBody>
      </p:sp>
      <p:sp>
        <p:nvSpPr>
          <p:cNvPr id="5" name="!!标题 4">
            <a:extLst>
              <a:ext uri="{FF2B5EF4-FFF2-40B4-BE49-F238E27FC236}">
                <a16:creationId xmlns:a16="http://schemas.microsoft.com/office/drawing/2014/main" id="{4B652664-BB0B-D9DD-9063-FD4AB846F072}"/>
              </a:ext>
            </a:extLst>
          </p:cNvPr>
          <p:cNvSpPr>
            <a:spLocks noGrp="1"/>
          </p:cNvSpPr>
          <p:nvPr>
            <p:ph type="title"/>
          </p:nvPr>
        </p:nvSpPr>
        <p:spPr>
          <a:xfrm>
            <a:off x="576197" y="336399"/>
            <a:ext cx="2029500" cy="474415"/>
          </a:xfrm>
        </p:spPr>
        <p:txBody>
          <a:bodyPr/>
          <a:lstStyle/>
          <a:p>
            <a:r>
              <a:rPr lang="zh-CN" altLang="en-US"/>
              <a:t>网络基础知识</a:t>
            </a:r>
          </a:p>
        </p:txBody>
      </p:sp>
      <p:pic>
        <p:nvPicPr>
          <p:cNvPr id="3" name="图片 2">
            <a:extLst>
              <a:ext uri="{FF2B5EF4-FFF2-40B4-BE49-F238E27FC236}">
                <a16:creationId xmlns:a16="http://schemas.microsoft.com/office/drawing/2014/main" id="{1E20B385-2A1F-DBC4-EE00-83E2062EE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3651" y="2070652"/>
            <a:ext cx="4777410" cy="4557074"/>
          </a:xfrm>
          <a:prstGeom prst="flowChartConnector">
            <a:avLst/>
          </a:prstGeom>
        </p:spPr>
      </p:pic>
      <p:sp>
        <p:nvSpPr>
          <p:cNvPr id="2" name="文本框 1">
            <a:extLst>
              <a:ext uri="{FF2B5EF4-FFF2-40B4-BE49-F238E27FC236}">
                <a16:creationId xmlns:a16="http://schemas.microsoft.com/office/drawing/2014/main" id="{B3AD2C82-C3D0-92DA-E3C1-0828F66C869E}"/>
              </a:ext>
            </a:extLst>
          </p:cNvPr>
          <p:cNvSpPr txBox="1"/>
          <p:nvPr/>
        </p:nvSpPr>
        <p:spPr>
          <a:xfrm>
            <a:off x="7898295" y="3929266"/>
            <a:ext cx="1366080" cy="307777"/>
          </a:xfrm>
          <a:prstGeom prst="rect">
            <a:avLst/>
          </a:prstGeom>
          <a:noFill/>
        </p:spPr>
        <p:txBody>
          <a:bodyPr wrap="none" rtlCol="0">
            <a:spAutoFit/>
          </a:bodyPr>
          <a:lstStyle/>
          <a:p>
            <a:r>
              <a:rPr lang="en-US" altLang="zh-CN" sz="1400">
                <a:solidFill>
                  <a:srgbClr val="0042A7"/>
                </a:solidFill>
              </a:rPr>
              <a:t>86.90.124.4</a:t>
            </a:r>
            <a:endParaRPr lang="zh-CN" altLang="en-US" sz="1400">
              <a:solidFill>
                <a:srgbClr val="0042A7"/>
              </a:solidFill>
            </a:endParaRPr>
          </a:p>
        </p:txBody>
      </p:sp>
      <p:sp>
        <p:nvSpPr>
          <p:cNvPr id="4" name="文本框 3">
            <a:extLst>
              <a:ext uri="{FF2B5EF4-FFF2-40B4-BE49-F238E27FC236}">
                <a16:creationId xmlns:a16="http://schemas.microsoft.com/office/drawing/2014/main" id="{69830E41-28A7-24C9-09A8-0DFD95772E96}"/>
              </a:ext>
            </a:extLst>
          </p:cNvPr>
          <p:cNvSpPr txBox="1"/>
          <p:nvPr/>
        </p:nvSpPr>
        <p:spPr>
          <a:xfrm>
            <a:off x="6716362" y="6105674"/>
            <a:ext cx="1473480" cy="307777"/>
          </a:xfrm>
          <a:prstGeom prst="rect">
            <a:avLst/>
          </a:prstGeom>
          <a:noFill/>
        </p:spPr>
        <p:txBody>
          <a:bodyPr wrap="none" rtlCol="0">
            <a:spAutoFit/>
          </a:bodyPr>
          <a:lstStyle/>
          <a:p>
            <a:r>
              <a:rPr lang="en-US" altLang="zh-CN" sz="1400">
                <a:solidFill>
                  <a:srgbClr val="0042A7"/>
                </a:solidFill>
              </a:rPr>
              <a:t>56.20.127.32</a:t>
            </a:r>
            <a:endParaRPr lang="zh-CN" altLang="en-US" sz="1400">
              <a:solidFill>
                <a:srgbClr val="0042A7"/>
              </a:solidFill>
            </a:endParaRPr>
          </a:p>
        </p:txBody>
      </p:sp>
      <p:sp>
        <p:nvSpPr>
          <p:cNvPr id="7" name="文本框 6">
            <a:extLst>
              <a:ext uri="{FF2B5EF4-FFF2-40B4-BE49-F238E27FC236}">
                <a16:creationId xmlns:a16="http://schemas.microsoft.com/office/drawing/2014/main" id="{B9D66634-98FA-1A27-CFE4-92711A962405}"/>
              </a:ext>
            </a:extLst>
          </p:cNvPr>
          <p:cNvSpPr txBox="1"/>
          <p:nvPr/>
        </p:nvSpPr>
        <p:spPr>
          <a:xfrm>
            <a:off x="2710071" y="5784645"/>
            <a:ext cx="1473480" cy="307777"/>
          </a:xfrm>
          <a:prstGeom prst="rect">
            <a:avLst/>
          </a:prstGeom>
          <a:noFill/>
        </p:spPr>
        <p:txBody>
          <a:bodyPr wrap="none" rtlCol="0">
            <a:spAutoFit/>
          </a:bodyPr>
          <a:lstStyle/>
          <a:p>
            <a:r>
              <a:rPr lang="en-US" altLang="zh-CN" sz="1400">
                <a:solidFill>
                  <a:srgbClr val="0042A7"/>
                </a:solidFill>
              </a:rPr>
              <a:t>16.55.45.132</a:t>
            </a:r>
            <a:endParaRPr lang="zh-CN" altLang="en-US" sz="1400">
              <a:solidFill>
                <a:srgbClr val="0042A7"/>
              </a:solidFill>
            </a:endParaRPr>
          </a:p>
        </p:txBody>
      </p:sp>
      <p:sp>
        <p:nvSpPr>
          <p:cNvPr id="8" name="文本框 7">
            <a:extLst>
              <a:ext uri="{FF2B5EF4-FFF2-40B4-BE49-F238E27FC236}">
                <a16:creationId xmlns:a16="http://schemas.microsoft.com/office/drawing/2014/main" id="{A11EFA45-FF00-2224-0BA2-1D7D688FE32F}"/>
              </a:ext>
            </a:extLst>
          </p:cNvPr>
          <p:cNvSpPr txBox="1"/>
          <p:nvPr/>
        </p:nvSpPr>
        <p:spPr>
          <a:xfrm>
            <a:off x="1768061" y="4433033"/>
            <a:ext cx="1580882" cy="307777"/>
          </a:xfrm>
          <a:prstGeom prst="rect">
            <a:avLst/>
          </a:prstGeom>
          <a:noFill/>
        </p:spPr>
        <p:txBody>
          <a:bodyPr wrap="none" rtlCol="0">
            <a:spAutoFit/>
          </a:bodyPr>
          <a:lstStyle/>
          <a:p>
            <a:r>
              <a:rPr lang="en-US" altLang="zh-CN" sz="1400">
                <a:solidFill>
                  <a:srgbClr val="0042A7"/>
                </a:solidFill>
              </a:rPr>
              <a:t>12.212.66.129</a:t>
            </a:r>
            <a:endParaRPr lang="zh-CN" altLang="en-US" sz="1400">
              <a:solidFill>
                <a:srgbClr val="0042A7"/>
              </a:solidFill>
            </a:endParaRPr>
          </a:p>
        </p:txBody>
      </p:sp>
      <p:sp>
        <p:nvSpPr>
          <p:cNvPr id="9" name="文本框 8">
            <a:extLst>
              <a:ext uri="{FF2B5EF4-FFF2-40B4-BE49-F238E27FC236}">
                <a16:creationId xmlns:a16="http://schemas.microsoft.com/office/drawing/2014/main" id="{7C4E7520-07E5-E983-89DB-6BE07D6045A9}"/>
              </a:ext>
            </a:extLst>
          </p:cNvPr>
          <p:cNvSpPr txBox="1"/>
          <p:nvPr/>
        </p:nvSpPr>
        <p:spPr>
          <a:xfrm>
            <a:off x="1834321" y="3507809"/>
            <a:ext cx="1473480" cy="307777"/>
          </a:xfrm>
          <a:prstGeom prst="rect">
            <a:avLst/>
          </a:prstGeom>
          <a:noFill/>
        </p:spPr>
        <p:txBody>
          <a:bodyPr wrap="none" rtlCol="0">
            <a:spAutoFit/>
          </a:bodyPr>
          <a:lstStyle/>
          <a:p>
            <a:r>
              <a:rPr lang="en-US" altLang="zh-CN" sz="1400">
                <a:solidFill>
                  <a:srgbClr val="0042A7"/>
                </a:solidFill>
              </a:rPr>
              <a:t>75.66.149.12</a:t>
            </a:r>
            <a:endParaRPr lang="zh-CN" altLang="en-US" sz="1400">
              <a:solidFill>
                <a:srgbClr val="0042A7"/>
              </a:solidFill>
            </a:endParaRPr>
          </a:p>
        </p:txBody>
      </p:sp>
      <p:sp>
        <p:nvSpPr>
          <p:cNvPr id="10" name="文本框 9">
            <a:extLst>
              <a:ext uri="{FF2B5EF4-FFF2-40B4-BE49-F238E27FC236}">
                <a16:creationId xmlns:a16="http://schemas.microsoft.com/office/drawing/2014/main" id="{3A6B51F9-DDC5-B68B-588B-BD2BDA12D622}"/>
              </a:ext>
            </a:extLst>
          </p:cNvPr>
          <p:cNvSpPr txBox="1"/>
          <p:nvPr/>
        </p:nvSpPr>
        <p:spPr>
          <a:xfrm>
            <a:off x="3027018" y="2141428"/>
            <a:ext cx="1580882" cy="307777"/>
          </a:xfrm>
          <a:prstGeom prst="rect">
            <a:avLst/>
          </a:prstGeom>
          <a:noFill/>
        </p:spPr>
        <p:txBody>
          <a:bodyPr wrap="none" rtlCol="0">
            <a:spAutoFit/>
          </a:bodyPr>
          <a:lstStyle/>
          <a:p>
            <a:r>
              <a:rPr lang="en-US" altLang="zh-CN" sz="1400">
                <a:solidFill>
                  <a:srgbClr val="0042A7"/>
                </a:solidFill>
              </a:rPr>
              <a:t>132.12.86.125</a:t>
            </a:r>
            <a:endParaRPr lang="zh-CN" altLang="en-US" sz="1400">
              <a:solidFill>
                <a:srgbClr val="0042A7"/>
              </a:solidFill>
            </a:endParaRPr>
          </a:p>
        </p:txBody>
      </p:sp>
      <p:sp>
        <p:nvSpPr>
          <p:cNvPr id="11" name="文本框 10">
            <a:extLst>
              <a:ext uri="{FF2B5EF4-FFF2-40B4-BE49-F238E27FC236}">
                <a16:creationId xmlns:a16="http://schemas.microsoft.com/office/drawing/2014/main" id="{E6A66FE1-2262-1D13-FFD1-810D6CBF2F79}"/>
              </a:ext>
            </a:extLst>
          </p:cNvPr>
          <p:cNvSpPr txBox="1"/>
          <p:nvPr/>
        </p:nvSpPr>
        <p:spPr>
          <a:xfrm>
            <a:off x="7194415" y="2642456"/>
            <a:ext cx="1473480" cy="307777"/>
          </a:xfrm>
          <a:prstGeom prst="rect">
            <a:avLst/>
          </a:prstGeom>
          <a:noFill/>
        </p:spPr>
        <p:txBody>
          <a:bodyPr wrap="none" rtlCol="0">
            <a:spAutoFit/>
          </a:bodyPr>
          <a:lstStyle/>
          <a:p>
            <a:r>
              <a:rPr lang="en-US" altLang="zh-CN" sz="1400">
                <a:solidFill>
                  <a:srgbClr val="0042A7"/>
                </a:solidFill>
              </a:rPr>
              <a:t>92.51.124.65</a:t>
            </a:r>
            <a:endParaRPr lang="zh-CN" altLang="en-US" sz="1400">
              <a:solidFill>
                <a:srgbClr val="0042A7"/>
              </a:solidFill>
            </a:endParaRPr>
          </a:p>
        </p:txBody>
      </p:sp>
      <p:sp>
        <p:nvSpPr>
          <p:cNvPr id="12" name="标题 4">
            <a:extLst>
              <a:ext uri="{FF2B5EF4-FFF2-40B4-BE49-F238E27FC236}">
                <a16:creationId xmlns:a16="http://schemas.microsoft.com/office/drawing/2014/main" id="{1E2D3863-4C38-B38C-1570-C24AB5867B0F}"/>
              </a:ext>
            </a:extLst>
          </p:cNvPr>
          <p:cNvSpPr txBox="1">
            <a:spLocks/>
          </p:cNvSpPr>
          <p:nvPr/>
        </p:nvSpPr>
        <p:spPr>
          <a:xfrm>
            <a:off x="2410492" y="336399"/>
            <a:ext cx="736740" cy="474415"/>
          </a:xfrm>
          <a:prstGeom prst="rect">
            <a:avLst/>
          </a:prstGeom>
        </p:spPr>
        <p:txBody>
          <a:bodyPr/>
          <a:lstStyle>
            <a:lvl1pPr algn="l" defTabSz="914400" rtl="0" eaLnBrk="1" latinLnBrk="0" hangingPunct="1">
              <a:lnSpc>
                <a:spcPct val="100000"/>
              </a:lnSpc>
              <a:spcBef>
                <a:spcPct val="0"/>
              </a:spcBef>
              <a:buNone/>
              <a:defRPr lang="zh-CN" altLang="en-US" sz="2400" b="1" kern="1200">
                <a:solidFill>
                  <a:schemeClr val="accent1"/>
                </a:solidFill>
                <a:latin typeface="+mj-lt"/>
                <a:ea typeface="+mj-ea"/>
                <a:cs typeface="+mj-cs"/>
              </a:defRPr>
            </a:lvl1pPr>
          </a:lstStyle>
          <a:p>
            <a:r>
              <a:rPr lang="en-US" altLang="zh-CN"/>
              <a:t>-IP</a:t>
            </a:r>
            <a:endParaRPr lang="zh-CN" altLang="en-US"/>
          </a:p>
        </p:txBody>
      </p:sp>
    </p:spTree>
    <p:extLst>
      <p:ext uri="{BB962C8B-B14F-4D97-AF65-F5344CB8AC3E}">
        <p14:creationId xmlns:p14="http://schemas.microsoft.com/office/powerpoint/2010/main" val="425932370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p:cTn id="32" dur="500" fill="hold"/>
                                        <p:tgtEl>
                                          <p:spTgt spid="4"/>
                                        </p:tgtEl>
                                        <p:attrNameLst>
                                          <p:attrName>ppt_w</p:attrName>
                                        </p:attrNameLst>
                                      </p:cBhvr>
                                      <p:tavLst>
                                        <p:tav tm="0">
                                          <p:val>
                                            <p:fltVal val="0"/>
                                          </p:val>
                                        </p:tav>
                                        <p:tav tm="100000">
                                          <p:val>
                                            <p:strVal val="#ppt_w"/>
                                          </p:val>
                                        </p:tav>
                                      </p:tavLst>
                                    </p:anim>
                                    <p:anim calcmode="lin" valueType="num">
                                      <p:cBhvr>
                                        <p:cTn id="33" dur="500" fill="hold"/>
                                        <p:tgtEl>
                                          <p:spTgt spid="4"/>
                                        </p:tgtEl>
                                        <p:attrNameLst>
                                          <p:attrName>ppt_h</p:attrName>
                                        </p:attrNameLst>
                                      </p:cBhvr>
                                      <p:tavLst>
                                        <p:tav tm="0">
                                          <p:val>
                                            <p:fltVal val="0"/>
                                          </p:val>
                                        </p:tav>
                                        <p:tav tm="100000">
                                          <p:val>
                                            <p:strVal val="#ppt_h"/>
                                          </p:val>
                                        </p:tav>
                                      </p:tavLst>
                                    </p:anim>
                                    <p:animEffect transition="in" filter="fade">
                                      <p:cBhvr>
                                        <p:cTn id="34" dur="500"/>
                                        <p:tgtEl>
                                          <p:spTgt spid="4"/>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p:cTn id="37" dur="500" fill="hold"/>
                                        <p:tgtEl>
                                          <p:spTgt spid="2"/>
                                        </p:tgtEl>
                                        <p:attrNameLst>
                                          <p:attrName>ppt_w</p:attrName>
                                        </p:attrNameLst>
                                      </p:cBhvr>
                                      <p:tavLst>
                                        <p:tav tm="0">
                                          <p:val>
                                            <p:fltVal val="0"/>
                                          </p:val>
                                        </p:tav>
                                        <p:tav tm="100000">
                                          <p:val>
                                            <p:strVal val="#ppt_w"/>
                                          </p:val>
                                        </p:tav>
                                      </p:tavLst>
                                    </p:anim>
                                    <p:anim calcmode="lin" valueType="num">
                                      <p:cBhvr>
                                        <p:cTn id="38" dur="500" fill="hold"/>
                                        <p:tgtEl>
                                          <p:spTgt spid="2"/>
                                        </p:tgtEl>
                                        <p:attrNameLst>
                                          <p:attrName>ppt_h</p:attrName>
                                        </p:attrNameLst>
                                      </p:cBhvr>
                                      <p:tavLst>
                                        <p:tav tm="0">
                                          <p:val>
                                            <p:fltVal val="0"/>
                                          </p:val>
                                        </p:tav>
                                        <p:tav tm="100000">
                                          <p:val>
                                            <p:strVal val="#ppt_h"/>
                                          </p:val>
                                        </p:tav>
                                      </p:tavLst>
                                    </p:anim>
                                    <p:animEffect transition="in" filter="fade">
                                      <p:cBhvr>
                                        <p:cTn id="39" dur="500"/>
                                        <p:tgtEl>
                                          <p:spTgt spid="2"/>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500" fill="hold"/>
                                        <p:tgtEl>
                                          <p:spTgt spid="11"/>
                                        </p:tgtEl>
                                        <p:attrNameLst>
                                          <p:attrName>ppt_w</p:attrName>
                                        </p:attrNameLst>
                                      </p:cBhvr>
                                      <p:tavLst>
                                        <p:tav tm="0">
                                          <p:val>
                                            <p:fltVal val="0"/>
                                          </p:val>
                                        </p:tav>
                                        <p:tav tm="100000">
                                          <p:val>
                                            <p:strVal val="#ppt_w"/>
                                          </p:val>
                                        </p:tav>
                                      </p:tavLst>
                                    </p:anim>
                                    <p:anim calcmode="lin" valueType="num">
                                      <p:cBhvr>
                                        <p:cTn id="43" dur="500" fill="hold"/>
                                        <p:tgtEl>
                                          <p:spTgt spid="11"/>
                                        </p:tgtEl>
                                        <p:attrNameLst>
                                          <p:attrName>ppt_h</p:attrName>
                                        </p:attrNameLst>
                                      </p:cBhvr>
                                      <p:tavLst>
                                        <p:tav tm="0">
                                          <p:val>
                                            <p:fltVal val="0"/>
                                          </p:val>
                                        </p:tav>
                                        <p:tav tm="100000">
                                          <p:val>
                                            <p:strVal val="#ppt_h"/>
                                          </p:val>
                                        </p:tav>
                                      </p:tavLst>
                                    </p:anim>
                                    <p:animEffect transition="in" filter="fade">
                                      <p:cBhvr>
                                        <p:cTn id="4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2" grpId="0"/>
      <p:bldP spid="4" grpId="0"/>
      <p:bldP spid="7" grpId="0"/>
      <p:bldP spid="8" grpId="0"/>
      <p:bldP spid="9" grpId="0"/>
      <p:bldP spid="10"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D257B-A230-13C2-B86A-E8F292D0C749}"/>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3C4F6131-65E6-9DC8-FF48-285162C83937}"/>
              </a:ext>
            </a:extLst>
          </p:cNvPr>
          <p:cNvSpPr>
            <a:spLocks noGrp="1"/>
          </p:cNvSpPr>
          <p:nvPr>
            <p:ph idx="1"/>
          </p:nvPr>
        </p:nvSpPr>
        <p:spPr>
          <a:xfrm>
            <a:off x="576197" y="956241"/>
            <a:ext cx="11350760" cy="1780261"/>
          </a:xfrm>
        </p:spPr>
        <p:txBody>
          <a:bodyPr/>
          <a:lstStyle/>
          <a:p>
            <a:pPr marL="285750" indent="-285750">
              <a:buFont typeface="Wingdings" panose="05000000000000000000" pitchFamily="2" charset="2"/>
              <a:buChar char="l"/>
            </a:pPr>
            <a:r>
              <a:rPr lang="en-US" altLang="zh-CN"/>
              <a:t>IP</a:t>
            </a:r>
            <a:r>
              <a:rPr lang="zh-CN" altLang="en-US"/>
              <a:t>地址可以理解为就是设备在互联网中的地址</a:t>
            </a:r>
            <a:r>
              <a:rPr lang="en-US" altLang="zh-CN"/>
              <a:t>(</a:t>
            </a:r>
            <a:r>
              <a:rPr lang="zh-CN" altLang="en-US"/>
              <a:t>唯一身份证</a:t>
            </a:r>
            <a:r>
              <a:rPr lang="en-US" altLang="zh-CN"/>
              <a:t>)</a:t>
            </a:r>
            <a:r>
              <a:rPr lang="zh-CN" altLang="en-US"/>
              <a:t>，每一个连入网络的设备都有一个自己的</a:t>
            </a:r>
            <a:r>
              <a:rPr lang="en-US" altLang="zh-CN"/>
              <a:t>IP</a:t>
            </a:r>
            <a:r>
              <a:rPr lang="zh-CN" altLang="en-US"/>
              <a:t>地址，用来定位设备在互联网中的位置。</a:t>
            </a:r>
            <a:endParaRPr lang="en-US" altLang="zh-CN"/>
          </a:p>
          <a:p>
            <a:pPr marL="285750" indent="-285750">
              <a:buFont typeface="Wingdings" panose="05000000000000000000" pitchFamily="2" charset="2"/>
              <a:buChar char="l"/>
            </a:pPr>
            <a:r>
              <a:rPr lang="en-US" altLang="zh-CN"/>
              <a:t>IPv4</a:t>
            </a:r>
            <a:r>
              <a:rPr lang="zh-CN" altLang="en-US"/>
              <a:t>地址：</a:t>
            </a:r>
            <a:r>
              <a:rPr lang="en-US" altLang="zh-CN"/>
              <a:t>32</a:t>
            </a:r>
            <a:r>
              <a:rPr lang="zh-CN" altLang="en-US"/>
              <a:t>位二进制</a:t>
            </a:r>
            <a:endParaRPr lang="en-US" altLang="zh-CN"/>
          </a:p>
          <a:p>
            <a:pPr marL="285750" indent="-285750">
              <a:buFont typeface="Wingdings" panose="05000000000000000000" pitchFamily="2" charset="2"/>
              <a:buChar char="l"/>
            </a:pPr>
            <a:r>
              <a:rPr lang="en-US" altLang="zh-CN"/>
              <a:t>IPv6</a:t>
            </a:r>
            <a:r>
              <a:rPr lang="zh-CN" altLang="en-US"/>
              <a:t>地址：</a:t>
            </a:r>
            <a:r>
              <a:rPr lang="en-US" altLang="zh-CN"/>
              <a:t>128</a:t>
            </a:r>
            <a:r>
              <a:rPr lang="zh-CN" altLang="en-US"/>
              <a:t>位二进制</a:t>
            </a:r>
          </a:p>
        </p:txBody>
      </p:sp>
      <p:sp>
        <p:nvSpPr>
          <p:cNvPr id="10" name="文本框 9">
            <a:extLst>
              <a:ext uri="{FF2B5EF4-FFF2-40B4-BE49-F238E27FC236}">
                <a16:creationId xmlns:a16="http://schemas.microsoft.com/office/drawing/2014/main" id="{B1ABCEFA-F33A-A80E-ED2C-FB6D114E0815}"/>
              </a:ext>
            </a:extLst>
          </p:cNvPr>
          <p:cNvSpPr txBox="1"/>
          <p:nvPr/>
        </p:nvSpPr>
        <p:spPr>
          <a:xfrm>
            <a:off x="3837746" y="3543150"/>
            <a:ext cx="3789820" cy="646331"/>
          </a:xfrm>
          <a:prstGeom prst="rect">
            <a:avLst/>
          </a:prstGeom>
          <a:noFill/>
        </p:spPr>
        <p:txBody>
          <a:bodyPr wrap="none" rtlCol="0">
            <a:spAutoFit/>
          </a:bodyPr>
          <a:lstStyle/>
          <a:p>
            <a:r>
              <a:rPr lang="en-US" altLang="zh-CN" sz="3600">
                <a:solidFill>
                  <a:srgbClr val="0042A7"/>
                </a:solidFill>
              </a:rPr>
              <a:t>132.12.86.125</a:t>
            </a:r>
            <a:endParaRPr lang="zh-CN" altLang="en-US" sz="3600">
              <a:solidFill>
                <a:srgbClr val="0042A7"/>
              </a:solidFill>
            </a:endParaRPr>
          </a:p>
        </p:txBody>
      </p:sp>
      <p:sp>
        <p:nvSpPr>
          <p:cNvPr id="14" name="文本框 13">
            <a:extLst>
              <a:ext uri="{FF2B5EF4-FFF2-40B4-BE49-F238E27FC236}">
                <a16:creationId xmlns:a16="http://schemas.microsoft.com/office/drawing/2014/main" id="{512E7C41-A8F9-1986-90BA-599526D8D220}"/>
              </a:ext>
            </a:extLst>
          </p:cNvPr>
          <p:cNvSpPr txBox="1"/>
          <p:nvPr/>
        </p:nvSpPr>
        <p:spPr>
          <a:xfrm>
            <a:off x="2915684" y="5312314"/>
            <a:ext cx="1172116" cy="338554"/>
          </a:xfrm>
          <a:prstGeom prst="rect">
            <a:avLst/>
          </a:prstGeom>
          <a:noFill/>
        </p:spPr>
        <p:txBody>
          <a:bodyPr wrap="none" rtlCol="0">
            <a:spAutoFit/>
          </a:bodyPr>
          <a:lstStyle/>
          <a:p>
            <a:r>
              <a:rPr lang="en-US" altLang="zh-CN" sz="1600">
                <a:solidFill>
                  <a:srgbClr val="0042A7"/>
                </a:solidFill>
              </a:rPr>
              <a:t>10000100</a:t>
            </a:r>
            <a:endParaRPr lang="zh-CN" altLang="en-US" sz="1600">
              <a:solidFill>
                <a:srgbClr val="0042A7"/>
              </a:solidFill>
            </a:endParaRPr>
          </a:p>
        </p:txBody>
      </p:sp>
      <p:sp>
        <p:nvSpPr>
          <p:cNvPr id="15" name="文本框 14">
            <a:extLst>
              <a:ext uri="{FF2B5EF4-FFF2-40B4-BE49-F238E27FC236}">
                <a16:creationId xmlns:a16="http://schemas.microsoft.com/office/drawing/2014/main" id="{B6C6751A-1BC4-2D8C-49BF-5EFDDF430C03}"/>
              </a:ext>
            </a:extLst>
          </p:cNvPr>
          <p:cNvSpPr txBox="1"/>
          <p:nvPr/>
        </p:nvSpPr>
        <p:spPr>
          <a:xfrm>
            <a:off x="4384116" y="5312314"/>
            <a:ext cx="1172116" cy="338554"/>
          </a:xfrm>
          <a:prstGeom prst="rect">
            <a:avLst/>
          </a:prstGeom>
          <a:noFill/>
        </p:spPr>
        <p:txBody>
          <a:bodyPr wrap="none" rtlCol="0">
            <a:spAutoFit/>
          </a:bodyPr>
          <a:lstStyle/>
          <a:p>
            <a:r>
              <a:rPr lang="en-US" altLang="zh-CN" sz="1600">
                <a:solidFill>
                  <a:srgbClr val="0042A7"/>
                </a:solidFill>
              </a:rPr>
              <a:t>00001100</a:t>
            </a:r>
            <a:endParaRPr lang="zh-CN" altLang="en-US" sz="1600">
              <a:solidFill>
                <a:srgbClr val="0042A7"/>
              </a:solidFill>
            </a:endParaRPr>
          </a:p>
        </p:txBody>
      </p:sp>
      <p:sp>
        <p:nvSpPr>
          <p:cNvPr id="16" name="文本框 15">
            <a:extLst>
              <a:ext uri="{FF2B5EF4-FFF2-40B4-BE49-F238E27FC236}">
                <a16:creationId xmlns:a16="http://schemas.microsoft.com/office/drawing/2014/main" id="{5C1FACAF-9397-BD2C-2D75-1E758ED8B7B0}"/>
              </a:ext>
            </a:extLst>
          </p:cNvPr>
          <p:cNvSpPr txBox="1"/>
          <p:nvPr/>
        </p:nvSpPr>
        <p:spPr>
          <a:xfrm>
            <a:off x="5852548" y="5312314"/>
            <a:ext cx="1172116" cy="338554"/>
          </a:xfrm>
          <a:prstGeom prst="rect">
            <a:avLst/>
          </a:prstGeom>
          <a:noFill/>
        </p:spPr>
        <p:txBody>
          <a:bodyPr wrap="none" rtlCol="0">
            <a:spAutoFit/>
          </a:bodyPr>
          <a:lstStyle/>
          <a:p>
            <a:r>
              <a:rPr lang="en-US" altLang="zh-CN" sz="1600">
                <a:solidFill>
                  <a:srgbClr val="0042A7"/>
                </a:solidFill>
              </a:rPr>
              <a:t>01010110</a:t>
            </a:r>
            <a:endParaRPr lang="zh-CN" altLang="en-US" sz="1600">
              <a:solidFill>
                <a:srgbClr val="0042A7"/>
              </a:solidFill>
            </a:endParaRPr>
          </a:p>
        </p:txBody>
      </p:sp>
      <p:sp>
        <p:nvSpPr>
          <p:cNvPr id="17" name="文本框 16">
            <a:extLst>
              <a:ext uri="{FF2B5EF4-FFF2-40B4-BE49-F238E27FC236}">
                <a16:creationId xmlns:a16="http://schemas.microsoft.com/office/drawing/2014/main" id="{C3E0058C-0119-9721-0EFF-F2CA3D7EEE78}"/>
              </a:ext>
            </a:extLst>
          </p:cNvPr>
          <p:cNvSpPr txBox="1"/>
          <p:nvPr/>
        </p:nvSpPr>
        <p:spPr>
          <a:xfrm>
            <a:off x="7320980" y="5312314"/>
            <a:ext cx="1172116" cy="338554"/>
          </a:xfrm>
          <a:prstGeom prst="rect">
            <a:avLst/>
          </a:prstGeom>
          <a:noFill/>
        </p:spPr>
        <p:txBody>
          <a:bodyPr wrap="none" rtlCol="0">
            <a:spAutoFit/>
          </a:bodyPr>
          <a:lstStyle/>
          <a:p>
            <a:r>
              <a:rPr lang="en-US" altLang="zh-CN" sz="1600">
                <a:solidFill>
                  <a:srgbClr val="0042A7"/>
                </a:solidFill>
              </a:rPr>
              <a:t>01111101</a:t>
            </a:r>
            <a:endParaRPr lang="zh-CN" altLang="en-US" sz="1600">
              <a:solidFill>
                <a:srgbClr val="0042A7"/>
              </a:solidFill>
            </a:endParaRPr>
          </a:p>
        </p:txBody>
      </p:sp>
      <p:cxnSp>
        <p:nvCxnSpPr>
          <p:cNvPr id="19" name="直接箭头连接符 18">
            <a:extLst>
              <a:ext uri="{FF2B5EF4-FFF2-40B4-BE49-F238E27FC236}">
                <a16:creationId xmlns:a16="http://schemas.microsoft.com/office/drawing/2014/main" id="{26F6A815-D7C0-E614-ADE7-9C8E850A4DC9}"/>
              </a:ext>
            </a:extLst>
          </p:cNvPr>
          <p:cNvCxnSpPr>
            <a:cxnSpLocks/>
            <a:endCxn id="14" idx="0"/>
          </p:cNvCxnSpPr>
          <p:nvPr/>
        </p:nvCxnSpPr>
        <p:spPr>
          <a:xfrm flipH="1">
            <a:off x="3501742" y="4092664"/>
            <a:ext cx="860795" cy="1219650"/>
          </a:xfrm>
          <a:prstGeom prst="straightConnector1">
            <a:avLst/>
          </a:prstGeom>
          <a:ln w="12700">
            <a:solidFill>
              <a:srgbClr val="0042A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5B965EFD-89F7-78E9-ACB6-AD2532D19AD6}"/>
              </a:ext>
            </a:extLst>
          </p:cNvPr>
          <p:cNvCxnSpPr>
            <a:cxnSpLocks/>
            <a:endCxn id="15" idx="0"/>
          </p:cNvCxnSpPr>
          <p:nvPr/>
        </p:nvCxnSpPr>
        <p:spPr>
          <a:xfrm flipH="1">
            <a:off x="4970174" y="4062108"/>
            <a:ext cx="312443" cy="1250206"/>
          </a:xfrm>
          <a:prstGeom prst="straightConnector1">
            <a:avLst/>
          </a:prstGeom>
          <a:ln w="12700">
            <a:solidFill>
              <a:srgbClr val="0042A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4932946C-2787-CDE3-E68D-D41A8D3B6457}"/>
              </a:ext>
            </a:extLst>
          </p:cNvPr>
          <p:cNvCxnSpPr>
            <a:cxnSpLocks/>
            <a:endCxn id="16" idx="0"/>
          </p:cNvCxnSpPr>
          <p:nvPr/>
        </p:nvCxnSpPr>
        <p:spPr>
          <a:xfrm>
            <a:off x="6146165" y="4062108"/>
            <a:ext cx="292441" cy="1250206"/>
          </a:xfrm>
          <a:prstGeom prst="straightConnector1">
            <a:avLst/>
          </a:prstGeom>
          <a:ln w="12700">
            <a:solidFill>
              <a:srgbClr val="0042A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15A22669-F045-EDE4-E7E1-DBE07460BF3F}"/>
              </a:ext>
            </a:extLst>
          </p:cNvPr>
          <p:cNvCxnSpPr>
            <a:cxnSpLocks/>
            <a:endCxn id="17" idx="0"/>
          </p:cNvCxnSpPr>
          <p:nvPr/>
        </p:nvCxnSpPr>
        <p:spPr>
          <a:xfrm>
            <a:off x="7103163" y="4092664"/>
            <a:ext cx="803875" cy="1219650"/>
          </a:xfrm>
          <a:prstGeom prst="straightConnector1">
            <a:avLst/>
          </a:prstGeom>
          <a:ln w="12700">
            <a:solidFill>
              <a:srgbClr val="0042A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27632013-62A6-8BAE-8B43-0F7618EF4A55}"/>
              </a:ext>
            </a:extLst>
          </p:cNvPr>
          <p:cNvCxnSpPr>
            <a:cxnSpLocks/>
          </p:cNvCxnSpPr>
          <p:nvPr/>
        </p:nvCxnSpPr>
        <p:spPr>
          <a:xfrm flipH="1">
            <a:off x="8554278" y="3889513"/>
            <a:ext cx="887896" cy="0"/>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4B8F30F8-2C34-5595-705C-C59A0502FB6C}"/>
              </a:ext>
            </a:extLst>
          </p:cNvPr>
          <p:cNvSpPr txBox="1"/>
          <p:nvPr/>
        </p:nvSpPr>
        <p:spPr>
          <a:xfrm>
            <a:off x="9501341" y="3723332"/>
            <a:ext cx="723275" cy="307777"/>
          </a:xfrm>
          <a:prstGeom prst="rect">
            <a:avLst/>
          </a:prstGeom>
          <a:noFill/>
        </p:spPr>
        <p:txBody>
          <a:bodyPr wrap="none" rtlCol="0">
            <a:spAutoFit/>
          </a:bodyPr>
          <a:lstStyle/>
          <a:p>
            <a:r>
              <a:rPr lang="zh-CN" altLang="en-US" sz="1400">
                <a:solidFill>
                  <a:srgbClr val="C00000"/>
                </a:solidFill>
                <a:latin typeface="荆南波波黑" panose="02000800000000000000" pitchFamily="2" charset="-122"/>
                <a:ea typeface="荆南波波黑" panose="02000800000000000000" pitchFamily="2" charset="-122"/>
              </a:rPr>
              <a:t>十进制</a:t>
            </a:r>
          </a:p>
        </p:txBody>
      </p:sp>
      <p:cxnSp>
        <p:nvCxnSpPr>
          <p:cNvPr id="37" name="直接箭头连接符 36">
            <a:extLst>
              <a:ext uri="{FF2B5EF4-FFF2-40B4-BE49-F238E27FC236}">
                <a16:creationId xmlns:a16="http://schemas.microsoft.com/office/drawing/2014/main" id="{58C32A5D-8C2C-DF6E-9047-5506C04B56CD}"/>
              </a:ext>
            </a:extLst>
          </p:cNvPr>
          <p:cNvCxnSpPr>
            <a:cxnSpLocks/>
          </p:cNvCxnSpPr>
          <p:nvPr/>
        </p:nvCxnSpPr>
        <p:spPr>
          <a:xfrm flipH="1">
            <a:off x="8554278" y="5478495"/>
            <a:ext cx="887896" cy="0"/>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9046507D-01DC-DC29-461F-0E99B4B50270}"/>
              </a:ext>
            </a:extLst>
          </p:cNvPr>
          <p:cNvSpPr txBox="1"/>
          <p:nvPr/>
        </p:nvSpPr>
        <p:spPr>
          <a:xfrm>
            <a:off x="9501341" y="5312314"/>
            <a:ext cx="723275" cy="307777"/>
          </a:xfrm>
          <a:prstGeom prst="rect">
            <a:avLst/>
          </a:prstGeom>
          <a:noFill/>
        </p:spPr>
        <p:txBody>
          <a:bodyPr wrap="none" rtlCol="0">
            <a:spAutoFit/>
          </a:bodyPr>
          <a:lstStyle/>
          <a:p>
            <a:r>
              <a:rPr lang="zh-CN" altLang="en-US" sz="1400">
                <a:solidFill>
                  <a:srgbClr val="C00000"/>
                </a:solidFill>
                <a:latin typeface="荆南波波黑" panose="02000800000000000000" pitchFamily="2" charset="-122"/>
                <a:ea typeface="荆南波波黑" panose="02000800000000000000" pitchFamily="2" charset="-122"/>
              </a:rPr>
              <a:t>二进制</a:t>
            </a:r>
          </a:p>
        </p:txBody>
      </p:sp>
      <p:sp>
        <p:nvSpPr>
          <p:cNvPr id="2" name="文本框 1">
            <a:extLst>
              <a:ext uri="{FF2B5EF4-FFF2-40B4-BE49-F238E27FC236}">
                <a16:creationId xmlns:a16="http://schemas.microsoft.com/office/drawing/2014/main" id="{79A75159-68CF-4AE6-C6C8-56DCA187474E}"/>
              </a:ext>
            </a:extLst>
          </p:cNvPr>
          <p:cNvSpPr txBox="1"/>
          <p:nvPr/>
        </p:nvSpPr>
        <p:spPr>
          <a:xfrm>
            <a:off x="3122471" y="5728028"/>
            <a:ext cx="801823" cy="338554"/>
          </a:xfrm>
          <a:prstGeom prst="rect">
            <a:avLst/>
          </a:prstGeom>
          <a:noFill/>
        </p:spPr>
        <p:txBody>
          <a:bodyPr wrap="none" rtlCol="0">
            <a:spAutoFit/>
          </a:bodyPr>
          <a:lstStyle/>
          <a:p>
            <a:r>
              <a:rPr lang="en-US" altLang="zh-CN" sz="1600">
                <a:solidFill>
                  <a:srgbClr val="C00000"/>
                </a:solidFill>
              </a:rPr>
              <a:t>0~255</a:t>
            </a:r>
            <a:endParaRPr lang="zh-CN" altLang="en-US" sz="1600">
              <a:solidFill>
                <a:srgbClr val="C00000"/>
              </a:solidFill>
            </a:endParaRPr>
          </a:p>
        </p:txBody>
      </p:sp>
      <p:sp>
        <p:nvSpPr>
          <p:cNvPr id="4" name="文本框 3">
            <a:extLst>
              <a:ext uri="{FF2B5EF4-FFF2-40B4-BE49-F238E27FC236}">
                <a16:creationId xmlns:a16="http://schemas.microsoft.com/office/drawing/2014/main" id="{E13BD8FD-91EA-12B2-BB18-72A9D8313F9B}"/>
              </a:ext>
            </a:extLst>
          </p:cNvPr>
          <p:cNvSpPr txBox="1"/>
          <p:nvPr/>
        </p:nvSpPr>
        <p:spPr>
          <a:xfrm>
            <a:off x="4569262" y="5728028"/>
            <a:ext cx="801823" cy="338554"/>
          </a:xfrm>
          <a:prstGeom prst="rect">
            <a:avLst/>
          </a:prstGeom>
          <a:noFill/>
        </p:spPr>
        <p:txBody>
          <a:bodyPr wrap="none" rtlCol="0">
            <a:spAutoFit/>
          </a:bodyPr>
          <a:lstStyle/>
          <a:p>
            <a:r>
              <a:rPr lang="en-US" altLang="zh-CN" sz="1600">
                <a:solidFill>
                  <a:srgbClr val="C00000"/>
                </a:solidFill>
              </a:rPr>
              <a:t>0~255</a:t>
            </a:r>
            <a:endParaRPr lang="zh-CN" altLang="en-US" sz="1600">
              <a:solidFill>
                <a:srgbClr val="C00000"/>
              </a:solidFill>
            </a:endParaRPr>
          </a:p>
        </p:txBody>
      </p:sp>
      <p:sp>
        <p:nvSpPr>
          <p:cNvPr id="7" name="文本框 6">
            <a:extLst>
              <a:ext uri="{FF2B5EF4-FFF2-40B4-BE49-F238E27FC236}">
                <a16:creationId xmlns:a16="http://schemas.microsoft.com/office/drawing/2014/main" id="{190214A6-C1AD-9981-9985-42BB2194AFE0}"/>
              </a:ext>
            </a:extLst>
          </p:cNvPr>
          <p:cNvSpPr txBox="1"/>
          <p:nvPr/>
        </p:nvSpPr>
        <p:spPr>
          <a:xfrm>
            <a:off x="6037694" y="5778864"/>
            <a:ext cx="801823" cy="338554"/>
          </a:xfrm>
          <a:prstGeom prst="rect">
            <a:avLst/>
          </a:prstGeom>
          <a:noFill/>
        </p:spPr>
        <p:txBody>
          <a:bodyPr wrap="none" rtlCol="0">
            <a:spAutoFit/>
          </a:bodyPr>
          <a:lstStyle/>
          <a:p>
            <a:r>
              <a:rPr lang="en-US" altLang="zh-CN" sz="1600">
                <a:solidFill>
                  <a:srgbClr val="C00000"/>
                </a:solidFill>
              </a:rPr>
              <a:t>0~255</a:t>
            </a:r>
            <a:endParaRPr lang="zh-CN" altLang="en-US" sz="1600">
              <a:solidFill>
                <a:srgbClr val="C00000"/>
              </a:solidFill>
            </a:endParaRPr>
          </a:p>
        </p:txBody>
      </p:sp>
      <p:sp>
        <p:nvSpPr>
          <p:cNvPr id="8" name="文本框 7">
            <a:extLst>
              <a:ext uri="{FF2B5EF4-FFF2-40B4-BE49-F238E27FC236}">
                <a16:creationId xmlns:a16="http://schemas.microsoft.com/office/drawing/2014/main" id="{1852F515-C60C-F844-1BD5-B0AD874C601B}"/>
              </a:ext>
            </a:extLst>
          </p:cNvPr>
          <p:cNvSpPr txBox="1"/>
          <p:nvPr/>
        </p:nvSpPr>
        <p:spPr>
          <a:xfrm>
            <a:off x="7506126" y="5778864"/>
            <a:ext cx="801823" cy="338554"/>
          </a:xfrm>
          <a:prstGeom prst="rect">
            <a:avLst/>
          </a:prstGeom>
          <a:noFill/>
        </p:spPr>
        <p:txBody>
          <a:bodyPr wrap="none" rtlCol="0">
            <a:spAutoFit/>
          </a:bodyPr>
          <a:lstStyle/>
          <a:p>
            <a:r>
              <a:rPr lang="en-US" altLang="zh-CN" sz="1600">
                <a:solidFill>
                  <a:srgbClr val="C00000"/>
                </a:solidFill>
              </a:rPr>
              <a:t>0~255</a:t>
            </a:r>
            <a:endParaRPr lang="zh-CN" altLang="en-US" sz="1600">
              <a:solidFill>
                <a:srgbClr val="C00000"/>
              </a:solidFill>
            </a:endParaRPr>
          </a:p>
        </p:txBody>
      </p:sp>
      <p:grpSp>
        <p:nvGrpSpPr>
          <p:cNvPr id="9" name="组合 8">
            <a:extLst>
              <a:ext uri="{FF2B5EF4-FFF2-40B4-BE49-F238E27FC236}">
                <a16:creationId xmlns:a16="http://schemas.microsoft.com/office/drawing/2014/main" id="{E05CBBF9-D430-9178-0BFE-F6773DC5A82A}"/>
              </a:ext>
            </a:extLst>
          </p:cNvPr>
          <p:cNvGrpSpPr/>
          <p:nvPr/>
        </p:nvGrpSpPr>
        <p:grpSpPr>
          <a:xfrm>
            <a:off x="767939" y="6357796"/>
            <a:ext cx="10364010" cy="348335"/>
            <a:chOff x="4685665" y="1834757"/>
            <a:chExt cx="10435208" cy="348335"/>
          </a:xfrm>
        </p:grpSpPr>
        <p:sp>
          <p:nvSpPr>
            <p:cNvPr id="11" name="ComponentBackground2">
              <a:extLst>
                <a:ext uri="{FF2B5EF4-FFF2-40B4-BE49-F238E27FC236}">
                  <a16:creationId xmlns:a16="http://schemas.microsoft.com/office/drawing/2014/main" id="{D5DCD6E2-AEA3-9CA0-74B9-657AD7BD545F}"/>
                </a:ext>
              </a:extLst>
            </p:cNvPr>
            <p:cNvSpPr>
              <a:spLocks/>
            </p:cNvSpPr>
            <p:nvPr/>
          </p:nvSpPr>
          <p:spPr>
            <a:xfrm>
              <a:off x="4708525" y="1834757"/>
              <a:ext cx="10412348" cy="348335"/>
            </a:xfrm>
            <a:prstGeom prst="roundRect">
              <a:avLst>
                <a:gd name="adj" fmla="val 11490"/>
              </a:avLst>
            </a:prstGeom>
            <a:solidFill>
              <a:srgbClr val="000000">
                <a:alpha val="5000"/>
              </a:srgbClr>
            </a:solidFill>
            <a:ln w="12700" cap="flat" cmpd="sng" algn="ctr">
              <a:noFill/>
              <a:prstDash val="solid"/>
              <a:miter lim="800000"/>
            </a:ln>
            <a:effectLst/>
          </p:spPr>
          <p:txBody>
            <a:bodyPr lIns="180000" rIns="180000" rtlCol="0" anchor="ctr"/>
            <a:lstStyle/>
            <a:p>
              <a:pPr lvl="0">
                <a:defRPr/>
              </a:pPr>
              <a:r>
                <a:rPr kumimoji="1" lang="zh-CN" altLang="en-US" sz="1200" b="1" kern="0">
                  <a:solidFill>
                    <a:schemeClr val="tx1">
                      <a:lumMod val="50000"/>
                    </a:schemeClr>
                  </a:solidFill>
                  <a:ea typeface="微软雅黑"/>
                </a:rPr>
                <a:t>注意：</a:t>
              </a:r>
              <a:r>
                <a:rPr kumimoji="1" lang="en-US" altLang="zh-CN" sz="1200" kern="0">
                  <a:solidFill>
                    <a:schemeClr val="tx1">
                      <a:lumMod val="50000"/>
                    </a:schemeClr>
                  </a:solidFill>
                  <a:ea typeface="微软雅黑"/>
                </a:rPr>
                <a:t>127.0.0.1 </a:t>
              </a:r>
              <a:r>
                <a:rPr kumimoji="1" lang="zh-CN" altLang="en-US" sz="1200" kern="0">
                  <a:solidFill>
                    <a:schemeClr val="tx1">
                      <a:lumMod val="50000"/>
                    </a:schemeClr>
                  </a:solidFill>
                  <a:ea typeface="微软雅黑"/>
                </a:rPr>
                <a:t>是一个非常特殊的</a:t>
              </a:r>
              <a:r>
                <a:rPr kumimoji="1" lang="en-US" altLang="zh-CN" sz="1200" kern="0">
                  <a:solidFill>
                    <a:schemeClr val="tx1">
                      <a:lumMod val="50000"/>
                    </a:schemeClr>
                  </a:solidFill>
                  <a:ea typeface="微软雅黑"/>
                </a:rPr>
                <a:t>IP</a:t>
              </a:r>
              <a:r>
                <a:rPr kumimoji="1" lang="zh-CN" altLang="en-US" sz="1200" kern="0">
                  <a:solidFill>
                    <a:schemeClr val="tx1">
                      <a:lumMod val="50000"/>
                    </a:schemeClr>
                  </a:solidFill>
                  <a:ea typeface="微软雅黑"/>
                </a:rPr>
                <a:t>地址，表示的是本机地址（也称为本地回环地址）。</a:t>
              </a:r>
              <a:endParaRPr kumimoji="1" lang="zh-CN" altLang="en-US" sz="1200" i="0" u="none" strike="noStrike" kern="0" cap="none" spc="0" normalizeH="0" baseline="0" noProof="0">
                <a:ln>
                  <a:noFill/>
                </a:ln>
                <a:solidFill>
                  <a:srgbClr val="000000"/>
                </a:solidFill>
                <a:effectLst/>
                <a:uLnTx/>
                <a:uFillTx/>
                <a:ea typeface="微软雅黑"/>
                <a:cs typeface="+mn-cs"/>
              </a:endParaRPr>
            </a:p>
          </p:txBody>
        </p:sp>
        <p:sp>
          <p:nvSpPr>
            <p:cNvPr id="12" name="Shape2">
              <a:extLst>
                <a:ext uri="{FF2B5EF4-FFF2-40B4-BE49-F238E27FC236}">
                  <a16:creationId xmlns:a16="http://schemas.microsoft.com/office/drawing/2014/main" id="{608121DA-5F4A-A8AB-DC13-E2252C6EEE3B}"/>
                </a:ext>
              </a:extLst>
            </p:cNvPr>
            <p:cNvSpPr/>
            <p:nvPr/>
          </p:nvSpPr>
          <p:spPr>
            <a:xfrm>
              <a:off x="4685665" y="1860105"/>
              <a:ext cx="45719" cy="303939"/>
            </a:xfrm>
            <a:prstGeom prst="roundRect">
              <a:avLst>
                <a:gd name="adj" fmla="val 50000"/>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C00000"/>
                </a:solidFill>
                <a:effectLst/>
                <a:uLnTx/>
                <a:uFillTx/>
                <a:ea typeface="微软雅黑"/>
                <a:cs typeface="+mn-cs"/>
              </a:endParaRPr>
            </a:p>
          </p:txBody>
        </p:sp>
      </p:grpSp>
      <p:sp>
        <p:nvSpPr>
          <p:cNvPr id="18" name="!!标题 4">
            <a:extLst>
              <a:ext uri="{FF2B5EF4-FFF2-40B4-BE49-F238E27FC236}">
                <a16:creationId xmlns:a16="http://schemas.microsoft.com/office/drawing/2014/main" id="{3A5768DC-4E0B-2CF7-58CA-BB2E63674FE5}"/>
              </a:ext>
            </a:extLst>
          </p:cNvPr>
          <p:cNvSpPr>
            <a:spLocks noGrp="1"/>
          </p:cNvSpPr>
          <p:nvPr>
            <p:ph type="title"/>
          </p:nvPr>
        </p:nvSpPr>
        <p:spPr>
          <a:xfrm>
            <a:off x="576197" y="336399"/>
            <a:ext cx="2029500" cy="474415"/>
          </a:xfrm>
        </p:spPr>
        <p:txBody>
          <a:bodyPr/>
          <a:lstStyle/>
          <a:p>
            <a:r>
              <a:rPr lang="zh-CN" altLang="en-US"/>
              <a:t>网络基础知识</a:t>
            </a:r>
          </a:p>
        </p:txBody>
      </p:sp>
      <p:sp>
        <p:nvSpPr>
          <p:cNvPr id="21" name="标题 4">
            <a:extLst>
              <a:ext uri="{FF2B5EF4-FFF2-40B4-BE49-F238E27FC236}">
                <a16:creationId xmlns:a16="http://schemas.microsoft.com/office/drawing/2014/main" id="{0C7D40E1-DC2C-10F5-4A3D-D93D133B418A}"/>
              </a:ext>
            </a:extLst>
          </p:cNvPr>
          <p:cNvSpPr txBox="1">
            <a:spLocks/>
          </p:cNvSpPr>
          <p:nvPr/>
        </p:nvSpPr>
        <p:spPr>
          <a:xfrm>
            <a:off x="2410492" y="336399"/>
            <a:ext cx="736740" cy="474415"/>
          </a:xfrm>
          <a:prstGeom prst="rect">
            <a:avLst/>
          </a:prstGeom>
        </p:spPr>
        <p:txBody>
          <a:bodyPr/>
          <a:lstStyle>
            <a:lvl1pPr algn="l" defTabSz="914400" rtl="0" eaLnBrk="1" latinLnBrk="0" hangingPunct="1">
              <a:lnSpc>
                <a:spcPct val="100000"/>
              </a:lnSpc>
              <a:spcBef>
                <a:spcPct val="0"/>
              </a:spcBef>
              <a:buNone/>
              <a:defRPr lang="zh-CN" altLang="en-US" sz="2400" b="1" kern="1200">
                <a:solidFill>
                  <a:schemeClr val="accent1"/>
                </a:solidFill>
                <a:latin typeface="+mj-lt"/>
                <a:ea typeface="+mj-ea"/>
                <a:cs typeface="+mj-cs"/>
              </a:defRPr>
            </a:lvl1pPr>
          </a:lstStyle>
          <a:p>
            <a:r>
              <a:rPr lang="en-US" altLang="zh-CN"/>
              <a:t>-IP</a:t>
            </a:r>
            <a:endParaRPr lang="zh-CN" altLang="en-US"/>
          </a:p>
        </p:txBody>
      </p:sp>
    </p:spTree>
    <p:extLst>
      <p:ext uri="{BB962C8B-B14F-4D97-AF65-F5344CB8AC3E}">
        <p14:creationId xmlns:p14="http://schemas.microsoft.com/office/powerpoint/2010/main" val="15567952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randombar(horizontal)">
                                      <p:cBhvr>
                                        <p:cTn id="7" dur="500"/>
                                        <p:tgtEl>
                                          <p:spTgt spid="6">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randombar(horizontal)">
                                      <p:cBhvr>
                                        <p:cTn id="10" dur="500"/>
                                        <p:tgtEl>
                                          <p:spTgt spid="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1+#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1+#ppt_w/2"/>
                                          </p:val>
                                        </p:tav>
                                        <p:tav tm="100000">
                                          <p:val>
                                            <p:strVal val="#ppt_x"/>
                                          </p:val>
                                        </p:tav>
                                      </p:tavLst>
                                    </p:anim>
                                    <p:anim calcmode="lin" valueType="num">
                                      <p:cBhvr additive="base">
                                        <p:cTn id="20"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up)">
                                      <p:cBhvr>
                                        <p:cTn id="25" dur="500"/>
                                        <p:tgtEl>
                                          <p:spTgt spid="19"/>
                                        </p:tgtEl>
                                      </p:cBhvr>
                                    </p:animEffect>
                                  </p:childTnLst>
                                </p:cTn>
                              </p:par>
                              <p:par>
                                <p:cTn id="26" presetID="22" presetClass="entr" presetSubtype="1"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up)">
                                      <p:cBhvr>
                                        <p:cTn id="28" dur="500"/>
                                        <p:tgtEl>
                                          <p:spTgt spid="20"/>
                                        </p:tgtEl>
                                      </p:cBhvr>
                                    </p:animEffect>
                                  </p:childTnLst>
                                </p:cTn>
                              </p:par>
                              <p:par>
                                <p:cTn id="29" presetID="22" presetClass="entr" presetSubtype="1"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up)">
                                      <p:cBhvr>
                                        <p:cTn id="31" dur="500"/>
                                        <p:tgtEl>
                                          <p:spTgt spid="23"/>
                                        </p:tgtEl>
                                      </p:cBhvr>
                                    </p:animEffect>
                                  </p:childTnLst>
                                </p:cTn>
                              </p:par>
                              <p:par>
                                <p:cTn id="32" presetID="22" presetClass="entr" presetSubtype="1"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up)">
                                      <p:cBhvr>
                                        <p:cTn id="34" dur="500"/>
                                        <p:tgtEl>
                                          <p:spTgt spid="26"/>
                                        </p:tgtEl>
                                      </p:cBhvr>
                                    </p:animEffect>
                                  </p:childTnLst>
                                </p:cTn>
                              </p:par>
                              <p:par>
                                <p:cTn id="35" presetID="22" presetClass="entr" presetSubtype="1" fill="hold" grpId="0" nodeType="withEffect">
                                  <p:stCondLst>
                                    <p:cond delay="200"/>
                                  </p:stCondLst>
                                  <p:childTnLst>
                                    <p:set>
                                      <p:cBhvr>
                                        <p:cTn id="36" dur="1" fill="hold">
                                          <p:stCondLst>
                                            <p:cond delay="0"/>
                                          </p:stCondLst>
                                        </p:cTn>
                                        <p:tgtEl>
                                          <p:spTgt spid="14"/>
                                        </p:tgtEl>
                                        <p:attrNameLst>
                                          <p:attrName>style.visibility</p:attrName>
                                        </p:attrNameLst>
                                      </p:cBhvr>
                                      <p:to>
                                        <p:strVal val="visible"/>
                                      </p:to>
                                    </p:set>
                                    <p:animEffect transition="in" filter="wipe(up)">
                                      <p:cBhvr>
                                        <p:cTn id="37" dur="500"/>
                                        <p:tgtEl>
                                          <p:spTgt spid="14"/>
                                        </p:tgtEl>
                                      </p:cBhvr>
                                    </p:animEffect>
                                  </p:childTnLst>
                                </p:cTn>
                              </p:par>
                              <p:par>
                                <p:cTn id="38" presetID="22" presetClass="entr" presetSubtype="1" fill="hold" grpId="0" nodeType="withEffect">
                                  <p:stCondLst>
                                    <p:cond delay="200"/>
                                  </p:stCondLst>
                                  <p:childTnLst>
                                    <p:set>
                                      <p:cBhvr>
                                        <p:cTn id="39" dur="1" fill="hold">
                                          <p:stCondLst>
                                            <p:cond delay="0"/>
                                          </p:stCondLst>
                                        </p:cTn>
                                        <p:tgtEl>
                                          <p:spTgt spid="15"/>
                                        </p:tgtEl>
                                        <p:attrNameLst>
                                          <p:attrName>style.visibility</p:attrName>
                                        </p:attrNameLst>
                                      </p:cBhvr>
                                      <p:to>
                                        <p:strVal val="visible"/>
                                      </p:to>
                                    </p:set>
                                    <p:animEffect transition="in" filter="wipe(up)">
                                      <p:cBhvr>
                                        <p:cTn id="40" dur="500"/>
                                        <p:tgtEl>
                                          <p:spTgt spid="15"/>
                                        </p:tgtEl>
                                      </p:cBhvr>
                                    </p:animEffect>
                                  </p:childTnLst>
                                </p:cTn>
                              </p:par>
                              <p:par>
                                <p:cTn id="41" presetID="22" presetClass="entr" presetSubtype="1" fill="hold" grpId="0" nodeType="withEffect">
                                  <p:stCondLst>
                                    <p:cond delay="200"/>
                                  </p:stCondLst>
                                  <p:childTnLst>
                                    <p:set>
                                      <p:cBhvr>
                                        <p:cTn id="42" dur="1" fill="hold">
                                          <p:stCondLst>
                                            <p:cond delay="0"/>
                                          </p:stCondLst>
                                        </p:cTn>
                                        <p:tgtEl>
                                          <p:spTgt spid="16"/>
                                        </p:tgtEl>
                                        <p:attrNameLst>
                                          <p:attrName>style.visibility</p:attrName>
                                        </p:attrNameLst>
                                      </p:cBhvr>
                                      <p:to>
                                        <p:strVal val="visible"/>
                                      </p:to>
                                    </p:set>
                                    <p:animEffect transition="in" filter="wipe(up)">
                                      <p:cBhvr>
                                        <p:cTn id="43" dur="500"/>
                                        <p:tgtEl>
                                          <p:spTgt spid="16"/>
                                        </p:tgtEl>
                                      </p:cBhvr>
                                    </p:animEffect>
                                  </p:childTnLst>
                                </p:cTn>
                              </p:par>
                              <p:par>
                                <p:cTn id="44" presetID="22" presetClass="entr" presetSubtype="1" fill="hold" grpId="0" nodeType="withEffect">
                                  <p:stCondLst>
                                    <p:cond delay="200"/>
                                  </p:stCondLst>
                                  <p:childTnLst>
                                    <p:set>
                                      <p:cBhvr>
                                        <p:cTn id="45" dur="1" fill="hold">
                                          <p:stCondLst>
                                            <p:cond delay="0"/>
                                          </p:stCondLst>
                                        </p:cTn>
                                        <p:tgtEl>
                                          <p:spTgt spid="17"/>
                                        </p:tgtEl>
                                        <p:attrNameLst>
                                          <p:attrName>style.visibility</p:attrName>
                                        </p:attrNameLst>
                                      </p:cBhvr>
                                      <p:to>
                                        <p:strVal val="visible"/>
                                      </p:to>
                                    </p:set>
                                    <p:animEffect transition="in" filter="wipe(up)">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nodeType="clickEffect">
                                  <p:stCondLst>
                                    <p:cond delay="0"/>
                                  </p:stCondLst>
                                  <p:childTnLst>
                                    <p:set>
                                      <p:cBhvr>
                                        <p:cTn id="50" dur="1" fill="hold">
                                          <p:stCondLst>
                                            <p:cond delay="0"/>
                                          </p:stCondLst>
                                        </p:cTn>
                                        <p:tgtEl>
                                          <p:spTgt spid="37"/>
                                        </p:tgtEl>
                                        <p:attrNameLst>
                                          <p:attrName>style.visibility</p:attrName>
                                        </p:attrNameLst>
                                      </p:cBhvr>
                                      <p:to>
                                        <p:strVal val="visible"/>
                                      </p:to>
                                    </p:set>
                                    <p:anim calcmode="lin" valueType="num">
                                      <p:cBhvr additive="base">
                                        <p:cTn id="51" dur="500" fill="hold"/>
                                        <p:tgtEl>
                                          <p:spTgt spid="37"/>
                                        </p:tgtEl>
                                        <p:attrNameLst>
                                          <p:attrName>ppt_x</p:attrName>
                                        </p:attrNameLst>
                                      </p:cBhvr>
                                      <p:tavLst>
                                        <p:tav tm="0">
                                          <p:val>
                                            <p:strVal val="1+#ppt_w/2"/>
                                          </p:val>
                                        </p:tav>
                                        <p:tav tm="100000">
                                          <p:val>
                                            <p:strVal val="#ppt_x"/>
                                          </p:val>
                                        </p:tav>
                                      </p:tavLst>
                                    </p:anim>
                                    <p:anim calcmode="lin" valueType="num">
                                      <p:cBhvr additive="base">
                                        <p:cTn id="52" dur="500" fill="hold"/>
                                        <p:tgtEl>
                                          <p:spTgt spid="37"/>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 calcmode="lin" valueType="num">
                                      <p:cBhvr additive="base">
                                        <p:cTn id="55" dur="500" fill="hold"/>
                                        <p:tgtEl>
                                          <p:spTgt spid="38"/>
                                        </p:tgtEl>
                                        <p:attrNameLst>
                                          <p:attrName>ppt_x</p:attrName>
                                        </p:attrNameLst>
                                      </p:cBhvr>
                                      <p:tavLst>
                                        <p:tav tm="0">
                                          <p:val>
                                            <p:strVal val="1+#ppt_w/2"/>
                                          </p:val>
                                        </p:tav>
                                        <p:tav tm="100000">
                                          <p:val>
                                            <p:strVal val="#ppt_x"/>
                                          </p:val>
                                        </p:tav>
                                      </p:tavLst>
                                    </p:anim>
                                    <p:anim calcmode="lin" valueType="num">
                                      <p:cBhvr additive="base">
                                        <p:cTn id="56"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7"/>
                                        </p:tgtEl>
                                        <p:attrNameLst>
                                          <p:attrName>style.visibility</p:attrName>
                                        </p:attrNameLst>
                                      </p:cBhvr>
                                      <p:to>
                                        <p:strVal val="visible"/>
                                      </p:to>
                                    </p:set>
                                    <p:anim calcmode="lin" valueType="num">
                                      <p:cBhvr>
                                        <p:cTn id="61" dur="500" fill="hold"/>
                                        <p:tgtEl>
                                          <p:spTgt spid="7"/>
                                        </p:tgtEl>
                                        <p:attrNameLst>
                                          <p:attrName>ppt_w</p:attrName>
                                        </p:attrNameLst>
                                      </p:cBhvr>
                                      <p:tavLst>
                                        <p:tav tm="0">
                                          <p:val>
                                            <p:fltVal val="0"/>
                                          </p:val>
                                        </p:tav>
                                        <p:tav tm="100000">
                                          <p:val>
                                            <p:strVal val="#ppt_w"/>
                                          </p:val>
                                        </p:tav>
                                      </p:tavLst>
                                    </p:anim>
                                    <p:anim calcmode="lin" valueType="num">
                                      <p:cBhvr>
                                        <p:cTn id="62" dur="500" fill="hold"/>
                                        <p:tgtEl>
                                          <p:spTgt spid="7"/>
                                        </p:tgtEl>
                                        <p:attrNameLst>
                                          <p:attrName>ppt_h</p:attrName>
                                        </p:attrNameLst>
                                      </p:cBhvr>
                                      <p:tavLst>
                                        <p:tav tm="0">
                                          <p:val>
                                            <p:fltVal val="0"/>
                                          </p:val>
                                        </p:tav>
                                        <p:tav tm="100000">
                                          <p:val>
                                            <p:strVal val="#ppt_h"/>
                                          </p:val>
                                        </p:tav>
                                      </p:tavLst>
                                    </p:anim>
                                    <p:animEffect transition="in" filter="fade">
                                      <p:cBhvr>
                                        <p:cTn id="63" dur="500"/>
                                        <p:tgtEl>
                                          <p:spTgt spid="7"/>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8"/>
                                        </p:tgtEl>
                                        <p:attrNameLst>
                                          <p:attrName>style.visibility</p:attrName>
                                        </p:attrNameLst>
                                      </p:cBhvr>
                                      <p:to>
                                        <p:strVal val="visible"/>
                                      </p:to>
                                    </p:set>
                                    <p:anim calcmode="lin" valueType="num">
                                      <p:cBhvr>
                                        <p:cTn id="66" dur="500" fill="hold"/>
                                        <p:tgtEl>
                                          <p:spTgt spid="8"/>
                                        </p:tgtEl>
                                        <p:attrNameLst>
                                          <p:attrName>ppt_w</p:attrName>
                                        </p:attrNameLst>
                                      </p:cBhvr>
                                      <p:tavLst>
                                        <p:tav tm="0">
                                          <p:val>
                                            <p:fltVal val="0"/>
                                          </p:val>
                                        </p:tav>
                                        <p:tav tm="100000">
                                          <p:val>
                                            <p:strVal val="#ppt_w"/>
                                          </p:val>
                                        </p:tav>
                                      </p:tavLst>
                                    </p:anim>
                                    <p:anim calcmode="lin" valueType="num">
                                      <p:cBhvr>
                                        <p:cTn id="67" dur="500" fill="hold"/>
                                        <p:tgtEl>
                                          <p:spTgt spid="8"/>
                                        </p:tgtEl>
                                        <p:attrNameLst>
                                          <p:attrName>ppt_h</p:attrName>
                                        </p:attrNameLst>
                                      </p:cBhvr>
                                      <p:tavLst>
                                        <p:tav tm="0">
                                          <p:val>
                                            <p:fltVal val="0"/>
                                          </p:val>
                                        </p:tav>
                                        <p:tav tm="100000">
                                          <p:val>
                                            <p:strVal val="#ppt_h"/>
                                          </p:val>
                                        </p:tav>
                                      </p:tavLst>
                                    </p:anim>
                                    <p:animEffect transition="in" filter="fade">
                                      <p:cBhvr>
                                        <p:cTn id="68" dur="500"/>
                                        <p:tgtEl>
                                          <p:spTgt spid="8"/>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4"/>
                                        </p:tgtEl>
                                        <p:attrNameLst>
                                          <p:attrName>style.visibility</p:attrName>
                                        </p:attrNameLst>
                                      </p:cBhvr>
                                      <p:to>
                                        <p:strVal val="visible"/>
                                      </p:to>
                                    </p:set>
                                    <p:anim calcmode="lin" valueType="num">
                                      <p:cBhvr>
                                        <p:cTn id="71" dur="500" fill="hold"/>
                                        <p:tgtEl>
                                          <p:spTgt spid="4"/>
                                        </p:tgtEl>
                                        <p:attrNameLst>
                                          <p:attrName>ppt_w</p:attrName>
                                        </p:attrNameLst>
                                      </p:cBhvr>
                                      <p:tavLst>
                                        <p:tav tm="0">
                                          <p:val>
                                            <p:fltVal val="0"/>
                                          </p:val>
                                        </p:tav>
                                        <p:tav tm="100000">
                                          <p:val>
                                            <p:strVal val="#ppt_w"/>
                                          </p:val>
                                        </p:tav>
                                      </p:tavLst>
                                    </p:anim>
                                    <p:anim calcmode="lin" valueType="num">
                                      <p:cBhvr>
                                        <p:cTn id="72" dur="500" fill="hold"/>
                                        <p:tgtEl>
                                          <p:spTgt spid="4"/>
                                        </p:tgtEl>
                                        <p:attrNameLst>
                                          <p:attrName>ppt_h</p:attrName>
                                        </p:attrNameLst>
                                      </p:cBhvr>
                                      <p:tavLst>
                                        <p:tav tm="0">
                                          <p:val>
                                            <p:fltVal val="0"/>
                                          </p:val>
                                        </p:tav>
                                        <p:tav tm="100000">
                                          <p:val>
                                            <p:strVal val="#ppt_h"/>
                                          </p:val>
                                        </p:tav>
                                      </p:tavLst>
                                    </p:anim>
                                    <p:animEffect transition="in" filter="fade">
                                      <p:cBhvr>
                                        <p:cTn id="73" dur="500"/>
                                        <p:tgtEl>
                                          <p:spTgt spid="4"/>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2"/>
                                        </p:tgtEl>
                                        <p:attrNameLst>
                                          <p:attrName>style.visibility</p:attrName>
                                        </p:attrNameLst>
                                      </p:cBhvr>
                                      <p:to>
                                        <p:strVal val="visible"/>
                                      </p:to>
                                    </p:set>
                                    <p:anim calcmode="lin" valueType="num">
                                      <p:cBhvr>
                                        <p:cTn id="76" dur="500" fill="hold"/>
                                        <p:tgtEl>
                                          <p:spTgt spid="2"/>
                                        </p:tgtEl>
                                        <p:attrNameLst>
                                          <p:attrName>ppt_w</p:attrName>
                                        </p:attrNameLst>
                                      </p:cBhvr>
                                      <p:tavLst>
                                        <p:tav tm="0">
                                          <p:val>
                                            <p:fltVal val="0"/>
                                          </p:val>
                                        </p:tav>
                                        <p:tav tm="100000">
                                          <p:val>
                                            <p:strVal val="#ppt_w"/>
                                          </p:val>
                                        </p:tav>
                                      </p:tavLst>
                                    </p:anim>
                                    <p:anim calcmode="lin" valueType="num">
                                      <p:cBhvr>
                                        <p:cTn id="77" dur="500" fill="hold"/>
                                        <p:tgtEl>
                                          <p:spTgt spid="2"/>
                                        </p:tgtEl>
                                        <p:attrNameLst>
                                          <p:attrName>ppt_h</p:attrName>
                                        </p:attrNameLst>
                                      </p:cBhvr>
                                      <p:tavLst>
                                        <p:tav tm="0">
                                          <p:val>
                                            <p:fltVal val="0"/>
                                          </p:val>
                                        </p:tav>
                                        <p:tav tm="100000">
                                          <p:val>
                                            <p:strVal val="#ppt_h"/>
                                          </p:val>
                                        </p:tav>
                                      </p:tavLst>
                                    </p:anim>
                                    <p:animEffect transition="in" filter="fade">
                                      <p:cBhvr>
                                        <p:cTn id="78" dur="500"/>
                                        <p:tgtEl>
                                          <p:spTgt spid="2"/>
                                        </p:tgtEl>
                                      </p:cBhvr>
                                    </p:animEffect>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nodeType="clickEffect">
                                  <p:stCondLst>
                                    <p:cond delay="0"/>
                                  </p:stCondLst>
                                  <p:childTnLst>
                                    <p:set>
                                      <p:cBhvr>
                                        <p:cTn id="82" dur="1" fill="hold">
                                          <p:stCondLst>
                                            <p:cond delay="0"/>
                                          </p:stCondLst>
                                        </p:cTn>
                                        <p:tgtEl>
                                          <p:spTgt spid="9"/>
                                        </p:tgtEl>
                                        <p:attrNameLst>
                                          <p:attrName>style.visibility</p:attrName>
                                        </p:attrNameLst>
                                      </p:cBhvr>
                                      <p:to>
                                        <p:strVal val="visible"/>
                                      </p:to>
                                    </p:set>
                                    <p:animEffect transition="in" filter="fade">
                                      <p:cBhvr>
                                        <p:cTn id="83" dur="500"/>
                                        <p:tgtEl>
                                          <p:spTgt spid="9"/>
                                        </p:tgtEl>
                                      </p:cBhvr>
                                    </p:animEffect>
                                    <p:anim calcmode="lin" valueType="num">
                                      <p:cBhvr>
                                        <p:cTn id="84" dur="500" fill="hold"/>
                                        <p:tgtEl>
                                          <p:spTgt spid="9"/>
                                        </p:tgtEl>
                                        <p:attrNameLst>
                                          <p:attrName>ppt_x</p:attrName>
                                        </p:attrNameLst>
                                      </p:cBhvr>
                                      <p:tavLst>
                                        <p:tav tm="0">
                                          <p:val>
                                            <p:strVal val="#ppt_x"/>
                                          </p:val>
                                        </p:tav>
                                        <p:tav tm="100000">
                                          <p:val>
                                            <p:strVal val="#ppt_x"/>
                                          </p:val>
                                        </p:tav>
                                      </p:tavLst>
                                    </p:anim>
                                    <p:anim calcmode="lin" valueType="num">
                                      <p:cBhvr>
                                        <p:cTn id="85"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36" grpId="0"/>
      <p:bldP spid="38" grpId="0"/>
      <p:bldP spid="2" grpId="0"/>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D50CB-C06B-CC0C-FDF2-444F0F622667}"/>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8A69C9F1-33F1-29A2-B832-B8393196D717}"/>
              </a:ext>
            </a:extLst>
          </p:cNvPr>
          <p:cNvSpPr>
            <a:spLocks noGrp="1"/>
          </p:cNvSpPr>
          <p:nvPr>
            <p:ph idx="1"/>
          </p:nvPr>
        </p:nvSpPr>
        <p:spPr>
          <a:xfrm>
            <a:off x="576197" y="956241"/>
            <a:ext cx="11350760" cy="905689"/>
          </a:xfrm>
        </p:spPr>
        <p:txBody>
          <a:bodyPr/>
          <a:lstStyle/>
          <a:p>
            <a:pPr marL="285750" indent="-285750">
              <a:buFont typeface="Wingdings" panose="05000000000000000000" pitchFamily="2" charset="2"/>
              <a:buChar char="l"/>
            </a:pPr>
            <a:r>
              <a:rPr lang="en-US" altLang="zh-CN"/>
              <a:t>IP</a:t>
            </a:r>
            <a:r>
              <a:rPr lang="zh-CN" altLang="en-US"/>
              <a:t>地址可以理解为就是设备在互联网中的地址</a:t>
            </a:r>
            <a:r>
              <a:rPr lang="en-US" altLang="zh-CN"/>
              <a:t>(</a:t>
            </a:r>
            <a:r>
              <a:rPr lang="zh-CN" altLang="en-US"/>
              <a:t>唯一身份证</a:t>
            </a:r>
            <a:r>
              <a:rPr lang="en-US" altLang="zh-CN"/>
              <a:t>)</a:t>
            </a:r>
            <a:r>
              <a:rPr lang="zh-CN" altLang="en-US"/>
              <a:t>，每一个连入网络的设备都有一个自己的</a:t>
            </a:r>
            <a:r>
              <a:rPr lang="en-US" altLang="zh-CN"/>
              <a:t>IP</a:t>
            </a:r>
            <a:r>
              <a:rPr lang="zh-CN" altLang="en-US"/>
              <a:t>地址，用来定位设备在互联网中的位置。</a:t>
            </a:r>
            <a:endParaRPr lang="en-US" altLang="zh-CN"/>
          </a:p>
        </p:txBody>
      </p:sp>
      <p:pic>
        <p:nvPicPr>
          <p:cNvPr id="9" name="图片 8" descr="电脑萤幕画面&#10;&#10;AI 生成的内容可能不正确。">
            <a:extLst>
              <a:ext uri="{FF2B5EF4-FFF2-40B4-BE49-F238E27FC236}">
                <a16:creationId xmlns:a16="http://schemas.microsoft.com/office/drawing/2014/main" id="{4C6350C2-B5CB-0C41-1700-04A394F4011D}"/>
              </a:ext>
            </a:extLst>
          </p:cNvPr>
          <p:cNvPicPr>
            <a:picLocks noChangeAspect="1"/>
          </p:cNvPicPr>
          <p:nvPr/>
        </p:nvPicPr>
        <p:blipFill>
          <a:blip r:embed="rId2"/>
          <a:stretch>
            <a:fillRect/>
          </a:stretch>
        </p:blipFill>
        <p:spPr>
          <a:xfrm>
            <a:off x="4675565" y="3792420"/>
            <a:ext cx="994370" cy="297168"/>
          </a:xfrm>
          <a:prstGeom prst="rect">
            <a:avLst/>
          </a:prstGeom>
        </p:spPr>
      </p:pic>
      <p:pic>
        <p:nvPicPr>
          <p:cNvPr id="12" name="图片 11" descr="电脑萤幕&#10;&#10;AI 生成的内容可能不正确。">
            <a:extLst>
              <a:ext uri="{FF2B5EF4-FFF2-40B4-BE49-F238E27FC236}">
                <a16:creationId xmlns:a16="http://schemas.microsoft.com/office/drawing/2014/main" id="{FC7FA3CF-3243-7AD1-DB47-5A5EDA05A78B}"/>
              </a:ext>
            </a:extLst>
          </p:cNvPr>
          <p:cNvPicPr>
            <a:picLocks noChangeAspect="1"/>
          </p:cNvPicPr>
          <p:nvPr/>
        </p:nvPicPr>
        <p:blipFill>
          <a:blip r:embed="rId3"/>
          <a:stretch>
            <a:fillRect/>
          </a:stretch>
        </p:blipFill>
        <p:spPr>
          <a:xfrm>
            <a:off x="1445105" y="3519437"/>
            <a:ext cx="994370" cy="843135"/>
          </a:xfrm>
          <a:prstGeom prst="rect">
            <a:avLst/>
          </a:prstGeom>
        </p:spPr>
      </p:pic>
      <p:cxnSp>
        <p:nvCxnSpPr>
          <p:cNvPr id="28" name="直接箭头连接符 27">
            <a:extLst>
              <a:ext uri="{FF2B5EF4-FFF2-40B4-BE49-F238E27FC236}">
                <a16:creationId xmlns:a16="http://schemas.microsoft.com/office/drawing/2014/main" id="{7F2349A2-1F8B-776D-DA12-FD899C71A858}"/>
              </a:ext>
            </a:extLst>
          </p:cNvPr>
          <p:cNvCxnSpPr>
            <a:stCxn id="12" idx="3"/>
            <a:endCxn id="9" idx="1"/>
          </p:cNvCxnSpPr>
          <p:nvPr/>
        </p:nvCxnSpPr>
        <p:spPr>
          <a:xfrm flipV="1">
            <a:off x="2439475" y="3941004"/>
            <a:ext cx="2236090" cy="1"/>
          </a:xfrm>
          <a:prstGeom prst="straightConnector1">
            <a:avLst/>
          </a:prstGeom>
          <a:ln w="9525">
            <a:solidFill>
              <a:schemeClr val="tx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CA749ABE-49F8-545F-F6F0-F889FD82B4FA}"/>
              </a:ext>
            </a:extLst>
          </p:cNvPr>
          <p:cNvCxnSpPr>
            <a:cxnSpLocks/>
            <a:stCxn id="9" idx="3"/>
          </p:cNvCxnSpPr>
          <p:nvPr/>
        </p:nvCxnSpPr>
        <p:spPr>
          <a:xfrm>
            <a:off x="5669935" y="3941004"/>
            <a:ext cx="2426315" cy="0"/>
          </a:xfrm>
          <a:prstGeom prst="straightConnector1">
            <a:avLst/>
          </a:prstGeom>
          <a:ln w="9525">
            <a:solidFill>
              <a:schemeClr val="tx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6" name="文本框 85">
            <a:extLst>
              <a:ext uri="{FF2B5EF4-FFF2-40B4-BE49-F238E27FC236}">
                <a16:creationId xmlns:a16="http://schemas.microsoft.com/office/drawing/2014/main" id="{B9ECDC43-9B95-65C7-5511-7CD98579FB44}"/>
              </a:ext>
            </a:extLst>
          </p:cNvPr>
          <p:cNvSpPr txBox="1"/>
          <p:nvPr/>
        </p:nvSpPr>
        <p:spPr>
          <a:xfrm>
            <a:off x="2986208" y="3631862"/>
            <a:ext cx="1289135" cy="261610"/>
          </a:xfrm>
          <a:prstGeom prst="rect">
            <a:avLst/>
          </a:prstGeom>
          <a:noFill/>
        </p:spPr>
        <p:txBody>
          <a:bodyPr wrap="none" rtlCol="0">
            <a:spAutoFit/>
          </a:bodyPr>
          <a:lstStyle/>
          <a:p>
            <a:r>
              <a:rPr lang="en-US" altLang="zh-CN" sz="1100">
                <a:solidFill>
                  <a:srgbClr val="00B0F0"/>
                </a:solidFill>
              </a:rPr>
              <a:t>110.242.69.21</a:t>
            </a:r>
            <a:endParaRPr lang="zh-CN" altLang="en-US" sz="1100">
              <a:solidFill>
                <a:srgbClr val="00B0F0"/>
              </a:solidFill>
            </a:endParaRPr>
          </a:p>
        </p:txBody>
      </p:sp>
      <p:pic>
        <p:nvPicPr>
          <p:cNvPr id="102" name="图片 101" descr="形状&#10;&#10;AI 生成的内容可能不正确。">
            <a:extLst>
              <a:ext uri="{FF2B5EF4-FFF2-40B4-BE49-F238E27FC236}">
                <a16:creationId xmlns:a16="http://schemas.microsoft.com/office/drawing/2014/main" id="{0EE6946F-F0CA-3AB4-56C1-70A73C7EBFF2}"/>
              </a:ext>
            </a:extLst>
          </p:cNvPr>
          <p:cNvPicPr>
            <a:picLocks noChangeAspect="1"/>
          </p:cNvPicPr>
          <p:nvPr/>
        </p:nvPicPr>
        <p:blipFill>
          <a:blip r:embed="rId4"/>
          <a:stretch>
            <a:fillRect/>
          </a:stretch>
        </p:blipFill>
        <p:spPr>
          <a:xfrm>
            <a:off x="8456130" y="1867711"/>
            <a:ext cx="945364" cy="808729"/>
          </a:xfrm>
          <a:prstGeom prst="rect">
            <a:avLst/>
          </a:prstGeom>
        </p:spPr>
      </p:pic>
      <p:pic>
        <p:nvPicPr>
          <p:cNvPr id="103" name="图片 102" descr="形状&#10;&#10;AI 生成的内容可能不正确。">
            <a:extLst>
              <a:ext uri="{FF2B5EF4-FFF2-40B4-BE49-F238E27FC236}">
                <a16:creationId xmlns:a16="http://schemas.microsoft.com/office/drawing/2014/main" id="{D83849B1-D612-BC01-32E3-A9ABE21C40D1}"/>
              </a:ext>
            </a:extLst>
          </p:cNvPr>
          <p:cNvPicPr>
            <a:picLocks noChangeAspect="1"/>
          </p:cNvPicPr>
          <p:nvPr/>
        </p:nvPicPr>
        <p:blipFill>
          <a:blip r:embed="rId4"/>
          <a:stretch>
            <a:fillRect/>
          </a:stretch>
        </p:blipFill>
        <p:spPr>
          <a:xfrm>
            <a:off x="8456130" y="2920772"/>
            <a:ext cx="945364" cy="808729"/>
          </a:xfrm>
          <a:prstGeom prst="rect">
            <a:avLst/>
          </a:prstGeom>
        </p:spPr>
      </p:pic>
      <p:pic>
        <p:nvPicPr>
          <p:cNvPr id="104" name="图片 103" descr="形状&#10;&#10;AI 生成的内容可能不正确。">
            <a:extLst>
              <a:ext uri="{FF2B5EF4-FFF2-40B4-BE49-F238E27FC236}">
                <a16:creationId xmlns:a16="http://schemas.microsoft.com/office/drawing/2014/main" id="{27EA1CC2-0248-C779-6C26-F122E9DBDCC6}"/>
              </a:ext>
            </a:extLst>
          </p:cNvPr>
          <p:cNvPicPr>
            <a:picLocks noChangeAspect="1"/>
          </p:cNvPicPr>
          <p:nvPr/>
        </p:nvPicPr>
        <p:blipFill>
          <a:blip r:embed="rId4"/>
          <a:stretch>
            <a:fillRect/>
          </a:stretch>
        </p:blipFill>
        <p:spPr>
          <a:xfrm>
            <a:off x="8456130" y="3973833"/>
            <a:ext cx="945364" cy="808729"/>
          </a:xfrm>
          <a:prstGeom prst="rect">
            <a:avLst/>
          </a:prstGeom>
        </p:spPr>
      </p:pic>
      <p:pic>
        <p:nvPicPr>
          <p:cNvPr id="105" name="图片 104" descr="形状&#10;&#10;AI 生成的内容可能不正确。">
            <a:extLst>
              <a:ext uri="{FF2B5EF4-FFF2-40B4-BE49-F238E27FC236}">
                <a16:creationId xmlns:a16="http://schemas.microsoft.com/office/drawing/2014/main" id="{1B0F1849-3121-4B82-16D9-9F8FDD108ED2}"/>
              </a:ext>
            </a:extLst>
          </p:cNvPr>
          <p:cNvPicPr>
            <a:picLocks noChangeAspect="1"/>
          </p:cNvPicPr>
          <p:nvPr/>
        </p:nvPicPr>
        <p:blipFill>
          <a:blip r:embed="rId4"/>
          <a:stretch>
            <a:fillRect/>
          </a:stretch>
        </p:blipFill>
        <p:spPr>
          <a:xfrm>
            <a:off x="8462088" y="5026893"/>
            <a:ext cx="945364" cy="808729"/>
          </a:xfrm>
          <a:prstGeom prst="rect">
            <a:avLst/>
          </a:prstGeom>
        </p:spPr>
      </p:pic>
      <p:cxnSp>
        <p:nvCxnSpPr>
          <p:cNvPr id="106" name="连接符: 肘形 105">
            <a:extLst>
              <a:ext uri="{FF2B5EF4-FFF2-40B4-BE49-F238E27FC236}">
                <a16:creationId xmlns:a16="http://schemas.microsoft.com/office/drawing/2014/main" id="{B2524DC0-A064-A1FD-871B-6D11FD79CBE6}"/>
              </a:ext>
            </a:extLst>
          </p:cNvPr>
          <p:cNvCxnSpPr>
            <a:cxnSpLocks/>
            <a:stCxn id="102" idx="1"/>
            <a:endCxn id="105" idx="1"/>
          </p:cNvCxnSpPr>
          <p:nvPr/>
        </p:nvCxnSpPr>
        <p:spPr>
          <a:xfrm rot="10800000" flipH="1" flipV="1">
            <a:off x="8456130" y="2272076"/>
            <a:ext cx="5958" cy="3159182"/>
          </a:xfrm>
          <a:prstGeom prst="bentConnector3">
            <a:avLst>
              <a:gd name="adj1" fmla="val -3836858"/>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9E7A29AD-4410-F866-FD72-9E648B6862D3}"/>
              </a:ext>
            </a:extLst>
          </p:cNvPr>
          <p:cNvCxnSpPr>
            <a:cxnSpLocks/>
          </p:cNvCxnSpPr>
          <p:nvPr/>
        </p:nvCxnSpPr>
        <p:spPr>
          <a:xfrm>
            <a:off x="8225309" y="3361519"/>
            <a:ext cx="240981"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7FEB58E7-5860-D449-EAA9-4972C6FDE1D4}"/>
              </a:ext>
            </a:extLst>
          </p:cNvPr>
          <p:cNvCxnSpPr>
            <a:cxnSpLocks/>
          </p:cNvCxnSpPr>
          <p:nvPr/>
        </p:nvCxnSpPr>
        <p:spPr>
          <a:xfrm>
            <a:off x="8225309" y="4432144"/>
            <a:ext cx="240981"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09" name="图片 108" descr="形状&#10;&#10;AI 生成的内容可能不正确。">
            <a:extLst>
              <a:ext uri="{FF2B5EF4-FFF2-40B4-BE49-F238E27FC236}">
                <a16:creationId xmlns:a16="http://schemas.microsoft.com/office/drawing/2014/main" id="{D3FFB33D-5F53-1E83-89BF-9ED5965A8297}"/>
              </a:ext>
            </a:extLst>
          </p:cNvPr>
          <p:cNvPicPr>
            <a:picLocks noChangeAspect="1"/>
          </p:cNvPicPr>
          <p:nvPr/>
        </p:nvPicPr>
        <p:blipFill>
          <a:blip r:embed="rId4"/>
          <a:stretch>
            <a:fillRect/>
          </a:stretch>
        </p:blipFill>
        <p:spPr>
          <a:xfrm>
            <a:off x="9948227" y="1867832"/>
            <a:ext cx="945364" cy="808729"/>
          </a:xfrm>
          <a:prstGeom prst="rect">
            <a:avLst/>
          </a:prstGeom>
        </p:spPr>
      </p:pic>
      <p:pic>
        <p:nvPicPr>
          <p:cNvPr id="110" name="图片 109" descr="形状&#10;&#10;AI 生成的内容可能不正确。">
            <a:extLst>
              <a:ext uri="{FF2B5EF4-FFF2-40B4-BE49-F238E27FC236}">
                <a16:creationId xmlns:a16="http://schemas.microsoft.com/office/drawing/2014/main" id="{5F139EDE-7442-2A01-C2B7-10CBCD40F236}"/>
              </a:ext>
            </a:extLst>
          </p:cNvPr>
          <p:cNvPicPr>
            <a:picLocks noChangeAspect="1"/>
          </p:cNvPicPr>
          <p:nvPr/>
        </p:nvPicPr>
        <p:blipFill>
          <a:blip r:embed="rId4"/>
          <a:stretch>
            <a:fillRect/>
          </a:stretch>
        </p:blipFill>
        <p:spPr>
          <a:xfrm>
            <a:off x="9948227" y="2920187"/>
            <a:ext cx="945364" cy="808729"/>
          </a:xfrm>
          <a:prstGeom prst="rect">
            <a:avLst/>
          </a:prstGeom>
        </p:spPr>
      </p:pic>
      <p:pic>
        <p:nvPicPr>
          <p:cNvPr id="111" name="图片 110" descr="形状&#10;&#10;AI 生成的内容可能不正确。">
            <a:extLst>
              <a:ext uri="{FF2B5EF4-FFF2-40B4-BE49-F238E27FC236}">
                <a16:creationId xmlns:a16="http://schemas.microsoft.com/office/drawing/2014/main" id="{B6ED6CEE-71A1-5987-6CED-9B8B95462CB6}"/>
              </a:ext>
            </a:extLst>
          </p:cNvPr>
          <p:cNvPicPr>
            <a:picLocks noChangeAspect="1"/>
          </p:cNvPicPr>
          <p:nvPr/>
        </p:nvPicPr>
        <p:blipFill>
          <a:blip r:embed="rId4"/>
          <a:stretch>
            <a:fillRect/>
          </a:stretch>
        </p:blipFill>
        <p:spPr>
          <a:xfrm>
            <a:off x="9948227" y="3972542"/>
            <a:ext cx="945364" cy="808729"/>
          </a:xfrm>
          <a:prstGeom prst="rect">
            <a:avLst/>
          </a:prstGeom>
        </p:spPr>
      </p:pic>
      <p:pic>
        <p:nvPicPr>
          <p:cNvPr id="112" name="图片 111" descr="形状&#10;&#10;AI 生成的内容可能不正确。">
            <a:extLst>
              <a:ext uri="{FF2B5EF4-FFF2-40B4-BE49-F238E27FC236}">
                <a16:creationId xmlns:a16="http://schemas.microsoft.com/office/drawing/2014/main" id="{C37F02AB-1EB7-556A-901C-DE5CB2366E44}"/>
              </a:ext>
            </a:extLst>
          </p:cNvPr>
          <p:cNvPicPr>
            <a:picLocks noChangeAspect="1"/>
          </p:cNvPicPr>
          <p:nvPr/>
        </p:nvPicPr>
        <p:blipFill>
          <a:blip r:embed="rId4"/>
          <a:stretch>
            <a:fillRect/>
          </a:stretch>
        </p:blipFill>
        <p:spPr>
          <a:xfrm>
            <a:off x="9954185" y="5024898"/>
            <a:ext cx="945364" cy="808729"/>
          </a:xfrm>
          <a:prstGeom prst="rect">
            <a:avLst/>
          </a:prstGeom>
        </p:spPr>
      </p:pic>
      <p:cxnSp>
        <p:nvCxnSpPr>
          <p:cNvPr id="113" name="连接符: 肘形 112">
            <a:extLst>
              <a:ext uri="{FF2B5EF4-FFF2-40B4-BE49-F238E27FC236}">
                <a16:creationId xmlns:a16="http://schemas.microsoft.com/office/drawing/2014/main" id="{2B1315F5-0972-D86F-1E34-E53C5A81F490}"/>
              </a:ext>
            </a:extLst>
          </p:cNvPr>
          <p:cNvCxnSpPr>
            <a:cxnSpLocks/>
            <a:stCxn id="109" idx="3"/>
            <a:endCxn id="112" idx="3"/>
          </p:cNvCxnSpPr>
          <p:nvPr/>
        </p:nvCxnSpPr>
        <p:spPr>
          <a:xfrm>
            <a:off x="10893591" y="2272197"/>
            <a:ext cx="5958" cy="3157066"/>
          </a:xfrm>
          <a:prstGeom prst="bentConnector3">
            <a:avLst>
              <a:gd name="adj1" fmla="val 3936858"/>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B625E619-B447-2586-8867-D85E28A217E0}"/>
              </a:ext>
            </a:extLst>
          </p:cNvPr>
          <p:cNvCxnSpPr>
            <a:cxnSpLocks/>
          </p:cNvCxnSpPr>
          <p:nvPr/>
        </p:nvCxnSpPr>
        <p:spPr>
          <a:xfrm>
            <a:off x="10890416" y="3328473"/>
            <a:ext cx="240981"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B6A714F3-2427-9C81-586E-694C58CB1E83}"/>
              </a:ext>
            </a:extLst>
          </p:cNvPr>
          <p:cNvCxnSpPr>
            <a:cxnSpLocks/>
          </p:cNvCxnSpPr>
          <p:nvPr/>
        </p:nvCxnSpPr>
        <p:spPr>
          <a:xfrm>
            <a:off x="10890415" y="4389045"/>
            <a:ext cx="240981"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270EE478-2C0B-9969-C085-CD32682A1386}"/>
              </a:ext>
            </a:extLst>
          </p:cNvPr>
          <p:cNvCxnSpPr>
            <a:cxnSpLocks/>
            <a:stCxn id="102" idx="3"/>
            <a:endCxn id="109" idx="1"/>
          </p:cNvCxnSpPr>
          <p:nvPr/>
        </p:nvCxnSpPr>
        <p:spPr>
          <a:xfrm>
            <a:off x="9401494" y="2272076"/>
            <a:ext cx="546733" cy="12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3D4BE546-86A2-3876-C1F6-90EB80D008AF}"/>
              </a:ext>
            </a:extLst>
          </p:cNvPr>
          <p:cNvCxnSpPr>
            <a:cxnSpLocks/>
            <a:stCxn id="103" idx="3"/>
            <a:endCxn id="110" idx="1"/>
          </p:cNvCxnSpPr>
          <p:nvPr/>
        </p:nvCxnSpPr>
        <p:spPr>
          <a:xfrm flipV="1">
            <a:off x="9401494" y="3324552"/>
            <a:ext cx="546733" cy="585"/>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6A4A096D-A625-9367-3045-EABABD56ED91}"/>
              </a:ext>
            </a:extLst>
          </p:cNvPr>
          <p:cNvCxnSpPr>
            <a:cxnSpLocks/>
            <a:stCxn id="104" idx="3"/>
            <a:endCxn id="111" idx="1"/>
          </p:cNvCxnSpPr>
          <p:nvPr/>
        </p:nvCxnSpPr>
        <p:spPr>
          <a:xfrm flipV="1">
            <a:off x="9401494" y="4376907"/>
            <a:ext cx="546733" cy="129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5EF24E23-3111-E8CA-1041-69CDCE0C8DCE}"/>
              </a:ext>
            </a:extLst>
          </p:cNvPr>
          <p:cNvCxnSpPr>
            <a:cxnSpLocks/>
            <a:stCxn id="105" idx="3"/>
            <a:endCxn id="112" idx="1"/>
          </p:cNvCxnSpPr>
          <p:nvPr/>
        </p:nvCxnSpPr>
        <p:spPr>
          <a:xfrm flipV="1">
            <a:off x="9407452" y="5429263"/>
            <a:ext cx="546733" cy="1995"/>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0" name="文本框 119">
            <a:extLst>
              <a:ext uri="{FF2B5EF4-FFF2-40B4-BE49-F238E27FC236}">
                <a16:creationId xmlns:a16="http://schemas.microsoft.com/office/drawing/2014/main" id="{4F9A8C3A-09CE-8F16-978E-27EA051DED4D}"/>
              </a:ext>
            </a:extLst>
          </p:cNvPr>
          <p:cNvSpPr txBox="1"/>
          <p:nvPr/>
        </p:nvSpPr>
        <p:spPr>
          <a:xfrm>
            <a:off x="8345799" y="4724393"/>
            <a:ext cx="1226618" cy="253916"/>
          </a:xfrm>
          <a:prstGeom prst="rect">
            <a:avLst/>
          </a:prstGeom>
          <a:noFill/>
        </p:spPr>
        <p:txBody>
          <a:bodyPr wrap="none" rtlCol="0">
            <a:spAutoFit/>
          </a:bodyPr>
          <a:lstStyle/>
          <a:p>
            <a:r>
              <a:rPr lang="en-US" altLang="zh-CN" sz="1000">
                <a:solidFill>
                  <a:srgbClr val="00B0F0"/>
                </a:solidFill>
              </a:rPr>
              <a:t>132.12.86.125</a:t>
            </a:r>
            <a:endParaRPr lang="zh-CN" altLang="en-US" sz="1000">
              <a:solidFill>
                <a:srgbClr val="00B0F0"/>
              </a:solidFill>
            </a:endParaRPr>
          </a:p>
        </p:txBody>
      </p:sp>
      <p:sp>
        <p:nvSpPr>
          <p:cNvPr id="121" name="文本框 120">
            <a:extLst>
              <a:ext uri="{FF2B5EF4-FFF2-40B4-BE49-F238E27FC236}">
                <a16:creationId xmlns:a16="http://schemas.microsoft.com/office/drawing/2014/main" id="{5E3382B1-E6B7-FB5E-E674-8F8ED6293BC8}"/>
              </a:ext>
            </a:extLst>
          </p:cNvPr>
          <p:cNvSpPr txBox="1"/>
          <p:nvPr/>
        </p:nvSpPr>
        <p:spPr>
          <a:xfrm>
            <a:off x="8345799" y="2581718"/>
            <a:ext cx="1184940" cy="246221"/>
          </a:xfrm>
          <a:prstGeom prst="rect">
            <a:avLst/>
          </a:prstGeom>
          <a:noFill/>
        </p:spPr>
        <p:txBody>
          <a:bodyPr wrap="none" rtlCol="0">
            <a:spAutoFit/>
          </a:bodyPr>
          <a:lstStyle/>
          <a:p>
            <a:r>
              <a:rPr lang="en-US" altLang="zh-CN" sz="1000">
                <a:solidFill>
                  <a:srgbClr val="00B0F0"/>
                </a:solidFill>
              </a:rPr>
              <a:t>103.217.86.45</a:t>
            </a:r>
            <a:endParaRPr lang="zh-CN" altLang="en-US" sz="1000">
              <a:solidFill>
                <a:srgbClr val="00B0F0"/>
              </a:solidFill>
            </a:endParaRPr>
          </a:p>
        </p:txBody>
      </p:sp>
      <p:sp>
        <p:nvSpPr>
          <p:cNvPr id="122" name="文本框 121">
            <a:extLst>
              <a:ext uri="{FF2B5EF4-FFF2-40B4-BE49-F238E27FC236}">
                <a16:creationId xmlns:a16="http://schemas.microsoft.com/office/drawing/2014/main" id="{D95D3299-3967-BE33-0196-F5C3798545BB}"/>
              </a:ext>
            </a:extLst>
          </p:cNvPr>
          <p:cNvSpPr txBox="1"/>
          <p:nvPr/>
        </p:nvSpPr>
        <p:spPr>
          <a:xfrm>
            <a:off x="8351399" y="3632296"/>
            <a:ext cx="1184940" cy="246221"/>
          </a:xfrm>
          <a:prstGeom prst="rect">
            <a:avLst/>
          </a:prstGeom>
          <a:noFill/>
        </p:spPr>
        <p:txBody>
          <a:bodyPr wrap="none" rtlCol="0">
            <a:spAutoFit/>
          </a:bodyPr>
          <a:lstStyle/>
          <a:p>
            <a:r>
              <a:rPr lang="en-US" altLang="zh-CN" sz="1000">
                <a:solidFill>
                  <a:srgbClr val="00B0F0"/>
                </a:solidFill>
              </a:rPr>
              <a:t>110.242.69.21</a:t>
            </a:r>
            <a:endParaRPr lang="zh-CN" altLang="en-US" sz="1000">
              <a:solidFill>
                <a:srgbClr val="00B0F0"/>
              </a:solidFill>
            </a:endParaRPr>
          </a:p>
        </p:txBody>
      </p:sp>
      <p:sp>
        <p:nvSpPr>
          <p:cNvPr id="123" name="文本框 122">
            <a:extLst>
              <a:ext uri="{FF2B5EF4-FFF2-40B4-BE49-F238E27FC236}">
                <a16:creationId xmlns:a16="http://schemas.microsoft.com/office/drawing/2014/main" id="{5A114F4A-F65E-AB27-52A4-2D792EF11181}"/>
              </a:ext>
            </a:extLst>
          </p:cNvPr>
          <p:cNvSpPr txBox="1"/>
          <p:nvPr/>
        </p:nvSpPr>
        <p:spPr>
          <a:xfrm>
            <a:off x="8351399" y="5777453"/>
            <a:ext cx="1107996" cy="246221"/>
          </a:xfrm>
          <a:prstGeom prst="rect">
            <a:avLst/>
          </a:prstGeom>
          <a:noFill/>
        </p:spPr>
        <p:txBody>
          <a:bodyPr wrap="none" rtlCol="0">
            <a:spAutoFit/>
          </a:bodyPr>
          <a:lstStyle/>
          <a:p>
            <a:r>
              <a:rPr lang="en-US" altLang="zh-CN" sz="1000">
                <a:solidFill>
                  <a:srgbClr val="00B0F0"/>
                </a:solidFill>
              </a:rPr>
              <a:t>47.92.156.73</a:t>
            </a:r>
            <a:endParaRPr lang="zh-CN" altLang="en-US" sz="1000">
              <a:solidFill>
                <a:srgbClr val="00B0F0"/>
              </a:solidFill>
            </a:endParaRPr>
          </a:p>
        </p:txBody>
      </p:sp>
      <p:sp>
        <p:nvSpPr>
          <p:cNvPr id="124" name="文本框 123">
            <a:extLst>
              <a:ext uri="{FF2B5EF4-FFF2-40B4-BE49-F238E27FC236}">
                <a16:creationId xmlns:a16="http://schemas.microsoft.com/office/drawing/2014/main" id="{85C02672-7DDB-FC41-EE38-8B5356EBB466}"/>
              </a:ext>
            </a:extLst>
          </p:cNvPr>
          <p:cNvSpPr txBox="1"/>
          <p:nvPr/>
        </p:nvSpPr>
        <p:spPr>
          <a:xfrm>
            <a:off x="9905383" y="2581717"/>
            <a:ext cx="1184940" cy="246221"/>
          </a:xfrm>
          <a:prstGeom prst="rect">
            <a:avLst/>
          </a:prstGeom>
          <a:noFill/>
        </p:spPr>
        <p:txBody>
          <a:bodyPr wrap="none" rtlCol="0">
            <a:spAutoFit/>
          </a:bodyPr>
          <a:lstStyle/>
          <a:p>
            <a:r>
              <a:rPr lang="en-US" altLang="zh-CN" sz="1000">
                <a:solidFill>
                  <a:srgbClr val="00B0F0"/>
                </a:solidFill>
              </a:rPr>
              <a:t>183.62.66.173</a:t>
            </a:r>
            <a:endParaRPr lang="zh-CN" altLang="en-US" sz="1000">
              <a:solidFill>
                <a:srgbClr val="00B0F0"/>
              </a:solidFill>
            </a:endParaRPr>
          </a:p>
        </p:txBody>
      </p:sp>
      <p:sp>
        <p:nvSpPr>
          <p:cNvPr id="125" name="文本框 124">
            <a:extLst>
              <a:ext uri="{FF2B5EF4-FFF2-40B4-BE49-F238E27FC236}">
                <a16:creationId xmlns:a16="http://schemas.microsoft.com/office/drawing/2014/main" id="{60A0C173-9449-EE2B-27C0-97654BAE5DAC}"/>
              </a:ext>
            </a:extLst>
          </p:cNvPr>
          <p:cNvSpPr txBox="1"/>
          <p:nvPr/>
        </p:nvSpPr>
        <p:spPr>
          <a:xfrm>
            <a:off x="9905383" y="3630082"/>
            <a:ext cx="1107996" cy="246221"/>
          </a:xfrm>
          <a:prstGeom prst="rect">
            <a:avLst/>
          </a:prstGeom>
          <a:noFill/>
        </p:spPr>
        <p:txBody>
          <a:bodyPr wrap="none" rtlCol="0">
            <a:spAutoFit/>
          </a:bodyPr>
          <a:lstStyle/>
          <a:p>
            <a:r>
              <a:rPr lang="en-US" altLang="zh-CN" sz="1000">
                <a:solidFill>
                  <a:srgbClr val="00B0F0"/>
                </a:solidFill>
              </a:rPr>
              <a:t>27.154.91.36</a:t>
            </a:r>
            <a:endParaRPr lang="zh-CN" altLang="en-US" sz="1000">
              <a:solidFill>
                <a:srgbClr val="00B0F0"/>
              </a:solidFill>
            </a:endParaRPr>
          </a:p>
        </p:txBody>
      </p:sp>
      <p:sp>
        <p:nvSpPr>
          <p:cNvPr id="126" name="文本框 125">
            <a:extLst>
              <a:ext uri="{FF2B5EF4-FFF2-40B4-BE49-F238E27FC236}">
                <a16:creationId xmlns:a16="http://schemas.microsoft.com/office/drawing/2014/main" id="{C5068FCB-6D0E-3998-4058-9DB0556EAA64}"/>
              </a:ext>
            </a:extLst>
          </p:cNvPr>
          <p:cNvSpPr txBox="1"/>
          <p:nvPr/>
        </p:nvSpPr>
        <p:spPr>
          <a:xfrm>
            <a:off x="9943470" y="4728240"/>
            <a:ext cx="1184940" cy="246221"/>
          </a:xfrm>
          <a:prstGeom prst="rect">
            <a:avLst/>
          </a:prstGeom>
          <a:noFill/>
        </p:spPr>
        <p:txBody>
          <a:bodyPr wrap="none" rtlCol="0">
            <a:spAutoFit/>
          </a:bodyPr>
          <a:lstStyle/>
          <a:p>
            <a:r>
              <a:rPr lang="en-US" altLang="zh-CN" sz="1000">
                <a:solidFill>
                  <a:srgbClr val="00B0F0"/>
                </a:solidFill>
              </a:rPr>
              <a:t>119.23.78.155</a:t>
            </a:r>
            <a:endParaRPr lang="zh-CN" altLang="en-US" sz="1000">
              <a:solidFill>
                <a:srgbClr val="00B0F0"/>
              </a:solidFill>
            </a:endParaRPr>
          </a:p>
        </p:txBody>
      </p:sp>
      <p:sp>
        <p:nvSpPr>
          <p:cNvPr id="127" name="文本框 126">
            <a:extLst>
              <a:ext uri="{FF2B5EF4-FFF2-40B4-BE49-F238E27FC236}">
                <a16:creationId xmlns:a16="http://schemas.microsoft.com/office/drawing/2014/main" id="{35FCFC49-5807-7EC1-692D-7B56C270B784}"/>
              </a:ext>
            </a:extLst>
          </p:cNvPr>
          <p:cNvSpPr txBox="1"/>
          <p:nvPr/>
        </p:nvSpPr>
        <p:spPr>
          <a:xfrm>
            <a:off x="9905383" y="5767943"/>
            <a:ext cx="1184940" cy="246221"/>
          </a:xfrm>
          <a:prstGeom prst="rect">
            <a:avLst/>
          </a:prstGeom>
          <a:noFill/>
        </p:spPr>
        <p:txBody>
          <a:bodyPr wrap="none" rtlCol="0">
            <a:spAutoFit/>
          </a:bodyPr>
          <a:lstStyle/>
          <a:p>
            <a:r>
              <a:rPr lang="en-US" altLang="zh-CN" sz="1000">
                <a:solidFill>
                  <a:srgbClr val="00B0F0"/>
                </a:solidFill>
              </a:rPr>
              <a:t>61.160.218.92</a:t>
            </a:r>
            <a:endParaRPr lang="zh-CN" altLang="en-US" sz="1000">
              <a:solidFill>
                <a:srgbClr val="00B0F0"/>
              </a:solidFill>
            </a:endParaRPr>
          </a:p>
        </p:txBody>
      </p:sp>
      <p:sp>
        <p:nvSpPr>
          <p:cNvPr id="128" name="文本框 127">
            <a:extLst>
              <a:ext uri="{FF2B5EF4-FFF2-40B4-BE49-F238E27FC236}">
                <a16:creationId xmlns:a16="http://schemas.microsoft.com/office/drawing/2014/main" id="{21D3B50C-67F5-748B-648F-C8A1672FC89B}"/>
              </a:ext>
            </a:extLst>
          </p:cNvPr>
          <p:cNvSpPr txBox="1"/>
          <p:nvPr/>
        </p:nvSpPr>
        <p:spPr>
          <a:xfrm>
            <a:off x="1297722" y="4349256"/>
            <a:ext cx="1289135" cy="261610"/>
          </a:xfrm>
          <a:prstGeom prst="rect">
            <a:avLst/>
          </a:prstGeom>
          <a:noFill/>
        </p:spPr>
        <p:txBody>
          <a:bodyPr wrap="none" rtlCol="0">
            <a:spAutoFit/>
          </a:bodyPr>
          <a:lstStyle/>
          <a:p>
            <a:r>
              <a:rPr lang="en-US" altLang="zh-CN" sz="1100">
                <a:solidFill>
                  <a:srgbClr val="00B0F0"/>
                </a:solidFill>
              </a:rPr>
              <a:t>110.242.69.21</a:t>
            </a:r>
            <a:endParaRPr lang="zh-CN" altLang="en-US" sz="1100">
              <a:solidFill>
                <a:srgbClr val="00B0F0"/>
              </a:solidFill>
            </a:endParaRPr>
          </a:p>
        </p:txBody>
      </p:sp>
      <p:sp>
        <p:nvSpPr>
          <p:cNvPr id="99" name="矩形 98">
            <a:extLst>
              <a:ext uri="{FF2B5EF4-FFF2-40B4-BE49-F238E27FC236}">
                <a16:creationId xmlns:a16="http://schemas.microsoft.com/office/drawing/2014/main" id="{490C0280-8813-B39A-FFDF-7A51510CF27E}"/>
              </a:ext>
            </a:extLst>
          </p:cNvPr>
          <p:cNvSpPr/>
          <p:nvPr/>
        </p:nvSpPr>
        <p:spPr>
          <a:xfrm>
            <a:off x="0" y="1861930"/>
            <a:ext cx="12192000" cy="4996070"/>
          </a:xfrm>
          <a:prstGeom prst="rect">
            <a:avLst/>
          </a:prstGeom>
          <a:solidFill>
            <a:srgbClr val="1B1E1D">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0" name="图片 129">
            <a:extLst>
              <a:ext uri="{FF2B5EF4-FFF2-40B4-BE49-F238E27FC236}">
                <a16:creationId xmlns:a16="http://schemas.microsoft.com/office/drawing/2014/main" id="{D69456A4-9D6D-3D07-D876-4EDA232D3136}"/>
              </a:ext>
            </a:extLst>
          </p:cNvPr>
          <p:cNvPicPr>
            <a:picLocks noChangeAspect="1"/>
          </p:cNvPicPr>
          <p:nvPr/>
        </p:nvPicPr>
        <p:blipFill>
          <a:blip r:embed="rId5"/>
          <a:srcRect b="8400"/>
          <a:stretch>
            <a:fillRect/>
          </a:stretch>
        </p:blipFill>
        <p:spPr>
          <a:xfrm>
            <a:off x="800105" y="1863043"/>
            <a:ext cx="10700672" cy="4996070"/>
          </a:xfrm>
          <a:prstGeom prst="rect">
            <a:avLst/>
          </a:prstGeom>
        </p:spPr>
      </p:pic>
      <p:sp>
        <p:nvSpPr>
          <p:cNvPr id="3" name="!!文本框 2">
            <a:extLst>
              <a:ext uri="{FF2B5EF4-FFF2-40B4-BE49-F238E27FC236}">
                <a16:creationId xmlns:a16="http://schemas.microsoft.com/office/drawing/2014/main" id="{75F429CD-F80C-DAC9-BC64-D907B320A569}"/>
              </a:ext>
            </a:extLst>
          </p:cNvPr>
          <p:cNvSpPr txBox="1"/>
          <p:nvPr/>
        </p:nvSpPr>
        <p:spPr>
          <a:xfrm>
            <a:off x="2911189" y="2128571"/>
            <a:ext cx="646331" cy="369332"/>
          </a:xfrm>
          <a:prstGeom prst="rect">
            <a:avLst/>
          </a:prstGeom>
          <a:noFill/>
        </p:spPr>
        <p:txBody>
          <a:bodyPr wrap="none" rtlCol="0">
            <a:spAutoFit/>
          </a:bodyPr>
          <a:lstStyle/>
          <a:p>
            <a:r>
              <a:rPr lang="zh-CN" altLang="en-US">
                <a:solidFill>
                  <a:srgbClr val="C00000"/>
                </a:solidFill>
                <a:latin typeface="荆南波波黑" panose="02000800000000000000" pitchFamily="2" charset="-122"/>
                <a:ea typeface="荆南波波黑" panose="02000800000000000000" pitchFamily="2" charset="-122"/>
              </a:rPr>
              <a:t>域名</a:t>
            </a:r>
          </a:p>
        </p:txBody>
      </p:sp>
      <p:sp>
        <p:nvSpPr>
          <p:cNvPr id="7" name="!!标题 4">
            <a:extLst>
              <a:ext uri="{FF2B5EF4-FFF2-40B4-BE49-F238E27FC236}">
                <a16:creationId xmlns:a16="http://schemas.microsoft.com/office/drawing/2014/main" id="{422FA041-A332-509B-DBEA-40885ECFD6A5}"/>
              </a:ext>
            </a:extLst>
          </p:cNvPr>
          <p:cNvSpPr>
            <a:spLocks noGrp="1"/>
          </p:cNvSpPr>
          <p:nvPr>
            <p:ph type="title"/>
          </p:nvPr>
        </p:nvSpPr>
        <p:spPr>
          <a:xfrm>
            <a:off x="576197" y="336399"/>
            <a:ext cx="2029500" cy="474415"/>
          </a:xfrm>
        </p:spPr>
        <p:txBody>
          <a:bodyPr/>
          <a:lstStyle/>
          <a:p>
            <a:r>
              <a:rPr lang="zh-CN" altLang="en-US"/>
              <a:t>网络基础知识</a:t>
            </a:r>
          </a:p>
        </p:txBody>
      </p:sp>
      <p:sp>
        <p:nvSpPr>
          <p:cNvPr id="8" name="标题 4">
            <a:extLst>
              <a:ext uri="{FF2B5EF4-FFF2-40B4-BE49-F238E27FC236}">
                <a16:creationId xmlns:a16="http://schemas.microsoft.com/office/drawing/2014/main" id="{090CF261-3383-1DDA-3B78-C7EAA0CC1E25}"/>
              </a:ext>
            </a:extLst>
          </p:cNvPr>
          <p:cNvSpPr txBox="1">
            <a:spLocks/>
          </p:cNvSpPr>
          <p:nvPr/>
        </p:nvSpPr>
        <p:spPr>
          <a:xfrm>
            <a:off x="2410492" y="336399"/>
            <a:ext cx="736740" cy="474415"/>
          </a:xfrm>
          <a:prstGeom prst="rect">
            <a:avLst/>
          </a:prstGeom>
        </p:spPr>
        <p:txBody>
          <a:bodyPr/>
          <a:lstStyle>
            <a:lvl1pPr algn="l" defTabSz="914400" rtl="0" eaLnBrk="1" latinLnBrk="0" hangingPunct="1">
              <a:lnSpc>
                <a:spcPct val="100000"/>
              </a:lnSpc>
              <a:spcBef>
                <a:spcPct val="0"/>
              </a:spcBef>
              <a:buNone/>
              <a:defRPr lang="zh-CN" altLang="en-US" sz="2400" b="1" kern="1200">
                <a:solidFill>
                  <a:schemeClr val="accent1"/>
                </a:solidFill>
                <a:latin typeface="+mj-lt"/>
                <a:ea typeface="+mj-ea"/>
                <a:cs typeface="+mj-cs"/>
              </a:defRPr>
            </a:lvl1pPr>
          </a:lstStyle>
          <a:p>
            <a:r>
              <a:rPr lang="en-US" altLang="zh-CN"/>
              <a:t>-IP</a:t>
            </a:r>
            <a:endParaRPr lang="zh-CN" altLang="en-US"/>
          </a:p>
        </p:txBody>
      </p:sp>
      <p:pic>
        <p:nvPicPr>
          <p:cNvPr id="4" name="图片 3">
            <a:extLst>
              <a:ext uri="{FF2B5EF4-FFF2-40B4-BE49-F238E27FC236}">
                <a16:creationId xmlns:a16="http://schemas.microsoft.com/office/drawing/2014/main" id="{A6CD1E1B-5A7D-57DC-8245-D157988EEB92}"/>
              </a:ext>
            </a:extLst>
          </p:cNvPr>
          <p:cNvPicPr>
            <a:picLocks noChangeAspect="1"/>
          </p:cNvPicPr>
          <p:nvPr/>
        </p:nvPicPr>
        <p:blipFill>
          <a:blip r:embed="rId6"/>
          <a:stretch>
            <a:fillRect/>
          </a:stretch>
        </p:blipFill>
        <p:spPr>
          <a:xfrm>
            <a:off x="3161594" y="3950795"/>
            <a:ext cx="1790792" cy="228612"/>
          </a:xfrm>
          <a:prstGeom prst="rect">
            <a:avLst/>
          </a:prstGeom>
        </p:spPr>
      </p:pic>
    </p:spTree>
    <p:extLst>
      <p:ext uri="{BB962C8B-B14F-4D97-AF65-F5344CB8AC3E}">
        <p14:creationId xmlns:p14="http://schemas.microsoft.com/office/powerpoint/2010/main" val="16701050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28"/>
                                        </p:tgtEl>
                                        <p:attrNameLst>
                                          <p:attrName>style.visibility</p:attrName>
                                        </p:attrNameLst>
                                      </p:cBhvr>
                                      <p:to>
                                        <p:strVal val="visible"/>
                                      </p:to>
                                    </p:set>
                                    <p:anim calcmode="lin" valueType="num">
                                      <p:cBhvr>
                                        <p:cTn id="12" dur="500" fill="hold"/>
                                        <p:tgtEl>
                                          <p:spTgt spid="128"/>
                                        </p:tgtEl>
                                        <p:attrNameLst>
                                          <p:attrName>ppt_w</p:attrName>
                                        </p:attrNameLst>
                                      </p:cBhvr>
                                      <p:tavLst>
                                        <p:tav tm="0">
                                          <p:val>
                                            <p:fltVal val="0"/>
                                          </p:val>
                                        </p:tav>
                                        <p:tav tm="100000">
                                          <p:val>
                                            <p:strVal val="#ppt_w"/>
                                          </p:val>
                                        </p:tav>
                                      </p:tavLst>
                                    </p:anim>
                                    <p:anim calcmode="lin" valueType="num">
                                      <p:cBhvr>
                                        <p:cTn id="13" dur="500" fill="hold"/>
                                        <p:tgtEl>
                                          <p:spTgt spid="128"/>
                                        </p:tgtEl>
                                        <p:attrNameLst>
                                          <p:attrName>ppt_h</p:attrName>
                                        </p:attrNameLst>
                                      </p:cBhvr>
                                      <p:tavLst>
                                        <p:tav tm="0">
                                          <p:val>
                                            <p:fltVal val="0"/>
                                          </p:val>
                                        </p:tav>
                                        <p:tav tm="100000">
                                          <p:val>
                                            <p:strVal val="#ppt_h"/>
                                          </p:val>
                                        </p:tav>
                                      </p:tavLst>
                                    </p:anim>
                                    <p:animEffect transition="in" filter="fade">
                                      <p:cBhvr>
                                        <p:cTn id="14" dur="500"/>
                                        <p:tgtEl>
                                          <p:spTgt spid="12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86"/>
                                        </p:tgtEl>
                                        <p:attrNameLst>
                                          <p:attrName>style.visibility</p:attrName>
                                        </p:attrNameLst>
                                      </p:cBhvr>
                                      <p:to>
                                        <p:strVal val="visible"/>
                                      </p:to>
                                    </p:set>
                                    <p:animEffect transition="in" filter="wipe(left)">
                                      <p:cBhvr>
                                        <p:cTn id="19" dur="500"/>
                                        <p:tgtEl>
                                          <p:spTgt spid="86"/>
                                        </p:tgtEl>
                                      </p:cBhvr>
                                    </p:animEffect>
                                  </p:childTnLst>
                                </p:cTn>
                              </p:par>
                              <p:par>
                                <p:cTn id="20" presetID="22" presetClass="entr" presetSubtype="8"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left)">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left)">
                                      <p:cBhvr>
                                        <p:cTn id="34" dur="500"/>
                                        <p:tgtEl>
                                          <p:spTgt spid="29"/>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nodeType="clickEffect">
                                  <p:stCondLst>
                                    <p:cond delay="0"/>
                                  </p:stCondLst>
                                  <p:childTnLst>
                                    <p:set>
                                      <p:cBhvr>
                                        <p:cTn id="38" dur="1" fill="hold">
                                          <p:stCondLst>
                                            <p:cond delay="0"/>
                                          </p:stCondLst>
                                        </p:cTn>
                                        <p:tgtEl>
                                          <p:spTgt spid="102"/>
                                        </p:tgtEl>
                                        <p:attrNameLst>
                                          <p:attrName>style.visibility</p:attrName>
                                        </p:attrNameLst>
                                      </p:cBhvr>
                                      <p:to>
                                        <p:strVal val="visible"/>
                                      </p:to>
                                    </p:set>
                                    <p:animEffect transition="in" filter="randombar(horizontal)">
                                      <p:cBhvr>
                                        <p:cTn id="39" dur="500"/>
                                        <p:tgtEl>
                                          <p:spTgt spid="102"/>
                                        </p:tgtEl>
                                      </p:cBhvr>
                                    </p:animEffect>
                                  </p:childTnLst>
                                </p:cTn>
                              </p:par>
                              <p:par>
                                <p:cTn id="40" presetID="14" presetClass="entr" presetSubtype="10" fill="hold" nodeType="withEffect">
                                  <p:stCondLst>
                                    <p:cond delay="0"/>
                                  </p:stCondLst>
                                  <p:childTnLst>
                                    <p:set>
                                      <p:cBhvr>
                                        <p:cTn id="41" dur="1" fill="hold">
                                          <p:stCondLst>
                                            <p:cond delay="0"/>
                                          </p:stCondLst>
                                        </p:cTn>
                                        <p:tgtEl>
                                          <p:spTgt spid="103"/>
                                        </p:tgtEl>
                                        <p:attrNameLst>
                                          <p:attrName>style.visibility</p:attrName>
                                        </p:attrNameLst>
                                      </p:cBhvr>
                                      <p:to>
                                        <p:strVal val="visible"/>
                                      </p:to>
                                    </p:set>
                                    <p:animEffect transition="in" filter="randombar(horizontal)">
                                      <p:cBhvr>
                                        <p:cTn id="42" dur="500"/>
                                        <p:tgtEl>
                                          <p:spTgt spid="103"/>
                                        </p:tgtEl>
                                      </p:cBhvr>
                                    </p:animEffect>
                                  </p:childTnLst>
                                </p:cTn>
                              </p:par>
                              <p:par>
                                <p:cTn id="43" presetID="14" presetClass="entr" presetSubtype="10" fill="hold" nodeType="withEffect">
                                  <p:stCondLst>
                                    <p:cond delay="0"/>
                                  </p:stCondLst>
                                  <p:childTnLst>
                                    <p:set>
                                      <p:cBhvr>
                                        <p:cTn id="44" dur="1" fill="hold">
                                          <p:stCondLst>
                                            <p:cond delay="0"/>
                                          </p:stCondLst>
                                        </p:cTn>
                                        <p:tgtEl>
                                          <p:spTgt spid="104"/>
                                        </p:tgtEl>
                                        <p:attrNameLst>
                                          <p:attrName>style.visibility</p:attrName>
                                        </p:attrNameLst>
                                      </p:cBhvr>
                                      <p:to>
                                        <p:strVal val="visible"/>
                                      </p:to>
                                    </p:set>
                                    <p:animEffect transition="in" filter="randombar(horizontal)">
                                      <p:cBhvr>
                                        <p:cTn id="45" dur="500"/>
                                        <p:tgtEl>
                                          <p:spTgt spid="104"/>
                                        </p:tgtEl>
                                      </p:cBhvr>
                                    </p:animEffect>
                                  </p:childTnLst>
                                </p:cTn>
                              </p:par>
                              <p:par>
                                <p:cTn id="46" presetID="14" presetClass="entr" presetSubtype="10" fill="hold" nodeType="withEffect">
                                  <p:stCondLst>
                                    <p:cond delay="0"/>
                                  </p:stCondLst>
                                  <p:childTnLst>
                                    <p:set>
                                      <p:cBhvr>
                                        <p:cTn id="47" dur="1" fill="hold">
                                          <p:stCondLst>
                                            <p:cond delay="0"/>
                                          </p:stCondLst>
                                        </p:cTn>
                                        <p:tgtEl>
                                          <p:spTgt spid="105"/>
                                        </p:tgtEl>
                                        <p:attrNameLst>
                                          <p:attrName>style.visibility</p:attrName>
                                        </p:attrNameLst>
                                      </p:cBhvr>
                                      <p:to>
                                        <p:strVal val="visible"/>
                                      </p:to>
                                    </p:set>
                                    <p:animEffect transition="in" filter="randombar(horizontal)">
                                      <p:cBhvr>
                                        <p:cTn id="48" dur="500"/>
                                        <p:tgtEl>
                                          <p:spTgt spid="105"/>
                                        </p:tgtEl>
                                      </p:cBhvr>
                                    </p:animEffect>
                                  </p:childTnLst>
                                </p:cTn>
                              </p:par>
                              <p:par>
                                <p:cTn id="49" presetID="14" presetClass="entr" presetSubtype="10" fill="hold" nodeType="withEffect">
                                  <p:stCondLst>
                                    <p:cond delay="0"/>
                                  </p:stCondLst>
                                  <p:childTnLst>
                                    <p:set>
                                      <p:cBhvr>
                                        <p:cTn id="50" dur="1" fill="hold">
                                          <p:stCondLst>
                                            <p:cond delay="0"/>
                                          </p:stCondLst>
                                        </p:cTn>
                                        <p:tgtEl>
                                          <p:spTgt spid="106"/>
                                        </p:tgtEl>
                                        <p:attrNameLst>
                                          <p:attrName>style.visibility</p:attrName>
                                        </p:attrNameLst>
                                      </p:cBhvr>
                                      <p:to>
                                        <p:strVal val="visible"/>
                                      </p:to>
                                    </p:set>
                                    <p:animEffect transition="in" filter="randombar(horizontal)">
                                      <p:cBhvr>
                                        <p:cTn id="51" dur="500"/>
                                        <p:tgtEl>
                                          <p:spTgt spid="106"/>
                                        </p:tgtEl>
                                      </p:cBhvr>
                                    </p:animEffect>
                                  </p:childTnLst>
                                </p:cTn>
                              </p:par>
                              <p:par>
                                <p:cTn id="52" presetID="14" presetClass="entr" presetSubtype="10" fill="hold" nodeType="withEffect">
                                  <p:stCondLst>
                                    <p:cond delay="0"/>
                                  </p:stCondLst>
                                  <p:childTnLst>
                                    <p:set>
                                      <p:cBhvr>
                                        <p:cTn id="53" dur="1" fill="hold">
                                          <p:stCondLst>
                                            <p:cond delay="0"/>
                                          </p:stCondLst>
                                        </p:cTn>
                                        <p:tgtEl>
                                          <p:spTgt spid="107"/>
                                        </p:tgtEl>
                                        <p:attrNameLst>
                                          <p:attrName>style.visibility</p:attrName>
                                        </p:attrNameLst>
                                      </p:cBhvr>
                                      <p:to>
                                        <p:strVal val="visible"/>
                                      </p:to>
                                    </p:set>
                                    <p:animEffect transition="in" filter="randombar(horizontal)">
                                      <p:cBhvr>
                                        <p:cTn id="54" dur="500"/>
                                        <p:tgtEl>
                                          <p:spTgt spid="107"/>
                                        </p:tgtEl>
                                      </p:cBhvr>
                                    </p:animEffect>
                                  </p:childTnLst>
                                </p:cTn>
                              </p:par>
                              <p:par>
                                <p:cTn id="55" presetID="14" presetClass="entr" presetSubtype="10" fill="hold" nodeType="withEffect">
                                  <p:stCondLst>
                                    <p:cond delay="0"/>
                                  </p:stCondLst>
                                  <p:childTnLst>
                                    <p:set>
                                      <p:cBhvr>
                                        <p:cTn id="56" dur="1" fill="hold">
                                          <p:stCondLst>
                                            <p:cond delay="0"/>
                                          </p:stCondLst>
                                        </p:cTn>
                                        <p:tgtEl>
                                          <p:spTgt spid="108"/>
                                        </p:tgtEl>
                                        <p:attrNameLst>
                                          <p:attrName>style.visibility</p:attrName>
                                        </p:attrNameLst>
                                      </p:cBhvr>
                                      <p:to>
                                        <p:strVal val="visible"/>
                                      </p:to>
                                    </p:set>
                                    <p:animEffect transition="in" filter="randombar(horizontal)">
                                      <p:cBhvr>
                                        <p:cTn id="57" dur="500"/>
                                        <p:tgtEl>
                                          <p:spTgt spid="108"/>
                                        </p:tgtEl>
                                      </p:cBhvr>
                                    </p:animEffect>
                                  </p:childTnLst>
                                </p:cTn>
                              </p:par>
                              <p:par>
                                <p:cTn id="58" presetID="14" presetClass="entr" presetSubtype="10" fill="hold" nodeType="withEffect">
                                  <p:stCondLst>
                                    <p:cond delay="0"/>
                                  </p:stCondLst>
                                  <p:childTnLst>
                                    <p:set>
                                      <p:cBhvr>
                                        <p:cTn id="59" dur="1" fill="hold">
                                          <p:stCondLst>
                                            <p:cond delay="0"/>
                                          </p:stCondLst>
                                        </p:cTn>
                                        <p:tgtEl>
                                          <p:spTgt spid="109"/>
                                        </p:tgtEl>
                                        <p:attrNameLst>
                                          <p:attrName>style.visibility</p:attrName>
                                        </p:attrNameLst>
                                      </p:cBhvr>
                                      <p:to>
                                        <p:strVal val="visible"/>
                                      </p:to>
                                    </p:set>
                                    <p:animEffect transition="in" filter="randombar(horizontal)">
                                      <p:cBhvr>
                                        <p:cTn id="60" dur="500"/>
                                        <p:tgtEl>
                                          <p:spTgt spid="109"/>
                                        </p:tgtEl>
                                      </p:cBhvr>
                                    </p:animEffect>
                                  </p:childTnLst>
                                </p:cTn>
                              </p:par>
                              <p:par>
                                <p:cTn id="61" presetID="14" presetClass="entr" presetSubtype="10" fill="hold" nodeType="withEffect">
                                  <p:stCondLst>
                                    <p:cond delay="0"/>
                                  </p:stCondLst>
                                  <p:childTnLst>
                                    <p:set>
                                      <p:cBhvr>
                                        <p:cTn id="62" dur="1" fill="hold">
                                          <p:stCondLst>
                                            <p:cond delay="0"/>
                                          </p:stCondLst>
                                        </p:cTn>
                                        <p:tgtEl>
                                          <p:spTgt spid="110"/>
                                        </p:tgtEl>
                                        <p:attrNameLst>
                                          <p:attrName>style.visibility</p:attrName>
                                        </p:attrNameLst>
                                      </p:cBhvr>
                                      <p:to>
                                        <p:strVal val="visible"/>
                                      </p:to>
                                    </p:set>
                                    <p:animEffect transition="in" filter="randombar(horizontal)">
                                      <p:cBhvr>
                                        <p:cTn id="63" dur="500"/>
                                        <p:tgtEl>
                                          <p:spTgt spid="110"/>
                                        </p:tgtEl>
                                      </p:cBhvr>
                                    </p:animEffect>
                                  </p:childTnLst>
                                </p:cTn>
                              </p:par>
                              <p:par>
                                <p:cTn id="64" presetID="14" presetClass="entr" presetSubtype="10" fill="hold" nodeType="withEffect">
                                  <p:stCondLst>
                                    <p:cond delay="0"/>
                                  </p:stCondLst>
                                  <p:childTnLst>
                                    <p:set>
                                      <p:cBhvr>
                                        <p:cTn id="65" dur="1" fill="hold">
                                          <p:stCondLst>
                                            <p:cond delay="0"/>
                                          </p:stCondLst>
                                        </p:cTn>
                                        <p:tgtEl>
                                          <p:spTgt spid="111"/>
                                        </p:tgtEl>
                                        <p:attrNameLst>
                                          <p:attrName>style.visibility</p:attrName>
                                        </p:attrNameLst>
                                      </p:cBhvr>
                                      <p:to>
                                        <p:strVal val="visible"/>
                                      </p:to>
                                    </p:set>
                                    <p:animEffect transition="in" filter="randombar(horizontal)">
                                      <p:cBhvr>
                                        <p:cTn id="66" dur="500"/>
                                        <p:tgtEl>
                                          <p:spTgt spid="111"/>
                                        </p:tgtEl>
                                      </p:cBhvr>
                                    </p:animEffect>
                                  </p:childTnLst>
                                </p:cTn>
                              </p:par>
                              <p:par>
                                <p:cTn id="67" presetID="14" presetClass="entr" presetSubtype="10" fill="hold" nodeType="withEffect">
                                  <p:stCondLst>
                                    <p:cond delay="0"/>
                                  </p:stCondLst>
                                  <p:childTnLst>
                                    <p:set>
                                      <p:cBhvr>
                                        <p:cTn id="68" dur="1" fill="hold">
                                          <p:stCondLst>
                                            <p:cond delay="0"/>
                                          </p:stCondLst>
                                        </p:cTn>
                                        <p:tgtEl>
                                          <p:spTgt spid="112"/>
                                        </p:tgtEl>
                                        <p:attrNameLst>
                                          <p:attrName>style.visibility</p:attrName>
                                        </p:attrNameLst>
                                      </p:cBhvr>
                                      <p:to>
                                        <p:strVal val="visible"/>
                                      </p:to>
                                    </p:set>
                                    <p:animEffect transition="in" filter="randombar(horizontal)">
                                      <p:cBhvr>
                                        <p:cTn id="69" dur="500"/>
                                        <p:tgtEl>
                                          <p:spTgt spid="112"/>
                                        </p:tgtEl>
                                      </p:cBhvr>
                                    </p:animEffect>
                                  </p:childTnLst>
                                </p:cTn>
                              </p:par>
                              <p:par>
                                <p:cTn id="70" presetID="14" presetClass="entr" presetSubtype="10" fill="hold" nodeType="withEffect">
                                  <p:stCondLst>
                                    <p:cond delay="0"/>
                                  </p:stCondLst>
                                  <p:childTnLst>
                                    <p:set>
                                      <p:cBhvr>
                                        <p:cTn id="71" dur="1" fill="hold">
                                          <p:stCondLst>
                                            <p:cond delay="0"/>
                                          </p:stCondLst>
                                        </p:cTn>
                                        <p:tgtEl>
                                          <p:spTgt spid="113"/>
                                        </p:tgtEl>
                                        <p:attrNameLst>
                                          <p:attrName>style.visibility</p:attrName>
                                        </p:attrNameLst>
                                      </p:cBhvr>
                                      <p:to>
                                        <p:strVal val="visible"/>
                                      </p:to>
                                    </p:set>
                                    <p:animEffect transition="in" filter="randombar(horizontal)">
                                      <p:cBhvr>
                                        <p:cTn id="72" dur="500"/>
                                        <p:tgtEl>
                                          <p:spTgt spid="113"/>
                                        </p:tgtEl>
                                      </p:cBhvr>
                                    </p:animEffect>
                                  </p:childTnLst>
                                </p:cTn>
                              </p:par>
                              <p:par>
                                <p:cTn id="73" presetID="14" presetClass="entr" presetSubtype="10" fill="hold" nodeType="withEffect">
                                  <p:stCondLst>
                                    <p:cond delay="0"/>
                                  </p:stCondLst>
                                  <p:childTnLst>
                                    <p:set>
                                      <p:cBhvr>
                                        <p:cTn id="74" dur="1" fill="hold">
                                          <p:stCondLst>
                                            <p:cond delay="0"/>
                                          </p:stCondLst>
                                        </p:cTn>
                                        <p:tgtEl>
                                          <p:spTgt spid="114"/>
                                        </p:tgtEl>
                                        <p:attrNameLst>
                                          <p:attrName>style.visibility</p:attrName>
                                        </p:attrNameLst>
                                      </p:cBhvr>
                                      <p:to>
                                        <p:strVal val="visible"/>
                                      </p:to>
                                    </p:set>
                                    <p:animEffect transition="in" filter="randombar(horizontal)">
                                      <p:cBhvr>
                                        <p:cTn id="75" dur="500"/>
                                        <p:tgtEl>
                                          <p:spTgt spid="114"/>
                                        </p:tgtEl>
                                      </p:cBhvr>
                                    </p:animEffect>
                                  </p:childTnLst>
                                </p:cTn>
                              </p:par>
                              <p:par>
                                <p:cTn id="76" presetID="14" presetClass="entr" presetSubtype="10" fill="hold" nodeType="withEffect">
                                  <p:stCondLst>
                                    <p:cond delay="0"/>
                                  </p:stCondLst>
                                  <p:childTnLst>
                                    <p:set>
                                      <p:cBhvr>
                                        <p:cTn id="77" dur="1" fill="hold">
                                          <p:stCondLst>
                                            <p:cond delay="0"/>
                                          </p:stCondLst>
                                        </p:cTn>
                                        <p:tgtEl>
                                          <p:spTgt spid="115"/>
                                        </p:tgtEl>
                                        <p:attrNameLst>
                                          <p:attrName>style.visibility</p:attrName>
                                        </p:attrNameLst>
                                      </p:cBhvr>
                                      <p:to>
                                        <p:strVal val="visible"/>
                                      </p:to>
                                    </p:set>
                                    <p:animEffect transition="in" filter="randombar(horizontal)">
                                      <p:cBhvr>
                                        <p:cTn id="78" dur="500"/>
                                        <p:tgtEl>
                                          <p:spTgt spid="115"/>
                                        </p:tgtEl>
                                      </p:cBhvr>
                                    </p:animEffect>
                                  </p:childTnLst>
                                </p:cTn>
                              </p:par>
                              <p:par>
                                <p:cTn id="79" presetID="14" presetClass="entr" presetSubtype="10" fill="hold" nodeType="withEffect">
                                  <p:stCondLst>
                                    <p:cond delay="0"/>
                                  </p:stCondLst>
                                  <p:childTnLst>
                                    <p:set>
                                      <p:cBhvr>
                                        <p:cTn id="80" dur="1" fill="hold">
                                          <p:stCondLst>
                                            <p:cond delay="0"/>
                                          </p:stCondLst>
                                        </p:cTn>
                                        <p:tgtEl>
                                          <p:spTgt spid="116"/>
                                        </p:tgtEl>
                                        <p:attrNameLst>
                                          <p:attrName>style.visibility</p:attrName>
                                        </p:attrNameLst>
                                      </p:cBhvr>
                                      <p:to>
                                        <p:strVal val="visible"/>
                                      </p:to>
                                    </p:set>
                                    <p:animEffect transition="in" filter="randombar(horizontal)">
                                      <p:cBhvr>
                                        <p:cTn id="81" dur="500"/>
                                        <p:tgtEl>
                                          <p:spTgt spid="116"/>
                                        </p:tgtEl>
                                      </p:cBhvr>
                                    </p:animEffect>
                                  </p:childTnLst>
                                </p:cTn>
                              </p:par>
                              <p:par>
                                <p:cTn id="82" presetID="14" presetClass="entr" presetSubtype="10" fill="hold" nodeType="withEffect">
                                  <p:stCondLst>
                                    <p:cond delay="0"/>
                                  </p:stCondLst>
                                  <p:childTnLst>
                                    <p:set>
                                      <p:cBhvr>
                                        <p:cTn id="83" dur="1" fill="hold">
                                          <p:stCondLst>
                                            <p:cond delay="0"/>
                                          </p:stCondLst>
                                        </p:cTn>
                                        <p:tgtEl>
                                          <p:spTgt spid="117"/>
                                        </p:tgtEl>
                                        <p:attrNameLst>
                                          <p:attrName>style.visibility</p:attrName>
                                        </p:attrNameLst>
                                      </p:cBhvr>
                                      <p:to>
                                        <p:strVal val="visible"/>
                                      </p:to>
                                    </p:set>
                                    <p:animEffect transition="in" filter="randombar(horizontal)">
                                      <p:cBhvr>
                                        <p:cTn id="84" dur="500"/>
                                        <p:tgtEl>
                                          <p:spTgt spid="117"/>
                                        </p:tgtEl>
                                      </p:cBhvr>
                                    </p:animEffect>
                                  </p:childTnLst>
                                </p:cTn>
                              </p:par>
                              <p:par>
                                <p:cTn id="85" presetID="14" presetClass="entr" presetSubtype="10" fill="hold" nodeType="withEffect">
                                  <p:stCondLst>
                                    <p:cond delay="0"/>
                                  </p:stCondLst>
                                  <p:childTnLst>
                                    <p:set>
                                      <p:cBhvr>
                                        <p:cTn id="86" dur="1" fill="hold">
                                          <p:stCondLst>
                                            <p:cond delay="0"/>
                                          </p:stCondLst>
                                        </p:cTn>
                                        <p:tgtEl>
                                          <p:spTgt spid="118"/>
                                        </p:tgtEl>
                                        <p:attrNameLst>
                                          <p:attrName>style.visibility</p:attrName>
                                        </p:attrNameLst>
                                      </p:cBhvr>
                                      <p:to>
                                        <p:strVal val="visible"/>
                                      </p:to>
                                    </p:set>
                                    <p:animEffect transition="in" filter="randombar(horizontal)">
                                      <p:cBhvr>
                                        <p:cTn id="87" dur="500"/>
                                        <p:tgtEl>
                                          <p:spTgt spid="118"/>
                                        </p:tgtEl>
                                      </p:cBhvr>
                                    </p:animEffect>
                                  </p:childTnLst>
                                </p:cTn>
                              </p:par>
                              <p:par>
                                <p:cTn id="88" presetID="14" presetClass="entr" presetSubtype="10" fill="hold" nodeType="withEffect">
                                  <p:stCondLst>
                                    <p:cond delay="0"/>
                                  </p:stCondLst>
                                  <p:childTnLst>
                                    <p:set>
                                      <p:cBhvr>
                                        <p:cTn id="89" dur="1" fill="hold">
                                          <p:stCondLst>
                                            <p:cond delay="0"/>
                                          </p:stCondLst>
                                        </p:cTn>
                                        <p:tgtEl>
                                          <p:spTgt spid="119"/>
                                        </p:tgtEl>
                                        <p:attrNameLst>
                                          <p:attrName>style.visibility</p:attrName>
                                        </p:attrNameLst>
                                      </p:cBhvr>
                                      <p:to>
                                        <p:strVal val="visible"/>
                                      </p:to>
                                    </p:set>
                                    <p:animEffect transition="in" filter="randombar(horizontal)">
                                      <p:cBhvr>
                                        <p:cTn id="90" dur="500"/>
                                        <p:tgtEl>
                                          <p:spTgt spid="119"/>
                                        </p:tgtEl>
                                      </p:cBhvr>
                                    </p:animEffect>
                                  </p:childTnLst>
                                </p:cTn>
                              </p:par>
                              <p:par>
                                <p:cTn id="91" presetID="14" presetClass="entr" presetSubtype="10" fill="hold" grpId="0" nodeType="withEffect">
                                  <p:stCondLst>
                                    <p:cond delay="0"/>
                                  </p:stCondLst>
                                  <p:childTnLst>
                                    <p:set>
                                      <p:cBhvr>
                                        <p:cTn id="92" dur="1" fill="hold">
                                          <p:stCondLst>
                                            <p:cond delay="0"/>
                                          </p:stCondLst>
                                        </p:cTn>
                                        <p:tgtEl>
                                          <p:spTgt spid="120"/>
                                        </p:tgtEl>
                                        <p:attrNameLst>
                                          <p:attrName>style.visibility</p:attrName>
                                        </p:attrNameLst>
                                      </p:cBhvr>
                                      <p:to>
                                        <p:strVal val="visible"/>
                                      </p:to>
                                    </p:set>
                                    <p:animEffect transition="in" filter="randombar(horizontal)">
                                      <p:cBhvr>
                                        <p:cTn id="93" dur="500"/>
                                        <p:tgtEl>
                                          <p:spTgt spid="120"/>
                                        </p:tgtEl>
                                      </p:cBhvr>
                                    </p:animEffect>
                                  </p:childTnLst>
                                </p:cTn>
                              </p:par>
                              <p:par>
                                <p:cTn id="94" presetID="14" presetClass="entr" presetSubtype="10" fill="hold" grpId="0" nodeType="withEffect">
                                  <p:stCondLst>
                                    <p:cond delay="0"/>
                                  </p:stCondLst>
                                  <p:childTnLst>
                                    <p:set>
                                      <p:cBhvr>
                                        <p:cTn id="95" dur="1" fill="hold">
                                          <p:stCondLst>
                                            <p:cond delay="0"/>
                                          </p:stCondLst>
                                        </p:cTn>
                                        <p:tgtEl>
                                          <p:spTgt spid="121"/>
                                        </p:tgtEl>
                                        <p:attrNameLst>
                                          <p:attrName>style.visibility</p:attrName>
                                        </p:attrNameLst>
                                      </p:cBhvr>
                                      <p:to>
                                        <p:strVal val="visible"/>
                                      </p:to>
                                    </p:set>
                                    <p:animEffect transition="in" filter="randombar(horizontal)">
                                      <p:cBhvr>
                                        <p:cTn id="96" dur="500"/>
                                        <p:tgtEl>
                                          <p:spTgt spid="121"/>
                                        </p:tgtEl>
                                      </p:cBhvr>
                                    </p:animEffect>
                                  </p:childTnLst>
                                </p:cTn>
                              </p:par>
                              <p:par>
                                <p:cTn id="97" presetID="14" presetClass="entr" presetSubtype="10" fill="hold" grpId="0" nodeType="withEffect">
                                  <p:stCondLst>
                                    <p:cond delay="0"/>
                                  </p:stCondLst>
                                  <p:childTnLst>
                                    <p:set>
                                      <p:cBhvr>
                                        <p:cTn id="98" dur="1" fill="hold">
                                          <p:stCondLst>
                                            <p:cond delay="0"/>
                                          </p:stCondLst>
                                        </p:cTn>
                                        <p:tgtEl>
                                          <p:spTgt spid="122"/>
                                        </p:tgtEl>
                                        <p:attrNameLst>
                                          <p:attrName>style.visibility</p:attrName>
                                        </p:attrNameLst>
                                      </p:cBhvr>
                                      <p:to>
                                        <p:strVal val="visible"/>
                                      </p:to>
                                    </p:set>
                                    <p:animEffect transition="in" filter="randombar(horizontal)">
                                      <p:cBhvr>
                                        <p:cTn id="99" dur="500"/>
                                        <p:tgtEl>
                                          <p:spTgt spid="122"/>
                                        </p:tgtEl>
                                      </p:cBhvr>
                                    </p:animEffect>
                                  </p:childTnLst>
                                </p:cTn>
                              </p:par>
                              <p:par>
                                <p:cTn id="100" presetID="14" presetClass="entr" presetSubtype="10" fill="hold" grpId="0" nodeType="withEffect">
                                  <p:stCondLst>
                                    <p:cond delay="0"/>
                                  </p:stCondLst>
                                  <p:childTnLst>
                                    <p:set>
                                      <p:cBhvr>
                                        <p:cTn id="101" dur="1" fill="hold">
                                          <p:stCondLst>
                                            <p:cond delay="0"/>
                                          </p:stCondLst>
                                        </p:cTn>
                                        <p:tgtEl>
                                          <p:spTgt spid="124"/>
                                        </p:tgtEl>
                                        <p:attrNameLst>
                                          <p:attrName>style.visibility</p:attrName>
                                        </p:attrNameLst>
                                      </p:cBhvr>
                                      <p:to>
                                        <p:strVal val="visible"/>
                                      </p:to>
                                    </p:set>
                                    <p:animEffect transition="in" filter="randombar(horizontal)">
                                      <p:cBhvr>
                                        <p:cTn id="102" dur="500"/>
                                        <p:tgtEl>
                                          <p:spTgt spid="124"/>
                                        </p:tgtEl>
                                      </p:cBhvr>
                                    </p:animEffect>
                                  </p:childTnLst>
                                </p:cTn>
                              </p:par>
                              <p:par>
                                <p:cTn id="103" presetID="14" presetClass="entr" presetSubtype="10" fill="hold" grpId="0" nodeType="withEffect">
                                  <p:stCondLst>
                                    <p:cond delay="0"/>
                                  </p:stCondLst>
                                  <p:childTnLst>
                                    <p:set>
                                      <p:cBhvr>
                                        <p:cTn id="104" dur="1" fill="hold">
                                          <p:stCondLst>
                                            <p:cond delay="0"/>
                                          </p:stCondLst>
                                        </p:cTn>
                                        <p:tgtEl>
                                          <p:spTgt spid="125"/>
                                        </p:tgtEl>
                                        <p:attrNameLst>
                                          <p:attrName>style.visibility</p:attrName>
                                        </p:attrNameLst>
                                      </p:cBhvr>
                                      <p:to>
                                        <p:strVal val="visible"/>
                                      </p:to>
                                    </p:set>
                                    <p:animEffect transition="in" filter="randombar(horizontal)">
                                      <p:cBhvr>
                                        <p:cTn id="105" dur="500"/>
                                        <p:tgtEl>
                                          <p:spTgt spid="125"/>
                                        </p:tgtEl>
                                      </p:cBhvr>
                                    </p:animEffect>
                                  </p:childTnLst>
                                </p:cTn>
                              </p:par>
                              <p:par>
                                <p:cTn id="106" presetID="14" presetClass="entr" presetSubtype="10" fill="hold" grpId="0" nodeType="withEffect">
                                  <p:stCondLst>
                                    <p:cond delay="0"/>
                                  </p:stCondLst>
                                  <p:childTnLst>
                                    <p:set>
                                      <p:cBhvr>
                                        <p:cTn id="107" dur="1" fill="hold">
                                          <p:stCondLst>
                                            <p:cond delay="0"/>
                                          </p:stCondLst>
                                        </p:cTn>
                                        <p:tgtEl>
                                          <p:spTgt spid="126"/>
                                        </p:tgtEl>
                                        <p:attrNameLst>
                                          <p:attrName>style.visibility</p:attrName>
                                        </p:attrNameLst>
                                      </p:cBhvr>
                                      <p:to>
                                        <p:strVal val="visible"/>
                                      </p:to>
                                    </p:set>
                                    <p:animEffect transition="in" filter="randombar(horizontal)">
                                      <p:cBhvr>
                                        <p:cTn id="108" dur="500"/>
                                        <p:tgtEl>
                                          <p:spTgt spid="126"/>
                                        </p:tgtEl>
                                      </p:cBhvr>
                                    </p:animEffect>
                                  </p:childTnLst>
                                </p:cTn>
                              </p:par>
                              <p:par>
                                <p:cTn id="109" presetID="14" presetClass="entr" presetSubtype="10" fill="hold" grpId="0" nodeType="withEffect">
                                  <p:stCondLst>
                                    <p:cond delay="0"/>
                                  </p:stCondLst>
                                  <p:childTnLst>
                                    <p:set>
                                      <p:cBhvr>
                                        <p:cTn id="110" dur="1" fill="hold">
                                          <p:stCondLst>
                                            <p:cond delay="0"/>
                                          </p:stCondLst>
                                        </p:cTn>
                                        <p:tgtEl>
                                          <p:spTgt spid="127"/>
                                        </p:tgtEl>
                                        <p:attrNameLst>
                                          <p:attrName>style.visibility</p:attrName>
                                        </p:attrNameLst>
                                      </p:cBhvr>
                                      <p:to>
                                        <p:strVal val="visible"/>
                                      </p:to>
                                    </p:set>
                                    <p:animEffect transition="in" filter="randombar(horizontal)">
                                      <p:cBhvr>
                                        <p:cTn id="111" dur="500"/>
                                        <p:tgtEl>
                                          <p:spTgt spid="127"/>
                                        </p:tgtEl>
                                      </p:cBhvr>
                                    </p:animEffect>
                                  </p:childTnLst>
                                </p:cTn>
                              </p:par>
                              <p:par>
                                <p:cTn id="112" presetID="14" presetClass="entr" presetSubtype="10" fill="hold" grpId="0" nodeType="withEffect">
                                  <p:stCondLst>
                                    <p:cond delay="0"/>
                                  </p:stCondLst>
                                  <p:childTnLst>
                                    <p:set>
                                      <p:cBhvr>
                                        <p:cTn id="113" dur="1" fill="hold">
                                          <p:stCondLst>
                                            <p:cond delay="0"/>
                                          </p:stCondLst>
                                        </p:cTn>
                                        <p:tgtEl>
                                          <p:spTgt spid="123"/>
                                        </p:tgtEl>
                                        <p:attrNameLst>
                                          <p:attrName>style.visibility</p:attrName>
                                        </p:attrNameLst>
                                      </p:cBhvr>
                                      <p:to>
                                        <p:strVal val="visible"/>
                                      </p:to>
                                    </p:set>
                                    <p:animEffect transition="in" filter="randombar(horizontal)">
                                      <p:cBhvr>
                                        <p:cTn id="114" dur="500"/>
                                        <p:tgtEl>
                                          <p:spTgt spid="123"/>
                                        </p:tgtEl>
                                      </p:cBhvr>
                                    </p:animEffect>
                                  </p:childTnLst>
                                </p:cTn>
                              </p:par>
                            </p:childTnLst>
                          </p:cTn>
                        </p:par>
                      </p:childTnLst>
                    </p:cTn>
                  </p:par>
                  <p:par>
                    <p:cTn id="115" fill="hold">
                      <p:stCondLst>
                        <p:cond delay="indefinite"/>
                      </p:stCondLst>
                      <p:childTnLst>
                        <p:par>
                          <p:cTn id="116" fill="hold">
                            <p:stCondLst>
                              <p:cond delay="0"/>
                            </p:stCondLst>
                            <p:childTnLst>
                              <p:par>
                                <p:cTn id="117" presetID="26" presetClass="emph" presetSubtype="0" repeatCount="2000" fill="hold" nodeType="clickEffect">
                                  <p:stCondLst>
                                    <p:cond delay="0"/>
                                  </p:stCondLst>
                                  <p:childTnLst>
                                    <p:animEffect transition="out" filter="fade">
                                      <p:cBhvr>
                                        <p:cTn id="118" dur="500" tmFilter="0, 0; .2, .5; .8, .5; 1, 0"/>
                                        <p:tgtEl>
                                          <p:spTgt spid="103"/>
                                        </p:tgtEl>
                                      </p:cBhvr>
                                    </p:animEffect>
                                    <p:animScale>
                                      <p:cBhvr>
                                        <p:cTn id="119" dur="250" autoRev="1" fill="hold"/>
                                        <p:tgtEl>
                                          <p:spTgt spid="103"/>
                                        </p:tgtEl>
                                      </p:cBhvr>
                                      <p:by x="105000" y="105000"/>
                                    </p:animScale>
                                  </p:childTnLst>
                                </p:cTn>
                              </p:par>
                              <p:par>
                                <p:cTn id="120" presetID="26" presetClass="emph" presetSubtype="0" repeatCount="2000" fill="hold" grpId="1" nodeType="withEffect">
                                  <p:stCondLst>
                                    <p:cond delay="0"/>
                                  </p:stCondLst>
                                  <p:childTnLst>
                                    <p:animEffect transition="out" filter="fade">
                                      <p:cBhvr>
                                        <p:cTn id="121" dur="500" tmFilter="0, 0; .2, .5; .8, .5; 1, 0"/>
                                        <p:tgtEl>
                                          <p:spTgt spid="122"/>
                                        </p:tgtEl>
                                      </p:cBhvr>
                                    </p:animEffect>
                                    <p:animScale>
                                      <p:cBhvr>
                                        <p:cTn id="122" dur="250" autoRev="1" fill="hold"/>
                                        <p:tgtEl>
                                          <p:spTgt spid="122"/>
                                        </p:tgtEl>
                                      </p:cBhvr>
                                      <p:by x="105000" y="105000"/>
                                    </p:animScale>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99"/>
                                        </p:tgtEl>
                                        <p:attrNameLst>
                                          <p:attrName>style.visibility</p:attrName>
                                        </p:attrNameLst>
                                      </p:cBhvr>
                                      <p:to>
                                        <p:strVal val="visible"/>
                                      </p:to>
                                    </p:set>
                                    <p:anim calcmode="lin" valueType="num">
                                      <p:cBhvr additive="base">
                                        <p:cTn id="127" dur="500" fill="hold"/>
                                        <p:tgtEl>
                                          <p:spTgt spid="99"/>
                                        </p:tgtEl>
                                        <p:attrNameLst>
                                          <p:attrName>ppt_x</p:attrName>
                                        </p:attrNameLst>
                                      </p:cBhvr>
                                      <p:tavLst>
                                        <p:tav tm="0">
                                          <p:val>
                                            <p:strVal val="#ppt_x"/>
                                          </p:val>
                                        </p:tav>
                                        <p:tav tm="100000">
                                          <p:val>
                                            <p:strVal val="#ppt_x"/>
                                          </p:val>
                                        </p:tav>
                                      </p:tavLst>
                                    </p:anim>
                                    <p:anim calcmode="lin" valueType="num">
                                      <p:cBhvr additive="base">
                                        <p:cTn id="128" dur="500" fill="hold"/>
                                        <p:tgtEl>
                                          <p:spTgt spid="99"/>
                                        </p:tgtEl>
                                        <p:attrNameLst>
                                          <p:attrName>ppt_y</p:attrName>
                                        </p:attrNameLst>
                                      </p:cBhvr>
                                      <p:tavLst>
                                        <p:tav tm="0">
                                          <p:val>
                                            <p:strVal val="1+#ppt_h/2"/>
                                          </p:val>
                                        </p:tav>
                                        <p:tav tm="100000">
                                          <p:val>
                                            <p:strVal val="#ppt_y"/>
                                          </p:val>
                                        </p:tav>
                                      </p:tavLst>
                                    </p:anim>
                                  </p:childTnLst>
                                </p:cTn>
                              </p:par>
                              <p:par>
                                <p:cTn id="129" presetID="2" presetClass="entr" presetSubtype="4" fill="hold" nodeType="withEffect">
                                  <p:stCondLst>
                                    <p:cond delay="0"/>
                                  </p:stCondLst>
                                  <p:childTnLst>
                                    <p:set>
                                      <p:cBhvr>
                                        <p:cTn id="130" dur="1" fill="hold">
                                          <p:stCondLst>
                                            <p:cond delay="0"/>
                                          </p:stCondLst>
                                        </p:cTn>
                                        <p:tgtEl>
                                          <p:spTgt spid="130"/>
                                        </p:tgtEl>
                                        <p:attrNameLst>
                                          <p:attrName>style.visibility</p:attrName>
                                        </p:attrNameLst>
                                      </p:cBhvr>
                                      <p:to>
                                        <p:strVal val="visible"/>
                                      </p:to>
                                    </p:set>
                                    <p:anim calcmode="lin" valueType="num">
                                      <p:cBhvr additive="base">
                                        <p:cTn id="131" dur="500" fill="hold"/>
                                        <p:tgtEl>
                                          <p:spTgt spid="130"/>
                                        </p:tgtEl>
                                        <p:attrNameLst>
                                          <p:attrName>ppt_x</p:attrName>
                                        </p:attrNameLst>
                                      </p:cBhvr>
                                      <p:tavLst>
                                        <p:tav tm="0">
                                          <p:val>
                                            <p:strVal val="#ppt_x"/>
                                          </p:val>
                                        </p:tav>
                                        <p:tav tm="100000">
                                          <p:val>
                                            <p:strVal val="#ppt_x"/>
                                          </p:val>
                                        </p:tav>
                                      </p:tavLst>
                                    </p:anim>
                                    <p:anim calcmode="lin" valueType="num">
                                      <p:cBhvr additive="base">
                                        <p:cTn id="132" dur="500" fill="hold"/>
                                        <p:tgtEl>
                                          <p:spTgt spid="130"/>
                                        </p:tgtEl>
                                        <p:attrNameLst>
                                          <p:attrName>ppt_y</p:attrName>
                                        </p:attrNameLst>
                                      </p:cBhvr>
                                      <p:tavLst>
                                        <p:tav tm="0">
                                          <p:val>
                                            <p:strVal val="1+#ppt_h/2"/>
                                          </p:val>
                                        </p:tav>
                                        <p:tav tm="100000">
                                          <p:val>
                                            <p:strVal val="#ppt_y"/>
                                          </p:val>
                                        </p:tav>
                                      </p:tavLst>
                                    </p:anim>
                                  </p:childTnLst>
                                </p:cTn>
                              </p:par>
                              <p:par>
                                <p:cTn id="133" presetID="2" presetClass="entr" presetSubtype="4" fill="hold" nodeType="withEffect">
                                  <p:stCondLst>
                                    <p:cond delay="0"/>
                                  </p:stCondLst>
                                  <p:childTnLst>
                                    <p:set>
                                      <p:cBhvr>
                                        <p:cTn id="134" dur="1" fill="hold">
                                          <p:stCondLst>
                                            <p:cond delay="0"/>
                                          </p:stCondLst>
                                        </p:cTn>
                                        <p:tgtEl>
                                          <p:spTgt spid="4"/>
                                        </p:tgtEl>
                                        <p:attrNameLst>
                                          <p:attrName>style.visibility</p:attrName>
                                        </p:attrNameLst>
                                      </p:cBhvr>
                                      <p:to>
                                        <p:strVal val="visible"/>
                                      </p:to>
                                    </p:set>
                                    <p:anim calcmode="lin" valueType="num">
                                      <p:cBhvr additive="base">
                                        <p:cTn id="135" dur="500" fill="hold"/>
                                        <p:tgtEl>
                                          <p:spTgt spid="4"/>
                                        </p:tgtEl>
                                        <p:attrNameLst>
                                          <p:attrName>ppt_x</p:attrName>
                                        </p:attrNameLst>
                                      </p:cBhvr>
                                      <p:tavLst>
                                        <p:tav tm="0">
                                          <p:val>
                                            <p:strVal val="#ppt_x"/>
                                          </p:val>
                                        </p:tav>
                                        <p:tav tm="100000">
                                          <p:val>
                                            <p:strVal val="#ppt_x"/>
                                          </p:val>
                                        </p:tav>
                                      </p:tavLst>
                                    </p:anim>
                                    <p:anim calcmode="lin" valueType="num">
                                      <p:cBhvr additive="base">
                                        <p:cTn id="13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53" presetClass="entr" presetSubtype="16" fill="hold" grpId="0" nodeType="clickEffect">
                                  <p:stCondLst>
                                    <p:cond delay="0"/>
                                  </p:stCondLst>
                                  <p:childTnLst>
                                    <p:set>
                                      <p:cBhvr>
                                        <p:cTn id="140" dur="1" fill="hold">
                                          <p:stCondLst>
                                            <p:cond delay="0"/>
                                          </p:stCondLst>
                                        </p:cTn>
                                        <p:tgtEl>
                                          <p:spTgt spid="3"/>
                                        </p:tgtEl>
                                        <p:attrNameLst>
                                          <p:attrName>style.visibility</p:attrName>
                                        </p:attrNameLst>
                                      </p:cBhvr>
                                      <p:to>
                                        <p:strVal val="visible"/>
                                      </p:to>
                                    </p:set>
                                    <p:anim calcmode="lin" valueType="num">
                                      <p:cBhvr>
                                        <p:cTn id="141" dur="500" fill="hold"/>
                                        <p:tgtEl>
                                          <p:spTgt spid="3"/>
                                        </p:tgtEl>
                                        <p:attrNameLst>
                                          <p:attrName>ppt_w</p:attrName>
                                        </p:attrNameLst>
                                      </p:cBhvr>
                                      <p:tavLst>
                                        <p:tav tm="0">
                                          <p:val>
                                            <p:fltVal val="0"/>
                                          </p:val>
                                        </p:tav>
                                        <p:tav tm="100000">
                                          <p:val>
                                            <p:strVal val="#ppt_w"/>
                                          </p:val>
                                        </p:tav>
                                      </p:tavLst>
                                    </p:anim>
                                    <p:anim calcmode="lin" valueType="num">
                                      <p:cBhvr>
                                        <p:cTn id="142" dur="500" fill="hold"/>
                                        <p:tgtEl>
                                          <p:spTgt spid="3"/>
                                        </p:tgtEl>
                                        <p:attrNameLst>
                                          <p:attrName>ppt_h</p:attrName>
                                        </p:attrNameLst>
                                      </p:cBhvr>
                                      <p:tavLst>
                                        <p:tav tm="0">
                                          <p:val>
                                            <p:fltVal val="0"/>
                                          </p:val>
                                        </p:tav>
                                        <p:tav tm="100000">
                                          <p:val>
                                            <p:strVal val="#ppt_h"/>
                                          </p:val>
                                        </p:tav>
                                      </p:tavLst>
                                    </p:anim>
                                    <p:animEffect transition="in" filter="fade">
                                      <p:cBhvr>
                                        <p:cTn id="14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120" grpId="0"/>
      <p:bldP spid="121" grpId="0"/>
      <p:bldP spid="122" grpId="0"/>
      <p:bldP spid="122" grpId="1"/>
      <p:bldP spid="123" grpId="0"/>
      <p:bldP spid="124" grpId="0"/>
      <p:bldP spid="125" grpId="0"/>
      <p:bldP spid="126" grpId="0"/>
      <p:bldP spid="127" grpId="0"/>
      <p:bldP spid="128" grpId="0"/>
      <p:bldP spid="99" grpId="0" animBg="1"/>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2AFDC-F15B-A63A-B3C7-6A28E9DA23B7}"/>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AEBE7BD1-8765-33A6-1F65-85371EA847D9}"/>
              </a:ext>
            </a:extLst>
          </p:cNvPr>
          <p:cNvSpPr>
            <a:spLocks noGrp="1"/>
          </p:cNvSpPr>
          <p:nvPr>
            <p:ph idx="1"/>
          </p:nvPr>
        </p:nvSpPr>
        <p:spPr>
          <a:xfrm>
            <a:off x="576197" y="956241"/>
            <a:ext cx="11350760" cy="905689"/>
          </a:xfrm>
        </p:spPr>
        <p:txBody>
          <a:bodyPr/>
          <a:lstStyle/>
          <a:p>
            <a:pPr marL="285750" indent="-285750">
              <a:buFont typeface="Wingdings" panose="05000000000000000000" pitchFamily="2" charset="2"/>
              <a:buChar char="l"/>
            </a:pPr>
            <a:r>
              <a:rPr lang="zh-CN" altLang="en-US"/>
              <a:t>域名</a:t>
            </a:r>
            <a:r>
              <a:rPr lang="en-US" altLang="zh-CN"/>
              <a:t>(Domain Name)</a:t>
            </a:r>
            <a:r>
              <a:rPr lang="zh-CN" altLang="en-US"/>
              <a:t>，是由一串用点分隔的英文字母组成的。</a:t>
            </a:r>
            <a:r>
              <a:rPr lang="en-US" altLang="zh-CN"/>
              <a:t>IP</a:t>
            </a:r>
            <a:r>
              <a:rPr lang="zh-CN" altLang="en-US"/>
              <a:t>地址不便于记忆，因此设计出了域名，并通过</a:t>
            </a:r>
            <a:r>
              <a:rPr lang="en-US" altLang="zh-CN"/>
              <a:t>DNS</a:t>
            </a:r>
            <a:r>
              <a:rPr lang="zh-CN" altLang="en-US"/>
              <a:t>（域名解析服务器）来将域名和</a:t>
            </a:r>
            <a:r>
              <a:rPr lang="en-US" altLang="zh-CN"/>
              <a:t>IP</a:t>
            </a:r>
            <a:r>
              <a:rPr lang="zh-CN" altLang="en-US"/>
              <a:t>地址相互映射，便于记忆和访问。</a:t>
            </a:r>
            <a:endParaRPr lang="en-US" altLang="zh-CN"/>
          </a:p>
        </p:txBody>
      </p:sp>
      <p:sp>
        <p:nvSpPr>
          <p:cNvPr id="5" name="标题 4">
            <a:extLst>
              <a:ext uri="{FF2B5EF4-FFF2-40B4-BE49-F238E27FC236}">
                <a16:creationId xmlns:a16="http://schemas.microsoft.com/office/drawing/2014/main" id="{A1C221E9-DC78-F7E9-44BD-932FD9A156DE}"/>
              </a:ext>
            </a:extLst>
          </p:cNvPr>
          <p:cNvSpPr>
            <a:spLocks noGrp="1"/>
          </p:cNvSpPr>
          <p:nvPr>
            <p:ph type="title"/>
          </p:nvPr>
        </p:nvSpPr>
        <p:spPr>
          <a:xfrm>
            <a:off x="576197" y="336399"/>
            <a:ext cx="2223484" cy="474415"/>
          </a:xfrm>
        </p:spPr>
        <p:txBody>
          <a:bodyPr/>
          <a:lstStyle/>
          <a:p>
            <a:r>
              <a:rPr lang="zh-CN" altLang="en-US"/>
              <a:t>网络基础知识</a:t>
            </a:r>
            <a:r>
              <a:rPr lang="en-US" altLang="zh-CN"/>
              <a:t>-</a:t>
            </a:r>
            <a:endParaRPr lang="zh-CN" altLang="en-US"/>
          </a:p>
        </p:txBody>
      </p:sp>
      <p:pic>
        <p:nvPicPr>
          <p:cNvPr id="7" name="图片 6" descr="形状&#10;&#10;AI 生成的内容可能不正确。">
            <a:extLst>
              <a:ext uri="{FF2B5EF4-FFF2-40B4-BE49-F238E27FC236}">
                <a16:creationId xmlns:a16="http://schemas.microsoft.com/office/drawing/2014/main" id="{6FE8C4D5-F252-AC98-2556-8AF5F1211321}"/>
              </a:ext>
            </a:extLst>
          </p:cNvPr>
          <p:cNvPicPr>
            <a:picLocks noChangeAspect="1"/>
          </p:cNvPicPr>
          <p:nvPr/>
        </p:nvPicPr>
        <p:blipFill>
          <a:blip r:embed="rId2"/>
          <a:stretch>
            <a:fillRect/>
          </a:stretch>
        </p:blipFill>
        <p:spPr>
          <a:xfrm>
            <a:off x="8398980" y="2427803"/>
            <a:ext cx="945364" cy="808729"/>
          </a:xfrm>
          <a:prstGeom prst="rect">
            <a:avLst/>
          </a:prstGeom>
        </p:spPr>
      </p:pic>
      <p:pic>
        <p:nvPicPr>
          <p:cNvPr id="9" name="图片 8" descr="电脑萤幕画面&#10;&#10;AI 生成的内容可能不正确。">
            <a:extLst>
              <a:ext uri="{FF2B5EF4-FFF2-40B4-BE49-F238E27FC236}">
                <a16:creationId xmlns:a16="http://schemas.microsoft.com/office/drawing/2014/main" id="{5943F0E0-60A0-F43E-6B93-21DF906512CF}"/>
              </a:ext>
            </a:extLst>
          </p:cNvPr>
          <p:cNvPicPr>
            <a:picLocks noChangeAspect="1"/>
          </p:cNvPicPr>
          <p:nvPr/>
        </p:nvPicPr>
        <p:blipFill>
          <a:blip r:embed="rId3"/>
          <a:stretch>
            <a:fillRect/>
          </a:stretch>
        </p:blipFill>
        <p:spPr>
          <a:xfrm>
            <a:off x="4675565" y="4218696"/>
            <a:ext cx="994370" cy="297168"/>
          </a:xfrm>
          <a:prstGeom prst="rect">
            <a:avLst/>
          </a:prstGeom>
        </p:spPr>
      </p:pic>
      <p:pic>
        <p:nvPicPr>
          <p:cNvPr id="12" name="图片 11" descr="电脑萤幕&#10;&#10;AI 生成的内容可能不正确。">
            <a:extLst>
              <a:ext uri="{FF2B5EF4-FFF2-40B4-BE49-F238E27FC236}">
                <a16:creationId xmlns:a16="http://schemas.microsoft.com/office/drawing/2014/main" id="{5921844B-CA26-0525-2FC5-78B79DFBABAD}"/>
              </a:ext>
            </a:extLst>
          </p:cNvPr>
          <p:cNvPicPr>
            <a:picLocks noChangeAspect="1"/>
          </p:cNvPicPr>
          <p:nvPr/>
        </p:nvPicPr>
        <p:blipFill>
          <a:blip r:embed="rId4"/>
          <a:stretch>
            <a:fillRect/>
          </a:stretch>
        </p:blipFill>
        <p:spPr>
          <a:xfrm>
            <a:off x="1445105" y="3945713"/>
            <a:ext cx="994370" cy="843135"/>
          </a:xfrm>
          <a:prstGeom prst="rect">
            <a:avLst/>
          </a:prstGeom>
        </p:spPr>
      </p:pic>
      <p:pic>
        <p:nvPicPr>
          <p:cNvPr id="13" name="图片 12" descr="形状&#10;&#10;AI 生成的内容可能不正确。">
            <a:extLst>
              <a:ext uri="{FF2B5EF4-FFF2-40B4-BE49-F238E27FC236}">
                <a16:creationId xmlns:a16="http://schemas.microsoft.com/office/drawing/2014/main" id="{8469EA4D-BC80-08E1-92AB-81A43A1A860B}"/>
              </a:ext>
            </a:extLst>
          </p:cNvPr>
          <p:cNvPicPr>
            <a:picLocks noChangeAspect="1"/>
          </p:cNvPicPr>
          <p:nvPr/>
        </p:nvPicPr>
        <p:blipFill>
          <a:blip r:embed="rId2"/>
          <a:stretch>
            <a:fillRect/>
          </a:stretch>
        </p:blipFill>
        <p:spPr>
          <a:xfrm>
            <a:off x="8398980" y="3480864"/>
            <a:ext cx="945364" cy="808729"/>
          </a:xfrm>
          <a:prstGeom prst="rect">
            <a:avLst/>
          </a:prstGeom>
        </p:spPr>
      </p:pic>
      <p:pic>
        <p:nvPicPr>
          <p:cNvPr id="18" name="图片 17" descr="形状&#10;&#10;AI 生成的内容可能不正确。">
            <a:extLst>
              <a:ext uri="{FF2B5EF4-FFF2-40B4-BE49-F238E27FC236}">
                <a16:creationId xmlns:a16="http://schemas.microsoft.com/office/drawing/2014/main" id="{71B972BA-BC9B-9137-5000-684ABEFDF4F8}"/>
              </a:ext>
            </a:extLst>
          </p:cNvPr>
          <p:cNvPicPr>
            <a:picLocks noChangeAspect="1"/>
          </p:cNvPicPr>
          <p:nvPr/>
        </p:nvPicPr>
        <p:blipFill>
          <a:blip r:embed="rId2"/>
          <a:stretch>
            <a:fillRect/>
          </a:stretch>
        </p:blipFill>
        <p:spPr>
          <a:xfrm>
            <a:off x="8398980" y="4533925"/>
            <a:ext cx="945364" cy="808729"/>
          </a:xfrm>
          <a:prstGeom prst="rect">
            <a:avLst/>
          </a:prstGeom>
        </p:spPr>
      </p:pic>
      <p:pic>
        <p:nvPicPr>
          <p:cNvPr id="21" name="图片 20" descr="形状&#10;&#10;AI 生成的内容可能不正确。">
            <a:extLst>
              <a:ext uri="{FF2B5EF4-FFF2-40B4-BE49-F238E27FC236}">
                <a16:creationId xmlns:a16="http://schemas.microsoft.com/office/drawing/2014/main" id="{05E30F94-710F-01D2-1175-CB9A64C0B5D5}"/>
              </a:ext>
            </a:extLst>
          </p:cNvPr>
          <p:cNvPicPr>
            <a:picLocks noChangeAspect="1"/>
          </p:cNvPicPr>
          <p:nvPr/>
        </p:nvPicPr>
        <p:blipFill>
          <a:blip r:embed="rId2"/>
          <a:stretch>
            <a:fillRect/>
          </a:stretch>
        </p:blipFill>
        <p:spPr>
          <a:xfrm>
            <a:off x="8404938" y="5586985"/>
            <a:ext cx="945364" cy="808729"/>
          </a:xfrm>
          <a:prstGeom prst="rect">
            <a:avLst/>
          </a:prstGeom>
        </p:spPr>
      </p:pic>
      <p:cxnSp>
        <p:nvCxnSpPr>
          <p:cNvPr id="28" name="直接箭头连接符 27">
            <a:extLst>
              <a:ext uri="{FF2B5EF4-FFF2-40B4-BE49-F238E27FC236}">
                <a16:creationId xmlns:a16="http://schemas.microsoft.com/office/drawing/2014/main" id="{53749500-4A04-7896-7EBF-CD250C4A4018}"/>
              </a:ext>
            </a:extLst>
          </p:cNvPr>
          <p:cNvCxnSpPr>
            <a:cxnSpLocks/>
            <a:stCxn id="12" idx="3"/>
            <a:endCxn id="9" idx="1"/>
          </p:cNvCxnSpPr>
          <p:nvPr/>
        </p:nvCxnSpPr>
        <p:spPr>
          <a:xfrm flipV="1">
            <a:off x="2439475" y="4367280"/>
            <a:ext cx="2236090" cy="1"/>
          </a:xfrm>
          <a:prstGeom prst="straightConnector1">
            <a:avLst/>
          </a:prstGeom>
          <a:ln w="9525">
            <a:solidFill>
              <a:schemeClr val="tx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9BA9A29A-A014-1805-A31B-291A40F95606}"/>
              </a:ext>
            </a:extLst>
          </p:cNvPr>
          <p:cNvCxnSpPr>
            <a:cxnSpLocks/>
            <a:stCxn id="9" idx="3"/>
          </p:cNvCxnSpPr>
          <p:nvPr/>
        </p:nvCxnSpPr>
        <p:spPr>
          <a:xfrm>
            <a:off x="5669935" y="4367280"/>
            <a:ext cx="2426315" cy="0"/>
          </a:xfrm>
          <a:prstGeom prst="straightConnector1">
            <a:avLst/>
          </a:prstGeom>
          <a:ln w="9525">
            <a:solidFill>
              <a:schemeClr val="tx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4" name="连接符: 肘形 43">
            <a:extLst>
              <a:ext uri="{FF2B5EF4-FFF2-40B4-BE49-F238E27FC236}">
                <a16:creationId xmlns:a16="http://schemas.microsoft.com/office/drawing/2014/main" id="{2E48EA4E-B179-88D9-2E1A-8994B63CE6CA}"/>
              </a:ext>
            </a:extLst>
          </p:cNvPr>
          <p:cNvCxnSpPr>
            <a:cxnSpLocks/>
            <a:stCxn id="7" idx="1"/>
            <a:endCxn id="21" idx="1"/>
          </p:cNvCxnSpPr>
          <p:nvPr/>
        </p:nvCxnSpPr>
        <p:spPr>
          <a:xfrm rot="10800000" flipH="1" flipV="1">
            <a:off x="8398980" y="2832168"/>
            <a:ext cx="5958" cy="3159182"/>
          </a:xfrm>
          <a:prstGeom prst="bentConnector3">
            <a:avLst>
              <a:gd name="adj1" fmla="val -3836858"/>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11325551-AF88-94CC-0C13-E1D36D82B149}"/>
              </a:ext>
            </a:extLst>
          </p:cNvPr>
          <p:cNvCxnSpPr>
            <a:cxnSpLocks/>
          </p:cNvCxnSpPr>
          <p:nvPr/>
        </p:nvCxnSpPr>
        <p:spPr>
          <a:xfrm>
            <a:off x="8168159" y="3921611"/>
            <a:ext cx="240981"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7945F62-4CE1-C690-5A0D-36F505D6E7E2}"/>
              </a:ext>
            </a:extLst>
          </p:cNvPr>
          <p:cNvCxnSpPr>
            <a:cxnSpLocks/>
          </p:cNvCxnSpPr>
          <p:nvPr/>
        </p:nvCxnSpPr>
        <p:spPr>
          <a:xfrm>
            <a:off x="8168159" y="4992236"/>
            <a:ext cx="240981"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54" name="图片 53" descr="形状&#10;&#10;AI 生成的内容可能不正确。">
            <a:extLst>
              <a:ext uri="{FF2B5EF4-FFF2-40B4-BE49-F238E27FC236}">
                <a16:creationId xmlns:a16="http://schemas.microsoft.com/office/drawing/2014/main" id="{626B2AD9-CB61-FD40-DCE7-17024005DFC7}"/>
              </a:ext>
            </a:extLst>
          </p:cNvPr>
          <p:cNvPicPr>
            <a:picLocks noChangeAspect="1"/>
          </p:cNvPicPr>
          <p:nvPr/>
        </p:nvPicPr>
        <p:blipFill>
          <a:blip r:embed="rId2"/>
          <a:stretch>
            <a:fillRect/>
          </a:stretch>
        </p:blipFill>
        <p:spPr>
          <a:xfrm>
            <a:off x="9891077" y="2427924"/>
            <a:ext cx="945364" cy="808729"/>
          </a:xfrm>
          <a:prstGeom prst="rect">
            <a:avLst/>
          </a:prstGeom>
        </p:spPr>
      </p:pic>
      <p:pic>
        <p:nvPicPr>
          <p:cNvPr id="55" name="图片 54" descr="形状&#10;&#10;AI 生成的内容可能不正确。">
            <a:extLst>
              <a:ext uri="{FF2B5EF4-FFF2-40B4-BE49-F238E27FC236}">
                <a16:creationId xmlns:a16="http://schemas.microsoft.com/office/drawing/2014/main" id="{C9B8D8EE-E3D0-6DCE-D349-BE51DF6D96A9}"/>
              </a:ext>
            </a:extLst>
          </p:cNvPr>
          <p:cNvPicPr>
            <a:picLocks noChangeAspect="1"/>
          </p:cNvPicPr>
          <p:nvPr/>
        </p:nvPicPr>
        <p:blipFill>
          <a:blip r:embed="rId2"/>
          <a:stretch>
            <a:fillRect/>
          </a:stretch>
        </p:blipFill>
        <p:spPr>
          <a:xfrm>
            <a:off x="9891077" y="3480279"/>
            <a:ext cx="945364" cy="808729"/>
          </a:xfrm>
          <a:prstGeom prst="rect">
            <a:avLst/>
          </a:prstGeom>
        </p:spPr>
      </p:pic>
      <p:pic>
        <p:nvPicPr>
          <p:cNvPr id="56" name="图片 55" descr="形状&#10;&#10;AI 生成的内容可能不正确。">
            <a:extLst>
              <a:ext uri="{FF2B5EF4-FFF2-40B4-BE49-F238E27FC236}">
                <a16:creationId xmlns:a16="http://schemas.microsoft.com/office/drawing/2014/main" id="{B5DB65DF-B298-D929-F3D2-882865AE4A45}"/>
              </a:ext>
            </a:extLst>
          </p:cNvPr>
          <p:cNvPicPr>
            <a:picLocks noChangeAspect="1"/>
          </p:cNvPicPr>
          <p:nvPr/>
        </p:nvPicPr>
        <p:blipFill>
          <a:blip r:embed="rId2"/>
          <a:stretch>
            <a:fillRect/>
          </a:stretch>
        </p:blipFill>
        <p:spPr>
          <a:xfrm>
            <a:off x="9891077" y="4532634"/>
            <a:ext cx="945364" cy="808729"/>
          </a:xfrm>
          <a:prstGeom prst="rect">
            <a:avLst/>
          </a:prstGeom>
        </p:spPr>
      </p:pic>
      <p:pic>
        <p:nvPicPr>
          <p:cNvPr id="57" name="图片 56" descr="形状&#10;&#10;AI 生成的内容可能不正确。">
            <a:extLst>
              <a:ext uri="{FF2B5EF4-FFF2-40B4-BE49-F238E27FC236}">
                <a16:creationId xmlns:a16="http://schemas.microsoft.com/office/drawing/2014/main" id="{7522F78E-434C-8641-32CA-2CB14EFAF87B}"/>
              </a:ext>
            </a:extLst>
          </p:cNvPr>
          <p:cNvPicPr>
            <a:picLocks noChangeAspect="1"/>
          </p:cNvPicPr>
          <p:nvPr/>
        </p:nvPicPr>
        <p:blipFill>
          <a:blip r:embed="rId2"/>
          <a:stretch>
            <a:fillRect/>
          </a:stretch>
        </p:blipFill>
        <p:spPr>
          <a:xfrm>
            <a:off x="9897035" y="5584990"/>
            <a:ext cx="945364" cy="808729"/>
          </a:xfrm>
          <a:prstGeom prst="rect">
            <a:avLst/>
          </a:prstGeom>
        </p:spPr>
      </p:pic>
      <p:cxnSp>
        <p:nvCxnSpPr>
          <p:cNvPr id="58" name="连接符: 肘形 57">
            <a:extLst>
              <a:ext uri="{FF2B5EF4-FFF2-40B4-BE49-F238E27FC236}">
                <a16:creationId xmlns:a16="http://schemas.microsoft.com/office/drawing/2014/main" id="{80D40CF6-F83D-0809-DE6A-9CF03270EA49}"/>
              </a:ext>
            </a:extLst>
          </p:cNvPr>
          <p:cNvCxnSpPr>
            <a:cxnSpLocks/>
            <a:stCxn id="54" idx="3"/>
            <a:endCxn id="57" idx="3"/>
          </p:cNvCxnSpPr>
          <p:nvPr/>
        </p:nvCxnSpPr>
        <p:spPr>
          <a:xfrm>
            <a:off x="10836441" y="2832289"/>
            <a:ext cx="5958" cy="3157066"/>
          </a:xfrm>
          <a:prstGeom prst="bentConnector3">
            <a:avLst>
              <a:gd name="adj1" fmla="val 3936858"/>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A05924F6-5B3A-61D4-6844-0FA05DA9C341}"/>
              </a:ext>
            </a:extLst>
          </p:cNvPr>
          <p:cNvCxnSpPr>
            <a:cxnSpLocks/>
          </p:cNvCxnSpPr>
          <p:nvPr/>
        </p:nvCxnSpPr>
        <p:spPr>
          <a:xfrm>
            <a:off x="10833266" y="3888565"/>
            <a:ext cx="240981"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E374F5D2-D824-769D-0EE9-A2650DD30CFB}"/>
              </a:ext>
            </a:extLst>
          </p:cNvPr>
          <p:cNvCxnSpPr>
            <a:cxnSpLocks/>
          </p:cNvCxnSpPr>
          <p:nvPr/>
        </p:nvCxnSpPr>
        <p:spPr>
          <a:xfrm>
            <a:off x="10833265" y="4949137"/>
            <a:ext cx="240981"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38EE3EC2-D807-6BA5-8035-147250BF4499}"/>
              </a:ext>
            </a:extLst>
          </p:cNvPr>
          <p:cNvCxnSpPr>
            <a:cxnSpLocks/>
            <a:stCxn id="7" idx="3"/>
            <a:endCxn id="54" idx="1"/>
          </p:cNvCxnSpPr>
          <p:nvPr/>
        </p:nvCxnSpPr>
        <p:spPr>
          <a:xfrm>
            <a:off x="9344344" y="2832168"/>
            <a:ext cx="546733" cy="12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F20F7126-44EE-7D8E-5DD5-A6C33D21DC99}"/>
              </a:ext>
            </a:extLst>
          </p:cNvPr>
          <p:cNvCxnSpPr>
            <a:cxnSpLocks/>
            <a:stCxn id="13" idx="3"/>
            <a:endCxn id="55" idx="1"/>
          </p:cNvCxnSpPr>
          <p:nvPr/>
        </p:nvCxnSpPr>
        <p:spPr>
          <a:xfrm flipV="1">
            <a:off x="9344344" y="3884644"/>
            <a:ext cx="546733" cy="585"/>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C0CA0A82-C447-DF22-9A3D-F48BC4B39096}"/>
              </a:ext>
            </a:extLst>
          </p:cNvPr>
          <p:cNvCxnSpPr>
            <a:cxnSpLocks/>
            <a:stCxn id="18" idx="3"/>
            <a:endCxn id="56" idx="1"/>
          </p:cNvCxnSpPr>
          <p:nvPr/>
        </p:nvCxnSpPr>
        <p:spPr>
          <a:xfrm flipV="1">
            <a:off x="9344344" y="4936999"/>
            <a:ext cx="546733" cy="129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3730485B-982C-C443-73D1-F2E4A75885D8}"/>
              </a:ext>
            </a:extLst>
          </p:cNvPr>
          <p:cNvCxnSpPr>
            <a:cxnSpLocks/>
            <a:stCxn id="21" idx="3"/>
            <a:endCxn id="57" idx="1"/>
          </p:cNvCxnSpPr>
          <p:nvPr/>
        </p:nvCxnSpPr>
        <p:spPr>
          <a:xfrm flipV="1">
            <a:off x="9350302" y="5989355"/>
            <a:ext cx="546733" cy="1995"/>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7" name="文本框 86">
            <a:extLst>
              <a:ext uri="{FF2B5EF4-FFF2-40B4-BE49-F238E27FC236}">
                <a16:creationId xmlns:a16="http://schemas.microsoft.com/office/drawing/2014/main" id="{C417052F-8FEE-2719-7F8A-C6F1C2637906}"/>
              </a:ext>
            </a:extLst>
          </p:cNvPr>
          <p:cNvSpPr txBox="1"/>
          <p:nvPr/>
        </p:nvSpPr>
        <p:spPr>
          <a:xfrm>
            <a:off x="8288649" y="5284485"/>
            <a:ext cx="1226618" cy="253916"/>
          </a:xfrm>
          <a:prstGeom prst="rect">
            <a:avLst/>
          </a:prstGeom>
          <a:noFill/>
        </p:spPr>
        <p:txBody>
          <a:bodyPr wrap="none" rtlCol="0">
            <a:spAutoFit/>
          </a:bodyPr>
          <a:lstStyle/>
          <a:p>
            <a:r>
              <a:rPr lang="en-US" altLang="zh-CN" sz="1000">
                <a:solidFill>
                  <a:srgbClr val="00B0F0"/>
                </a:solidFill>
              </a:rPr>
              <a:t>132.12.86.125</a:t>
            </a:r>
            <a:endParaRPr lang="zh-CN" altLang="en-US" sz="1000">
              <a:solidFill>
                <a:srgbClr val="00B0F0"/>
              </a:solidFill>
            </a:endParaRPr>
          </a:p>
        </p:txBody>
      </p:sp>
      <p:sp>
        <p:nvSpPr>
          <p:cNvPr id="90" name="文本框 89">
            <a:extLst>
              <a:ext uri="{FF2B5EF4-FFF2-40B4-BE49-F238E27FC236}">
                <a16:creationId xmlns:a16="http://schemas.microsoft.com/office/drawing/2014/main" id="{0CF71A2E-C336-76D6-60DB-16DC13AD56A1}"/>
              </a:ext>
            </a:extLst>
          </p:cNvPr>
          <p:cNvSpPr txBox="1"/>
          <p:nvPr/>
        </p:nvSpPr>
        <p:spPr>
          <a:xfrm>
            <a:off x="8288649" y="3141810"/>
            <a:ext cx="1184940" cy="246221"/>
          </a:xfrm>
          <a:prstGeom prst="rect">
            <a:avLst/>
          </a:prstGeom>
          <a:noFill/>
        </p:spPr>
        <p:txBody>
          <a:bodyPr wrap="none" rtlCol="0">
            <a:spAutoFit/>
          </a:bodyPr>
          <a:lstStyle/>
          <a:p>
            <a:r>
              <a:rPr lang="en-US" altLang="zh-CN" sz="1000">
                <a:solidFill>
                  <a:srgbClr val="00B0F0"/>
                </a:solidFill>
              </a:rPr>
              <a:t>103.217.86.45</a:t>
            </a:r>
            <a:endParaRPr lang="zh-CN" altLang="en-US" sz="1000">
              <a:solidFill>
                <a:srgbClr val="00B0F0"/>
              </a:solidFill>
            </a:endParaRPr>
          </a:p>
        </p:txBody>
      </p:sp>
      <p:sp>
        <p:nvSpPr>
          <p:cNvPr id="92" name="文本框 91">
            <a:extLst>
              <a:ext uri="{FF2B5EF4-FFF2-40B4-BE49-F238E27FC236}">
                <a16:creationId xmlns:a16="http://schemas.microsoft.com/office/drawing/2014/main" id="{D8EAC83B-E9E1-EABE-DD07-F70EA9B70F79}"/>
              </a:ext>
            </a:extLst>
          </p:cNvPr>
          <p:cNvSpPr txBox="1"/>
          <p:nvPr/>
        </p:nvSpPr>
        <p:spPr>
          <a:xfrm>
            <a:off x="8294249" y="6337545"/>
            <a:ext cx="1107996" cy="246221"/>
          </a:xfrm>
          <a:prstGeom prst="rect">
            <a:avLst/>
          </a:prstGeom>
          <a:noFill/>
        </p:spPr>
        <p:txBody>
          <a:bodyPr wrap="none" rtlCol="0">
            <a:spAutoFit/>
          </a:bodyPr>
          <a:lstStyle/>
          <a:p>
            <a:r>
              <a:rPr lang="en-US" altLang="zh-CN" sz="1000">
                <a:solidFill>
                  <a:srgbClr val="00B0F0"/>
                </a:solidFill>
              </a:rPr>
              <a:t>47.92.156.73</a:t>
            </a:r>
            <a:endParaRPr lang="zh-CN" altLang="en-US" sz="1000">
              <a:solidFill>
                <a:srgbClr val="00B0F0"/>
              </a:solidFill>
            </a:endParaRPr>
          </a:p>
        </p:txBody>
      </p:sp>
      <p:sp>
        <p:nvSpPr>
          <p:cNvPr id="93" name="文本框 92">
            <a:extLst>
              <a:ext uri="{FF2B5EF4-FFF2-40B4-BE49-F238E27FC236}">
                <a16:creationId xmlns:a16="http://schemas.microsoft.com/office/drawing/2014/main" id="{03281E61-F080-C38C-C732-DAD0E39BD885}"/>
              </a:ext>
            </a:extLst>
          </p:cNvPr>
          <p:cNvSpPr txBox="1"/>
          <p:nvPr/>
        </p:nvSpPr>
        <p:spPr>
          <a:xfrm>
            <a:off x="9848233" y="3141809"/>
            <a:ext cx="1184940" cy="246221"/>
          </a:xfrm>
          <a:prstGeom prst="rect">
            <a:avLst/>
          </a:prstGeom>
          <a:noFill/>
        </p:spPr>
        <p:txBody>
          <a:bodyPr wrap="none" rtlCol="0">
            <a:spAutoFit/>
          </a:bodyPr>
          <a:lstStyle/>
          <a:p>
            <a:r>
              <a:rPr lang="en-US" altLang="zh-CN" sz="1000">
                <a:solidFill>
                  <a:srgbClr val="00B0F0"/>
                </a:solidFill>
              </a:rPr>
              <a:t>183.62.66.173</a:t>
            </a:r>
            <a:endParaRPr lang="zh-CN" altLang="en-US" sz="1000">
              <a:solidFill>
                <a:srgbClr val="00B0F0"/>
              </a:solidFill>
            </a:endParaRPr>
          </a:p>
        </p:txBody>
      </p:sp>
      <p:sp>
        <p:nvSpPr>
          <p:cNvPr id="94" name="文本框 93">
            <a:extLst>
              <a:ext uri="{FF2B5EF4-FFF2-40B4-BE49-F238E27FC236}">
                <a16:creationId xmlns:a16="http://schemas.microsoft.com/office/drawing/2014/main" id="{0C7553BF-ABA9-1F2F-5D5C-8E9B11B161F2}"/>
              </a:ext>
            </a:extLst>
          </p:cNvPr>
          <p:cNvSpPr txBox="1"/>
          <p:nvPr/>
        </p:nvSpPr>
        <p:spPr>
          <a:xfrm>
            <a:off x="9848233" y="4190174"/>
            <a:ext cx="1107996" cy="246221"/>
          </a:xfrm>
          <a:prstGeom prst="rect">
            <a:avLst/>
          </a:prstGeom>
          <a:noFill/>
        </p:spPr>
        <p:txBody>
          <a:bodyPr wrap="none" rtlCol="0">
            <a:spAutoFit/>
          </a:bodyPr>
          <a:lstStyle/>
          <a:p>
            <a:r>
              <a:rPr lang="en-US" altLang="zh-CN" sz="1000">
                <a:solidFill>
                  <a:srgbClr val="00B0F0"/>
                </a:solidFill>
              </a:rPr>
              <a:t>27.154.91.36</a:t>
            </a:r>
            <a:endParaRPr lang="zh-CN" altLang="en-US" sz="1000">
              <a:solidFill>
                <a:srgbClr val="00B0F0"/>
              </a:solidFill>
            </a:endParaRPr>
          </a:p>
        </p:txBody>
      </p:sp>
      <p:sp>
        <p:nvSpPr>
          <p:cNvPr id="95" name="文本框 94">
            <a:extLst>
              <a:ext uri="{FF2B5EF4-FFF2-40B4-BE49-F238E27FC236}">
                <a16:creationId xmlns:a16="http://schemas.microsoft.com/office/drawing/2014/main" id="{ED12A432-C8E5-14CF-290D-5B0377CCE872}"/>
              </a:ext>
            </a:extLst>
          </p:cNvPr>
          <p:cNvSpPr txBox="1"/>
          <p:nvPr/>
        </p:nvSpPr>
        <p:spPr>
          <a:xfrm>
            <a:off x="9886320" y="5288332"/>
            <a:ext cx="1184940" cy="246221"/>
          </a:xfrm>
          <a:prstGeom prst="rect">
            <a:avLst/>
          </a:prstGeom>
          <a:noFill/>
        </p:spPr>
        <p:txBody>
          <a:bodyPr wrap="none" rtlCol="0">
            <a:spAutoFit/>
          </a:bodyPr>
          <a:lstStyle/>
          <a:p>
            <a:r>
              <a:rPr lang="en-US" altLang="zh-CN" sz="1000">
                <a:solidFill>
                  <a:srgbClr val="00B0F0"/>
                </a:solidFill>
              </a:rPr>
              <a:t>119.23.78.155</a:t>
            </a:r>
            <a:endParaRPr lang="zh-CN" altLang="en-US" sz="1000">
              <a:solidFill>
                <a:srgbClr val="00B0F0"/>
              </a:solidFill>
            </a:endParaRPr>
          </a:p>
        </p:txBody>
      </p:sp>
      <p:sp>
        <p:nvSpPr>
          <p:cNvPr id="96" name="文本框 95">
            <a:extLst>
              <a:ext uri="{FF2B5EF4-FFF2-40B4-BE49-F238E27FC236}">
                <a16:creationId xmlns:a16="http://schemas.microsoft.com/office/drawing/2014/main" id="{2D1B933E-1A20-364F-6602-3D0C3636EE26}"/>
              </a:ext>
            </a:extLst>
          </p:cNvPr>
          <p:cNvSpPr txBox="1"/>
          <p:nvPr/>
        </p:nvSpPr>
        <p:spPr>
          <a:xfrm>
            <a:off x="9848233" y="6328035"/>
            <a:ext cx="1184940" cy="246221"/>
          </a:xfrm>
          <a:prstGeom prst="rect">
            <a:avLst/>
          </a:prstGeom>
          <a:noFill/>
        </p:spPr>
        <p:txBody>
          <a:bodyPr wrap="none" rtlCol="0">
            <a:spAutoFit/>
          </a:bodyPr>
          <a:lstStyle/>
          <a:p>
            <a:r>
              <a:rPr lang="en-US" altLang="zh-CN" sz="1000">
                <a:solidFill>
                  <a:srgbClr val="00B0F0"/>
                </a:solidFill>
              </a:rPr>
              <a:t>61.160.218.92</a:t>
            </a:r>
            <a:endParaRPr lang="zh-CN" altLang="en-US" sz="1000">
              <a:solidFill>
                <a:srgbClr val="00B0F0"/>
              </a:solidFill>
            </a:endParaRPr>
          </a:p>
        </p:txBody>
      </p:sp>
      <p:pic>
        <p:nvPicPr>
          <p:cNvPr id="3" name="图片 2" descr="图形用户界面, 应用程序&#10;&#10;AI 生成的内容可能不正确。">
            <a:extLst>
              <a:ext uri="{FF2B5EF4-FFF2-40B4-BE49-F238E27FC236}">
                <a16:creationId xmlns:a16="http://schemas.microsoft.com/office/drawing/2014/main" id="{FB48538B-4406-84F7-3E78-394684700A8A}"/>
              </a:ext>
            </a:extLst>
          </p:cNvPr>
          <p:cNvPicPr>
            <a:picLocks noChangeAspect="1"/>
          </p:cNvPicPr>
          <p:nvPr/>
        </p:nvPicPr>
        <p:blipFill>
          <a:blip r:embed="rId5"/>
          <a:stretch>
            <a:fillRect/>
          </a:stretch>
        </p:blipFill>
        <p:spPr>
          <a:xfrm>
            <a:off x="3358147" y="2257791"/>
            <a:ext cx="434874" cy="905689"/>
          </a:xfrm>
          <a:prstGeom prst="rect">
            <a:avLst/>
          </a:prstGeom>
        </p:spPr>
      </p:pic>
      <p:cxnSp>
        <p:nvCxnSpPr>
          <p:cNvPr id="8" name="直接箭头连接符 7">
            <a:extLst>
              <a:ext uri="{FF2B5EF4-FFF2-40B4-BE49-F238E27FC236}">
                <a16:creationId xmlns:a16="http://schemas.microsoft.com/office/drawing/2014/main" id="{6920A967-53CC-7B9C-CA24-CD5B169E5D28}"/>
              </a:ext>
            </a:extLst>
          </p:cNvPr>
          <p:cNvCxnSpPr>
            <a:cxnSpLocks/>
          </p:cNvCxnSpPr>
          <p:nvPr/>
        </p:nvCxnSpPr>
        <p:spPr>
          <a:xfrm flipH="1">
            <a:off x="1910540" y="2578926"/>
            <a:ext cx="1380423" cy="1347737"/>
          </a:xfrm>
          <a:prstGeom prst="straightConnector1">
            <a:avLst/>
          </a:prstGeom>
          <a:ln w="9525">
            <a:solidFill>
              <a:srgbClr val="282D2C"/>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22EEAEB6-B109-B6F4-A1D1-849F59A14045}"/>
              </a:ext>
            </a:extLst>
          </p:cNvPr>
          <p:cNvCxnSpPr>
            <a:cxnSpLocks/>
          </p:cNvCxnSpPr>
          <p:nvPr/>
        </p:nvCxnSpPr>
        <p:spPr>
          <a:xfrm flipH="1">
            <a:off x="2141283" y="2785298"/>
            <a:ext cx="1195442" cy="1167136"/>
          </a:xfrm>
          <a:prstGeom prst="straightConnector1">
            <a:avLst/>
          </a:prstGeom>
          <a:ln w="9525">
            <a:solidFill>
              <a:srgbClr val="282D2C"/>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50A296E8-AA7D-E7D4-FA0E-08B188A8145D}"/>
              </a:ext>
            </a:extLst>
          </p:cNvPr>
          <p:cNvSpPr txBox="1"/>
          <p:nvPr/>
        </p:nvSpPr>
        <p:spPr>
          <a:xfrm>
            <a:off x="3814443" y="2525969"/>
            <a:ext cx="1684657" cy="276999"/>
          </a:xfrm>
          <a:prstGeom prst="rect">
            <a:avLst/>
          </a:prstGeom>
          <a:noFill/>
        </p:spPr>
        <p:txBody>
          <a:bodyPr wrap="square" rtlCol="0">
            <a:spAutoFit/>
          </a:bodyPr>
          <a:lstStyle/>
          <a:p>
            <a:r>
              <a:rPr lang="en-US" altLang="zh-CN" sz="1200"/>
              <a:t>DNS(</a:t>
            </a:r>
            <a:r>
              <a:rPr lang="zh-CN" altLang="en-US" sz="1200"/>
              <a:t>域名解析服务器</a:t>
            </a:r>
            <a:r>
              <a:rPr lang="en-US" altLang="zh-CN" sz="1200"/>
              <a:t>)</a:t>
            </a:r>
            <a:endParaRPr lang="zh-CN" altLang="en-US" sz="1200"/>
          </a:p>
        </p:txBody>
      </p:sp>
      <p:sp>
        <p:nvSpPr>
          <p:cNvPr id="17" name="文本框 16">
            <a:extLst>
              <a:ext uri="{FF2B5EF4-FFF2-40B4-BE49-F238E27FC236}">
                <a16:creationId xmlns:a16="http://schemas.microsoft.com/office/drawing/2014/main" id="{6CD0226D-5482-A1D4-DEBA-5DE56939A9D2}"/>
              </a:ext>
            </a:extLst>
          </p:cNvPr>
          <p:cNvSpPr txBox="1"/>
          <p:nvPr/>
        </p:nvSpPr>
        <p:spPr>
          <a:xfrm rot="18941607">
            <a:off x="1790652" y="3060453"/>
            <a:ext cx="1393330" cy="276999"/>
          </a:xfrm>
          <a:prstGeom prst="rect">
            <a:avLst/>
          </a:prstGeom>
          <a:noFill/>
        </p:spPr>
        <p:txBody>
          <a:bodyPr wrap="none" rtlCol="0">
            <a:spAutoFit/>
          </a:bodyPr>
          <a:lstStyle/>
          <a:p>
            <a:r>
              <a:rPr lang="en-US" altLang="zh-CN" sz="1200">
                <a:solidFill>
                  <a:srgbClr val="00B0F0"/>
                </a:solidFill>
              </a:rPr>
              <a:t>www.baidu.com</a:t>
            </a:r>
            <a:endParaRPr lang="zh-CN" altLang="en-US" sz="1200">
              <a:solidFill>
                <a:srgbClr val="00B0F0"/>
              </a:solidFill>
            </a:endParaRPr>
          </a:p>
        </p:txBody>
      </p:sp>
      <p:sp>
        <p:nvSpPr>
          <p:cNvPr id="19" name="文本框 18">
            <a:extLst>
              <a:ext uri="{FF2B5EF4-FFF2-40B4-BE49-F238E27FC236}">
                <a16:creationId xmlns:a16="http://schemas.microsoft.com/office/drawing/2014/main" id="{77204DD6-DFAD-9169-43FD-943648256B10}"/>
              </a:ext>
            </a:extLst>
          </p:cNvPr>
          <p:cNvSpPr txBox="1"/>
          <p:nvPr/>
        </p:nvSpPr>
        <p:spPr>
          <a:xfrm rot="18941607">
            <a:off x="2105165" y="3288277"/>
            <a:ext cx="1393330" cy="276999"/>
          </a:xfrm>
          <a:prstGeom prst="rect">
            <a:avLst/>
          </a:prstGeom>
          <a:noFill/>
        </p:spPr>
        <p:txBody>
          <a:bodyPr wrap="none" rtlCol="0">
            <a:spAutoFit/>
          </a:bodyPr>
          <a:lstStyle/>
          <a:p>
            <a:r>
              <a:rPr lang="en-US" altLang="zh-CN" sz="1200">
                <a:solidFill>
                  <a:srgbClr val="00B0F0"/>
                </a:solidFill>
              </a:rPr>
              <a:t>110.242.69.21</a:t>
            </a:r>
            <a:endParaRPr lang="zh-CN" altLang="en-US" sz="1200">
              <a:solidFill>
                <a:srgbClr val="00B0F0"/>
              </a:solidFill>
            </a:endParaRPr>
          </a:p>
        </p:txBody>
      </p:sp>
      <p:sp>
        <p:nvSpPr>
          <p:cNvPr id="20" name="文本框 19">
            <a:extLst>
              <a:ext uri="{FF2B5EF4-FFF2-40B4-BE49-F238E27FC236}">
                <a16:creationId xmlns:a16="http://schemas.microsoft.com/office/drawing/2014/main" id="{8CAC0862-0857-D4BD-FC35-1FEE53A81CF3}"/>
              </a:ext>
            </a:extLst>
          </p:cNvPr>
          <p:cNvSpPr txBox="1"/>
          <p:nvPr/>
        </p:nvSpPr>
        <p:spPr>
          <a:xfrm>
            <a:off x="3003223" y="4093641"/>
            <a:ext cx="1393330" cy="276999"/>
          </a:xfrm>
          <a:prstGeom prst="rect">
            <a:avLst/>
          </a:prstGeom>
          <a:noFill/>
        </p:spPr>
        <p:txBody>
          <a:bodyPr wrap="none" rtlCol="0">
            <a:spAutoFit/>
          </a:bodyPr>
          <a:lstStyle/>
          <a:p>
            <a:r>
              <a:rPr lang="en-US" altLang="zh-CN" sz="1200">
                <a:solidFill>
                  <a:srgbClr val="00B0F0"/>
                </a:solidFill>
              </a:rPr>
              <a:t>110.242.69.21</a:t>
            </a:r>
            <a:endParaRPr lang="zh-CN" altLang="en-US" sz="1200">
              <a:solidFill>
                <a:srgbClr val="00B0F0"/>
              </a:solidFill>
            </a:endParaRPr>
          </a:p>
        </p:txBody>
      </p:sp>
      <p:sp>
        <p:nvSpPr>
          <p:cNvPr id="22" name="文本框 21">
            <a:extLst>
              <a:ext uri="{FF2B5EF4-FFF2-40B4-BE49-F238E27FC236}">
                <a16:creationId xmlns:a16="http://schemas.microsoft.com/office/drawing/2014/main" id="{A0BFA2F1-966E-DB81-679E-1278A756918D}"/>
              </a:ext>
            </a:extLst>
          </p:cNvPr>
          <p:cNvSpPr txBox="1"/>
          <p:nvPr/>
        </p:nvSpPr>
        <p:spPr>
          <a:xfrm>
            <a:off x="1406351" y="4810637"/>
            <a:ext cx="1393330" cy="276999"/>
          </a:xfrm>
          <a:prstGeom prst="rect">
            <a:avLst/>
          </a:prstGeom>
          <a:noFill/>
        </p:spPr>
        <p:txBody>
          <a:bodyPr wrap="none" rtlCol="0">
            <a:spAutoFit/>
          </a:bodyPr>
          <a:lstStyle/>
          <a:p>
            <a:r>
              <a:rPr lang="en-US" altLang="zh-CN" sz="1200">
                <a:solidFill>
                  <a:srgbClr val="00B0F0"/>
                </a:solidFill>
              </a:rPr>
              <a:t>www.baidu.com</a:t>
            </a:r>
            <a:endParaRPr lang="zh-CN" altLang="en-US" sz="1200">
              <a:solidFill>
                <a:srgbClr val="00B0F0"/>
              </a:solidFill>
            </a:endParaRPr>
          </a:p>
        </p:txBody>
      </p:sp>
      <p:sp>
        <p:nvSpPr>
          <p:cNvPr id="2" name="文本框 1">
            <a:extLst>
              <a:ext uri="{FF2B5EF4-FFF2-40B4-BE49-F238E27FC236}">
                <a16:creationId xmlns:a16="http://schemas.microsoft.com/office/drawing/2014/main" id="{4AD8FB37-883E-73D2-D642-B01BDDFFBBB4}"/>
              </a:ext>
            </a:extLst>
          </p:cNvPr>
          <p:cNvSpPr txBox="1"/>
          <p:nvPr/>
        </p:nvSpPr>
        <p:spPr>
          <a:xfrm>
            <a:off x="8288649" y="4188551"/>
            <a:ext cx="1184940" cy="246221"/>
          </a:xfrm>
          <a:prstGeom prst="rect">
            <a:avLst/>
          </a:prstGeom>
          <a:noFill/>
        </p:spPr>
        <p:txBody>
          <a:bodyPr wrap="none" rtlCol="0">
            <a:spAutoFit/>
          </a:bodyPr>
          <a:lstStyle/>
          <a:p>
            <a:r>
              <a:rPr lang="en-US" altLang="zh-CN" sz="1000">
                <a:solidFill>
                  <a:srgbClr val="00B0F0"/>
                </a:solidFill>
              </a:rPr>
              <a:t>110.242.69.21</a:t>
            </a:r>
            <a:endParaRPr lang="zh-CN" altLang="en-US" sz="1000">
              <a:solidFill>
                <a:srgbClr val="00B0F0"/>
              </a:solidFill>
            </a:endParaRPr>
          </a:p>
        </p:txBody>
      </p:sp>
      <p:sp>
        <p:nvSpPr>
          <p:cNvPr id="15" name="!!文本框 2">
            <a:extLst>
              <a:ext uri="{FF2B5EF4-FFF2-40B4-BE49-F238E27FC236}">
                <a16:creationId xmlns:a16="http://schemas.microsoft.com/office/drawing/2014/main" id="{B30B67AC-B4D4-9F88-16A7-3E9ABE24C194}"/>
              </a:ext>
            </a:extLst>
          </p:cNvPr>
          <p:cNvSpPr txBox="1"/>
          <p:nvPr/>
        </p:nvSpPr>
        <p:spPr>
          <a:xfrm>
            <a:off x="2600751" y="342773"/>
            <a:ext cx="864692" cy="461665"/>
          </a:xfrm>
          <a:prstGeom prst="rect">
            <a:avLst/>
          </a:prstGeom>
          <a:noFill/>
        </p:spPr>
        <p:txBody>
          <a:bodyPr wrap="square">
            <a:spAutoFit/>
          </a:bodyPr>
          <a:lstStyle/>
          <a:p>
            <a:r>
              <a:rPr kumimoji="0" lang="zh-CN" altLang="en-US" sz="2400" b="1" i="0" u="none" strike="noStrike" kern="1200" cap="none" spc="0" normalizeH="0" baseline="0" noProof="0">
                <a:ln>
                  <a:noFill/>
                </a:ln>
                <a:solidFill>
                  <a:srgbClr val="AD2B26"/>
                </a:solidFill>
                <a:effectLst/>
                <a:uLnTx/>
                <a:uFillTx/>
                <a:latin typeface="Source Code Pro Black"/>
                <a:ea typeface="阿里巴巴普惠体 Heavy"/>
                <a:cs typeface="+mj-cs"/>
              </a:rPr>
              <a:t>域名</a:t>
            </a:r>
            <a:endParaRPr lang="zh-CN" altLang="en-US"/>
          </a:p>
        </p:txBody>
      </p:sp>
      <p:pic>
        <p:nvPicPr>
          <p:cNvPr id="23" name="图片 22">
            <a:extLst>
              <a:ext uri="{FF2B5EF4-FFF2-40B4-BE49-F238E27FC236}">
                <a16:creationId xmlns:a16="http://schemas.microsoft.com/office/drawing/2014/main" id="{25FF4C9D-8F22-6017-7BDD-E83CE7D06549}"/>
              </a:ext>
            </a:extLst>
          </p:cNvPr>
          <p:cNvPicPr>
            <a:picLocks noChangeAspect="1"/>
          </p:cNvPicPr>
          <p:nvPr/>
        </p:nvPicPr>
        <p:blipFill>
          <a:blip r:embed="rId6"/>
          <a:srcRect l="6937" t="4343" r="8169" b="23339"/>
          <a:stretch>
            <a:fillRect/>
          </a:stretch>
        </p:blipFill>
        <p:spPr>
          <a:xfrm>
            <a:off x="8865112" y="3734224"/>
            <a:ext cx="161405" cy="159061"/>
          </a:xfrm>
          <a:prstGeom prst="roundRect">
            <a:avLst>
              <a:gd name="adj" fmla="val 18132"/>
            </a:avLst>
          </a:prstGeom>
          <a:ln w="3175">
            <a:solidFill>
              <a:schemeClr val="bg1">
                <a:lumMod val="75000"/>
              </a:schemeClr>
            </a:solidFill>
          </a:ln>
        </p:spPr>
      </p:pic>
      <p:pic>
        <p:nvPicPr>
          <p:cNvPr id="24" name="图片 23" descr="图片包含 文本&#10;&#10;AI 生成的内容可能不正确。">
            <a:extLst>
              <a:ext uri="{FF2B5EF4-FFF2-40B4-BE49-F238E27FC236}">
                <a16:creationId xmlns:a16="http://schemas.microsoft.com/office/drawing/2014/main" id="{69F8F610-F6B1-2ECD-C486-000F5426C380}"/>
              </a:ext>
            </a:extLst>
          </p:cNvPr>
          <p:cNvPicPr>
            <a:picLocks noChangeAspect="1"/>
          </p:cNvPicPr>
          <p:nvPr/>
        </p:nvPicPr>
        <p:blipFill>
          <a:blip r:embed="rId7"/>
          <a:srcRect l="2377" t="2481" r="2449" b="2390"/>
          <a:stretch>
            <a:fillRect/>
          </a:stretch>
        </p:blipFill>
        <p:spPr>
          <a:xfrm>
            <a:off x="8546045" y="3906796"/>
            <a:ext cx="148712" cy="146552"/>
          </a:xfrm>
          <a:prstGeom prst="roundRect">
            <a:avLst>
              <a:gd name="adj" fmla="val 21837"/>
            </a:avLst>
          </a:prstGeom>
        </p:spPr>
      </p:pic>
      <p:pic>
        <p:nvPicPr>
          <p:cNvPr id="25" name="图片 24">
            <a:extLst>
              <a:ext uri="{FF2B5EF4-FFF2-40B4-BE49-F238E27FC236}">
                <a16:creationId xmlns:a16="http://schemas.microsoft.com/office/drawing/2014/main" id="{28FEB91A-A526-884A-6950-B16B144A20B4}"/>
              </a:ext>
            </a:extLst>
          </p:cNvPr>
          <p:cNvPicPr>
            <a:picLocks noChangeAspect="1"/>
          </p:cNvPicPr>
          <p:nvPr/>
        </p:nvPicPr>
        <p:blipFill>
          <a:blip r:embed="rId8"/>
          <a:stretch>
            <a:fillRect/>
          </a:stretch>
        </p:blipFill>
        <p:spPr>
          <a:xfrm>
            <a:off x="8865113" y="3914060"/>
            <a:ext cx="148712" cy="149380"/>
          </a:xfrm>
          <a:prstGeom prst="roundRect">
            <a:avLst>
              <a:gd name="adj" fmla="val 21837"/>
            </a:avLst>
          </a:prstGeom>
        </p:spPr>
      </p:pic>
      <p:pic>
        <p:nvPicPr>
          <p:cNvPr id="26" name="图片 25" descr="图标&#10;&#10;AI 生成的内容可能不正确。">
            <a:extLst>
              <a:ext uri="{FF2B5EF4-FFF2-40B4-BE49-F238E27FC236}">
                <a16:creationId xmlns:a16="http://schemas.microsoft.com/office/drawing/2014/main" id="{AB245988-AB58-3FC3-6EE6-42E4FD668577}"/>
              </a:ext>
            </a:extLst>
          </p:cNvPr>
          <p:cNvPicPr>
            <a:picLocks noChangeAspect="1"/>
          </p:cNvPicPr>
          <p:nvPr/>
        </p:nvPicPr>
        <p:blipFill>
          <a:blip r:embed="rId9"/>
          <a:stretch>
            <a:fillRect/>
          </a:stretch>
        </p:blipFill>
        <p:spPr>
          <a:xfrm>
            <a:off x="8478219" y="3747417"/>
            <a:ext cx="317478" cy="126570"/>
          </a:xfrm>
          <a:prstGeom prst="roundRect">
            <a:avLst>
              <a:gd name="adj" fmla="val 7047"/>
            </a:avLst>
          </a:prstGeom>
          <a:ln w="3175">
            <a:solidFill>
              <a:schemeClr val="bg1">
                <a:lumMod val="85000"/>
              </a:schemeClr>
            </a:solidFill>
          </a:ln>
        </p:spPr>
      </p:pic>
    </p:spTree>
    <p:extLst>
      <p:ext uri="{BB962C8B-B14F-4D97-AF65-F5344CB8AC3E}">
        <p14:creationId xmlns:p14="http://schemas.microsoft.com/office/powerpoint/2010/main" val="298910150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Effect transition="in" filter="fade">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down)">
                                      <p:cBhvr>
                                        <p:cTn id="19" dur="500"/>
                                        <p:tgtEl>
                                          <p:spTgt spid="17"/>
                                        </p:tgtEl>
                                      </p:cBhvr>
                                    </p:animEffect>
                                  </p:childTnLst>
                                </p:cTn>
                              </p:par>
                              <p:par>
                                <p:cTn id="20" presetID="22" presetClass="entr" presetSubtype="4"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500"/>
                                        <p:tgtEl>
                                          <p:spTgt spid="3"/>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up)">
                                      <p:cBhvr>
                                        <p:cTn id="34" dur="500"/>
                                        <p:tgtEl>
                                          <p:spTgt spid="14"/>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up)">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6" presetClass="emph" presetSubtype="0" repeatCount="2000" fill="hold" nodeType="clickEffect">
                                  <p:stCondLst>
                                    <p:cond delay="0"/>
                                  </p:stCondLst>
                                  <p:childTnLst>
                                    <p:animEffect transition="out" filter="fade">
                                      <p:cBhvr>
                                        <p:cTn id="46" dur="500" tmFilter="0, 0; .2, .5; .8, .5; 1, 0"/>
                                        <p:tgtEl>
                                          <p:spTgt spid="13"/>
                                        </p:tgtEl>
                                      </p:cBhvr>
                                    </p:animEffect>
                                    <p:animScale>
                                      <p:cBhvr>
                                        <p:cTn id="47" dur="250" autoRev="1" fill="hold"/>
                                        <p:tgtEl>
                                          <p:spTgt spid="13"/>
                                        </p:tgtEl>
                                      </p:cBhvr>
                                      <p:by x="105000" y="105000"/>
                                    </p:animScale>
                                  </p:childTnLst>
                                </p:cTn>
                              </p:par>
                              <p:par>
                                <p:cTn id="48" presetID="26" presetClass="emph" presetSubtype="0" repeatCount="2000" fill="hold" grpId="0" nodeType="withEffect">
                                  <p:stCondLst>
                                    <p:cond delay="0"/>
                                  </p:stCondLst>
                                  <p:childTnLst>
                                    <p:animEffect transition="out" filter="fade">
                                      <p:cBhvr>
                                        <p:cTn id="49" dur="500" tmFilter="0, 0; .2, .5; .8, .5; 1, 0"/>
                                        <p:tgtEl>
                                          <p:spTgt spid="2"/>
                                        </p:tgtEl>
                                      </p:cBhvr>
                                    </p:animEffect>
                                    <p:animScale>
                                      <p:cBhvr>
                                        <p:cTn id="50" dur="250" autoRev="1" fill="hold"/>
                                        <p:tgtEl>
                                          <p:spTgt spid="2"/>
                                        </p:tgtEl>
                                      </p:cBhvr>
                                      <p:by x="105000" y="105000"/>
                                    </p:animScale>
                                  </p:childTnLst>
                                </p:cTn>
                              </p:par>
                            </p:childTnLst>
                          </p:cTn>
                        </p:par>
                      </p:childTnLst>
                    </p:cTn>
                  </p:par>
                  <p:par>
                    <p:cTn id="51" fill="hold">
                      <p:stCondLst>
                        <p:cond delay="indefinite"/>
                      </p:stCondLst>
                      <p:childTnLst>
                        <p:par>
                          <p:cTn id="52" fill="hold">
                            <p:stCondLst>
                              <p:cond delay="0"/>
                            </p:stCondLst>
                            <p:childTnLst>
                              <p:par>
                                <p:cTn id="53" presetID="23" presetClass="entr" presetSubtype="32" fill="hold" nodeType="click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p:cTn id="55" dur="500" fill="hold"/>
                                        <p:tgtEl>
                                          <p:spTgt spid="26"/>
                                        </p:tgtEl>
                                        <p:attrNameLst>
                                          <p:attrName>ppt_w</p:attrName>
                                        </p:attrNameLst>
                                      </p:cBhvr>
                                      <p:tavLst>
                                        <p:tav tm="0">
                                          <p:val>
                                            <p:strVal val="4*#ppt_w"/>
                                          </p:val>
                                        </p:tav>
                                        <p:tav tm="100000">
                                          <p:val>
                                            <p:strVal val="#ppt_w"/>
                                          </p:val>
                                        </p:tav>
                                      </p:tavLst>
                                    </p:anim>
                                    <p:anim calcmode="lin" valueType="num">
                                      <p:cBhvr>
                                        <p:cTn id="56" dur="500" fill="hold"/>
                                        <p:tgtEl>
                                          <p:spTgt spid="26"/>
                                        </p:tgtEl>
                                        <p:attrNameLst>
                                          <p:attrName>ppt_h</p:attrName>
                                        </p:attrNameLst>
                                      </p:cBhvr>
                                      <p:tavLst>
                                        <p:tav tm="0">
                                          <p:val>
                                            <p:strVal val="4*#ppt_h"/>
                                          </p:val>
                                        </p:tav>
                                        <p:tav tm="100000">
                                          <p:val>
                                            <p:strVal val="#ppt_h"/>
                                          </p:val>
                                        </p:tav>
                                      </p:tavLst>
                                    </p:anim>
                                  </p:childTnLst>
                                </p:cTn>
                              </p:par>
                              <p:par>
                                <p:cTn id="57" presetID="23" presetClass="entr" presetSubtype="32"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 calcmode="lin" valueType="num">
                                      <p:cBhvr>
                                        <p:cTn id="59" dur="500" fill="hold"/>
                                        <p:tgtEl>
                                          <p:spTgt spid="24"/>
                                        </p:tgtEl>
                                        <p:attrNameLst>
                                          <p:attrName>ppt_w</p:attrName>
                                        </p:attrNameLst>
                                      </p:cBhvr>
                                      <p:tavLst>
                                        <p:tav tm="0">
                                          <p:val>
                                            <p:strVal val="4*#ppt_w"/>
                                          </p:val>
                                        </p:tav>
                                        <p:tav tm="100000">
                                          <p:val>
                                            <p:strVal val="#ppt_w"/>
                                          </p:val>
                                        </p:tav>
                                      </p:tavLst>
                                    </p:anim>
                                    <p:anim calcmode="lin" valueType="num">
                                      <p:cBhvr>
                                        <p:cTn id="60" dur="500" fill="hold"/>
                                        <p:tgtEl>
                                          <p:spTgt spid="24"/>
                                        </p:tgtEl>
                                        <p:attrNameLst>
                                          <p:attrName>ppt_h</p:attrName>
                                        </p:attrNameLst>
                                      </p:cBhvr>
                                      <p:tavLst>
                                        <p:tav tm="0">
                                          <p:val>
                                            <p:strVal val="4*#ppt_h"/>
                                          </p:val>
                                        </p:tav>
                                        <p:tav tm="100000">
                                          <p:val>
                                            <p:strVal val="#ppt_h"/>
                                          </p:val>
                                        </p:tav>
                                      </p:tavLst>
                                    </p:anim>
                                  </p:childTnLst>
                                </p:cTn>
                              </p:par>
                              <p:par>
                                <p:cTn id="61" presetID="23" presetClass="entr" presetSubtype="32"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 calcmode="lin" valueType="num">
                                      <p:cBhvr>
                                        <p:cTn id="63" dur="500" fill="hold"/>
                                        <p:tgtEl>
                                          <p:spTgt spid="25"/>
                                        </p:tgtEl>
                                        <p:attrNameLst>
                                          <p:attrName>ppt_w</p:attrName>
                                        </p:attrNameLst>
                                      </p:cBhvr>
                                      <p:tavLst>
                                        <p:tav tm="0">
                                          <p:val>
                                            <p:strVal val="4*#ppt_w"/>
                                          </p:val>
                                        </p:tav>
                                        <p:tav tm="100000">
                                          <p:val>
                                            <p:strVal val="#ppt_w"/>
                                          </p:val>
                                        </p:tav>
                                      </p:tavLst>
                                    </p:anim>
                                    <p:anim calcmode="lin" valueType="num">
                                      <p:cBhvr>
                                        <p:cTn id="64" dur="500" fill="hold"/>
                                        <p:tgtEl>
                                          <p:spTgt spid="25"/>
                                        </p:tgtEl>
                                        <p:attrNameLst>
                                          <p:attrName>ppt_h</p:attrName>
                                        </p:attrNameLst>
                                      </p:cBhvr>
                                      <p:tavLst>
                                        <p:tav tm="0">
                                          <p:val>
                                            <p:strVal val="4*#ppt_h"/>
                                          </p:val>
                                        </p:tav>
                                        <p:tav tm="100000">
                                          <p:val>
                                            <p:strVal val="#ppt_h"/>
                                          </p:val>
                                        </p:tav>
                                      </p:tavLst>
                                    </p:anim>
                                  </p:childTnLst>
                                </p:cTn>
                              </p:par>
                              <p:par>
                                <p:cTn id="65" presetID="23" presetClass="entr" presetSubtype="32" fill="hold" nodeType="withEffect">
                                  <p:stCondLst>
                                    <p:cond delay="0"/>
                                  </p:stCondLst>
                                  <p:childTnLst>
                                    <p:set>
                                      <p:cBhvr>
                                        <p:cTn id="66" dur="1" fill="hold">
                                          <p:stCondLst>
                                            <p:cond delay="0"/>
                                          </p:stCondLst>
                                        </p:cTn>
                                        <p:tgtEl>
                                          <p:spTgt spid="23"/>
                                        </p:tgtEl>
                                        <p:attrNameLst>
                                          <p:attrName>style.visibility</p:attrName>
                                        </p:attrNameLst>
                                      </p:cBhvr>
                                      <p:to>
                                        <p:strVal val="visible"/>
                                      </p:to>
                                    </p:set>
                                    <p:anim calcmode="lin" valueType="num">
                                      <p:cBhvr>
                                        <p:cTn id="67" dur="500" fill="hold"/>
                                        <p:tgtEl>
                                          <p:spTgt spid="23"/>
                                        </p:tgtEl>
                                        <p:attrNameLst>
                                          <p:attrName>ppt_w</p:attrName>
                                        </p:attrNameLst>
                                      </p:cBhvr>
                                      <p:tavLst>
                                        <p:tav tm="0">
                                          <p:val>
                                            <p:strVal val="4*#ppt_w"/>
                                          </p:val>
                                        </p:tav>
                                        <p:tav tm="100000">
                                          <p:val>
                                            <p:strVal val="#ppt_w"/>
                                          </p:val>
                                        </p:tav>
                                      </p:tavLst>
                                    </p:anim>
                                    <p:anim calcmode="lin" valueType="num">
                                      <p:cBhvr>
                                        <p:cTn id="68" dur="500" fill="hold"/>
                                        <p:tgtEl>
                                          <p:spTgt spid="23"/>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6" grpId="0"/>
      <p:bldP spid="17" grpId="0"/>
      <p:bldP spid="19" grpId="0"/>
      <p:bldP spid="20" grpId="0"/>
      <p:bldP spid="22" grpId="0"/>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DC232-C10A-5643-1A9B-FEA6D07EF1AD}"/>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F0B6A0EE-FE82-FAA4-9059-58D950717FE0}"/>
              </a:ext>
            </a:extLst>
          </p:cNvPr>
          <p:cNvSpPr>
            <a:spLocks noGrp="1"/>
          </p:cNvSpPr>
          <p:nvPr>
            <p:ph idx="1"/>
          </p:nvPr>
        </p:nvSpPr>
        <p:spPr>
          <a:xfrm>
            <a:off x="576197" y="956241"/>
            <a:ext cx="11060481" cy="474415"/>
          </a:xfrm>
        </p:spPr>
        <p:txBody>
          <a:bodyPr/>
          <a:lstStyle/>
          <a:p>
            <a:pPr marL="285750" indent="-285750">
              <a:buFont typeface="Wingdings" panose="05000000000000000000" pitchFamily="2" charset="2"/>
              <a:buChar char="l"/>
            </a:pPr>
            <a:r>
              <a:rPr lang="zh-CN" altLang="en-US"/>
              <a:t>端口号</a:t>
            </a:r>
            <a:r>
              <a:rPr lang="en-US" altLang="zh-CN"/>
              <a:t>(Port)</a:t>
            </a:r>
            <a:r>
              <a:rPr lang="zh-CN" altLang="en-US"/>
              <a:t>是整数，取值范围在</a:t>
            </a:r>
            <a:r>
              <a:rPr lang="en-US" altLang="zh-CN"/>
              <a:t>0-65535</a:t>
            </a:r>
            <a:r>
              <a:rPr lang="zh-CN" altLang="en-US"/>
              <a:t>，它是用来标识计算机设备中的运行中的程序。</a:t>
            </a:r>
          </a:p>
        </p:txBody>
      </p:sp>
      <p:sp>
        <p:nvSpPr>
          <p:cNvPr id="5" name="标题 4">
            <a:extLst>
              <a:ext uri="{FF2B5EF4-FFF2-40B4-BE49-F238E27FC236}">
                <a16:creationId xmlns:a16="http://schemas.microsoft.com/office/drawing/2014/main" id="{E55E55E6-8F5C-DEA0-EB0D-D46210C73A95}"/>
              </a:ext>
            </a:extLst>
          </p:cNvPr>
          <p:cNvSpPr>
            <a:spLocks noGrp="1"/>
          </p:cNvSpPr>
          <p:nvPr>
            <p:ph type="title"/>
          </p:nvPr>
        </p:nvSpPr>
        <p:spPr/>
        <p:txBody>
          <a:bodyPr/>
          <a:lstStyle/>
          <a:p>
            <a:r>
              <a:rPr lang="zh-CN" altLang="en-US"/>
              <a:t>网络基础知识</a:t>
            </a:r>
            <a:r>
              <a:rPr lang="en-US" altLang="zh-CN"/>
              <a:t>-</a:t>
            </a:r>
            <a:r>
              <a:rPr lang="zh-CN" altLang="en-US"/>
              <a:t>端口</a:t>
            </a:r>
          </a:p>
        </p:txBody>
      </p:sp>
      <p:pic>
        <p:nvPicPr>
          <p:cNvPr id="2" name="图片 1" descr="形状&#10;&#10;AI 生成的内容可能不正确。">
            <a:extLst>
              <a:ext uri="{FF2B5EF4-FFF2-40B4-BE49-F238E27FC236}">
                <a16:creationId xmlns:a16="http://schemas.microsoft.com/office/drawing/2014/main" id="{B694003C-94BF-F9E0-B35D-572DD483061F}"/>
              </a:ext>
            </a:extLst>
          </p:cNvPr>
          <p:cNvPicPr>
            <a:picLocks noChangeAspect="1"/>
          </p:cNvPicPr>
          <p:nvPr/>
        </p:nvPicPr>
        <p:blipFill>
          <a:blip r:embed="rId2"/>
          <a:stretch>
            <a:fillRect/>
          </a:stretch>
        </p:blipFill>
        <p:spPr>
          <a:xfrm>
            <a:off x="7464705" y="1732065"/>
            <a:ext cx="945364" cy="808729"/>
          </a:xfrm>
          <a:prstGeom prst="rect">
            <a:avLst/>
          </a:prstGeom>
        </p:spPr>
      </p:pic>
      <p:pic>
        <p:nvPicPr>
          <p:cNvPr id="3" name="图片 2" descr="电脑萤幕画面&#10;&#10;AI 生成的内容可能不正确。">
            <a:extLst>
              <a:ext uri="{FF2B5EF4-FFF2-40B4-BE49-F238E27FC236}">
                <a16:creationId xmlns:a16="http://schemas.microsoft.com/office/drawing/2014/main" id="{B29412C4-E14B-6370-9F86-8E994301080B}"/>
              </a:ext>
            </a:extLst>
          </p:cNvPr>
          <p:cNvPicPr>
            <a:picLocks noChangeAspect="1"/>
          </p:cNvPicPr>
          <p:nvPr/>
        </p:nvPicPr>
        <p:blipFill>
          <a:blip r:embed="rId3"/>
          <a:stretch>
            <a:fillRect/>
          </a:stretch>
        </p:blipFill>
        <p:spPr>
          <a:xfrm>
            <a:off x="4496725" y="3522958"/>
            <a:ext cx="994370" cy="297168"/>
          </a:xfrm>
          <a:prstGeom prst="rect">
            <a:avLst/>
          </a:prstGeom>
        </p:spPr>
      </p:pic>
      <p:pic>
        <p:nvPicPr>
          <p:cNvPr id="4" name="图片 3" descr="电脑萤幕&#10;&#10;AI 生成的内容可能不正确。">
            <a:extLst>
              <a:ext uri="{FF2B5EF4-FFF2-40B4-BE49-F238E27FC236}">
                <a16:creationId xmlns:a16="http://schemas.microsoft.com/office/drawing/2014/main" id="{862F879D-EC23-CA2B-5BF0-7CB5845EBB72}"/>
              </a:ext>
            </a:extLst>
          </p:cNvPr>
          <p:cNvPicPr>
            <a:picLocks noChangeAspect="1"/>
          </p:cNvPicPr>
          <p:nvPr/>
        </p:nvPicPr>
        <p:blipFill>
          <a:blip r:embed="rId4"/>
          <a:stretch>
            <a:fillRect/>
          </a:stretch>
        </p:blipFill>
        <p:spPr>
          <a:xfrm>
            <a:off x="1445105" y="3249975"/>
            <a:ext cx="994370" cy="843135"/>
          </a:xfrm>
          <a:prstGeom prst="rect">
            <a:avLst/>
          </a:prstGeom>
        </p:spPr>
      </p:pic>
      <p:pic>
        <p:nvPicPr>
          <p:cNvPr id="7" name="图片 6" descr="形状&#10;&#10;AI 生成的内容可能不正确。">
            <a:extLst>
              <a:ext uri="{FF2B5EF4-FFF2-40B4-BE49-F238E27FC236}">
                <a16:creationId xmlns:a16="http://schemas.microsoft.com/office/drawing/2014/main" id="{73B9FCDE-19CD-D6F2-B8DB-850DD62A2A64}"/>
              </a:ext>
            </a:extLst>
          </p:cNvPr>
          <p:cNvPicPr>
            <a:picLocks noChangeAspect="1"/>
          </p:cNvPicPr>
          <p:nvPr/>
        </p:nvPicPr>
        <p:blipFill>
          <a:blip r:embed="rId2"/>
          <a:stretch>
            <a:fillRect/>
          </a:stretch>
        </p:blipFill>
        <p:spPr>
          <a:xfrm>
            <a:off x="7464705" y="2785126"/>
            <a:ext cx="945364" cy="808729"/>
          </a:xfrm>
          <a:prstGeom prst="rect">
            <a:avLst/>
          </a:prstGeom>
        </p:spPr>
      </p:pic>
      <p:pic>
        <p:nvPicPr>
          <p:cNvPr id="8" name="图片 7" descr="形状&#10;&#10;AI 生成的内容可能不正确。">
            <a:extLst>
              <a:ext uri="{FF2B5EF4-FFF2-40B4-BE49-F238E27FC236}">
                <a16:creationId xmlns:a16="http://schemas.microsoft.com/office/drawing/2014/main" id="{C7D2A28B-478E-6D54-3BBF-CDE3A85A77AB}"/>
              </a:ext>
            </a:extLst>
          </p:cNvPr>
          <p:cNvPicPr>
            <a:picLocks noChangeAspect="1"/>
          </p:cNvPicPr>
          <p:nvPr/>
        </p:nvPicPr>
        <p:blipFill>
          <a:blip r:embed="rId2"/>
          <a:stretch>
            <a:fillRect/>
          </a:stretch>
        </p:blipFill>
        <p:spPr>
          <a:xfrm>
            <a:off x="7464705" y="3838187"/>
            <a:ext cx="945364" cy="808729"/>
          </a:xfrm>
          <a:prstGeom prst="rect">
            <a:avLst/>
          </a:prstGeom>
        </p:spPr>
      </p:pic>
      <p:pic>
        <p:nvPicPr>
          <p:cNvPr id="9" name="图片 8" descr="形状&#10;&#10;AI 生成的内容可能不正确。">
            <a:extLst>
              <a:ext uri="{FF2B5EF4-FFF2-40B4-BE49-F238E27FC236}">
                <a16:creationId xmlns:a16="http://schemas.microsoft.com/office/drawing/2014/main" id="{D68D4D9B-1F89-74D1-F2A1-4D5FC9A31A67}"/>
              </a:ext>
            </a:extLst>
          </p:cNvPr>
          <p:cNvPicPr>
            <a:picLocks noChangeAspect="1"/>
          </p:cNvPicPr>
          <p:nvPr/>
        </p:nvPicPr>
        <p:blipFill>
          <a:blip r:embed="rId2"/>
          <a:stretch>
            <a:fillRect/>
          </a:stretch>
        </p:blipFill>
        <p:spPr>
          <a:xfrm>
            <a:off x="7470663" y="4891247"/>
            <a:ext cx="945364" cy="808729"/>
          </a:xfrm>
          <a:prstGeom prst="rect">
            <a:avLst/>
          </a:prstGeom>
        </p:spPr>
      </p:pic>
      <p:cxnSp>
        <p:nvCxnSpPr>
          <p:cNvPr id="10" name="直接箭头连接符 9">
            <a:extLst>
              <a:ext uri="{FF2B5EF4-FFF2-40B4-BE49-F238E27FC236}">
                <a16:creationId xmlns:a16="http://schemas.microsoft.com/office/drawing/2014/main" id="{76A911B1-454D-F57A-248A-A1A49D7614BD}"/>
              </a:ext>
            </a:extLst>
          </p:cNvPr>
          <p:cNvCxnSpPr>
            <a:cxnSpLocks/>
            <a:stCxn id="4" idx="3"/>
            <a:endCxn id="3" idx="1"/>
          </p:cNvCxnSpPr>
          <p:nvPr/>
        </p:nvCxnSpPr>
        <p:spPr>
          <a:xfrm flipV="1">
            <a:off x="2439475" y="3671542"/>
            <a:ext cx="2057250" cy="1"/>
          </a:xfrm>
          <a:prstGeom prst="straightConnector1">
            <a:avLst/>
          </a:prstGeom>
          <a:ln w="9525">
            <a:solidFill>
              <a:schemeClr val="tx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AC653CD4-FC08-B4BF-973D-D301DAE1A5CA}"/>
              </a:ext>
            </a:extLst>
          </p:cNvPr>
          <p:cNvCxnSpPr>
            <a:cxnSpLocks/>
            <a:stCxn id="3" idx="3"/>
          </p:cNvCxnSpPr>
          <p:nvPr/>
        </p:nvCxnSpPr>
        <p:spPr>
          <a:xfrm>
            <a:off x="5491095" y="3671542"/>
            <a:ext cx="1671705" cy="0"/>
          </a:xfrm>
          <a:prstGeom prst="straightConnector1">
            <a:avLst/>
          </a:prstGeom>
          <a:ln w="9525">
            <a:solidFill>
              <a:schemeClr val="tx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4F5CAB7E-6CE8-2EE1-5193-41BD8EFF121A}"/>
              </a:ext>
            </a:extLst>
          </p:cNvPr>
          <p:cNvCxnSpPr>
            <a:cxnSpLocks/>
            <a:stCxn id="2" idx="1"/>
            <a:endCxn id="9" idx="1"/>
          </p:cNvCxnSpPr>
          <p:nvPr/>
        </p:nvCxnSpPr>
        <p:spPr>
          <a:xfrm rot="10800000" flipH="1" flipV="1">
            <a:off x="7464705" y="2136430"/>
            <a:ext cx="5958" cy="3159182"/>
          </a:xfrm>
          <a:prstGeom prst="bentConnector3">
            <a:avLst>
              <a:gd name="adj1" fmla="val -3836858"/>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81E7630B-33C8-269F-4B0B-75BEEEC4EEB7}"/>
              </a:ext>
            </a:extLst>
          </p:cNvPr>
          <p:cNvCxnSpPr>
            <a:cxnSpLocks/>
          </p:cNvCxnSpPr>
          <p:nvPr/>
        </p:nvCxnSpPr>
        <p:spPr>
          <a:xfrm>
            <a:off x="7233884" y="3225873"/>
            <a:ext cx="240981"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047AC36F-24EF-8DB0-629F-B33B47567C6A}"/>
              </a:ext>
            </a:extLst>
          </p:cNvPr>
          <p:cNvCxnSpPr>
            <a:cxnSpLocks/>
          </p:cNvCxnSpPr>
          <p:nvPr/>
        </p:nvCxnSpPr>
        <p:spPr>
          <a:xfrm>
            <a:off x="7233884" y="4296498"/>
            <a:ext cx="240981"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0C81D02E-CA07-9C14-6F18-AF3D93537B68}"/>
              </a:ext>
            </a:extLst>
          </p:cNvPr>
          <p:cNvSpPr txBox="1"/>
          <p:nvPr/>
        </p:nvSpPr>
        <p:spPr>
          <a:xfrm>
            <a:off x="7359974" y="5641807"/>
            <a:ext cx="1107996" cy="246221"/>
          </a:xfrm>
          <a:prstGeom prst="rect">
            <a:avLst/>
          </a:prstGeom>
          <a:noFill/>
        </p:spPr>
        <p:txBody>
          <a:bodyPr wrap="none" rtlCol="0">
            <a:spAutoFit/>
          </a:bodyPr>
          <a:lstStyle/>
          <a:p>
            <a:r>
              <a:rPr lang="en-US" altLang="zh-CN" sz="1000">
                <a:solidFill>
                  <a:srgbClr val="00B0F0"/>
                </a:solidFill>
              </a:rPr>
              <a:t>47.92.156.73</a:t>
            </a:r>
            <a:endParaRPr lang="zh-CN" altLang="en-US" sz="1000">
              <a:solidFill>
                <a:srgbClr val="00B0F0"/>
              </a:solidFill>
            </a:endParaRPr>
          </a:p>
        </p:txBody>
      </p:sp>
      <p:sp>
        <p:nvSpPr>
          <p:cNvPr id="17" name="文本框 16">
            <a:extLst>
              <a:ext uri="{FF2B5EF4-FFF2-40B4-BE49-F238E27FC236}">
                <a16:creationId xmlns:a16="http://schemas.microsoft.com/office/drawing/2014/main" id="{D3CC4607-9DCC-DE5E-A687-A3C50F55CFAF}"/>
              </a:ext>
            </a:extLst>
          </p:cNvPr>
          <p:cNvSpPr txBox="1"/>
          <p:nvPr/>
        </p:nvSpPr>
        <p:spPr>
          <a:xfrm>
            <a:off x="2550628" y="3381453"/>
            <a:ext cx="1393330" cy="276999"/>
          </a:xfrm>
          <a:prstGeom prst="rect">
            <a:avLst/>
          </a:prstGeom>
          <a:noFill/>
        </p:spPr>
        <p:txBody>
          <a:bodyPr wrap="none" rtlCol="0">
            <a:spAutoFit/>
          </a:bodyPr>
          <a:lstStyle/>
          <a:p>
            <a:r>
              <a:rPr lang="en-US" altLang="zh-CN" sz="1200">
                <a:solidFill>
                  <a:srgbClr val="00B0F0"/>
                </a:solidFill>
              </a:rPr>
              <a:t>110.242.69.21</a:t>
            </a:r>
            <a:endParaRPr lang="zh-CN" altLang="en-US" sz="1200">
              <a:solidFill>
                <a:srgbClr val="00B0F0"/>
              </a:solidFill>
            </a:endParaRPr>
          </a:p>
        </p:txBody>
      </p:sp>
      <p:sp>
        <p:nvSpPr>
          <p:cNvPr id="18" name="文本框 17">
            <a:extLst>
              <a:ext uri="{FF2B5EF4-FFF2-40B4-BE49-F238E27FC236}">
                <a16:creationId xmlns:a16="http://schemas.microsoft.com/office/drawing/2014/main" id="{47A476D5-B818-103B-C8E9-3B00CB7B7F1E}"/>
              </a:ext>
            </a:extLst>
          </p:cNvPr>
          <p:cNvSpPr txBox="1"/>
          <p:nvPr/>
        </p:nvSpPr>
        <p:spPr>
          <a:xfrm>
            <a:off x="7354374" y="4588747"/>
            <a:ext cx="1226618" cy="253916"/>
          </a:xfrm>
          <a:prstGeom prst="rect">
            <a:avLst/>
          </a:prstGeom>
          <a:noFill/>
        </p:spPr>
        <p:txBody>
          <a:bodyPr wrap="none" rtlCol="0">
            <a:spAutoFit/>
          </a:bodyPr>
          <a:lstStyle/>
          <a:p>
            <a:r>
              <a:rPr lang="en-US" altLang="zh-CN" sz="1000">
                <a:solidFill>
                  <a:srgbClr val="00B0F0"/>
                </a:solidFill>
              </a:rPr>
              <a:t>132.12.86.125</a:t>
            </a:r>
            <a:endParaRPr lang="zh-CN" altLang="en-US" sz="1000">
              <a:solidFill>
                <a:srgbClr val="00B0F0"/>
              </a:solidFill>
            </a:endParaRPr>
          </a:p>
        </p:txBody>
      </p:sp>
      <p:sp>
        <p:nvSpPr>
          <p:cNvPr id="19" name="文本框 18">
            <a:extLst>
              <a:ext uri="{FF2B5EF4-FFF2-40B4-BE49-F238E27FC236}">
                <a16:creationId xmlns:a16="http://schemas.microsoft.com/office/drawing/2014/main" id="{1BBD3B8A-BB56-B0C7-01C3-9C5CFA388D9F}"/>
              </a:ext>
            </a:extLst>
          </p:cNvPr>
          <p:cNvSpPr txBox="1"/>
          <p:nvPr/>
        </p:nvSpPr>
        <p:spPr>
          <a:xfrm>
            <a:off x="7354374" y="2446072"/>
            <a:ext cx="1184940" cy="246221"/>
          </a:xfrm>
          <a:prstGeom prst="rect">
            <a:avLst/>
          </a:prstGeom>
          <a:noFill/>
        </p:spPr>
        <p:txBody>
          <a:bodyPr wrap="none" rtlCol="0">
            <a:spAutoFit/>
          </a:bodyPr>
          <a:lstStyle/>
          <a:p>
            <a:r>
              <a:rPr lang="en-US" altLang="zh-CN" sz="1000">
                <a:solidFill>
                  <a:srgbClr val="00B0F0"/>
                </a:solidFill>
              </a:rPr>
              <a:t>103.217.86.45</a:t>
            </a:r>
            <a:endParaRPr lang="zh-CN" altLang="en-US" sz="1000">
              <a:solidFill>
                <a:srgbClr val="00B0F0"/>
              </a:solidFill>
            </a:endParaRPr>
          </a:p>
        </p:txBody>
      </p:sp>
      <p:pic>
        <p:nvPicPr>
          <p:cNvPr id="21" name="图片 20">
            <a:extLst>
              <a:ext uri="{FF2B5EF4-FFF2-40B4-BE49-F238E27FC236}">
                <a16:creationId xmlns:a16="http://schemas.microsoft.com/office/drawing/2014/main" id="{1E4C3F56-052D-C1DD-0D67-DC2906C6726A}"/>
              </a:ext>
            </a:extLst>
          </p:cNvPr>
          <p:cNvPicPr>
            <a:picLocks noChangeAspect="1"/>
          </p:cNvPicPr>
          <p:nvPr/>
        </p:nvPicPr>
        <p:blipFill>
          <a:blip r:embed="rId5"/>
          <a:srcRect l="6937" t="4343" r="8169" b="23339"/>
          <a:stretch>
            <a:fillRect/>
          </a:stretch>
        </p:blipFill>
        <p:spPr>
          <a:xfrm>
            <a:off x="9862293" y="2954751"/>
            <a:ext cx="549886" cy="541899"/>
          </a:xfrm>
          <a:prstGeom prst="roundRect">
            <a:avLst>
              <a:gd name="adj" fmla="val 18132"/>
            </a:avLst>
          </a:prstGeom>
          <a:ln w="3175">
            <a:solidFill>
              <a:schemeClr val="bg1">
                <a:lumMod val="75000"/>
              </a:schemeClr>
            </a:solidFill>
          </a:ln>
        </p:spPr>
      </p:pic>
      <p:sp>
        <p:nvSpPr>
          <p:cNvPr id="22" name="AutoShape 2">
            <a:extLst>
              <a:ext uri="{FF2B5EF4-FFF2-40B4-BE49-F238E27FC236}">
                <a16:creationId xmlns:a16="http://schemas.microsoft.com/office/drawing/2014/main" id="{83B9AC06-0B85-9587-48FE-EA60DBB1A056}"/>
              </a:ext>
            </a:extLst>
          </p:cNvPr>
          <p:cNvSpPr>
            <a:spLocks noChangeAspect="1" noChangeArrowheads="1"/>
          </p:cNvSpPr>
          <p:nvPr/>
        </p:nvSpPr>
        <p:spPr bwMode="auto">
          <a:xfrm>
            <a:off x="5943600" y="2753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5" name="图片 24" descr="图片包含 文本&#10;&#10;AI 生成的内容可能不正确。">
            <a:extLst>
              <a:ext uri="{FF2B5EF4-FFF2-40B4-BE49-F238E27FC236}">
                <a16:creationId xmlns:a16="http://schemas.microsoft.com/office/drawing/2014/main" id="{EEF6DD7E-C931-6316-2A9D-B7510C6B4059}"/>
              </a:ext>
            </a:extLst>
          </p:cNvPr>
          <p:cNvPicPr>
            <a:picLocks noChangeAspect="1"/>
          </p:cNvPicPr>
          <p:nvPr/>
        </p:nvPicPr>
        <p:blipFill>
          <a:blip r:embed="rId6"/>
          <a:srcRect l="2377" t="2481" r="2449" b="2390"/>
          <a:stretch>
            <a:fillRect/>
          </a:stretch>
        </p:blipFill>
        <p:spPr>
          <a:xfrm>
            <a:off x="10625128" y="2951731"/>
            <a:ext cx="549886" cy="541900"/>
          </a:xfrm>
          <a:prstGeom prst="roundRect">
            <a:avLst>
              <a:gd name="adj" fmla="val 21837"/>
            </a:avLst>
          </a:prstGeom>
        </p:spPr>
      </p:pic>
      <p:pic>
        <p:nvPicPr>
          <p:cNvPr id="29" name="图片 28">
            <a:extLst>
              <a:ext uri="{FF2B5EF4-FFF2-40B4-BE49-F238E27FC236}">
                <a16:creationId xmlns:a16="http://schemas.microsoft.com/office/drawing/2014/main" id="{1F5B8C40-8D81-3455-D0D3-AE2EF4BABD92}"/>
              </a:ext>
            </a:extLst>
          </p:cNvPr>
          <p:cNvPicPr>
            <a:picLocks noChangeAspect="1"/>
          </p:cNvPicPr>
          <p:nvPr/>
        </p:nvPicPr>
        <p:blipFill>
          <a:blip r:embed="rId7"/>
          <a:stretch>
            <a:fillRect/>
          </a:stretch>
        </p:blipFill>
        <p:spPr>
          <a:xfrm>
            <a:off x="11405610" y="2951731"/>
            <a:ext cx="539475" cy="541900"/>
          </a:xfrm>
          <a:prstGeom prst="roundRect">
            <a:avLst>
              <a:gd name="adj" fmla="val 21837"/>
            </a:avLst>
          </a:prstGeom>
        </p:spPr>
      </p:pic>
      <p:sp>
        <p:nvSpPr>
          <p:cNvPr id="30" name="文本框 29">
            <a:extLst>
              <a:ext uri="{FF2B5EF4-FFF2-40B4-BE49-F238E27FC236}">
                <a16:creationId xmlns:a16="http://schemas.microsoft.com/office/drawing/2014/main" id="{0782EAD9-8526-8683-FF25-3E215948496D}"/>
              </a:ext>
            </a:extLst>
          </p:cNvPr>
          <p:cNvSpPr txBox="1"/>
          <p:nvPr/>
        </p:nvSpPr>
        <p:spPr>
          <a:xfrm>
            <a:off x="9837779" y="3556380"/>
            <a:ext cx="609462" cy="261610"/>
          </a:xfrm>
          <a:prstGeom prst="rect">
            <a:avLst/>
          </a:prstGeom>
          <a:noFill/>
        </p:spPr>
        <p:txBody>
          <a:bodyPr wrap="none" rtlCol="0">
            <a:spAutoFit/>
          </a:bodyPr>
          <a:lstStyle/>
          <a:p>
            <a:r>
              <a:rPr lang="en-US" altLang="zh-CN" sz="1100"/>
              <a:t>10010</a:t>
            </a:r>
            <a:endParaRPr lang="zh-CN" altLang="en-US" sz="1100"/>
          </a:p>
        </p:txBody>
      </p:sp>
      <p:sp>
        <p:nvSpPr>
          <p:cNvPr id="31" name="文本框 30">
            <a:extLst>
              <a:ext uri="{FF2B5EF4-FFF2-40B4-BE49-F238E27FC236}">
                <a16:creationId xmlns:a16="http://schemas.microsoft.com/office/drawing/2014/main" id="{08639745-34BE-4822-E6CD-40AFF86B4E21}"/>
              </a:ext>
            </a:extLst>
          </p:cNvPr>
          <p:cNvSpPr txBox="1"/>
          <p:nvPr/>
        </p:nvSpPr>
        <p:spPr>
          <a:xfrm>
            <a:off x="10637819" y="3556380"/>
            <a:ext cx="524503" cy="261610"/>
          </a:xfrm>
          <a:prstGeom prst="rect">
            <a:avLst/>
          </a:prstGeom>
          <a:noFill/>
        </p:spPr>
        <p:txBody>
          <a:bodyPr wrap="none" rtlCol="0">
            <a:spAutoFit/>
          </a:bodyPr>
          <a:lstStyle/>
          <a:p>
            <a:r>
              <a:rPr lang="en-US" altLang="zh-CN" sz="1100"/>
              <a:t>9527</a:t>
            </a:r>
            <a:endParaRPr lang="zh-CN" altLang="en-US" sz="1100"/>
          </a:p>
        </p:txBody>
      </p:sp>
      <p:sp>
        <p:nvSpPr>
          <p:cNvPr id="32" name="文本框 31">
            <a:extLst>
              <a:ext uri="{FF2B5EF4-FFF2-40B4-BE49-F238E27FC236}">
                <a16:creationId xmlns:a16="http://schemas.microsoft.com/office/drawing/2014/main" id="{51E151B8-FD77-EEC5-2B67-78BB2514EA86}"/>
              </a:ext>
            </a:extLst>
          </p:cNvPr>
          <p:cNvSpPr txBox="1"/>
          <p:nvPr/>
        </p:nvSpPr>
        <p:spPr>
          <a:xfrm>
            <a:off x="11413095" y="3556380"/>
            <a:ext cx="524503" cy="261610"/>
          </a:xfrm>
          <a:prstGeom prst="rect">
            <a:avLst/>
          </a:prstGeom>
          <a:noFill/>
        </p:spPr>
        <p:txBody>
          <a:bodyPr wrap="none" rtlCol="0">
            <a:spAutoFit/>
          </a:bodyPr>
          <a:lstStyle/>
          <a:p>
            <a:r>
              <a:rPr lang="en-US" altLang="zh-CN" sz="1100"/>
              <a:t>8848</a:t>
            </a:r>
            <a:endParaRPr lang="zh-CN" altLang="en-US" sz="1100"/>
          </a:p>
        </p:txBody>
      </p:sp>
      <p:sp>
        <p:nvSpPr>
          <p:cNvPr id="20" name="文本框 19">
            <a:extLst>
              <a:ext uri="{FF2B5EF4-FFF2-40B4-BE49-F238E27FC236}">
                <a16:creationId xmlns:a16="http://schemas.microsoft.com/office/drawing/2014/main" id="{E0C057D3-F161-5B32-5C78-B24D0793267F}"/>
              </a:ext>
            </a:extLst>
          </p:cNvPr>
          <p:cNvSpPr txBox="1"/>
          <p:nvPr/>
        </p:nvSpPr>
        <p:spPr>
          <a:xfrm>
            <a:off x="7354374" y="3500610"/>
            <a:ext cx="1184940" cy="246221"/>
          </a:xfrm>
          <a:prstGeom prst="rect">
            <a:avLst/>
          </a:prstGeom>
          <a:noFill/>
        </p:spPr>
        <p:txBody>
          <a:bodyPr wrap="none" rtlCol="0">
            <a:spAutoFit/>
          </a:bodyPr>
          <a:lstStyle/>
          <a:p>
            <a:r>
              <a:rPr lang="en-US" altLang="zh-CN" sz="1000">
                <a:solidFill>
                  <a:srgbClr val="00B0F0"/>
                </a:solidFill>
              </a:rPr>
              <a:t>110.242.69.21</a:t>
            </a:r>
            <a:endParaRPr lang="zh-CN" altLang="en-US" sz="1000">
              <a:solidFill>
                <a:srgbClr val="00B0F0"/>
              </a:solidFill>
            </a:endParaRPr>
          </a:p>
        </p:txBody>
      </p:sp>
      <p:pic>
        <p:nvPicPr>
          <p:cNvPr id="24" name="图片 23" descr="图标&#10;&#10;AI 生成的内容可能不正确。">
            <a:extLst>
              <a:ext uri="{FF2B5EF4-FFF2-40B4-BE49-F238E27FC236}">
                <a16:creationId xmlns:a16="http://schemas.microsoft.com/office/drawing/2014/main" id="{943AF687-C87C-4466-2D4A-75C0777BB464}"/>
              </a:ext>
            </a:extLst>
          </p:cNvPr>
          <p:cNvPicPr>
            <a:picLocks noChangeAspect="1"/>
          </p:cNvPicPr>
          <p:nvPr/>
        </p:nvPicPr>
        <p:blipFill>
          <a:blip r:embed="rId8"/>
          <a:stretch>
            <a:fillRect/>
          </a:stretch>
        </p:blipFill>
        <p:spPr>
          <a:xfrm>
            <a:off x="8585887" y="3067080"/>
            <a:ext cx="1003515" cy="400074"/>
          </a:xfrm>
          <a:prstGeom prst="roundRect">
            <a:avLst>
              <a:gd name="adj" fmla="val 7047"/>
            </a:avLst>
          </a:prstGeom>
          <a:ln>
            <a:solidFill>
              <a:schemeClr val="bg1">
                <a:lumMod val="85000"/>
              </a:schemeClr>
            </a:solidFill>
          </a:ln>
        </p:spPr>
      </p:pic>
      <p:sp>
        <p:nvSpPr>
          <p:cNvPr id="34" name="文本框 33">
            <a:extLst>
              <a:ext uri="{FF2B5EF4-FFF2-40B4-BE49-F238E27FC236}">
                <a16:creationId xmlns:a16="http://schemas.microsoft.com/office/drawing/2014/main" id="{B8FC778A-6778-74BE-0F8F-E1AFA51B6E15}"/>
              </a:ext>
            </a:extLst>
          </p:cNvPr>
          <p:cNvSpPr txBox="1"/>
          <p:nvPr/>
        </p:nvSpPr>
        <p:spPr>
          <a:xfrm>
            <a:off x="8834469" y="3500610"/>
            <a:ext cx="439544" cy="261610"/>
          </a:xfrm>
          <a:prstGeom prst="rect">
            <a:avLst/>
          </a:prstGeom>
          <a:noFill/>
        </p:spPr>
        <p:txBody>
          <a:bodyPr wrap="none" rtlCol="0">
            <a:spAutoFit/>
          </a:bodyPr>
          <a:lstStyle/>
          <a:p>
            <a:r>
              <a:rPr lang="en-US" altLang="zh-CN" sz="1100"/>
              <a:t>443</a:t>
            </a:r>
            <a:endParaRPr lang="zh-CN" altLang="en-US" sz="1100"/>
          </a:p>
        </p:txBody>
      </p:sp>
      <p:pic>
        <p:nvPicPr>
          <p:cNvPr id="37" name="图片 36" descr="图形用户界面, 文本, 应用程序, 电子邮件&#10;&#10;AI 生成的内容可能不正确。">
            <a:extLst>
              <a:ext uri="{FF2B5EF4-FFF2-40B4-BE49-F238E27FC236}">
                <a16:creationId xmlns:a16="http://schemas.microsoft.com/office/drawing/2014/main" id="{A109B0CC-D406-9B79-64D7-1A827AF12D5E}"/>
              </a:ext>
            </a:extLst>
          </p:cNvPr>
          <p:cNvPicPr>
            <a:picLocks noChangeAspect="1"/>
          </p:cNvPicPr>
          <p:nvPr/>
        </p:nvPicPr>
        <p:blipFill>
          <a:blip r:embed="rId9"/>
          <a:stretch>
            <a:fillRect/>
          </a:stretch>
        </p:blipFill>
        <p:spPr>
          <a:xfrm>
            <a:off x="972930" y="4437974"/>
            <a:ext cx="1938720" cy="992049"/>
          </a:xfrm>
          <a:prstGeom prst="roundRect">
            <a:avLst>
              <a:gd name="adj" fmla="val 4093"/>
            </a:avLst>
          </a:prstGeom>
          <a:ln w="6350">
            <a:solidFill>
              <a:schemeClr val="bg1">
                <a:lumMod val="85000"/>
              </a:schemeClr>
            </a:solidFill>
          </a:ln>
        </p:spPr>
      </p:pic>
      <p:sp>
        <p:nvSpPr>
          <p:cNvPr id="38" name="文本框 37">
            <a:extLst>
              <a:ext uri="{FF2B5EF4-FFF2-40B4-BE49-F238E27FC236}">
                <a16:creationId xmlns:a16="http://schemas.microsoft.com/office/drawing/2014/main" id="{37655ECE-5C12-65D6-5C9F-63486D66F4ED}"/>
              </a:ext>
            </a:extLst>
          </p:cNvPr>
          <p:cNvSpPr txBox="1"/>
          <p:nvPr/>
        </p:nvSpPr>
        <p:spPr>
          <a:xfrm>
            <a:off x="1245625" y="4103194"/>
            <a:ext cx="1393330" cy="276999"/>
          </a:xfrm>
          <a:prstGeom prst="rect">
            <a:avLst/>
          </a:prstGeom>
          <a:noFill/>
        </p:spPr>
        <p:txBody>
          <a:bodyPr wrap="none" rtlCol="0">
            <a:spAutoFit/>
          </a:bodyPr>
          <a:lstStyle/>
          <a:p>
            <a:r>
              <a:rPr lang="en-US" altLang="zh-CN" sz="1200">
                <a:solidFill>
                  <a:srgbClr val="00B0F0"/>
                </a:solidFill>
              </a:rPr>
              <a:t>www.baidu.com</a:t>
            </a:r>
            <a:endParaRPr lang="zh-CN" altLang="en-US" sz="1200">
              <a:solidFill>
                <a:srgbClr val="00B0F0"/>
              </a:solidFill>
            </a:endParaRPr>
          </a:p>
        </p:txBody>
      </p:sp>
      <p:pic>
        <p:nvPicPr>
          <p:cNvPr id="39" name="图片 38" descr="图形用户界面, 应用程序&#10;&#10;AI 生成的内容可能不正确。">
            <a:extLst>
              <a:ext uri="{FF2B5EF4-FFF2-40B4-BE49-F238E27FC236}">
                <a16:creationId xmlns:a16="http://schemas.microsoft.com/office/drawing/2014/main" id="{94616D30-AF7B-63A4-6D9A-9D7AB3ED0146}"/>
              </a:ext>
            </a:extLst>
          </p:cNvPr>
          <p:cNvPicPr>
            <a:picLocks noChangeAspect="1"/>
          </p:cNvPicPr>
          <p:nvPr/>
        </p:nvPicPr>
        <p:blipFill>
          <a:blip r:embed="rId10"/>
          <a:stretch>
            <a:fillRect/>
          </a:stretch>
        </p:blipFill>
        <p:spPr>
          <a:xfrm>
            <a:off x="3329654" y="1601412"/>
            <a:ext cx="434874" cy="905689"/>
          </a:xfrm>
          <a:prstGeom prst="rect">
            <a:avLst/>
          </a:prstGeom>
        </p:spPr>
      </p:pic>
      <p:cxnSp>
        <p:nvCxnSpPr>
          <p:cNvPr id="40" name="直接箭头连接符 39">
            <a:extLst>
              <a:ext uri="{FF2B5EF4-FFF2-40B4-BE49-F238E27FC236}">
                <a16:creationId xmlns:a16="http://schemas.microsoft.com/office/drawing/2014/main" id="{808C1D5F-40D4-1FCD-7797-460CBFDF864C}"/>
              </a:ext>
            </a:extLst>
          </p:cNvPr>
          <p:cNvCxnSpPr>
            <a:cxnSpLocks/>
          </p:cNvCxnSpPr>
          <p:nvPr/>
        </p:nvCxnSpPr>
        <p:spPr>
          <a:xfrm flipH="1">
            <a:off x="1882047" y="1922547"/>
            <a:ext cx="1380423" cy="1347737"/>
          </a:xfrm>
          <a:prstGeom prst="straightConnector1">
            <a:avLst/>
          </a:prstGeom>
          <a:ln w="9525">
            <a:solidFill>
              <a:srgbClr val="282D2C"/>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5CD7E8B3-7D52-F154-6846-9DBDF439F22C}"/>
              </a:ext>
            </a:extLst>
          </p:cNvPr>
          <p:cNvCxnSpPr>
            <a:cxnSpLocks/>
          </p:cNvCxnSpPr>
          <p:nvPr/>
        </p:nvCxnSpPr>
        <p:spPr>
          <a:xfrm flipH="1">
            <a:off x="2112790" y="2128919"/>
            <a:ext cx="1195442" cy="1167136"/>
          </a:xfrm>
          <a:prstGeom prst="straightConnector1">
            <a:avLst/>
          </a:prstGeom>
          <a:ln w="9525">
            <a:solidFill>
              <a:srgbClr val="282D2C"/>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59312A7D-9266-EDCE-8244-24A55010E1BF}"/>
              </a:ext>
            </a:extLst>
          </p:cNvPr>
          <p:cNvSpPr txBox="1"/>
          <p:nvPr/>
        </p:nvSpPr>
        <p:spPr>
          <a:xfrm>
            <a:off x="3785950" y="1869590"/>
            <a:ext cx="1684657" cy="276999"/>
          </a:xfrm>
          <a:prstGeom prst="rect">
            <a:avLst/>
          </a:prstGeom>
          <a:noFill/>
        </p:spPr>
        <p:txBody>
          <a:bodyPr wrap="square" rtlCol="0">
            <a:spAutoFit/>
          </a:bodyPr>
          <a:lstStyle/>
          <a:p>
            <a:r>
              <a:rPr lang="en-US" altLang="zh-CN" sz="1200"/>
              <a:t>DNS(</a:t>
            </a:r>
            <a:r>
              <a:rPr lang="zh-CN" altLang="en-US" sz="1200"/>
              <a:t>域名解析服务器</a:t>
            </a:r>
            <a:r>
              <a:rPr lang="en-US" altLang="zh-CN" sz="1200"/>
              <a:t>)</a:t>
            </a:r>
            <a:endParaRPr lang="zh-CN" altLang="en-US" sz="1200"/>
          </a:p>
        </p:txBody>
      </p:sp>
      <p:sp>
        <p:nvSpPr>
          <p:cNvPr id="43" name="文本框 42">
            <a:extLst>
              <a:ext uri="{FF2B5EF4-FFF2-40B4-BE49-F238E27FC236}">
                <a16:creationId xmlns:a16="http://schemas.microsoft.com/office/drawing/2014/main" id="{BBEF569F-F0CE-2073-BDF9-65EDA48CADCE}"/>
              </a:ext>
            </a:extLst>
          </p:cNvPr>
          <p:cNvSpPr txBox="1"/>
          <p:nvPr/>
        </p:nvSpPr>
        <p:spPr>
          <a:xfrm rot="18941607">
            <a:off x="1762159" y="2404074"/>
            <a:ext cx="1393330" cy="276999"/>
          </a:xfrm>
          <a:prstGeom prst="rect">
            <a:avLst/>
          </a:prstGeom>
          <a:noFill/>
        </p:spPr>
        <p:txBody>
          <a:bodyPr wrap="none" rtlCol="0">
            <a:spAutoFit/>
          </a:bodyPr>
          <a:lstStyle/>
          <a:p>
            <a:r>
              <a:rPr lang="en-US" altLang="zh-CN" sz="1200">
                <a:solidFill>
                  <a:srgbClr val="00B0F0"/>
                </a:solidFill>
              </a:rPr>
              <a:t>www.baidu.com</a:t>
            </a:r>
            <a:endParaRPr lang="zh-CN" altLang="en-US" sz="1200">
              <a:solidFill>
                <a:srgbClr val="00B0F0"/>
              </a:solidFill>
            </a:endParaRPr>
          </a:p>
        </p:txBody>
      </p:sp>
      <p:sp>
        <p:nvSpPr>
          <p:cNvPr id="44" name="文本框 43">
            <a:extLst>
              <a:ext uri="{FF2B5EF4-FFF2-40B4-BE49-F238E27FC236}">
                <a16:creationId xmlns:a16="http://schemas.microsoft.com/office/drawing/2014/main" id="{F0A86B97-1902-0B42-0D22-B035C26C2480}"/>
              </a:ext>
            </a:extLst>
          </p:cNvPr>
          <p:cNvSpPr txBox="1"/>
          <p:nvPr/>
        </p:nvSpPr>
        <p:spPr>
          <a:xfrm rot="18941607">
            <a:off x="2076672" y="2631898"/>
            <a:ext cx="1393330" cy="276999"/>
          </a:xfrm>
          <a:prstGeom prst="rect">
            <a:avLst/>
          </a:prstGeom>
          <a:noFill/>
        </p:spPr>
        <p:txBody>
          <a:bodyPr wrap="none" rtlCol="0">
            <a:spAutoFit/>
          </a:bodyPr>
          <a:lstStyle/>
          <a:p>
            <a:r>
              <a:rPr lang="en-US" altLang="zh-CN" sz="1200">
                <a:solidFill>
                  <a:srgbClr val="00B0F0"/>
                </a:solidFill>
              </a:rPr>
              <a:t>110.242.69.21</a:t>
            </a:r>
            <a:endParaRPr lang="zh-CN" altLang="en-US" sz="1200">
              <a:solidFill>
                <a:srgbClr val="00B0F0"/>
              </a:solidFill>
            </a:endParaRPr>
          </a:p>
        </p:txBody>
      </p:sp>
      <p:grpSp>
        <p:nvGrpSpPr>
          <p:cNvPr id="45" name="组合 44">
            <a:extLst>
              <a:ext uri="{FF2B5EF4-FFF2-40B4-BE49-F238E27FC236}">
                <a16:creationId xmlns:a16="http://schemas.microsoft.com/office/drawing/2014/main" id="{3AC40A08-076D-7C13-1D3A-578C8BA85BE3}"/>
              </a:ext>
            </a:extLst>
          </p:cNvPr>
          <p:cNvGrpSpPr/>
          <p:nvPr/>
        </p:nvGrpSpPr>
        <p:grpSpPr>
          <a:xfrm>
            <a:off x="761595" y="6347433"/>
            <a:ext cx="10767796" cy="348335"/>
            <a:chOff x="4685665" y="1834757"/>
            <a:chExt cx="10841768" cy="348335"/>
          </a:xfrm>
        </p:grpSpPr>
        <p:sp>
          <p:nvSpPr>
            <p:cNvPr id="46" name="ComponentBackground2">
              <a:extLst>
                <a:ext uri="{FF2B5EF4-FFF2-40B4-BE49-F238E27FC236}">
                  <a16:creationId xmlns:a16="http://schemas.microsoft.com/office/drawing/2014/main" id="{B09A81F3-9077-C5C2-C797-33C87B4AE367}"/>
                </a:ext>
              </a:extLst>
            </p:cNvPr>
            <p:cNvSpPr>
              <a:spLocks/>
            </p:cNvSpPr>
            <p:nvPr/>
          </p:nvSpPr>
          <p:spPr>
            <a:xfrm>
              <a:off x="4708525" y="1834757"/>
              <a:ext cx="10818908" cy="348335"/>
            </a:xfrm>
            <a:prstGeom prst="roundRect">
              <a:avLst>
                <a:gd name="adj" fmla="val 11490"/>
              </a:avLst>
            </a:prstGeom>
            <a:solidFill>
              <a:srgbClr val="000000">
                <a:alpha val="5000"/>
              </a:srgbClr>
            </a:solidFill>
            <a:ln w="12700" cap="flat" cmpd="sng" algn="ctr">
              <a:noFill/>
              <a:prstDash val="solid"/>
              <a:miter lim="800000"/>
            </a:ln>
            <a:effectLst/>
          </p:spPr>
          <p:txBody>
            <a:bodyPr lIns="180000" rIns="180000" rtlCol="0" anchor="ctr"/>
            <a:lstStyle/>
            <a:p>
              <a:pPr lvl="0">
                <a:defRPr/>
              </a:pPr>
              <a:r>
                <a:rPr kumimoji="1" lang="zh-CN" altLang="en-US" sz="1200" b="1" kern="0">
                  <a:solidFill>
                    <a:schemeClr val="tx1">
                      <a:lumMod val="50000"/>
                    </a:schemeClr>
                  </a:solidFill>
                  <a:ea typeface="微软雅黑"/>
                </a:rPr>
                <a:t>注意：</a:t>
              </a:r>
              <a:r>
                <a:rPr kumimoji="1" lang="en-US" altLang="zh-CN" sz="1200" kern="0">
                  <a:solidFill>
                    <a:schemeClr val="tx1">
                      <a:lumMod val="50000"/>
                    </a:schemeClr>
                  </a:solidFill>
                  <a:ea typeface="微软雅黑"/>
                </a:rPr>
                <a:t>HTTP</a:t>
              </a:r>
              <a:r>
                <a:rPr kumimoji="1" lang="zh-CN" altLang="en-US" sz="1200" kern="0">
                  <a:solidFill>
                    <a:schemeClr val="tx1">
                      <a:lumMod val="50000"/>
                    </a:schemeClr>
                  </a:solidFill>
                  <a:ea typeface="微软雅黑"/>
                </a:rPr>
                <a:t>协议默认端口号为 </a:t>
              </a:r>
              <a:r>
                <a:rPr kumimoji="1" lang="en-US" altLang="zh-CN" sz="1200" kern="0">
                  <a:solidFill>
                    <a:schemeClr val="tx1">
                      <a:lumMod val="50000"/>
                    </a:schemeClr>
                  </a:solidFill>
                  <a:ea typeface="微软雅黑"/>
                </a:rPr>
                <a:t>80</a:t>
              </a:r>
              <a:r>
                <a:rPr kumimoji="1" lang="zh-CN" altLang="en-US" sz="1200" kern="0">
                  <a:solidFill>
                    <a:schemeClr val="tx1">
                      <a:lumMod val="50000"/>
                    </a:schemeClr>
                  </a:solidFill>
                  <a:ea typeface="微软雅黑"/>
                </a:rPr>
                <a:t>，</a:t>
              </a:r>
              <a:r>
                <a:rPr kumimoji="1" lang="en-US" altLang="zh-CN" sz="1200" kern="0">
                  <a:solidFill>
                    <a:schemeClr val="tx1">
                      <a:lumMod val="50000"/>
                    </a:schemeClr>
                  </a:solidFill>
                  <a:ea typeface="微软雅黑"/>
                </a:rPr>
                <a:t>HTTPS</a:t>
              </a:r>
              <a:r>
                <a:rPr kumimoji="1" lang="zh-CN" altLang="en-US" sz="1200" kern="0">
                  <a:solidFill>
                    <a:schemeClr val="tx1">
                      <a:lumMod val="50000"/>
                    </a:schemeClr>
                  </a:solidFill>
                  <a:ea typeface="微软雅黑"/>
                </a:rPr>
                <a:t>协议默认端口为 </a:t>
              </a:r>
              <a:r>
                <a:rPr kumimoji="1" lang="en-US" altLang="zh-CN" sz="1200" kern="0">
                  <a:solidFill>
                    <a:schemeClr val="tx1">
                      <a:lumMod val="50000"/>
                    </a:schemeClr>
                  </a:solidFill>
                  <a:ea typeface="微软雅黑"/>
                </a:rPr>
                <a:t>443 </a:t>
              </a:r>
              <a:r>
                <a:rPr kumimoji="1" lang="zh-CN" altLang="en-US" sz="1200" kern="0">
                  <a:solidFill>
                    <a:schemeClr val="tx1">
                      <a:lumMod val="50000"/>
                    </a:schemeClr>
                  </a:solidFill>
                  <a:ea typeface="微软雅黑"/>
                </a:rPr>
                <a:t>。</a:t>
              </a:r>
              <a:endParaRPr kumimoji="1" lang="zh-CN" altLang="en-US" sz="1200" i="0" u="none" strike="noStrike" kern="0" cap="none" spc="0" normalizeH="0" baseline="0" noProof="0">
                <a:ln>
                  <a:noFill/>
                </a:ln>
                <a:solidFill>
                  <a:srgbClr val="000000"/>
                </a:solidFill>
                <a:effectLst/>
                <a:uLnTx/>
                <a:uFillTx/>
                <a:ea typeface="微软雅黑"/>
                <a:cs typeface="+mn-cs"/>
              </a:endParaRPr>
            </a:p>
          </p:txBody>
        </p:sp>
        <p:sp>
          <p:nvSpPr>
            <p:cNvPr id="47" name="Shape2">
              <a:extLst>
                <a:ext uri="{FF2B5EF4-FFF2-40B4-BE49-F238E27FC236}">
                  <a16:creationId xmlns:a16="http://schemas.microsoft.com/office/drawing/2014/main" id="{E383AEA0-C2C0-B6EA-1DC7-D7ED23371DC2}"/>
                </a:ext>
              </a:extLst>
            </p:cNvPr>
            <p:cNvSpPr/>
            <p:nvPr/>
          </p:nvSpPr>
          <p:spPr>
            <a:xfrm>
              <a:off x="4685665" y="1860105"/>
              <a:ext cx="45719" cy="303939"/>
            </a:xfrm>
            <a:prstGeom prst="roundRect">
              <a:avLst>
                <a:gd name="adj" fmla="val 50000"/>
              </a:avLst>
            </a:prstGeom>
            <a:solidFill>
              <a:srgbClr val="00B0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C00000"/>
                </a:solidFill>
                <a:effectLst/>
                <a:uLnTx/>
                <a:uFillTx/>
                <a:ea typeface="微软雅黑"/>
                <a:cs typeface="+mn-cs"/>
              </a:endParaRPr>
            </a:p>
          </p:txBody>
        </p:sp>
      </p:grpSp>
      <p:sp>
        <p:nvSpPr>
          <p:cNvPr id="48" name="文本框 47">
            <a:extLst>
              <a:ext uri="{FF2B5EF4-FFF2-40B4-BE49-F238E27FC236}">
                <a16:creationId xmlns:a16="http://schemas.microsoft.com/office/drawing/2014/main" id="{E7790236-8F74-9B2D-2ADF-DE8485EBD968}"/>
              </a:ext>
            </a:extLst>
          </p:cNvPr>
          <p:cNvSpPr txBox="1"/>
          <p:nvPr/>
        </p:nvSpPr>
        <p:spPr>
          <a:xfrm>
            <a:off x="3780004" y="3371368"/>
            <a:ext cx="556563" cy="276999"/>
          </a:xfrm>
          <a:prstGeom prst="rect">
            <a:avLst/>
          </a:prstGeom>
          <a:noFill/>
        </p:spPr>
        <p:txBody>
          <a:bodyPr wrap="none" rtlCol="0">
            <a:spAutoFit/>
          </a:bodyPr>
          <a:lstStyle/>
          <a:p>
            <a:r>
              <a:rPr lang="en-US" altLang="zh-CN" sz="1200"/>
              <a:t>:443</a:t>
            </a:r>
            <a:endParaRPr lang="zh-CN" altLang="en-US" sz="1200"/>
          </a:p>
        </p:txBody>
      </p:sp>
    </p:spTree>
    <p:extLst>
      <p:ext uri="{BB962C8B-B14F-4D97-AF65-F5344CB8AC3E}">
        <p14:creationId xmlns:p14="http://schemas.microsoft.com/office/powerpoint/2010/main" val="3323721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p:cTn id="7" dur="500" fill="hold"/>
                                        <p:tgtEl>
                                          <p:spTgt spid="34"/>
                                        </p:tgtEl>
                                        <p:attrNameLst>
                                          <p:attrName>ppt_w</p:attrName>
                                        </p:attrNameLst>
                                      </p:cBhvr>
                                      <p:tavLst>
                                        <p:tav tm="0">
                                          <p:val>
                                            <p:fltVal val="0"/>
                                          </p:val>
                                        </p:tav>
                                        <p:tav tm="100000">
                                          <p:val>
                                            <p:strVal val="#ppt_w"/>
                                          </p:val>
                                        </p:tav>
                                      </p:tavLst>
                                    </p:anim>
                                    <p:anim calcmode="lin" valueType="num">
                                      <p:cBhvr>
                                        <p:cTn id="8" dur="500" fill="hold"/>
                                        <p:tgtEl>
                                          <p:spTgt spid="34"/>
                                        </p:tgtEl>
                                        <p:attrNameLst>
                                          <p:attrName>ppt_h</p:attrName>
                                        </p:attrNameLst>
                                      </p:cBhvr>
                                      <p:tavLst>
                                        <p:tav tm="0">
                                          <p:val>
                                            <p:fltVal val="0"/>
                                          </p:val>
                                        </p:tav>
                                        <p:tav tm="100000">
                                          <p:val>
                                            <p:strVal val="#ppt_h"/>
                                          </p:val>
                                        </p:tav>
                                      </p:tavLst>
                                    </p:anim>
                                    <p:animEffect transition="in" filter="fade">
                                      <p:cBhvr>
                                        <p:cTn id="9" dur="500"/>
                                        <p:tgtEl>
                                          <p:spTgt spid="3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p:cTn id="12" dur="500" fill="hold"/>
                                        <p:tgtEl>
                                          <p:spTgt spid="30"/>
                                        </p:tgtEl>
                                        <p:attrNameLst>
                                          <p:attrName>ppt_w</p:attrName>
                                        </p:attrNameLst>
                                      </p:cBhvr>
                                      <p:tavLst>
                                        <p:tav tm="0">
                                          <p:val>
                                            <p:fltVal val="0"/>
                                          </p:val>
                                        </p:tav>
                                        <p:tav tm="100000">
                                          <p:val>
                                            <p:strVal val="#ppt_w"/>
                                          </p:val>
                                        </p:tav>
                                      </p:tavLst>
                                    </p:anim>
                                    <p:anim calcmode="lin" valueType="num">
                                      <p:cBhvr>
                                        <p:cTn id="13" dur="500" fill="hold"/>
                                        <p:tgtEl>
                                          <p:spTgt spid="30"/>
                                        </p:tgtEl>
                                        <p:attrNameLst>
                                          <p:attrName>ppt_h</p:attrName>
                                        </p:attrNameLst>
                                      </p:cBhvr>
                                      <p:tavLst>
                                        <p:tav tm="0">
                                          <p:val>
                                            <p:fltVal val="0"/>
                                          </p:val>
                                        </p:tav>
                                        <p:tav tm="100000">
                                          <p:val>
                                            <p:strVal val="#ppt_h"/>
                                          </p:val>
                                        </p:tav>
                                      </p:tavLst>
                                    </p:anim>
                                    <p:animEffect transition="in" filter="fade">
                                      <p:cBhvr>
                                        <p:cTn id="14" dur="500"/>
                                        <p:tgtEl>
                                          <p:spTgt spid="3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anim calcmode="lin" valueType="num">
                                      <p:cBhvr>
                                        <p:cTn id="17" dur="500" fill="hold"/>
                                        <p:tgtEl>
                                          <p:spTgt spid="31"/>
                                        </p:tgtEl>
                                        <p:attrNameLst>
                                          <p:attrName>ppt_w</p:attrName>
                                        </p:attrNameLst>
                                      </p:cBhvr>
                                      <p:tavLst>
                                        <p:tav tm="0">
                                          <p:val>
                                            <p:fltVal val="0"/>
                                          </p:val>
                                        </p:tav>
                                        <p:tav tm="100000">
                                          <p:val>
                                            <p:strVal val="#ppt_w"/>
                                          </p:val>
                                        </p:tav>
                                      </p:tavLst>
                                    </p:anim>
                                    <p:anim calcmode="lin" valueType="num">
                                      <p:cBhvr>
                                        <p:cTn id="18" dur="500" fill="hold"/>
                                        <p:tgtEl>
                                          <p:spTgt spid="31"/>
                                        </p:tgtEl>
                                        <p:attrNameLst>
                                          <p:attrName>ppt_h</p:attrName>
                                        </p:attrNameLst>
                                      </p:cBhvr>
                                      <p:tavLst>
                                        <p:tav tm="0">
                                          <p:val>
                                            <p:fltVal val="0"/>
                                          </p:val>
                                        </p:tav>
                                        <p:tav tm="100000">
                                          <p:val>
                                            <p:strVal val="#ppt_h"/>
                                          </p:val>
                                        </p:tav>
                                      </p:tavLst>
                                    </p:anim>
                                    <p:animEffect transition="in" filter="fade">
                                      <p:cBhvr>
                                        <p:cTn id="19" dur="500"/>
                                        <p:tgtEl>
                                          <p:spTgt spid="3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 calcmode="lin" valueType="num">
                                      <p:cBhvr>
                                        <p:cTn id="22" dur="500" fill="hold"/>
                                        <p:tgtEl>
                                          <p:spTgt spid="32"/>
                                        </p:tgtEl>
                                        <p:attrNameLst>
                                          <p:attrName>ppt_w</p:attrName>
                                        </p:attrNameLst>
                                      </p:cBhvr>
                                      <p:tavLst>
                                        <p:tav tm="0">
                                          <p:val>
                                            <p:fltVal val="0"/>
                                          </p:val>
                                        </p:tav>
                                        <p:tav tm="100000">
                                          <p:val>
                                            <p:strVal val="#ppt_w"/>
                                          </p:val>
                                        </p:tav>
                                      </p:tavLst>
                                    </p:anim>
                                    <p:anim calcmode="lin" valueType="num">
                                      <p:cBhvr>
                                        <p:cTn id="23" dur="500" fill="hold"/>
                                        <p:tgtEl>
                                          <p:spTgt spid="32"/>
                                        </p:tgtEl>
                                        <p:attrNameLst>
                                          <p:attrName>ppt_h</p:attrName>
                                        </p:attrNameLst>
                                      </p:cBhvr>
                                      <p:tavLst>
                                        <p:tav tm="0">
                                          <p:val>
                                            <p:fltVal val="0"/>
                                          </p:val>
                                        </p:tav>
                                        <p:tav tm="100000">
                                          <p:val>
                                            <p:strVal val="#ppt_h"/>
                                          </p:val>
                                        </p:tav>
                                      </p:tavLst>
                                    </p:anim>
                                    <p:animEffect transition="in" filter="fade">
                                      <p:cBhvr>
                                        <p:cTn id="24" dur="500"/>
                                        <p:tgtEl>
                                          <p:spTgt spid="32"/>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45"/>
                                        </p:tgtEl>
                                        <p:attrNameLst>
                                          <p:attrName>style.visibility</p:attrName>
                                        </p:attrNameLst>
                                      </p:cBhvr>
                                      <p:to>
                                        <p:strVal val="visible"/>
                                      </p:to>
                                    </p:set>
                                    <p:animEffect transition="in" filter="fade">
                                      <p:cBhvr>
                                        <p:cTn id="29" dur="500"/>
                                        <p:tgtEl>
                                          <p:spTgt spid="45"/>
                                        </p:tgtEl>
                                      </p:cBhvr>
                                    </p:animEffect>
                                    <p:anim calcmode="lin" valueType="num">
                                      <p:cBhvr>
                                        <p:cTn id="30" dur="500" fill="hold"/>
                                        <p:tgtEl>
                                          <p:spTgt spid="45"/>
                                        </p:tgtEl>
                                        <p:attrNameLst>
                                          <p:attrName>ppt_x</p:attrName>
                                        </p:attrNameLst>
                                      </p:cBhvr>
                                      <p:tavLst>
                                        <p:tav tm="0">
                                          <p:val>
                                            <p:strVal val="#ppt_x"/>
                                          </p:val>
                                        </p:tav>
                                        <p:tav tm="100000">
                                          <p:val>
                                            <p:strVal val="#ppt_x"/>
                                          </p:val>
                                        </p:tav>
                                      </p:tavLst>
                                    </p:anim>
                                    <p:anim calcmode="lin" valueType="num">
                                      <p:cBhvr>
                                        <p:cTn id="31" dur="5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p:cTn id="36" dur="500" fill="hold"/>
                                        <p:tgtEl>
                                          <p:spTgt spid="48"/>
                                        </p:tgtEl>
                                        <p:attrNameLst>
                                          <p:attrName>ppt_w</p:attrName>
                                        </p:attrNameLst>
                                      </p:cBhvr>
                                      <p:tavLst>
                                        <p:tav tm="0">
                                          <p:val>
                                            <p:fltVal val="0"/>
                                          </p:val>
                                        </p:tav>
                                        <p:tav tm="100000">
                                          <p:val>
                                            <p:strVal val="#ppt_w"/>
                                          </p:val>
                                        </p:tav>
                                      </p:tavLst>
                                    </p:anim>
                                    <p:anim calcmode="lin" valueType="num">
                                      <p:cBhvr>
                                        <p:cTn id="37" dur="500" fill="hold"/>
                                        <p:tgtEl>
                                          <p:spTgt spid="48"/>
                                        </p:tgtEl>
                                        <p:attrNameLst>
                                          <p:attrName>ppt_h</p:attrName>
                                        </p:attrNameLst>
                                      </p:cBhvr>
                                      <p:tavLst>
                                        <p:tav tm="0">
                                          <p:val>
                                            <p:fltVal val="0"/>
                                          </p:val>
                                        </p:tav>
                                        <p:tav tm="100000">
                                          <p:val>
                                            <p:strVal val="#ppt_h"/>
                                          </p:val>
                                        </p:tav>
                                      </p:tavLst>
                                    </p:anim>
                                    <p:animEffect transition="in" filter="fade">
                                      <p:cBhvr>
                                        <p:cTn id="38" dur="500"/>
                                        <p:tgtEl>
                                          <p:spTgt spid="48"/>
                                        </p:tgtEl>
                                      </p:cBhvr>
                                    </p:animEffect>
                                  </p:childTnLst>
                                </p:cTn>
                              </p:par>
                            </p:childTnLst>
                          </p:cTn>
                        </p:par>
                      </p:childTnLst>
                    </p:cTn>
                  </p:par>
                  <p:par>
                    <p:cTn id="39" fill="hold">
                      <p:stCondLst>
                        <p:cond delay="indefinite"/>
                      </p:stCondLst>
                      <p:childTnLst>
                        <p:par>
                          <p:cTn id="40" fill="hold">
                            <p:stCondLst>
                              <p:cond delay="0"/>
                            </p:stCondLst>
                            <p:childTnLst>
                              <p:par>
                                <p:cTn id="41" presetID="26" presetClass="emph" presetSubtype="0" repeatCount="2000" fill="hold" grpId="1" nodeType="clickEffect">
                                  <p:stCondLst>
                                    <p:cond delay="0"/>
                                  </p:stCondLst>
                                  <p:childTnLst>
                                    <p:animEffect transition="out" filter="fade">
                                      <p:cBhvr>
                                        <p:cTn id="42" dur="500" tmFilter="0, 0; .2, .5; .8, .5; 1, 0"/>
                                        <p:tgtEl>
                                          <p:spTgt spid="34"/>
                                        </p:tgtEl>
                                      </p:cBhvr>
                                    </p:animEffect>
                                    <p:animScale>
                                      <p:cBhvr>
                                        <p:cTn id="43" dur="250" autoRev="1" fill="hold"/>
                                        <p:tgtEl>
                                          <p:spTgt spid="34"/>
                                        </p:tgtEl>
                                      </p:cBhvr>
                                      <p:by x="105000" y="105000"/>
                                    </p:animScale>
                                  </p:childTnLst>
                                </p:cTn>
                              </p:par>
                              <p:par>
                                <p:cTn id="44" presetID="26" presetClass="emph" presetSubtype="0" repeatCount="2000" fill="hold" nodeType="withEffect">
                                  <p:stCondLst>
                                    <p:cond delay="0"/>
                                  </p:stCondLst>
                                  <p:childTnLst>
                                    <p:animEffect transition="out" filter="fade">
                                      <p:cBhvr>
                                        <p:cTn id="45" dur="500" tmFilter="0, 0; .2, .5; .8, .5; 1, 0"/>
                                        <p:tgtEl>
                                          <p:spTgt spid="24"/>
                                        </p:tgtEl>
                                      </p:cBhvr>
                                    </p:animEffect>
                                    <p:animScale>
                                      <p:cBhvr>
                                        <p:cTn id="46" dur="250" autoRev="1" fill="hold"/>
                                        <p:tgtEl>
                                          <p:spTgt spid="24"/>
                                        </p:tgtEl>
                                      </p:cBhvr>
                                      <p:by x="105000" y="105000"/>
                                    </p:animScale>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randombar(horizontal)">
                                      <p:cBhvr>
                                        <p:cTn id="5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4" grpId="0"/>
      <p:bldP spid="34" grpId="1"/>
      <p:bldP spid="4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0BD54-87AF-7065-F794-6A70FE8CDD71}"/>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B6F07ABB-39DD-1069-6BBC-F13E4B63DCD8}"/>
              </a:ext>
            </a:extLst>
          </p:cNvPr>
          <p:cNvSpPr>
            <a:spLocks noGrp="1"/>
          </p:cNvSpPr>
          <p:nvPr>
            <p:ph type="body" sz="quarter" idx="10"/>
          </p:nvPr>
        </p:nvSpPr>
        <p:spPr/>
        <p:txBody>
          <a:bodyPr/>
          <a:lstStyle/>
          <a:p>
            <a:pPr marL="285750" indent="-285750">
              <a:buFont typeface="Wingdings" panose="05000000000000000000" pitchFamily="2" charset="2"/>
              <a:buChar char="l"/>
            </a:pPr>
            <a:r>
              <a:rPr lang="zh-CN" altLang="en-US"/>
              <a:t>请描述</a:t>
            </a:r>
            <a:r>
              <a:rPr lang="en-US" altLang="zh-CN"/>
              <a:t>IP</a:t>
            </a:r>
            <a:r>
              <a:rPr lang="zh-CN" altLang="en-US"/>
              <a:t>、域名、端口的作用是什么</a:t>
            </a:r>
            <a:r>
              <a:rPr lang="en-US" altLang="zh-CN"/>
              <a:t>?</a:t>
            </a:r>
          </a:p>
          <a:p>
            <a:pPr marL="612000" lvl="1" indent="-285750">
              <a:lnSpc>
                <a:spcPct val="200000"/>
              </a:lnSpc>
              <a:spcBef>
                <a:spcPts val="0"/>
              </a:spcBef>
            </a:pPr>
            <a:r>
              <a:rPr lang="en-US" altLang="zh-CN" sz="1400"/>
              <a:t>IP</a:t>
            </a:r>
            <a:r>
              <a:rPr lang="zh-CN" altLang="en-US" sz="1400"/>
              <a:t>：唯一定位一台互联网上的设备</a:t>
            </a:r>
            <a:r>
              <a:rPr lang="en-US" altLang="zh-CN" sz="1400"/>
              <a:t>(127.0.0.1</a:t>
            </a:r>
            <a:r>
              <a:rPr lang="zh-CN" altLang="en-US" sz="1400"/>
              <a:t>为本机地址</a:t>
            </a:r>
            <a:r>
              <a:rPr lang="en-US" altLang="zh-CN" sz="1400"/>
              <a:t>)</a:t>
            </a:r>
          </a:p>
          <a:p>
            <a:pPr marL="612000" lvl="1" indent="-285750">
              <a:lnSpc>
                <a:spcPct val="200000"/>
              </a:lnSpc>
              <a:spcBef>
                <a:spcPts val="0"/>
              </a:spcBef>
            </a:pPr>
            <a:r>
              <a:rPr lang="zh-CN" altLang="en-US" sz="1400"/>
              <a:t>域名：降低</a:t>
            </a:r>
            <a:r>
              <a:rPr lang="en-US" altLang="zh-CN" sz="1400"/>
              <a:t>IP</a:t>
            </a:r>
            <a:r>
              <a:rPr lang="zh-CN" altLang="en-US" sz="1400"/>
              <a:t>地址的书写与记忆成本</a:t>
            </a:r>
            <a:r>
              <a:rPr lang="en-US" altLang="zh-CN" sz="1400"/>
              <a:t>(localhost</a:t>
            </a:r>
            <a:r>
              <a:rPr lang="zh-CN" altLang="en-US" sz="1400"/>
              <a:t>为本机域名</a:t>
            </a:r>
            <a:r>
              <a:rPr lang="en-US" altLang="zh-CN" sz="1400"/>
              <a:t>)</a:t>
            </a:r>
          </a:p>
          <a:p>
            <a:pPr marL="612000" lvl="1" indent="-285750">
              <a:lnSpc>
                <a:spcPct val="200000"/>
              </a:lnSpc>
              <a:spcBef>
                <a:spcPts val="0"/>
              </a:spcBef>
            </a:pPr>
            <a:r>
              <a:rPr lang="zh-CN" altLang="en-US" sz="1400"/>
              <a:t>端口：每一个程序启动运行后都会占用一个端口（</a:t>
            </a:r>
            <a:r>
              <a:rPr lang="en-US" altLang="zh-CN" sz="1400"/>
              <a:t>0-65535</a:t>
            </a:r>
            <a:r>
              <a:rPr lang="zh-CN" altLang="en-US" sz="1400"/>
              <a:t>）</a:t>
            </a:r>
            <a:endParaRPr lang="en-US" altLang="zh-CN" sz="1400"/>
          </a:p>
        </p:txBody>
      </p:sp>
    </p:spTree>
    <p:extLst>
      <p:ext uri="{BB962C8B-B14F-4D97-AF65-F5344CB8AC3E}">
        <p14:creationId xmlns:p14="http://schemas.microsoft.com/office/powerpoint/2010/main" val="180737201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0D92B-CA40-17A7-13BA-3DF07B84254F}"/>
            </a:ext>
          </a:extLst>
        </p:cNvPr>
        <p:cNvGrpSpPr/>
        <p:nvPr/>
      </p:nvGrpSpPr>
      <p:grpSpPr>
        <a:xfrm>
          <a:off x="0" y="0"/>
          <a:ext cx="0" cy="0"/>
          <a:chOff x="0" y="0"/>
          <a:chExt cx="0" cy="0"/>
        </a:xfrm>
      </p:grpSpPr>
      <p:pic>
        <p:nvPicPr>
          <p:cNvPr id="7" name="图片 6" descr="图片包含 形状&#10;&#10;AI 生成的内容可能不正确。">
            <a:extLst>
              <a:ext uri="{FF2B5EF4-FFF2-40B4-BE49-F238E27FC236}">
                <a16:creationId xmlns:a16="http://schemas.microsoft.com/office/drawing/2014/main" id="{4CA2D74D-BBF4-E8EB-35D4-B1133A363340}"/>
              </a:ext>
            </a:extLst>
          </p:cNvPr>
          <p:cNvPicPr>
            <a:picLocks noChangeAspect="1"/>
          </p:cNvPicPr>
          <p:nvPr/>
        </p:nvPicPr>
        <p:blipFill>
          <a:blip r:embed="rId2"/>
          <a:stretch>
            <a:fillRect/>
          </a:stretch>
        </p:blipFill>
        <p:spPr>
          <a:xfrm>
            <a:off x="0" y="0"/>
            <a:ext cx="946199" cy="990651"/>
          </a:xfrm>
          <a:prstGeom prst="rect">
            <a:avLst/>
          </a:prstGeom>
        </p:spPr>
      </p:pic>
      <p:cxnSp>
        <p:nvCxnSpPr>
          <p:cNvPr id="8" name="直接箭头连接符 7">
            <a:extLst>
              <a:ext uri="{FF2B5EF4-FFF2-40B4-BE49-F238E27FC236}">
                <a16:creationId xmlns:a16="http://schemas.microsoft.com/office/drawing/2014/main" id="{47F1188D-5F4F-5E12-6B05-7B2D88B9B73D}"/>
              </a:ext>
            </a:extLst>
          </p:cNvPr>
          <p:cNvCxnSpPr>
            <a:cxnSpLocks/>
          </p:cNvCxnSpPr>
          <p:nvPr/>
        </p:nvCxnSpPr>
        <p:spPr>
          <a:xfrm>
            <a:off x="3419058" y="3051313"/>
            <a:ext cx="4472612" cy="0"/>
          </a:xfrm>
          <a:prstGeom prst="straightConnector1">
            <a:avLst/>
          </a:prstGeom>
          <a:ln w="19050">
            <a:solidFill>
              <a:schemeClr val="tx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69588EF2-95A7-B942-3202-8C279D3192E5}"/>
              </a:ext>
            </a:extLst>
          </p:cNvPr>
          <p:cNvCxnSpPr>
            <a:cxnSpLocks/>
          </p:cNvCxnSpPr>
          <p:nvPr/>
        </p:nvCxnSpPr>
        <p:spPr>
          <a:xfrm flipH="1">
            <a:off x="3419058" y="3429000"/>
            <a:ext cx="4472612" cy="0"/>
          </a:xfrm>
          <a:prstGeom prst="straightConnector1">
            <a:avLst/>
          </a:prstGeom>
          <a:ln w="19050">
            <a:solidFill>
              <a:schemeClr val="tx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9A26DA01-3838-DBF2-B63C-46E3E29796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1098" y="2630899"/>
            <a:ext cx="1561193" cy="1561193"/>
          </a:xfrm>
          <a:prstGeom prst="rect">
            <a:avLst/>
          </a:prstGeom>
        </p:spPr>
      </p:pic>
      <p:grpSp>
        <p:nvGrpSpPr>
          <p:cNvPr id="16" name="组合 15">
            <a:extLst>
              <a:ext uri="{FF2B5EF4-FFF2-40B4-BE49-F238E27FC236}">
                <a16:creationId xmlns:a16="http://schemas.microsoft.com/office/drawing/2014/main" id="{D8B24DF1-41A2-7672-CA76-62EC8AD9AFBF}"/>
              </a:ext>
            </a:extLst>
          </p:cNvPr>
          <p:cNvGrpSpPr/>
          <p:nvPr/>
        </p:nvGrpSpPr>
        <p:grpSpPr>
          <a:xfrm>
            <a:off x="8291539" y="2465366"/>
            <a:ext cx="1977822" cy="1687880"/>
            <a:chOff x="7628933" y="2544462"/>
            <a:chExt cx="1977822" cy="1687880"/>
          </a:xfrm>
        </p:grpSpPr>
        <p:pic>
          <p:nvPicPr>
            <p:cNvPr id="14" name="图片 13">
              <a:extLst>
                <a:ext uri="{FF2B5EF4-FFF2-40B4-BE49-F238E27FC236}">
                  <a16:creationId xmlns:a16="http://schemas.microsoft.com/office/drawing/2014/main" id="{43B2091C-41E6-E3D0-7140-62CBAEE41F4C}"/>
                </a:ext>
              </a:extLst>
            </p:cNvPr>
            <p:cNvPicPr>
              <a:picLocks noChangeAspect="1"/>
            </p:cNvPicPr>
            <p:nvPr/>
          </p:nvPicPr>
          <p:blipFill>
            <a:blip r:embed="rId4"/>
            <a:stretch>
              <a:fillRect/>
            </a:stretch>
          </p:blipFill>
          <p:spPr>
            <a:xfrm>
              <a:off x="7628933" y="2544462"/>
              <a:ext cx="1977822" cy="1318548"/>
            </a:xfrm>
            <a:prstGeom prst="rect">
              <a:avLst/>
            </a:prstGeom>
          </p:spPr>
        </p:pic>
        <p:sp>
          <p:nvSpPr>
            <p:cNvPr id="15" name="文本框 14">
              <a:extLst>
                <a:ext uri="{FF2B5EF4-FFF2-40B4-BE49-F238E27FC236}">
                  <a16:creationId xmlns:a16="http://schemas.microsoft.com/office/drawing/2014/main" id="{29D49A9E-0C3B-23DB-E6E9-795E595C5DFF}"/>
                </a:ext>
              </a:extLst>
            </p:cNvPr>
            <p:cNvSpPr txBox="1"/>
            <p:nvPr/>
          </p:nvSpPr>
          <p:spPr>
            <a:xfrm>
              <a:off x="7938532" y="3863010"/>
              <a:ext cx="1358623" cy="369332"/>
            </a:xfrm>
            <a:prstGeom prst="rect">
              <a:avLst/>
            </a:prstGeom>
            <a:noFill/>
          </p:spPr>
          <p:txBody>
            <a:bodyPr wrap="square" rtlCol="0">
              <a:spAutoFit/>
            </a:bodyPr>
            <a:lstStyle/>
            <a:p>
              <a:r>
                <a:rPr lang="en-US" altLang="zh-CN" b="1">
                  <a:solidFill>
                    <a:srgbClr val="4970FD"/>
                  </a:solidFill>
                </a:rPr>
                <a:t>DeepSeek</a:t>
              </a:r>
              <a:endParaRPr lang="zh-CN" altLang="en-US" b="1">
                <a:solidFill>
                  <a:srgbClr val="4970FD"/>
                </a:solidFill>
              </a:endParaRPr>
            </a:p>
          </p:txBody>
        </p:sp>
      </p:grpSp>
      <p:sp>
        <p:nvSpPr>
          <p:cNvPr id="17" name="文本框 16">
            <a:extLst>
              <a:ext uri="{FF2B5EF4-FFF2-40B4-BE49-F238E27FC236}">
                <a16:creationId xmlns:a16="http://schemas.microsoft.com/office/drawing/2014/main" id="{A7509652-906B-3BC6-3DE4-E071F0ED3697}"/>
              </a:ext>
            </a:extLst>
          </p:cNvPr>
          <p:cNvSpPr txBox="1"/>
          <p:nvPr/>
        </p:nvSpPr>
        <p:spPr>
          <a:xfrm>
            <a:off x="8803395" y="4336004"/>
            <a:ext cx="954107" cy="400110"/>
          </a:xfrm>
          <a:prstGeom prst="rect">
            <a:avLst/>
          </a:prstGeom>
          <a:noFill/>
        </p:spPr>
        <p:txBody>
          <a:bodyPr wrap="none" rtlCol="0">
            <a:spAutoFit/>
          </a:bodyPr>
          <a:lstStyle/>
          <a:p>
            <a:r>
              <a:rPr lang="zh-CN" altLang="en-US" sz="2000">
                <a:solidFill>
                  <a:srgbClr val="C00000"/>
                </a:solidFill>
                <a:latin typeface="荆南波波黑" panose="02000800000000000000" pitchFamily="2" charset="-122"/>
                <a:ea typeface="荆南波波黑" panose="02000800000000000000" pitchFamily="2" charset="-122"/>
              </a:rPr>
              <a:t>服务端</a:t>
            </a:r>
          </a:p>
        </p:txBody>
      </p:sp>
      <p:sp>
        <p:nvSpPr>
          <p:cNvPr id="18" name="文本框 17">
            <a:extLst>
              <a:ext uri="{FF2B5EF4-FFF2-40B4-BE49-F238E27FC236}">
                <a16:creationId xmlns:a16="http://schemas.microsoft.com/office/drawing/2014/main" id="{32CC01AE-2917-EF71-59A4-52A21F506E2A}"/>
              </a:ext>
            </a:extLst>
          </p:cNvPr>
          <p:cNvSpPr txBox="1"/>
          <p:nvPr/>
        </p:nvSpPr>
        <p:spPr>
          <a:xfrm>
            <a:off x="1644640" y="4320208"/>
            <a:ext cx="954107" cy="400110"/>
          </a:xfrm>
          <a:prstGeom prst="rect">
            <a:avLst/>
          </a:prstGeom>
          <a:noFill/>
        </p:spPr>
        <p:txBody>
          <a:bodyPr wrap="none" rtlCol="0">
            <a:spAutoFit/>
          </a:bodyPr>
          <a:lstStyle/>
          <a:p>
            <a:r>
              <a:rPr lang="zh-CN" altLang="en-US" sz="2000">
                <a:solidFill>
                  <a:srgbClr val="C00000"/>
                </a:solidFill>
                <a:latin typeface="荆南波波黑" panose="02000800000000000000" pitchFamily="2" charset="-122"/>
                <a:ea typeface="荆南波波黑" panose="02000800000000000000" pitchFamily="2" charset="-122"/>
              </a:rPr>
              <a:t>客户端</a:t>
            </a:r>
          </a:p>
        </p:txBody>
      </p:sp>
      <p:sp>
        <p:nvSpPr>
          <p:cNvPr id="21" name="文本框 20">
            <a:extLst>
              <a:ext uri="{FF2B5EF4-FFF2-40B4-BE49-F238E27FC236}">
                <a16:creationId xmlns:a16="http://schemas.microsoft.com/office/drawing/2014/main" id="{03B8C991-A73F-89A1-CA1E-588DC07325E5}"/>
              </a:ext>
            </a:extLst>
          </p:cNvPr>
          <p:cNvSpPr txBox="1"/>
          <p:nvPr/>
        </p:nvSpPr>
        <p:spPr>
          <a:xfrm>
            <a:off x="4626233" y="3059668"/>
            <a:ext cx="2162772" cy="369332"/>
          </a:xfrm>
          <a:prstGeom prst="rect">
            <a:avLst/>
          </a:prstGeom>
          <a:noFill/>
        </p:spPr>
        <p:txBody>
          <a:bodyPr wrap="none" rtlCol="0">
            <a:spAutoFit/>
          </a:bodyPr>
          <a:lstStyle/>
          <a:p>
            <a:r>
              <a:rPr lang="zh-CN" altLang="en-US">
                <a:solidFill>
                  <a:srgbClr val="C00000"/>
                </a:solidFill>
                <a:latin typeface="荆南波波黑" panose="02000800000000000000" pitchFamily="2" charset="-122"/>
                <a:ea typeface="荆南波波黑" panose="02000800000000000000" pitchFamily="2" charset="-122"/>
              </a:rPr>
              <a:t>网络</a:t>
            </a:r>
            <a:r>
              <a:rPr lang="en-US" altLang="zh-CN" sz="1200">
                <a:solidFill>
                  <a:srgbClr val="C00000"/>
                </a:solidFill>
                <a:latin typeface="荆南波波黑" panose="02000800000000000000" pitchFamily="2" charset="-122"/>
                <a:ea typeface="荆南波波黑" panose="02000800000000000000" pitchFamily="2" charset="-122"/>
              </a:rPr>
              <a:t>(IP</a:t>
            </a:r>
            <a:r>
              <a:rPr lang="zh-CN" altLang="en-US" sz="1200">
                <a:solidFill>
                  <a:srgbClr val="C00000"/>
                </a:solidFill>
                <a:latin typeface="荆南波波黑" panose="02000800000000000000" pitchFamily="2" charset="-122"/>
                <a:ea typeface="荆南波波黑" panose="02000800000000000000" pitchFamily="2" charset="-122"/>
              </a:rPr>
              <a:t>地址</a:t>
            </a:r>
            <a:r>
              <a:rPr lang="en-US" altLang="zh-CN" sz="1200">
                <a:solidFill>
                  <a:srgbClr val="C00000"/>
                </a:solidFill>
                <a:latin typeface="荆南波波黑" panose="02000800000000000000" pitchFamily="2" charset="-122"/>
                <a:ea typeface="荆南波波黑" panose="02000800000000000000" pitchFamily="2" charset="-122"/>
              </a:rPr>
              <a:t>/</a:t>
            </a:r>
            <a:r>
              <a:rPr lang="zh-CN" altLang="en-US" sz="1200">
                <a:solidFill>
                  <a:srgbClr val="C00000"/>
                </a:solidFill>
                <a:latin typeface="荆南波波黑" panose="02000800000000000000" pitchFamily="2" charset="-122"/>
                <a:ea typeface="荆南波波黑" panose="02000800000000000000" pitchFamily="2" charset="-122"/>
              </a:rPr>
              <a:t>域名、端口</a:t>
            </a:r>
            <a:r>
              <a:rPr lang="en-US" altLang="zh-CN" sz="1200">
                <a:solidFill>
                  <a:srgbClr val="C00000"/>
                </a:solidFill>
                <a:latin typeface="荆南波波黑" panose="02000800000000000000" pitchFamily="2" charset="-122"/>
                <a:ea typeface="荆南波波黑" panose="02000800000000000000" pitchFamily="2" charset="-122"/>
              </a:rPr>
              <a:t>)</a:t>
            </a:r>
            <a:endParaRPr lang="zh-CN" altLang="en-US">
              <a:solidFill>
                <a:srgbClr val="C00000"/>
              </a:solidFill>
              <a:latin typeface="荆南波波黑" panose="02000800000000000000" pitchFamily="2" charset="-122"/>
              <a:ea typeface="荆南波波黑" panose="02000800000000000000" pitchFamily="2" charset="-122"/>
            </a:endParaRPr>
          </a:p>
        </p:txBody>
      </p:sp>
    </p:spTree>
    <p:extLst>
      <p:ext uri="{BB962C8B-B14F-4D97-AF65-F5344CB8AC3E}">
        <p14:creationId xmlns:p14="http://schemas.microsoft.com/office/powerpoint/2010/main" val="316025646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p:cTn id="14" dur="500" fill="hold"/>
                                        <p:tgtEl>
                                          <p:spTgt spid="13"/>
                                        </p:tgtEl>
                                        <p:attrNameLst>
                                          <p:attrName>ppt_w</p:attrName>
                                        </p:attrNameLst>
                                      </p:cBhvr>
                                      <p:tavLst>
                                        <p:tav tm="0">
                                          <p:val>
                                            <p:fltVal val="0"/>
                                          </p:val>
                                        </p:tav>
                                        <p:tav tm="100000">
                                          <p:val>
                                            <p:strVal val="#ppt_w"/>
                                          </p:val>
                                        </p:tav>
                                      </p:tavLst>
                                    </p:anim>
                                    <p:anim calcmode="lin" valueType="num">
                                      <p:cBhvr>
                                        <p:cTn id="15" dur="500" fill="hold"/>
                                        <p:tgtEl>
                                          <p:spTgt spid="13"/>
                                        </p:tgtEl>
                                        <p:attrNameLst>
                                          <p:attrName>ppt_h</p:attrName>
                                        </p:attrNameLst>
                                      </p:cBhvr>
                                      <p:tavLst>
                                        <p:tav tm="0">
                                          <p:val>
                                            <p:fltVal val="0"/>
                                          </p:val>
                                        </p:tav>
                                        <p:tav tm="100000">
                                          <p:val>
                                            <p:strVal val="#ppt_h"/>
                                          </p:val>
                                        </p:tav>
                                      </p:tavLst>
                                    </p:anim>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par>
                          <p:cTn id="22" fill="hold">
                            <p:stCondLst>
                              <p:cond delay="500"/>
                            </p:stCondLst>
                            <p:childTnLst>
                              <p:par>
                                <p:cTn id="23" presetID="22" presetClass="entr" presetSubtype="2"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right)">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decel="5000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 calcmode="lin" valueType="num">
                                      <p:cBhvr>
                                        <p:cTn id="30" dur="200" fill="hold"/>
                                        <p:tgtEl>
                                          <p:spTgt spid="17"/>
                                        </p:tgtEl>
                                        <p:attrNameLst>
                                          <p:attrName>ppt_w</p:attrName>
                                        </p:attrNameLst>
                                      </p:cBhvr>
                                      <p:tavLst>
                                        <p:tav tm="0">
                                          <p:val>
                                            <p:strVal val="0"/>
                                          </p:val>
                                        </p:tav>
                                        <p:tav tm="100000">
                                          <p:val>
                                            <p:strVal val="#ppt_w"/>
                                          </p:val>
                                        </p:tav>
                                      </p:tavLst>
                                    </p:anim>
                                    <p:anim calcmode="lin" valueType="num">
                                      <p:cBhvr>
                                        <p:cTn id="31" dur="200" fill="hold"/>
                                        <p:tgtEl>
                                          <p:spTgt spid="17"/>
                                        </p:tgtEl>
                                        <p:attrNameLst>
                                          <p:attrName>ppt_h</p:attrName>
                                        </p:attrNameLst>
                                      </p:cBhvr>
                                      <p:tavLst>
                                        <p:tav tm="0">
                                          <p:val>
                                            <p:strVal val="0"/>
                                          </p:val>
                                        </p:tav>
                                        <p:tav tm="100000">
                                          <p:val>
                                            <p:strVal val="#ppt_h"/>
                                          </p:val>
                                        </p:tav>
                                      </p:tavLst>
                                    </p:anim>
                                    <p:animScale>
                                      <p:cBhvr>
                                        <p:cTn id="32" dur="100" autoRev="1" fill="hold">
                                          <p:stCondLst>
                                            <p:cond delay="200"/>
                                          </p:stCondLst>
                                        </p:cTn>
                                        <p:tgtEl>
                                          <p:spTgt spid="17"/>
                                        </p:tgtEl>
                                      </p:cBhvr>
                                      <p:from x="100000" y="100000"/>
                                      <p:to x="110000" y="110000"/>
                                    </p:animScale>
                                    <p:animScale>
                                      <p:cBhvr>
                                        <p:cTn id="33" dur="100" autoRev="1" fill="hold">
                                          <p:stCondLst>
                                            <p:cond delay="400"/>
                                          </p:stCondLst>
                                        </p:cTn>
                                        <p:tgtEl>
                                          <p:spTgt spid="17"/>
                                        </p:tgtEl>
                                      </p:cBhvr>
                                      <p:from x="100000" y="100000"/>
                                      <p:to x="90000" y="90000"/>
                                    </p:animScale>
                                  </p:childTnLst>
                                </p:cTn>
                              </p:par>
                            </p:childTnLst>
                          </p:cTn>
                        </p:par>
                      </p:childTnLst>
                    </p:cTn>
                  </p:par>
                  <p:par>
                    <p:cTn id="34" fill="hold">
                      <p:stCondLst>
                        <p:cond delay="indefinite"/>
                      </p:stCondLst>
                      <p:childTnLst>
                        <p:par>
                          <p:cTn id="35" fill="hold">
                            <p:stCondLst>
                              <p:cond delay="0"/>
                            </p:stCondLst>
                            <p:childTnLst>
                              <p:par>
                                <p:cTn id="36" presetID="53" presetClass="entr" presetSubtype="16" decel="50000"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 calcmode="lin" valueType="num">
                                      <p:cBhvr>
                                        <p:cTn id="38" dur="200" fill="hold"/>
                                        <p:tgtEl>
                                          <p:spTgt spid="18"/>
                                        </p:tgtEl>
                                        <p:attrNameLst>
                                          <p:attrName>ppt_w</p:attrName>
                                        </p:attrNameLst>
                                      </p:cBhvr>
                                      <p:tavLst>
                                        <p:tav tm="0">
                                          <p:val>
                                            <p:strVal val="0"/>
                                          </p:val>
                                        </p:tav>
                                        <p:tav tm="100000">
                                          <p:val>
                                            <p:strVal val="#ppt_w"/>
                                          </p:val>
                                        </p:tav>
                                      </p:tavLst>
                                    </p:anim>
                                    <p:anim calcmode="lin" valueType="num">
                                      <p:cBhvr>
                                        <p:cTn id="39" dur="200" fill="hold"/>
                                        <p:tgtEl>
                                          <p:spTgt spid="18"/>
                                        </p:tgtEl>
                                        <p:attrNameLst>
                                          <p:attrName>ppt_h</p:attrName>
                                        </p:attrNameLst>
                                      </p:cBhvr>
                                      <p:tavLst>
                                        <p:tav tm="0">
                                          <p:val>
                                            <p:strVal val="0"/>
                                          </p:val>
                                        </p:tav>
                                        <p:tav tm="100000">
                                          <p:val>
                                            <p:strVal val="#ppt_h"/>
                                          </p:val>
                                        </p:tav>
                                      </p:tavLst>
                                    </p:anim>
                                    <p:animScale>
                                      <p:cBhvr>
                                        <p:cTn id="40" dur="100" autoRev="1" fill="hold">
                                          <p:stCondLst>
                                            <p:cond delay="200"/>
                                          </p:stCondLst>
                                        </p:cTn>
                                        <p:tgtEl>
                                          <p:spTgt spid="18"/>
                                        </p:tgtEl>
                                      </p:cBhvr>
                                      <p:from x="100000" y="100000"/>
                                      <p:to x="110000" y="110000"/>
                                    </p:animScale>
                                    <p:animScale>
                                      <p:cBhvr>
                                        <p:cTn id="41" dur="100" autoRev="1" fill="hold">
                                          <p:stCondLst>
                                            <p:cond delay="400"/>
                                          </p:stCondLst>
                                        </p:cTn>
                                        <p:tgtEl>
                                          <p:spTgt spid="18"/>
                                        </p:tgtEl>
                                      </p:cBhvr>
                                      <p:from x="100000" y="100000"/>
                                      <p:to x="90000" y="90000"/>
                                    </p:animScale>
                                  </p:childTnLst>
                                </p:cTn>
                              </p:par>
                            </p:childTnLst>
                          </p:cTn>
                        </p:par>
                      </p:childTnLst>
                    </p:cTn>
                  </p:par>
                  <p:par>
                    <p:cTn id="42" fill="hold">
                      <p:stCondLst>
                        <p:cond delay="indefinite"/>
                      </p:stCondLst>
                      <p:childTnLst>
                        <p:par>
                          <p:cTn id="43" fill="hold">
                            <p:stCondLst>
                              <p:cond delay="0"/>
                            </p:stCondLst>
                            <p:childTnLst>
                              <p:par>
                                <p:cTn id="44" presetID="23" presetClass="entr" presetSubtype="32" fill="hold" grpId="0" nodeType="clickEffect">
                                  <p:stCondLst>
                                    <p:cond delay="0"/>
                                  </p:stCondLst>
                                  <p:childTnLst>
                                    <p:set>
                                      <p:cBhvr>
                                        <p:cTn id="45" dur="1" fill="hold">
                                          <p:stCondLst>
                                            <p:cond delay="0"/>
                                          </p:stCondLst>
                                        </p:cTn>
                                        <p:tgtEl>
                                          <p:spTgt spid="21"/>
                                        </p:tgtEl>
                                        <p:attrNameLst>
                                          <p:attrName>style.visibility</p:attrName>
                                        </p:attrNameLst>
                                      </p:cBhvr>
                                      <p:to>
                                        <p:strVal val="visible"/>
                                      </p:to>
                                    </p:set>
                                    <p:anim calcmode="lin" valueType="num">
                                      <p:cBhvr>
                                        <p:cTn id="46" dur="500" fill="hold"/>
                                        <p:tgtEl>
                                          <p:spTgt spid="21"/>
                                        </p:tgtEl>
                                        <p:attrNameLst>
                                          <p:attrName>ppt_w</p:attrName>
                                        </p:attrNameLst>
                                      </p:cBhvr>
                                      <p:tavLst>
                                        <p:tav tm="0">
                                          <p:val>
                                            <p:strVal val="4*#ppt_w"/>
                                          </p:val>
                                        </p:tav>
                                        <p:tav tm="100000">
                                          <p:val>
                                            <p:strVal val="#ppt_w"/>
                                          </p:val>
                                        </p:tav>
                                      </p:tavLst>
                                    </p:anim>
                                    <p:anim calcmode="lin" valueType="num">
                                      <p:cBhvr>
                                        <p:cTn id="47" dur="500" fill="hold"/>
                                        <p:tgtEl>
                                          <p:spTgt spid="21"/>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A3D89-B4FB-6515-6AD6-C7DA1035D567}"/>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C6239C2E-7C06-D208-FFF9-87CF2B7C8B6C}"/>
              </a:ext>
            </a:extLst>
          </p:cNvPr>
          <p:cNvSpPr>
            <a:spLocks noGrp="1"/>
          </p:cNvSpPr>
          <p:nvPr>
            <p:ph idx="1"/>
          </p:nvPr>
        </p:nvSpPr>
        <p:spPr>
          <a:xfrm>
            <a:off x="576197" y="956241"/>
            <a:ext cx="11060481" cy="1839968"/>
          </a:xfrm>
        </p:spPr>
        <p:txBody>
          <a:bodyPr/>
          <a:lstStyle/>
          <a:p>
            <a:r>
              <a:rPr lang="zh-CN" altLang="en-US"/>
              <a:t>互联网（</a:t>
            </a:r>
            <a:r>
              <a:rPr lang="en-US" altLang="zh-CN"/>
              <a:t>Internet</a:t>
            </a:r>
            <a:r>
              <a:rPr lang="zh-CN" altLang="en-US"/>
              <a:t>）连接了数以亿计的设备，网络四通八达就如同时城市的复杂的道路。网络中传输的数据就像是城市道路中的车流，如果不加以管理那必然会出现混乱。在国际</a:t>
            </a:r>
            <a:r>
              <a:rPr lang="en-US" altLang="zh-CN"/>
              <a:t>ISO</a:t>
            </a:r>
            <a:r>
              <a:rPr lang="zh-CN" altLang="en-US"/>
              <a:t>组织就统一了程序在</a:t>
            </a:r>
            <a:r>
              <a:rPr lang="zh-CN" altLang="en-US" b="1"/>
              <a:t>网络中通信的模型</a:t>
            </a:r>
            <a:r>
              <a:rPr lang="zh-CN" altLang="en-US"/>
              <a:t>和标准。包括：</a:t>
            </a:r>
          </a:p>
          <a:p>
            <a:pPr marL="285750" indent="-285750">
              <a:buFont typeface="Arial" panose="020B0604020202020204" pitchFamily="34" charset="0"/>
              <a:buChar char="•"/>
            </a:pPr>
            <a:r>
              <a:rPr lang="en-US" altLang="zh-CN" b="1"/>
              <a:t>OSI</a:t>
            </a:r>
            <a:r>
              <a:rPr lang="zh-CN" altLang="en-US" b="1"/>
              <a:t>网络模型</a:t>
            </a:r>
            <a:r>
              <a:rPr lang="zh-CN" altLang="en-US"/>
              <a:t>：全球网络互连标准模型</a:t>
            </a:r>
          </a:p>
          <a:p>
            <a:pPr marL="285750" indent="-285750">
              <a:buFont typeface="Arial" panose="020B0604020202020204" pitchFamily="34" charset="0"/>
              <a:buChar char="•"/>
            </a:pPr>
            <a:r>
              <a:rPr lang="en-US" altLang="zh-CN" b="1"/>
              <a:t>TCP/IP</a:t>
            </a:r>
            <a:r>
              <a:rPr lang="zh-CN" altLang="en-US" b="1"/>
              <a:t>网络模型</a:t>
            </a:r>
            <a:r>
              <a:rPr lang="zh-CN" altLang="en-US"/>
              <a:t>：可以认为是</a:t>
            </a:r>
            <a:r>
              <a:rPr lang="en-US" altLang="zh-CN"/>
              <a:t>OSI</a:t>
            </a:r>
            <a:r>
              <a:rPr lang="zh-CN" altLang="en-US"/>
              <a:t>的简化版</a:t>
            </a:r>
          </a:p>
          <a:p>
            <a:endParaRPr lang="en-US" altLang="zh-CN"/>
          </a:p>
          <a:p>
            <a:endParaRPr lang="zh-CN" altLang="en-US"/>
          </a:p>
        </p:txBody>
      </p:sp>
      <p:sp>
        <p:nvSpPr>
          <p:cNvPr id="3" name="标题 2">
            <a:extLst>
              <a:ext uri="{FF2B5EF4-FFF2-40B4-BE49-F238E27FC236}">
                <a16:creationId xmlns:a16="http://schemas.microsoft.com/office/drawing/2014/main" id="{EB83D23F-2CFD-7EAC-93C1-76294F0AD7EB}"/>
              </a:ext>
            </a:extLst>
          </p:cNvPr>
          <p:cNvSpPr>
            <a:spLocks noGrp="1"/>
          </p:cNvSpPr>
          <p:nvPr>
            <p:ph type="title"/>
          </p:nvPr>
        </p:nvSpPr>
        <p:spPr/>
        <p:txBody>
          <a:bodyPr/>
          <a:lstStyle/>
          <a:p>
            <a:r>
              <a:rPr lang="zh-CN" altLang="en-US"/>
              <a:t>网络模型</a:t>
            </a:r>
          </a:p>
        </p:txBody>
      </p:sp>
      <p:sp>
        <p:nvSpPr>
          <p:cNvPr id="5" name="矩形: 圆角 4">
            <a:extLst>
              <a:ext uri="{FF2B5EF4-FFF2-40B4-BE49-F238E27FC236}">
                <a16:creationId xmlns:a16="http://schemas.microsoft.com/office/drawing/2014/main" id="{91CA86C9-B0AB-3C57-1590-63A42D5DB15D}"/>
              </a:ext>
            </a:extLst>
          </p:cNvPr>
          <p:cNvSpPr/>
          <p:nvPr/>
        </p:nvSpPr>
        <p:spPr>
          <a:xfrm>
            <a:off x="1914934" y="3097695"/>
            <a:ext cx="2067340" cy="331305"/>
          </a:xfrm>
          <a:prstGeom prst="roundRect">
            <a:avLst/>
          </a:prstGeom>
          <a:solidFill>
            <a:schemeClr val="bg1">
              <a:lumMod val="95000"/>
            </a:schemeClr>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rPr>
              <a:t>应用层</a:t>
            </a:r>
          </a:p>
        </p:txBody>
      </p:sp>
      <p:sp>
        <p:nvSpPr>
          <p:cNvPr id="6" name="矩形: 圆角 5">
            <a:extLst>
              <a:ext uri="{FF2B5EF4-FFF2-40B4-BE49-F238E27FC236}">
                <a16:creationId xmlns:a16="http://schemas.microsoft.com/office/drawing/2014/main" id="{A685AF43-625C-544A-058A-7C57AFB54A81}"/>
              </a:ext>
            </a:extLst>
          </p:cNvPr>
          <p:cNvSpPr/>
          <p:nvPr/>
        </p:nvSpPr>
        <p:spPr>
          <a:xfrm>
            <a:off x="1914934" y="3932581"/>
            <a:ext cx="2067340" cy="331305"/>
          </a:xfrm>
          <a:prstGeom prst="roundRect">
            <a:avLst/>
          </a:prstGeom>
          <a:solidFill>
            <a:schemeClr val="bg1">
              <a:lumMod val="95000"/>
            </a:schemeClr>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rPr>
              <a:t>会话层</a:t>
            </a:r>
          </a:p>
        </p:txBody>
      </p:sp>
      <p:sp>
        <p:nvSpPr>
          <p:cNvPr id="7" name="矩形: 圆角 6">
            <a:extLst>
              <a:ext uri="{FF2B5EF4-FFF2-40B4-BE49-F238E27FC236}">
                <a16:creationId xmlns:a16="http://schemas.microsoft.com/office/drawing/2014/main" id="{B8036903-2F5C-4E70-83AA-E73C4206AD2A}"/>
              </a:ext>
            </a:extLst>
          </p:cNvPr>
          <p:cNvSpPr/>
          <p:nvPr/>
        </p:nvSpPr>
        <p:spPr>
          <a:xfrm>
            <a:off x="1914934" y="3515138"/>
            <a:ext cx="2067340" cy="331305"/>
          </a:xfrm>
          <a:prstGeom prst="roundRect">
            <a:avLst/>
          </a:prstGeom>
          <a:solidFill>
            <a:schemeClr val="bg1">
              <a:lumMod val="95000"/>
            </a:schemeClr>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rPr>
              <a:t>表示层</a:t>
            </a:r>
          </a:p>
        </p:txBody>
      </p:sp>
      <p:sp>
        <p:nvSpPr>
          <p:cNvPr id="8" name="矩形: 圆角 7">
            <a:extLst>
              <a:ext uri="{FF2B5EF4-FFF2-40B4-BE49-F238E27FC236}">
                <a16:creationId xmlns:a16="http://schemas.microsoft.com/office/drawing/2014/main" id="{C8858BC5-3CCE-0736-6551-484535F9C96B}"/>
              </a:ext>
            </a:extLst>
          </p:cNvPr>
          <p:cNvSpPr/>
          <p:nvPr/>
        </p:nvSpPr>
        <p:spPr>
          <a:xfrm>
            <a:off x="1914934" y="4350024"/>
            <a:ext cx="2067340" cy="331305"/>
          </a:xfrm>
          <a:prstGeom prst="roundRect">
            <a:avLst/>
          </a:prstGeom>
          <a:solidFill>
            <a:schemeClr val="bg1">
              <a:lumMod val="95000"/>
            </a:schemeClr>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rPr>
              <a:t>传输层</a:t>
            </a:r>
          </a:p>
        </p:txBody>
      </p:sp>
      <p:sp>
        <p:nvSpPr>
          <p:cNvPr id="9" name="矩形: 圆角 8">
            <a:extLst>
              <a:ext uri="{FF2B5EF4-FFF2-40B4-BE49-F238E27FC236}">
                <a16:creationId xmlns:a16="http://schemas.microsoft.com/office/drawing/2014/main" id="{4E1CE53A-AE2A-59E7-0136-158F641A9D98}"/>
              </a:ext>
            </a:extLst>
          </p:cNvPr>
          <p:cNvSpPr/>
          <p:nvPr/>
        </p:nvSpPr>
        <p:spPr>
          <a:xfrm>
            <a:off x="1914934" y="5184910"/>
            <a:ext cx="2067340" cy="331305"/>
          </a:xfrm>
          <a:prstGeom prst="roundRect">
            <a:avLst/>
          </a:prstGeom>
          <a:solidFill>
            <a:schemeClr val="bg1">
              <a:lumMod val="95000"/>
            </a:schemeClr>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rPr>
              <a:t>数据链路层</a:t>
            </a:r>
          </a:p>
        </p:txBody>
      </p:sp>
      <p:sp>
        <p:nvSpPr>
          <p:cNvPr id="10" name="矩形: 圆角 9">
            <a:extLst>
              <a:ext uri="{FF2B5EF4-FFF2-40B4-BE49-F238E27FC236}">
                <a16:creationId xmlns:a16="http://schemas.microsoft.com/office/drawing/2014/main" id="{A88A68BA-5BC5-2672-2320-0B03E14335F2}"/>
              </a:ext>
            </a:extLst>
          </p:cNvPr>
          <p:cNvSpPr/>
          <p:nvPr/>
        </p:nvSpPr>
        <p:spPr>
          <a:xfrm>
            <a:off x="1914934" y="4767467"/>
            <a:ext cx="2067340" cy="331305"/>
          </a:xfrm>
          <a:prstGeom prst="roundRect">
            <a:avLst/>
          </a:prstGeom>
          <a:solidFill>
            <a:schemeClr val="bg1">
              <a:lumMod val="95000"/>
            </a:schemeClr>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rPr>
              <a:t>网络层</a:t>
            </a:r>
          </a:p>
        </p:txBody>
      </p:sp>
      <p:sp>
        <p:nvSpPr>
          <p:cNvPr id="11" name="矩形: 圆角 10">
            <a:extLst>
              <a:ext uri="{FF2B5EF4-FFF2-40B4-BE49-F238E27FC236}">
                <a16:creationId xmlns:a16="http://schemas.microsoft.com/office/drawing/2014/main" id="{AB8876FF-AB39-3613-EADB-45BA8DDD8587}"/>
              </a:ext>
            </a:extLst>
          </p:cNvPr>
          <p:cNvSpPr/>
          <p:nvPr/>
        </p:nvSpPr>
        <p:spPr>
          <a:xfrm>
            <a:off x="1914934" y="5602353"/>
            <a:ext cx="2067340" cy="331305"/>
          </a:xfrm>
          <a:prstGeom prst="roundRect">
            <a:avLst/>
          </a:prstGeom>
          <a:solidFill>
            <a:schemeClr val="bg1">
              <a:lumMod val="95000"/>
            </a:schemeClr>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rPr>
              <a:t>物理层</a:t>
            </a:r>
          </a:p>
        </p:txBody>
      </p:sp>
      <p:sp>
        <p:nvSpPr>
          <p:cNvPr id="12" name="矩形: 圆角 11">
            <a:extLst>
              <a:ext uri="{FF2B5EF4-FFF2-40B4-BE49-F238E27FC236}">
                <a16:creationId xmlns:a16="http://schemas.microsoft.com/office/drawing/2014/main" id="{05295447-C14C-564A-1136-082506603AF5}"/>
              </a:ext>
            </a:extLst>
          </p:cNvPr>
          <p:cNvSpPr/>
          <p:nvPr/>
        </p:nvSpPr>
        <p:spPr>
          <a:xfrm>
            <a:off x="4452725" y="3097694"/>
            <a:ext cx="2637187" cy="1166192"/>
          </a:xfrm>
          <a:prstGeom prst="roundRect">
            <a:avLst>
              <a:gd name="adj" fmla="val 5872"/>
            </a:avLst>
          </a:prstGeom>
          <a:solidFill>
            <a:srgbClr val="00B0F0">
              <a:alpha val="20000"/>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200000"/>
              </a:lnSpc>
            </a:pPr>
            <a:r>
              <a:rPr lang="zh-CN" altLang="en-US" sz="1200">
                <a:solidFill>
                  <a:schemeClr val="tx1"/>
                </a:solidFill>
              </a:rPr>
              <a:t>应用层</a:t>
            </a:r>
            <a:endParaRPr lang="en-US" altLang="zh-CN" sz="1200">
              <a:solidFill>
                <a:schemeClr val="tx1"/>
              </a:solidFill>
            </a:endParaRPr>
          </a:p>
          <a:p>
            <a:pPr algn="ctr">
              <a:lnSpc>
                <a:spcPct val="200000"/>
              </a:lnSpc>
            </a:pPr>
            <a:r>
              <a:rPr lang="en-US" altLang="zh-CN" sz="1200">
                <a:solidFill>
                  <a:schemeClr val="tx1"/>
                </a:solidFill>
              </a:rPr>
              <a:t>HTTP</a:t>
            </a:r>
            <a:r>
              <a:rPr lang="zh-CN" altLang="en-US" sz="1200">
                <a:solidFill>
                  <a:schemeClr val="tx1"/>
                </a:solidFill>
              </a:rPr>
              <a:t>、</a:t>
            </a:r>
            <a:r>
              <a:rPr lang="en-US" altLang="zh-CN" sz="1200">
                <a:solidFill>
                  <a:schemeClr val="tx1"/>
                </a:solidFill>
              </a:rPr>
              <a:t>FTP</a:t>
            </a:r>
            <a:r>
              <a:rPr lang="zh-CN" altLang="en-US" sz="1200">
                <a:solidFill>
                  <a:schemeClr val="tx1"/>
                </a:solidFill>
              </a:rPr>
              <a:t>、</a:t>
            </a:r>
            <a:r>
              <a:rPr lang="en-US" altLang="zh-CN" sz="1200">
                <a:solidFill>
                  <a:schemeClr val="tx1"/>
                </a:solidFill>
              </a:rPr>
              <a:t>SMTP</a:t>
            </a:r>
            <a:endParaRPr lang="zh-CN" altLang="en-US" sz="1200">
              <a:solidFill>
                <a:schemeClr val="tx1"/>
              </a:solidFill>
            </a:endParaRPr>
          </a:p>
        </p:txBody>
      </p:sp>
      <p:sp>
        <p:nvSpPr>
          <p:cNvPr id="13" name="矩形: 圆角 12">
            <a:extLst>
              <a:ext uri="{FF2B5EF4-FFF2-40B4-BE49-F238E27FC236}">
                <a16:creationId xmlns:a16="http://schemas.microsoft.com/office/drawing/2014/main" id="{06D80C86-086D-D480-2ED7-938624FDB9CF}"/>
              </a:ext>
            </a:extLst>
          </p:cNvPr>
          <p:cNvSpPr/>
          <p:nvPr/>
        </p:nvSpPr>
        <p:spPr>
          <a:xfrm>
            <a:off x="4452726" y="4350024"/>
            <a:ext cx="2637186" cy="331305"/>
          </a:xfrm>
          <a:prstGeom prst="roundRect">
            <a:avLst>
              <a:gd name="adj" fmla="val 11872"/>
            </a:avLst>
          </a:prstGeom>
          <a:solidFill>
            <a:srgbClr val="00B0F0">
              <a:alpha val="20000"/>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rPr>
              <a:t>传输层 （</a:t>
            </a:r>
            <a:r>
              <a:rPr lang="en-US" altLang="zh-CN" sz="1200">
                <a:solidFill>
                  <a:schemeClr val="tx1"/>
                </a:solidFill>
              </a:rPr>
              <a:t>UDP</a:t>
            </a:r>
            <a:r>
              <a:rPr lang="zh-CN" altLang="en-US" sz="1200">
                <a:solidFill>
                  <a:schemeClr val="tx1"/>
                </a:solidFill>
              </a:rPr>
              <a:t>、</a:t>
            </a:r>
            <a:r>
              <a:rPr lang="en-US" altLang="zh-CN" sz="1200">
                <a:solidFill>
                  <a:schemeClr val="tx1"/>
                </a:solidFill>
              </a:rPr>
              <a:t>TCP</a:t>
            </a:r>
            <a:r>
              <a:rPr lang="zh-CN" altLang="en-US" sz="1200">
                <a:solidFill>
                  <a:schemeClr val="tx1"/>
                </a:solidFill>
              </a:rPr>
              <a:t>）</a:t>
            </a:r>
          </a:p>
        </p:txBody>
      </p:sp>
      <p:sp>
        <p:nvSpPr>
          <p:cNvPr id="14" name="矩形: 圆角 13">
            <a:extLst>
              <a:ext uri="{FF2B5EF4-FFF2-40B4-BE49-F238E27FC236}">
                <a16:creationId xmlns:a16="http://schemas.microsoft.com/office/drawing/2014/main" id="{66C2D9D3-FD29-1B17-F73E-AE0E6A5CFE4B}"/>
              </a:ext>
            </a:extLst>
          </p:cNvPr>
          <p:cNvSpPr/>
          <p:nvPr/>
        </p:nvSpPr>
        <p:spPr>
          <a:xfrm>
            <a:off x="4452726" y="4764153"/>
            <a:ext cx="2637186" cy="331305"/>
          </a:xfrm>
          <a:prstGeom prst="roundRect">
            <a:avLst>
              <a:gd name="adj" fmla="val 11872"/>
            </a:avLst>
          </a:prstGeom>
          <a:solidFill>
            <a:srgbClr val="00B0F0">
              <a:alpha val="20000"/>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rPr>
              <a:t>网络层 （</a:t>
            </a:r>
            <a:r>
              <a:rPr lang="en-US" altLang="zh-CN" sz="1200">
                <a:solidFill>
                  <a:schemeClr val="tx1"/>
                </a:solidFill>
              </a:rPr>
              <a:t>IP</a:t>
            </a:r>
            <a:r>
              <a:rPr lang="zh-CN" altLang="en-US" sz="1200">
                <a:solidFill>
                  <a:schemeClr val="tx1"/>
                </a:solidFill>
              </a:rPr>
              <a:t>）</a:t>
            </a:r>
          </a:p>
        </p:txBody>
      </p:sp>
      <p:sp>
        <p:nvSpPr>
          <p:cNvPr id="15" name="矩形: 圆角 14">
            <a:extLst>
              <a:ext uri="{FF2B5EF4-FFF2-40B4-BE49-F238E27FC236}">
                <a16:creationId xmlns:a16="http://schemas.microsoft.com/office/drawing/2014/main" id="{C3D6A733-93CF-A1FB-F9B8-ACCC755E633E}"/>
              </a:ext>
            </a:extLst>
          </p:cNvPr>
          <p:cNvSpPr/>
          <p:nvPr/>
        </p:nvSpPr>
        <p:spPr>
          <a:xfrm>
            <a:off x="4452726" y="5184910"/>
            <a:ext cx="2637186" cy="748748"/>
          </a:xfrm>
          <a:prstGeom prst="roundRect">
            <a:avLst>
              <a:gd name="adj" fmla="val 6247"/>
            </a:avLst>
          </a:prstGeom>
          <a:solidFill>
            <a:srgbClr val="00B0F0">
              <a:alpha val="20000"/>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rPr>
              <a:t>网络接口层</a:t>
            </a:r>
          </a:p>
        </p:txBody>
      </p:sp>
      <p:sp>
        <p:nvSpPr>
          <p:cNvPr id="17" name="文本框 16">
            <a:extLst>
              <a:ext uri="{FF2B5EF4-FFF2-40B4-BE49-F238E27FC236}">
                <a16:creationId xmlns:a16="http://schemas.microsoft.com/office/drawing/2014/main" id="{DF1DB7AB-6297-231E-A5DE-3334A7FB1BD6}"/>
              </a:ext>
            </a:extLst>
          </p:cNvPr>
          <p:cNvSpPr txBox="1"/>
          <p:nvPr/>
        </p:nvSpPr>
        <p:spPr>
          <a:xfrm>
            <a:off x="8663630" y="3607677"/>
            <a:ext cx="3372663" cy="575735"/>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100"/>
              <a:t>将用户与应用程序交互的数据按照协议格式进行封装</a:t>
            </a:r>
          </a:p>
        </p:txBody>
      </p:sp>
      <p:sp>
        <p:nvSpPr>
          <p:cNvPr id="18" name="流程图: 文档 17">
            <a:extLst>
              <a:ext uri="{FF2B5EF4-FFF2-40B4-BE49-F238E27FC236}">
                <a16:creationId xmlns:a16="http://schemas.microsoft.com/office/drawing/2014/main" id="{F33A2FBC-D0E5-0F8B-D72D-4F4A1B9C2FC3}"/>
              </a:ext>
            </a:extLst>
          </p:cNvPr>
          <p:cNvSpPr/>
          <p:nvPr/>
        </p:nvSpPr>
        <p:spPr>
          <a:xfrm>
            <a:off x="8185593" y="3611219"/>
            <a:ext cx="371059" cy="248478"/>
          </a:xfrm>
          <a:prstGeom prst="flowChartDocument">
            <a:avLst/>
          </a:prstGeom>
          <a:solidFill>
            <a:schemeClr val="bg1">
              <a:lumMod val="5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流程图: 文档 18">
            <a:extLst>
              <a:ext uri="{FF2B5EF4-FFF2-40B4-BE49-F238E27FC236}">
                <a16:creationId xmlns:a16="http://schemas.microsoft.com/office/drawing/2014/main" id="{E556D775-D101-D6D0-E39C-F50F3289CABC}"/>
              </a:ext>
            </a:extLst>
          </p:cNvPr>
          <p:cNvSpPr/>
          <p:nvPr/>
        </p:nvSpPr>
        <p:spPr>
          <a:xfrm>
            <a:off x="8215414" y="3644348"/>
            <a:ext cx="371059" cy="248478"/>
          </a:xfrm>
          <a:prstGeom prst="flowChartDocument">
            <a:avLst/>
          </a:prstGeom>
          <a:solidFill>
            <a:schemeClr val="bg1">
              <a:lumMod val="5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流程图: 文档 19">
            <a:extLst>
              <a:ext uri="{FF2B5EF4-FFF2-40B4-BE49-F238E27FC236}">
                <a16:creationId xmlns:a16="http://schemas.microsoft.com/office/drawing/2014/main" id="{BD0111D0-68AC-A256-5B22-EAEC0E408A15}"/>
              </a:ext>
            </a:extLst>
          </p:cNvPr>
          <p:cNvSpPr/>
          <p:nvPr/>
        </p:nvSpPr>
        <p:spPr>
          <a:xfrm>
            <a:off x="8258487" y="3684103"/>
            <a:ext cx="371059" cy="248478"/>
          </a:xfrm>
          <a:prstGeom prst="flowChartDocument">
            <a:avLst/>
          </a:prstGeom>
          <a:solidFill>
            <a:schemeClr val="bg1">
              <a:lumMod val="5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descr="文本&#10;&#10;AI 生成的内容可能不正确。">
            <a:extLst>
              <a:ext uri="{FF2B5EF4-FFF2-40B4-BE49-F238E27FC236}">
                <a16:creationId xmlns:a16="http://schemas.microsoft.com/office/drawing/2014/main" id="{A04F02F1-96E9-8131-91E9-EA0CE77EED81}"/>
              </a:ext>
            </a:extLst>
          </p:cNvPr>
          <p:cNvPicPr>
            <a:picLocks noChangeAspect="1"/>
          </p:cNvPicPr>
          <p:nvPr/>
        </p:nvPicPr>
        <p:blipFill>
          <a:blip r:embed="rId2"/>
          <a:stretch>
            <a:fillRect/>
          </a:stretch>
        </p:blipFill>
        <p:spPr>
          <a:xfrm>
            <a:off x="6358693" y="2879033"/>
            <a:ext cx="1899794" cy="480390"/>
          </a:xfrm>
          <a:prstGeom prst="roundRect">
            <a:avLst>
              <a:gd name="adj" fmla="val 8603"/>
            </a:avLst>
          </a:prstGeom>
          <a:ln>
            <a:solidFill>
              <a:schemeClr val="bg1">
                <a:lumMod val="85000"/>
              </a:schemeClr>
            </a:solidFill>
          </a:ln>
        </p:spPr>
      </p:pic>
      <p:sp>
        <p:nvSpPr>
          <p:cNvPr id="26" name="iconfont-11573-5485686">
            <a:extLst>
              <a:ext uri="{FF2B5EF4-FFF2-40B4-BE49-F238E27FC236}">
                <a16:creationId xmlns:a16="http://schemas.microsoft.com/office/drawing/2014/main" id="{C8176D33-3746-FBBA-10F9-0A546EECEEFD}"/>
              </a:ext>
            </a:extLst>
          </p:cNvPr>
          <p:cNvSpPr/>
          <p:nvPr/>
        </p:nvSpPr>
        <p:spPr>
          <a:xfrm>
            <a:off x="7732503" y="4555411"/>
            <a:ext cx="99713" cy="103684"/>
          </a:xfrm>
          <a:custGeom>
            <a:avLst/>
            <a:gdLst>
              <a:gd name="T0" fmla="*/ 400 w 10042"/>
              <a:gd name="T1" fmla="*/ 4842 h 10442"/>
              <a:gd name="T2" fmla="*/ 0 w 10042"/>
              <a:gd name="T3" fmla="*/ 4442 h 10442"/>
              <a:gd name="T4" fmla="*/ 0 w 10042"/>
              <a:gd name="T5" fmla="*/ 1242 h 10442"/>
              <a:gd name="T6" fmla="*/ 400 w 10042"/>
              <a:gd name="T7" fmla="*/ 842 h 10442"/>
              <a:gd name="T8" fmla="*/ 3600 w 10042"/>
              <a:gd name="T9" fmla="*/ 842 h 10442"/>
              <a:gd name="T10" fmla="*/ 4000 w 10042"/>
              <a:gd name="T11" fmla="*/ 1242 h 10442"/>
              <a:gd name="T12" fmla="*/ 4000 w 10042"/>
              <a:gd name="T13" fmla="*/ 4442 h 10442"/>
              <a:gd name="T14" fmla="*/ 3600 w 10042"/>
              <a:gd name="T15" fmla="*/ 4842 h 10442"/>
              <a:gd name="T16" fmla="*/ 400 w 10042"/>
              <a:gd name="T17" fmla="*/ 4842 h 10442"/>
              <a:gd name="T18" fmla="*/ 800 w 10042"/>
              <a:gd name="T19" fmla="*/ 4042 h 10442"/>
              <a:gd name="T20" fmla="*/ 3200 w 10042"/>
              <a:gd name="T21" fmla="*/ 4042 h 10442"/>
              <a:gd name="T22" fmla="*/ 3200 w 10042"/>
              <a:gd name="T23" fmla="*/ 1642 h 10442"/>
              <a:gd name="T24" fmla="*/ 800 w 10042"/>
              <a:gd name="T25" fmla="*/ 1642 h 10442"/>
              <a:gd name="T26" fmla="*/ 800 w 10042"/>
              <a:gd name="T27" fmla="*/ 4042 h 10442"/>
              <a:gd name="T28" fmla="*/ 400 w 10042"/>
              <a:gd name="T29" fmla="*/ 10442 h 10442"/>
              <a:gd name="T30" fmla="*/ 0 w 10042"/>
              <a:gd name="T31" fmla="*/ 10042 h 10442"/>
              <a:gd name="T32" fmla="*/ 0 w 10042"/>
              <a:gd name="T33" fmla="*/ 6842 h 10442"/>
              <a:gd name="T34" fmla="*/ 400 w 10042"/>
              <a:gd name="T35" fmla="*/ 6442 h 10442"/>
              <a:gd name="T36" fmla="*/ 3600 w 10042"/>
              <a:gd name="T37" fmla="*/ 6442 h 10442"/>
              <a:gd name="T38" fmla="*/ 4000 w 10042"/>
              <a:gd name="T39" fmla="*/ 6842 h 10442"/>
              <a:gd name="T40" fmla="*/ 4000 w 10042"/>
              <a:gd name="T41" fmla="*/ 10042 h 10442"/>
              <a:gd name="T42" fmla="*/ 3600 w 10042"/>
              <a:gd name="T43" fmla="*/ 10442 h 10442"/>
              <a:gd name="T44" fmla="*/ 400 w 10042"/>
              <a:gd name="T45" fmla="*/ 10442 h 10442"/>
              <a:gd name="T46" fmla="*/ 800 w 10042"/>
              <a:gd name="T47" fmla="*/ 9642 h 10442"/>
              <a:gd name="T48" fmla="*/ 3200 w 10042"/>
              <a:gd name="T49" fmla="*/ 9642 h 10442"/>
              <a:gd name="T50" fmla="*/ 3200 w 10042"/>
              <a:gd name="T51" fmla="*/ 7242 h 10442"/>
              <a:gd name="T52" fmla="*/ 800 w 10042"/>
              <a:gd name="T53" fmla="*/ 7242 h 10442"/>
              <a:gd name="T54" fmla="*/ 800 w 10042"/>
              <a:gd name="T55" fmla="*/ 9642 h 10442"/>
              <a:gd name="T56" fmla="*/ 9036 w 10042"/>
              <a:gd name="T57" fmla="*/ 2642 h 10442"/>
              <a:gd name="T58" fmla="*/ 7400 w 10042"/>
              <a:gd name="T59" fmla="*/ 1006 h 10442"/>
              <a:gd name="T60" fmla="*/ 5764 w 10042"/>
              <a:gd name="T61" fmla="*/ 2642 h 10442"/>
              <a:gd name="T62" fmla="*/ 7400 w 10042"/>
              <a:gd name="T63" fmla="*/ 4278 h 10442"/>
              <a:gd name="T64" fmla="*/ 9036 w 10042"/>
              <a:gd name="T65" fmla="*/ 2642 h 10442"/>
              <a:gd name="T66" fmla="*/ 7116 w 10042"/>
              <a:gd name="T67" fmla="*/ 5126 h 10442"/>
              <a:gd name="T68" fmla="*/ 4916 w 10042"/>
              <a:gd name="T69" fmla="*/ 2926 h 10442"/>
              <a:gd name="T70" fmla="*/ 4916 w 10042"/>
              <a:gd name="T71" fmla="*/ 2358 h 10442"/>
              <a:gd name="T72" fmla="*/ 7116 w 10042"/>
              <a:gd name="T73" fmla="*/ 158 h 10442"/>
              <a:gd name="T74" fmla="*/ 7684 w 10042"/>
              <a:gd name="T75" fmla="*/ 158 h 10442"/>
              <a:gd name="T76" fmla="*/ 9884 w 10042"/>
              <a:gd name="T77" fmla="*/ 2358 h 10442"/>
              <a:gd name="T78" fmla="*/ 9884 w 10042"/>
              <a:gd name="T79" fmla="*/ 2926 h 10442"/>
              <a:gd name="T80" fmla="*/ 7684 w 10042"/>
              <a:gd name="T81" fmla="*/ 5126 h 10442"/>
              <a:gd name="T82" fmla="*/ 7116 w 10042"/>
              <a:gd name="T83" fmla="*/ 5126 h 10442"/>
              <a:gd name="T84" fmla="*/ 6000 w 10042"/>
              <a:gd name="T85" fmla="*/ 10442 h 10442"/>
              <a:gd name="T86" fmla="*/ 5600 w 10042"/>
              <a:gd name="T87" fmla="*/ 10042 h 10442"/>
              <a:gd name="T88" fmla="*/ 5600 w 10042"/>
              <a:gd name="T89" fmla="*/ 6842 h 10442"/>
              <a:gd name="T90" fmla="*/ 6000 w 10042"/>
              <a:gd name="T91" fmla="*/ 6442 h 10442"/>
              <a:gd name="T92" fmla="*/ 9200 w 10042"/>
              <a:gd name="T93" fmla="*/ 6442 h 10442"/>
              <a:gd name="T94" fmla="*/ 9600 w 10042"/>
              <a:gd name="T95" fmla="*/ 6842 h 10442"/>
              <a:gd name="T96" fmla="*/ 9600 w 10042"/>
              <a:gd name="T97" fmla="*/ 10042 h 10442"/>
              <a:gd name="T98" fmla="*/ 9200 w 10042"/>
              <a:gd name="T99" fmla="*/ 10442 h 10442"/>
              <a:gd name="T100" fmla="*/ 6000 w 10042"/>
              <a:gd name="T101" fmla="*/ 10442 h 10442"/>
              <a:gd name="T102" fmla="*/ 6400 w 10042"/>
              <a:gd name="T103" fmla="*/ 9642 h 10442"/>
              <a:gd name="T104" fmla="*/ 8800 w 10042"/>
              <a:gd name="T105" fmla="*/ 9642 h 10442"/>
              <a:gd name="T106" fmla="*/ 8800 w 10042"/>
              <a:gd name="T107" fmla="*/ 7242 h 10442"/>
              <a:gd name="T108" fmla="*/ 6400 w 10042"/>
              <a:gd name="T109" fmla="*/ 7242 h 10442"/>
              <a:gd name="T110" fmla="*/ 6400 w 10042"/>
              <a:gd name="T111" fmla="*/ 9642 h 10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042" h="10442">
                <a:moveTo>
                  <a:pt x="400" y="4842"/>
                </a:moveTo>
                <a:cubicBezTo>
                  <a:pt x="179" y="4842"/>
                  <a:pt x="0" y="4663"/>
                  <a:pt x="0" y="4442"/>
                </a:cubicBezTo>
                <a:lnTo>
                  <a:pt x="0" y="1242"/>
                </a:lnTo>
                <a:cubicBezTo>
                  <a:pt x="0" y="1021"/>
                  <a:pt x="179" y="842"/>
                  <a:pt x="400" y="842"/>
                </a:cubicBezTo>
                <a:lnTo>
                  <a:pt x="3600" y="842"/>
                </a:lnTo>
                <a:cubicBezTo>
                  <a:pt x="3821" y="842"/>
                  <a:pt x="4000" y="1021"/>
                  <a:pt x="4000" y="1242"/>
                </a:cubicBezTo>
                <a:lnTo>
                  <a:pt x="4000" y="4442"/>
                </a:lnTo>
                <a:cubicBezTo>
                  <a:pt x="4000" y="4663"/>
                  <a:pt x="3821" y="4842"/>
                  <a:pt x="3600" y="4842"/>
                </a:cubicBezTo>
                <a:lnTo>
                  <a:pt x="400" y="4842"/>
                </a:lnTo>
                <a:close/>
                <a:moveTo>
                  <a:pt x="800" y="4042"/>
                </a:moveTo>
                <a:lnTo>
                  <a:pt x="3200" y="4042"/>
                </a:lnTo>
                <a:lnTo>
                  <a:pt x="3200" y="1642"/>
                </a:lnTo>
                <a:lnTo>
                  <a:pt x="800" y="1642"/>
                </a:lnTo>
                <a:lnTo>
                  <a:pt x="800" y="4042"/>
                </a:lnTo>
                <a:close/>
                <a:moveTo>
                  <a:pt x="400" y="10442"/>
                </a:moveTo>
                <a:cubicBezTo>
                  <a:pt x="179" y="10442"/>
                  <a:pt x="0" y="10263"/>
                  <a:pt x="0" y="10042"/>
                </a:cubicBezTo>
                <a:lnTo>
                  <a:pt x="0" y="6842"/>
                </a:lnTo>
                <a:cubicBezTo>
                  <a:pt x="0" y="6621"/>
                  <a:pt x="179" y="6442"/>
                  <a:pt x="400" y="6442"/>
                </a:cubicBezTo>
                <a:lnTo>
                  <a:pt x="3600" y="6442"/>
                </a:lnTo>
                <a:cubicBezTo>
                  <a:pt x="3821" y="6442"/>
                  <a:pt x="4000" y="6621"/>
                  <a:pt x="4000" y="6842"/>
                </a:cubicBezTo>
                <a:lnTo>
                  <a:pt x="4000" y="10042"/>
                </a:lnTo>
                <a:cubicBezTo>
                  <a:pt x="4000" y="10263"/>
                  <a:pt x="3821" y="10442"/>
                  <a:pt x="3600" y="10442"/>
                </a:cubicBezTo>
                <a:lnTo>
                  <a:pt x="400" y="10442"/>
                </a:lnTo>
                <a:close/>
                <a:moveTo>
                  <a:pt x="800" y="9642"/>
                </a:moveTo>
                <a:lnTo>
                  <a:pt x="3200" y="9642"/>
                </a:lnTo>
                <a:lnTo>
                  <a:pt x="3200" y="7242"/>
                </a:lnTo>
                <a:lnTo>
                  <a:pt x="800" y="7242"/>
                </a:lnTo>
                <a:lnTo>
                  <a:pt x="800" y="9642"/>
                </a:lnTo>
                <a:close/>
                <a:moveTo>
                  <a:pt x="9036" y="2642"/>
                </a:moveTo>
                <a:lnTo>
                  <a:pt x="7400" y="1006"/>
                </a:lnTo>
                <a:lnTo>
                  <a:pt x="5764" y="2642"/>
                </a:lnTo>
                <a:lnTo>
                  <a:pt x="7400" y="4278"/>
                </a:lnTo>
                <a:lnTo>
                  <a:pt x="9036" y="2642"/>
                </a:lnTo>
                <a:close/>
                <a:moveTo>
                  <a:pt x="7116" y="5126"/>
                </a:moveTo>
                <a:lnTo>
                  <a:pt x="4916" y="2926"/>
                </a:lnTo>
                <a:cubicBezTo>
                  <a:pt x="4758" y="2770"/>
                  <a:pt x="4758" y="2514"/>
                  <a:pt x="4916" y="2358"/>
                </a:cubicBezTo>
                <a:lnTo>
                  <a:pt x="7116" y="158"/>
                </a:lnTo>
                <a:cubicBezTo>
                  <a:pt x="7272" y="0"/>
                  <a:pt x="7528" y="0"/>
                  <a:pt x="7684" y="158"/>
                </a:cubicBezTo>
                <a:lnTo>
                  <a:pt x="9884" y="2358"/>
                </a:lnTo>
                <a:cubicBezTo>
                  <a:pt x="10042" y="2514"/>
                  <a:pt x="10042" y="2770"/>
                  <a:pt x="9884" y="2926"/>
                </a:cubicBezTo>
                <a:lnTo>
                  <a:pt x="7684" y="5126"/>
                </a:lnTo>
                <a:cubicBezTo>
                  <a:pt x="7528" y="5284"/>
                  <a:pt x="7272" y="5284"/>
                  <a:pt x="7116" y="5126"/>
                </a:cubicBezTo>
                <a:close/>
                <a:moveTo>
                  <a:pt x="6000" y="10442"/>
                </a:moveTo>
                <a:cubicBezTo>
                  <a:pt x="5779" y="10442"/>
                  <a:pt x="5600" y="10263"/>
                  <a:pt x="5600" y="10042"/>
                </a:cubicBezTo>
                <a:lnTo>
                  <a:pt x="5600" y="6842"/>
                </a:lnTo>
                <a:cubicBezTo>
                  <a:pt x="5600" y="6621"/>
                  <a:pt x="5779" y="6442"/>
                  <a:pt x="6000" y="6442"/>
                </a:cubicBezTo>
                <a:lnTo>
                  <a:pt x="9200" y="6442"/>
                </a:lnTo>
                <a:cubicBezTo>
                  <a:pt x="9421" y="6442"/>
                  <a:pt x="9600" y="6621"/>
                  <a:pt x="9600" y="6842"/>
                </a:cubicBezTo>
                <a:lnTo>
                  <a:pt x="9600" y="10042"/>
                </a:lnTo>
                <a:cubicBezTo>
                  <a:pt x="9600" y="10263"/>
                  <a:pt x="9421" y="10442"/>
                  <a:pt x="9200" y="10442"/>
                </a:cubicBezTo>
                <a:lnTo>
                  <a:pt x="6000" y="10442"/>
                </a:lnTo>
                <a:close/>
                <a:moveTo>
                  <a:pt x="6400" y="9642"/>
                </a:moveTo>
                <a:lnTo>
                  <a:pt x="8800" y="9642"/>
                </a:lnTo>
                <a:lnTo>
                  <a:pt x="8800" y="7242"/>
                </a:lnTo>
                <a:lnTo>
                  <a:pt x="6400" y="7242"/>
                </a:lnTo>
                <a:lnTo>
                  <a:pt x="6400" y="9642"/>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xt-file_104647">
            <a:extLst>
              <a:ext uri="{FF2B5EF4-FFF2-40B4-BE49-F238E27FC236}">
                <a16:creationId xmlns:a16="http://schemas.microsoft.com/office/drawing/2014/main" id="{4C873B35-265C-6F17-500C-6EB14B3EB403}"/>
              </a:ext>
            </a:extLst>
          </p:cNvPr>
          <p:cNvSpPr/>
          <p:nvPr/>
        </p:nvSpPr>
        <p:spPr>
          <a:xfrm>
            <a:off x="7274486" y="3634407"/>
            <a:ext cx="294462" cy="326236"/>
          </a:xfrm>
          <a:custGeom>
            <a:avLst/>
            <a:gdLst>
              <a:gd name="connsiteX0" fmla="*/ 371315 w 548011"/>
              <a:gd name="connsiteY0" fmla="*/ 377807 h 607145"/>
              <a:gd name="connsiteX1" fmla="*/ 451548 w 548011"/>
              <a:gd name="connsiteY1" fmla="*/ 377807 h 607145"/>
              <a:gd name="connsiteX2" fmla="*/ 451548 w 548011"/>
              <a:gd name="connsiteY2" fmla="*/ 395228 h 607145"/>
              <a:gd name="connsiteX3" fmla="*/ 421780 w 548011"/>
              <a:gd name="connsiteY3" fmla="*/ 395228 h 607145"/>
              <a:gd name="connsiteX4" fmla="*/ 421780 w 548011"/>
              <a:gd name="connsiteY4" fmla="*/ 476387 h 607145"/>
              <a:gd name="connsiteX5" fmla="*/ 401225 w 548011"/>
              <a:gd name="connsiteY5" fmla="*/ 476387 h 607145"/>
              <a:gd name="connsiteX6" fmla="*/ 401225 w 548011"/>
              <a:gd name="connsiteY6" fmla="*/ 395228 h 607145"/>
              <a:gd name="connsiteX7" fmla="*/ 371315 w 548011"/>
              <a:gd name="connsiteY7" fmla="*/ 395228 h 607145"/>
              <a:gd name="connsiteX8" fmla="*/ 281355 w 548011"/>
              <a:gd name="connsiteY8" fmla="*/ 377807 h 607145"/>
              <a:gd name="connsiteX9" fmla="*/ 306051 w 548011"/>
              <a:gd name="connsiteY9" fmla="*/ 377807 h 607145"/>
              <a:gd name="connsiteX10" fmla="*/ 323650 w 548011"/>
              <a:gd name="connsiteY10" fmla="*/ 409676 h 607145"/>
              <a:gd name="connsiteX11" fmla="*/ 341674 w 548011"/>
              <a:gd name="connsiteY11" fmla="*/ 377807 h 607145"/>
              <a:gd name="connsiteX12" fmla="*/ 365376 w 548011"/>
              <a:gd name="connsiteY12" fmla="*/ 377807 h 607145"/>
              <a:gd name="connsiteX13" fmla="*/ 335288 w 548011"/>
              <a:gd name="connsiteY13" fmla="*/ 425256 h 607145"/>
              <a:gd name="connsiteX14" fmla="*/ 367505 w 548011"/>
              <a:gd name="connsiteY14" fmla="*/ 476387 h 607145"/>
              <a:gd name="connsiteX15" fmla="*/ 342384 w 548011"/>
              <a:gd name="connsiteY15" fmla="*/ 476387 h 607145"/>
              <a:gd name="connsiteX16" fmla="*/ 323650 w 548011"/>
              <a:gd name="connsiteY16" fmla="*/ 442819 h 607145"/>
              <a:gd name="connsiteX17" fmla="*/ 303638 w 548011"/>
              <a:gd name="connsiteY17" fmla="*/ 476387 h 607145"/>
              <a:gd name="connsiteX18" fmla="*/ 279510 w 548011"/>
              <a:gd name="connsiteY18" fmla="*/ 476387 h 607145"/>
              <a:gd name="connsiteX19" fmla="*/ 311444 w 548011"/>
              <a:gd name="connsiteY19" fmla="*/ 426106 h 607145"/>
              <a:gd name="connsiteX20" fmla="*/ 195607 w 548011"/>
              <a:gd name="connsiteY20" fmla="*/ 377807 h 607145"/>
              <a:gd name="connsiteX21" fmla="*/ 275840 w 548011"/>
              <a:gd name="connsiteY21" fmla="*/ 377807 h 607145"/>
              <a:gd name="connsiteX22" fmla="*/ 275840 w 548011"/>
              <a:gd name="connsiteY22" fmla="*/ 395228 h 607145"/>
              <a:gd name="connsiteX23" fmla="*/ 246072 w 548011"/>
              <a:gd name="connsiteY23" fmla="*/ 395228 h 607145"/>
              <a:gd name="connsiteX24" fmla="*/ 246072 w 548011"/>
              <a:gd name="connsiteY24" fmla="*/ 476387 h 607145"/>
              <a:gd name="connsiteX25" fmla="*/ 225376 w 548011"/>
              <a:gd name="connsiteY25" fmla="*/ 476387 h 607145"/>
              <a:gd name="connsiteX26" fmla="*/ 225376 w 548011"/>
              <a:gd name="connsiteY26" fmla="*/ 395228 h 607145"/>
              <a:gd name="connsiteX27" fmla="*/ 195607 w 548011"/>
              <a:gd name="connsiteY27" fmla="*/ 395228 h 607145"/>
              <a:gd name="connsiteX28" fmla="*/ 148774 w 548011"/>
              <a:gd name="connsiteY28" fmla="*/ 345989 h 607145"/>
              <a:gd name="connsiteX29" fmla="*/ 148774 w 548011"/>
              <a:gd name="connsiteY29" fmla="*/ 507441 h 607145"/>
              <a:gd name="connsiteX30" fmla="*/ 513973 w 548011"/>
              <a:gd name="connsiteY30" fmla="*/ 507441 h 607145"/>
              <a:gd name="connsiteX31" fmla="*/ 513973 w 548011"/>
              <a:gd name="connsiteY31" fmla="*/ 345989 h 607145"/>
              <a:gd name="connsiteX32" fmla="*/ 229490 w 548011"/>
              <a:gd name="connsiteY32" fmla="*/ 240346 h 607145"/>
              <a:gd name="connsiteX33" fmla="*/ 370033 w 548011"/>
              <a:gd name="connsiteY33" fmla="*/ 240346 h 607145"/>
              <a:gd name="connsiteX34" fmla="*/ 387051 w 548011"/>
              <a:gd name="connsiteY34" fmla="*/ 257317 h 607145"/>
              <a:gd name="connsiteX35" fmla="*/ 370033 w 548011"/>
              <a:gd name="connsiteY35" fmla="*/ 274288 h 607145"/>
              <a:gd name="connsiteX36" fmla="*/ 229490 w 548011"/>
              <a:gd name="connsiteY36" fmla="*/ 274288 h 607145"/>
              <a:gd name="connsiteX37" fmla="*/ 212472 w 548011"/>
              <a:gd name="connsiteY37" fmla="*/ 257317 h 607145"/>
              <a:gd name="connsiteX38" fmla="*/ 229490 w 548011"/>
              <a:gd name="connsiteY38" fmla="*/ 240346 h 607145"/>
              <a:gd name="connsiteX39" fmla="*/ 229490 w 548011"/>
              <a:gd name="connsiteY39" fmla="*/ 176343 h 607145"/>
              <a:gd name="connsiteX40" fmla="*/ 370033 w 548011"/>
              <a:gd name="connsiteY40" fmla="*/ 176343 h 607145"/>
              <a:gd name="connsiteX41" fmla="*/ 387051 w 548011"/>
              <a:gd name="connsiteY41" fmla="*/ 193314 h 607145"/>
              <a:gd name="connsiteX42" fmla="*/ 370033 w 548011"/>
              <a:gd name="connsiteY42" fmla="*/ 210285 h 607145"/>
              <a:gd name="connsiteX43" fmla="*/ 229490 w 548011"/>
              <a:gd name="connsiteY43" fmla="*/ 210285 h 607145"/>
              <a:gd name="connsiteX44" fmla="*/ 212472 w 548011"/>
              <a:gd name="connsiteY44" fmla="*/ 193314 h 607145"/>
              <a:gd name="connsiteX45" fmla="*/ 229490 w 548011"/>
              <a:gd name="connsiteY45" fmla="*/ 176343 h 607145"/>
              <a:gd name="connsiteX46" fmla="*/ 229490 w 548011"/>
              <a:gd name="connsiteY46" fmla="*/ 112128 h 607145"/>
              <a:gd name="connsiteX47" fmla="*/ 370033 w 548011"/>
              <a:gd name="connsiteY47" fmla="*/ 112128 h 607145"/>
              <a:gd name="connsiteX48" fmla="*/ 387051 w 548011"/>
              <a:gd name="connsiteY48" fmla="*/ 129134 h 607145"/>
              <a:gd name="connsiteX49" fmla="*/ 370033 w 548011"/>
              <a:gd name="connsiteY49" fmla="*/ 146141 h 607145"/>
              <a:gd name="connsiteX50" fmla="*/ 229490 w 548011"/>
              <a:gd name="connsiteY50" fmla="*/ 146141 h 607145"/>
              <a:gd name="connsiteX51" fmla="*/ 212472 w 548011"/>
              <a:gd name="connsiteY51" fmla="*/ 129134 h 607145"/>
              <a:gd name="connsiteX52" fmla="*/ 229490 w 548011"/>
              <a:gd name="connsiteY52" fmla="*/ 112128 h 607145"/>
              <a:gd name="connsiteX53" fmla="*/ 112609 w 548011"/>
              <a:gd name="connsiteY53" fmla="*/ 62315 h 607145"/>
              <a:gd name="connsiteX54" fmla="*/ 54461 w 548011"/>
              <a:gd name="connsiteY54" fmla="*/ 128878 h 607145"/>
              <a:gd name="connsiteX55" fmla="*/ 112609 w 548011"/>
              <a:gd name="connsiteY55" fmla="*/ 128878 h 607145"/>
              <a:gd name="connsiteX56" fmla="*/ 146647 w 548011"/>
              <a:gd name="connsiteY56" fmla="*/ 33990 h 607145"/>
              <a:gd name="connsiteX57" fmla="*/ 146647 w 548011"/>
              <a:gd name="connsiteY57" fmla="*/ 145873 h 607145"/>
              <a:gd name="connsiteX58" fmla="*/ 129628 w 548011"/>
              <a:gd name="connsiteY58" fmla="*/ 162868 h 607145"/>
              <a:gd name="connsiteX59" fmla="*/ 34038 w 548011"/>
              <a:gd name="connsiteY59" fmla="*/ 162868 h 607145"/>
              <a:gd name="connsiteX60" fmla="*/ 34038 w 548011"/>
              <a:gd name="connsiteY60" fmla="*/ 573155 h 607145"/>
              <a:gd name="connsiteX61" fmla="*/ 446181 w 548011"/>
              <a:gd name="connsiteY61" fmla="*/ 573155 h 607145"/>
              <a:gd name="connsiteX62" fmla="*/ 446181 w 548011"/>
              <a:gd name="connsiteY62" fmla="*/ 541431 h 607145"/>
              <a:gd name="connsiteX63" fmla="*/ 131755 w 548011"/>
              <a:gd name="connsiteY63" fmla="*/ 541431 h 607145"/>
              <a:gd name="connsiteX64" fmla="*/ 114736 w 548011"/>
              <a:gd name="connsiteY64" fmla="*/ 524436 h 607145"/>
              <a:gd name="connsiteX65" fmla="*/ 114736 w 548011"/>
              <a:gd name="connsiteY65" fmla="*/ 328994 h 607145"/>
              <a:gd name="connsiteX66" fmla="*/ 131755 w 548011"/>
              <a:gd name="connsiteY66" fmla="*/ 311999 h 607145"/>
              <a:gd name="connsiteX67" fmla="*/ 446181 w 548011"/>
              <a:gd name="connsiteY67" fmla="*/ 311999 h 607145"/>
              <a:gd name="connsiteX68" fmla="*/ 446181 w 548011"/>
              <a:gd name="connsiteY68" fmla="*/ 33990 h 607145"/>
              <a:gd name="connsiteX69" fmla="*/ 129628 w 548011"/>
              <a:gd name="connsiteY69" fmla="*/ 0 h 607145"/>
              <a:gd name="connsiteX70" fmla="*/ 463200 w 548011"/>
              <a:gd name="connsiteY70" fmla="*/ 0 h 607145"/>
              <a:gd name="connsiteX71" fmla="*/ 480219 w 548011"/>
              <a:gd name="connsiteY71" fmla="*/ 16995 h 607145"/>
              <a:gd name="connsiteX72" fmla="*/ 480219 w 548011"/>
              <a:gd name="connsiteY72" fmla="*/ 311999 h 607145"/>
              <a:gd name="connsiteX73" fmla="*/ 530992 w 548011"/>
              <a:gd name="connsiteY73" fmla="*/ 311999 h 607145"/>
              <a:gd name="connsiteX74" fmla="*/ 548011 w 548011"/>
              <a:gd name="connsiteY74" fmla="*/ 328994 h 607145"/>
              <a:gd name="connsiteX75" fmla="*/ 548011 w 548011"/>
              <a:gd name="connsiteY75" fmla="*/ 524436 h 607145"/>
              <a:gd name="connsiteX76" fmla="*/ 530992 w 548011"/>
              <a:gd name="connsiteY76" fmla="*/ 541431 h 607145"/>
              <a:gd name="connsiteX77" fmla="*/ 480219 w 548011"/>
              <a:gd name="connsiteY77" fmla="*/ 541431 h 607145"/>
              <a:gd name="connsiteX78" fmla="*/ 480219 w 548011"/>
              <a:gd name="connsiteY78" fmla="*/ 590150 h 607145"/>
              <a:gd name="connsiteX79" fmla="*/ 463200 w 548011"/>
              <a:gd name="connsiteY79" fmla="*/ 607145 h 607145"/>
              <a:gd name="connsiteX80" fmla="*/ 17019 w 548011"/>
              <a:gd name="connsiteY80" fmla="*/ 607145 h 607145"/>
              <a:gd name="connsiteX81" fmla="*/ 0 w 548011"/>
              <a:gd name="connsiteY81" fmla="*/ 590150 h 607145"/>
              <a:gd name="connsiteX82" fmla="*/ 0 w 548011"/>
              <a:gd name="connsiteY82" fmla="*/ 145873 h 607145"/>
              <a:gd name="connsiteX83" fmla="*/ 4255 w 548011"/>
              <a:gd name="connsiteY83" fmla="*/ 134685 h 607145"/>
              <a:gd name="connsiteX84" fmla="*/ 116864 w 548011"/>
              <a:gd name="connsiteY84" fmla="*/ 5807 h 607145"/>
              <a:gd name="connsiteX85" fmla="*/ 129628 w 548011"/>
              <a:gd name="connsiteY85" fmla="*/ 0 h 60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48011" h="607145">
                <a:moveTo>
                  <a:pt x="371315" y="377807"/>
                </a:moveTo>
                <a:lnTo>
                  <a:pt x="451548" y="377807"/>
                </a:lnTo>
                <a:lnTo>
                  <a:pt x="451548" y="395228"/>
                </a:lnTo>
                <a:lnTo>
                  <a:pt x="421780" y="395228"/>
                </a:lnTo>
                <a:lnTo>
                  <a:pt x="421780" y="476387"/>
                </a:lnTo>
                <a:lnTo>
                  <a:pt x="401225" y="476387"/>
                </a:lnTo>
                <a:lnTo>
                  <a:pt x="401225" y="395228"/>
                </a:lnTo>
                <a:lnTo>
                  <a:pt x="371315" y="395228"/>
                </a:lnTo>
                <a:close/>
                <a:moveTo>
                  <a:pt x="281355" y="377807"/>
                </a:moveTo>
                <a:lnTo>
                  <a:pt x="306051" y="377807"/>
                </a:lnTo>
                <a:lnTo>
                  <a:pt x="323650" y="409676"/>
                </a:lnTo>
                <a:lnTo>
                  <a:pt x="341674" y="377807"/>
                </a:lnTo>
                <a:lnTo>
                  <a:pt x="365376" y="377807"/>
                </a:lnTo>
                <a:lnTo>
                  <a:pt x="335288" y="425256"/>
                </a:lnTo>
                <a:lnTo>
                  <a:pt x="367505" y="476387"/>
                </a:lnTo>
                <a:lnTo>
                  <a:pt x="342384" y="476387"/>
                </a:lnTo>
                <a:lnTo>
                  <a:pt x="323650" y="442819"/>
                </a:lnTo>
                <a:lnTo>
                  <a:pt x="303638" y="476387"/>
                </a:lnTo>
                <a:lnTo>
                  <a:pt x="279510" y="476387"/>
                </a:lnTo>
                <a:lnTo>
                  <a:pt x="311444" y="426106"/>
                </a:lnTo>
                <a:close/>
                <a:moveTo>
                  <a:pt x="195607" y="377807"/>
                </a:moveTo>
                <a:lnTo>
                  <a:pt x="275840" y="377807"/>
                </a:lnTo>
                <a:lnTo>
                  <a:pt x="275840" y="395228"/>
                </a:lnTo>
                <a:lnTo>
                  <a:pt x="246072" y="395228"/>
                </a:lnTo>
                <a:lnTo>
                  <a:pt x="246072" y="476387"/>
                </a:lnTo>
                <a:lnTo>
                  <a:pt x="225376" y="476387"/>
                </a:lnTo>
                <a:lnTo>
                  <a:pt x="225376" y="395228"/>
                </a:lnTo>
                <a:lnTo>
                  <a:pt x="195607" y="395228"/>
                </a:lnTo>
                <a:close/>
                <a:moveTo>
                  <a:pt x="148774" y="345989"/>
                </a:moveTo>
                <a:lnTo>
                  <a:pt x="148774" y="507441"/>
                </a:lnTo>
                <a:lnTo>
                  <a:pt x="513973" y="507441"/>
                </a:lnTo>
                <a:lnTo>
                  <a:pt x="513973" y="345989"/>
                </a:lnTo>
                <a:close/>
                <a:moveTo>
                  <a:pt x="229490" y="240346"/>
                </a:moveTo>
                <a:lnTo>
                  <a:pt x="370033" y="240346"/>
                </a:lnTo>
                <a:cubicBezTo>
                  <a:pt x="379535" y="240346"/>
                  <a:pt x="387051" y="247983"/>
                  <a:pt x="387051" y="257317"/>
                </a:cubicBezTo>
                <a:cubicBezTo>
                  <a:pt x="387051" y="266792"/>
                  <a:pt x="379535" y="274288"/>
                  <a:pt x="370033" y="274288"/>
                </a:cubicBezTo>
                <a:lnTo>
                  <a:pt x="229490" y="274288"/>
                </a:lnTo>
                <a:cubicBezTo>
                  <a:pt x="220130" y="274288"/>
                  <a:pt x="212472" y="266792"/>
                  <a:pt x="212472" y="257317"/>
                </a:cubicBezTo>
                <a:cubicBezTo>
                  <a:pt x="212472" y="247983"/>
                  <a:pt x="220130" y="240346"/>
                  <a:pt x="229490" y="240346"/>
                </a:cubicBezTo>
                <a:close/>
                <a:moveTo>
                  <a:pt x="229490" y="176343"/>
                </a:moveTo>
                <a:lnTo>
                  <a:pt x="370033" y="176343"/>
                </a:lnTo>
                <a:cubicBezTo>
                  <a:pt x="379535" y="176343"/>
                  <a:pt x="387051" y="183839"/>
                  <a:pt x="387051" y="193314"/>
                </a:cubicBezTo>
                <a:cubicBezTo>
                  <a:pt x="387051" y="202648"/>
                  <a:pt x="379535" y="210285"/>
                  <a:pt x="370033" y="210285"/>
                </a:cubicBezTo>
                <a:lnTo>
                  <a:pt x="229490" y="210285"/>
                </a:lnTo>
                <a:cubicBezTo>
                  <a:pt x="220130" y="210285"/>
                  <a:pt x="212472" y="202648"/>
                  <a:pt x="212472" y="193314"/>
                </a:cubicBezTo>
                <a:cubicBezTo>
                  <a:pt x="212472" y="183839"/>
                  <a:pt x="220130" y="176343"/>
                  <a:pt x="229490" y="176343"/>
                </a:cubicBezTo>
                <a:close/>
                <a:moveTo>
                  <a:pt x="229490" y="112128"/>
                </a:moveTo>
                <a:lnTo>
                  <a:pt x="370033" y="112128"/>
                </a:lnTo>
                <a:cubicBezTo>
                  <a:pt x="379535" y="112128"/>
                  <a:pt x="387051" y="119781"/>
                  <a:pt x="387051" y="129134"/>
                </a:cubicBezTo>
                <a:cubicBezTo>
                  <a:pt x="387051" y="138488"/>
                  <a:pt x="379535" y="146141"/>
                  <a:pt x="370033" y="146141"/>
                </a:cubicBezTo>
                <a:lnTo>
                  <a:pt x="229490" y="146141"/>
                </a:lnTo>
                <a:cubicBezTo>
                  <a:pt x="220130" y="146141"/>
                  <a:pt x="212472" y="138488"/>
                  <a:pt x="212472" y="129134"/>
                </a:cubicBezTo>
                <a:cubicBezTo>
                  <a:pt x="212472" y="119781"/>
                  <a:pt x="220130" y="112128"/>
                  <a:pt x="229490" y="112128"/>
                </a:cubicBezTo>
                <a:close/>
                <a:moveTo>
                  <a:pt x="112609" y="62315"/>
                </a:moveTo>
                <a:lnTo>
                  <a:pt x="54461" y="128878"/>
                </a:lnTo>
                <a:lnTo>
                  <a:pt x="112609" y="128878"/>
                </a:lnTo>
                <a:close/>
                <a:moveTo>
                  <a:pt x="146647" y="33990"/>
                </a:moveTo>
                <a:lnTo>
                  <a:pt x="146647" y="145873"/>
                </a:lnTo>
                <a:cubicBezTo>
                  <a:pt x="146647" y="155221"/>
                  <a:pt x="139130" y="162868"/>
                  <a:pt x="129628" y="162868"/>
                </a:cubicBezTo>
                <a:lnTo>
                  <a:pt x="34038" y="162868"/>
                </a:lnTo>
                <a:lnTo>
                  <a:pt x="34038" y="573155"/>
                </a:lnTo>
                <a:lnTo>
                  <a:pt x="446181" y="573155"/>
                </a:lnTo>
                <a:lnTo>
                  <a:pt x="446181" y="541431"/>
                </a:lnTo>
                <a:lnTo>
                  <a:pt x="131755" y="541431"/>
                </a:lnTo>
                <a:cubicBezTo>
                  <a:pt x="122395" y="541431"/>
                  <a:pt x="114736" y="533783"/>
                  <a:pt x="114736" y="524436"/>
                </a:cubicBezTo>
                <a:lnTo>
                  <a:pt x="114736" y="328994"/>
                </a:lnTo>
                <a:cubicBezTo>
                  <a:pt x="114736" y="319505"/>
                  <a:pt x="122395" y="311999"/>
                  <a:pt x="131755" y="311999"/>
                </a:cubicBezTo>
                <a:lnTo>
                  <a:pt x="446181" y="311999"/>
                </a:lnTo>
                <a:lnTo>
                  <a:pt x="446181" y="33990"/>
                </a:lnTo>
                <a:close/>
                <a:moveTo>
                  <a:pt x="129628" y="0"/>
                </a:moveTo>
                <a:lnTo>
                  <a:pt x="463200" y="0"/>
                </a:lnTo>
                <a:cubicBezTo>
                  <a:pt x="472560" y="0"/>
                  <a:pt x="480219" y="7648"/>
                  <a:pt x="480219" y="16995"/>
                </a:cubicBezTo>
                <a:lnTo>
                  <a:pt x="480219" y="311999"/>
                </a:lnTo>
                <a:lnTo>
                  <a:pt x="530992" y="311999"/>
                </a:lnTo>
                <a:cubicBezTo>
                  <a:pt x="540353" y="311999"/>
                  <a:pt x="548011" y="319505"/>
                  <a:pt x="548011" y="328994"/>
                </a:cubicBezTo>
                <a:lnTo>
                  <a:pt x="548011" y="524436"/>
                </a:lnTo>
                <a:cubicBezTo>
                  <a:pt x="548011" y="533783"/>
                  <a:pt x="540353" y="541431"/>
                  <a:pt x="530992" y="541431"/>
                </a:cubicBezTo>
                <a:lnTo>
                  <a:pt x="480219" y="541431"/>
                </a:lnTo>
                <a:lnTo>
                  <a:pt x="480219" y="590150"/>
                </a:lnTo>
                <a:cubicBezTo>
                  <a:pt x="480219" y="599497"/>
                  <a:pt x="472560" y="607145"/>
                  <a:pt x="463200" y="607145"/>
                </a:cubicBezTo>
                <a:lnTo>
                  <a:pt x="17019" y="607145"/>
                </a:lnTo>
                <a:cubicBezTo>
                  <a:pt x="7658" y="607145"/>
                  <a:pt x="0" y="599497"/>
                  <a:pt x="0" y="590150"/>
                </a:cubicBezTo>
                <a:lnTo>
                  <a:pt x="0" y="145873"/>
                </a:lnTo>
                <a:cubicBezTo>
                  <a:pt x="0" y="141766"/>
                  <a:pt x="1560" y="137801"/>
                  <a:pt x="4255" y="134685"/>
                </a:cubicBezTo>
                <a:lnTo>
                  <a:pt x="116864" y="5807"/>
                </a:lnTo>
                <a:cubicBezTo>
                  <a:pt x="120125" y="2124"/>
                  <a:pt x="124806" y="0"/>
                  <a:pt x="129628"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文本框 31">
            <a:extLst>
              <a:ext uri="{FF2B5EF4-FFF2-40B4-BE49-F238E27FC236}">
                <a16:creationId xmlns:a16="http://schemas.microsoft.com/office/drawing/2014/main" id="{544BF8A9-D886-0221-2C24-E48DE4156FEE}"/>
              </a:ext>
            </a:extLst>
          </p:cNvPr>
          <p:cNvSpPr txBox="1"/>
          <p:nvPr/>
        </p:nvSpPr>
        <p:spPr>
          <a:xfrm>
            <a:off x="8719943" y="4341288"/>
            <a:ext cx="3260035" cy="32181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100"/>
              <a:t>负责将数据准确送到到对应的应用程序</a:t>
            </a:r>
            <a:r>
              <a:rPr lang="en-US" altLang="zh-CN" sz="1100"/>
              <a:t>(</a:t>
            </a:r>
            <a:r>
              <a:rPr lang="zh-CN" altLang="en-US" sz="1100"/>
              <a:t>端口</a:t>
            </a:r>
            <a:r>
              <a:rPr lang="en-US" altLang="zh-CN" sz="1100"/>
              <a:t>)</a:t>
            </a:r>
            <a:endParaRPr lang="zh-CN" altLang="en-US" sz="1100"/>
          </a:p>
        </p:txBody>
      </p:sp>
      <p:sp>
        <p:nvSpPr>
          <p:cNvPr id="33" name="文本框 32">
            <a:extLst>
              <a:ext uri="{FF2B5EF4-FFF2-40B4-BE49-F238E27FC236}">
                <a16:creationId xmlns:a16="http://schemas.microsoft.com/office/drawing/2014/main" id="{6FCF67EE-DDD0-A5B3-6245-BC308D5A8250}"/>
              </a:ext>
            </a:extLst>
          </p:cNvPr>
          <p:cNvSpPr txBox="1"/>
          <p:nvPr/>
        </p:nvSpPr>
        <p:spPr>
          <a:xfrm>
            <a:off x="8719943" y="4806091"/>
            <a:ext cx="2989660" cy="32181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100"/>
              <a:t>负责基于</a:t>
            </a:r>
            <a:r>
              <a:rPr lang="en-US" altLang="zh-CN" sz="1100"/>
              <a:t>IP</a:t>
            </a:r>
            <a:r>
              <a:rPr lang="zh-CN" altLang="en-US" sz="1100"/>
              <a:t>地址将数据包路由给对应设备</a:t>
            </a:r>
          </a:p>
        </p:txBody>
      </p:sp>
      <p:cxnSp>
        <p:nvCxnSpPr>
          <p:cNvPr id="35" name="直接箭头连接符 34">
            <a:extLst>
              <a:ext uri="{FF2B5EF4-FFF2-40B4-BE49-F238E27FC236}">
                <a16:creationId xmlns:a16="http://schemas.microsoft.com/office/drawing/2014/main" id="{4CCC365B-8E6B-2585-85DA-F55FDB7C81D8}"/>
              </a:ext>
            </a:extLst>
          </p:cNvPr>
          <p:cNvCxnSpPr>
            <a:cxnSpLocks/>
          </p:cNvCxnSpPr>
          <p:nvPr/>
        </p:nvCxnSpPr>
        <p:spPr>
          <a:xfrm>
            <a:off x="7863318" y="4532243"/>
            <a:ext cx="395169" cy="0"/>
          </a:xfrm>
          <a:prstGeom prst="straightConnector1">
            <a:avLst/>
          </a:prstGeom>
          <a:ln w="9525">
            <a:solidFill>
              <a:schemeClr val="bg1">
                <a:lumMod val="50000"/>
              </a:schemeClr>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9D36EC99-BF67-6D92-5195-706A829EE8F3}"/>
              </a:ext>
            </a:extLst>
          </p:cNvPr>
          <p:cNvCxnSpPr>
            <a:cxnSpLocks/>
          </p:cNvCxnSpPr>
          <p:nvPr/>
        </p:nvCxnSpPr>
        <p:spPr>
          <a:xfrm>
            <a:off x="7603053" y="3800060"/>
            <a:ext cx="520530" cy="0"/>
          </a:xfrm>
          <a:prstGeom prst="straightConnector1">
            <a:avLst/>
          </a:prstGeom>
          <a:ln w="9525">
            <a:solidFill>
              <a:schemeClr val="bg1">
                <a:lumMod val="50000"/>
              </a:schemeClr>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41" name="图片 40">
            <a:extLst>
              <a:ext uri="{FF2B5EF4-FFF2-40B4-BE49-F238E27FC236}">
                <a16:creationId xmlns:a16="http://schemas.microsoft.com/office/drawing/2014/main" id="{80BB1ECD-11E2-6F43-F4DC-A6B5BFA2EA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31965" y="0"/>
            <a:ext cx="3260036" cy="3260036"/>
          </a:xfrm>
          <a:prstGeom prst="rect">
            <a:avLst/>
          </a:prstGeom>
        </p:spPr>
      </p:pic>
      <p:sp>
        <p:nvSpPr>
          <p:cNvPr id="42" name="文本框 41">
            <a:extLst>
              <a:ext uri="{FF2B5EF4-FFF2-40B4-BE49-F238E27FC236}">
                <a16:creationId xmlns:a16="http://schemas.microsoft.com/office/drawing/2014/main" id="{F07A67EB-9505-6757-A32B-715D12A7FFA5}"/>
              </a:ext>
            </a:extLst>
          </p:cNvPr>
          <p:cNvSpPr txBox="1"/>
          <p:nvPr/>
        </p:nvSpPr>
        <p:spPr>
          <a:xfrm>
            <a:off x="8719943" y="5398374"/>
            <a:ext cx="3372662" cy="575735"/>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100"/>
              <a:t>负责数据在物理网络中的传输，处理与硬件设备交互</a:t>
            </a:r>
          </a:p>
        </p:txBody>
      </p:sp>
      <p:sp>
        <p:nvSpPr>
          <p:cNvPr id="43" name="文本框 42">
            <a:extLst>
              <a:ext uri="{FF2B5EF4-FFF2-40B4-BE49-F238E27FC236}">
                <a16:creationId xmlns:a16="http://schemas.microsoft.com/office/drawing/2014/main" id="{CA8337D0-1DBB-2C8B-447B-4BFC82AF2E11}"/>
              </a:ext>
            </a:extLst>
          </p:cNvPr>
          <p:cNvSpPr txBox="1"/>
          <p:nvPr/>
        </p:nvSpPr>
        <p:spPr>
          <a:xfrm>
            <a:off x="1974568" y="6183047"/>
            <a:ext cx="1805302" cy="338554"/>
          </a:xfrm>
          <a:prstGeom prst="rect">
            <a:avLst/>
          </a:prstGeom>
          <a:noFill/>
        </p:spPr>
        <p:txBody>
          <a:bodyPr wrap="none" rtlCol="0">
            <a:spAutoFit/>
          </a:bodyPr>
          <a:lstStyle/>
          <a:p>
            <a:r>
              <a:rPr lang="en-US" altLang="zh-CN" sz="1600">
                <a:solidFill>
                  <a:srgbClr val="C00000"/>
                </a:solidFill>
                <a:latin typeface="荆南波波黑" panose="02000800000000000000" pitchFamily="2" charset="-122"/>
                <a:ea typeface="荆南波波黑" panose="02000800000000000000" pitchFamily="2" charset="-122"/>
              </a:rPr>
              <a:t>OSI</a:t>
            </a:r>
            <a:r>
              <a:rPr lang="zh-CN" altLang="en-US" sz="1600">
                <a:solidFill>
                  <a:srgbClr val="C00000"/>
                </a:solidFill>
                <a:latin typeface="荆南波波黑" panose="02000800000000000000" pitchFamily="2" charset="-122"/>
                <a:ea typeface="荆南波波黑" panose="02000800000000000000" pitchFamily="2" charset="-122"/>
              </a:rPr>
              <a:t>七层网络模型</a:t>
            </a:r>
          </a:p>
        </p:txBody>
      </p:sp>
      <p:sp>
        <p:nvSpPr>
          <p:cNvPr id="44" name="文本框 43">
            <a:extLst>
              <a:ext uri="{FF2B5EF4-FFF2-40B4-BE49-F238E27FC236}">
                <a16:creationId xmlns:a16="http://schemas.microsoft.com/office/drawing/2014/main" id="{0DB21C00-855D-C339-AD6E-1ABC29025433}"/>
              </a:ext>
            </a:extLst>
          </p:cNvPr>
          <p:cNvSpPr txBox="1"/>
          <p:nvPr/>
        </p:nvSpPr>
        <p:spPr>
          <a:xfrm>
            <a:off x="4634628" y="6183047"/>
            <a:ext cx="2273379" cy="338554"/>
          </a:xfrm>
          <a:prstGeom prst="rect">
            <a:avLst/>
          </a:prstGeom>
          <a:noFill/>
        </p:spPr>
        <p:txBody>
          <a:bodyPr wrap="none" rtlCol="0">
            <a:spAutoFit/>
          </a:bodyPr>
          <a:lstStyle/>
          <a:p>
            <a:r>
              <a:rPr lang="en-US" altLang="zh-CN" sz="1600">
                <a:solidFill>
                  <a:srgbClr val="C00000"/>
                </a:solidFill>
                <a:latin typeface="荆南波波黑" panose="02000800000000000000" pitchFamily="2" charset="-122"/>
                <a:ea typeface="荆南波波黑" panose="02000800000000000000" pitchFamily="2" charset="-122"/>
              </a:rPr>
              <a:t>TCP/IP</a:t>
            </a:r>
            <a:r>
              <a:rPr lang="zh-CN" altLang="en-US" sz="1600">
                <a:solidFill>
                  <a:srgbClr val="C00000"/>
                </a:solidFill>
                <a:latin typeface="荆南波波黑" panose="02000800000000000000" pitchFamily="2" charset="-122"/>
                <a:ea typeface="荆南波波黑" panose="02000800000000000000" pitchFamily="2" charset="-122"/>
              </a:rPr>
              <a:t>四层网络模型</a:t>
            </a:r>
          </a:p>
        </p:txBody>
      </p:sp>
      <p:sp>
        <p:nvSpPr>
          <p:cNvPr id="45" name="流程图: 文档 44">
            <a:extLst>
              <a:ext uri="{FF2B5EF4-FFF2-40B4-BE49-F238E27FC236}">
                <a16:creationId xmlns:a16="http://schemas.microsoft.com/office/drawing/2014/main" id="{36DEBFD5-5D17-427C-FD10-B028BA92A5DC}"/>
              </a:ext>
            </a:extLst>
          </p:cNvPr>
          <p:cNvSpPr/>
          <p:nvPr/>
        </p:nvSpPr>
        <p:spPr>
          <a:xfrm>
            <a:off x="7235696" y="4398043"/>
            <a:ext cx="371059" cy="248478"/>
          </a:xfrm>
          <a:prstGeom prst="flowChartDocument">
            <a:avLst/>
          </a:prstGeom>
          <a:solidFill>
            <a:schemeClr val="bg1">
              <a:lumMod val="5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流程图: 文档 45">
            <a:extLst>
              <a:ext uri="{FF2B5EF4-FFF2-40B4-BE49-F238E27FC236}">
                <a16:creationId xmlns:a16="http://schemas.microsoft.com/office/drawing/2014/main" id="{E537126D-E8EB-9E5F-FDFF-170174ADDA84}"/>
              </a:ext>
            </a:extLst>
          </p:cNvPr>
          <p:cNvSpPr/>
          <p:nvPr/>
        </p:nvSpPr>
        <p:spPr>
          <a:xfrm>
            <a:off x="7265517" y="4431172"/>
            <a:ext cx="371059" cy="248478"/>
          </a:xfrm>
          <a:prstGeom prst="flowChartDocument">
            <a:avLst/>
          </a:prstGeom>
          <a:solidFill>
            <a:schemeClr val="bg1">
              <a:lumMod val="5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流程图: 文档 46">
            <a:extLst>
              <a:ext uri="{FF2B5EF4-FFF2-40B4-BE49-F238E27FC236}">
                <a16:creationId xmlns:a16="http://schemas.microsoft.com/office/drawing/2014/main" id="{45B8CFAF-EBB5-F120-C9F1-1C8AA263F921}"/>
              </a:ext>
            </a:extLst>
          </p:cNvPr>
          <p:cNvSpPr/>
          <p:nvPr/>
        </p:nvSpPr>
        <p:spPr>
          <a:xfrm>
            <a:off x="7308590" y="4470927"/>
            <a:ext cx="371059" cy="248478"/>
          </a:xfrm>
          <a:prstGeom prst="flowChartDocument">
            <a:avLst/>
          </a:prstGeom>
          <a:solidFill>
            <a:schemeClr val="bg1">
              <a:lumMod val="5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流程图: 文档 49">
            <a:extLst>
              <a:ext uri="{FF2B5EF4-FFF2-40B4-BE49-F238E27FC236}">
                <a16:creationId xmlns:a16="http://schemas.microsoft.com/office/drawing/2014/main" id="{D79D6492-8E71-7430-DF4D-82CAB89F3C3D}"/>
              </a:ext>
            </a:extLst>
          </p:cNvPr>
          <p:cNvSpPr/>
          <p:nvPr/>
        </p:nvSpPr>
        <p:spPr>
          <a:xfrm>
            <a:off x="8275990" y="4419144"/>
            <a:ext cx="371059" cy="248478"/>
          </a:xfrm>
          <a:prstGeom prst="flowChartDocument">
            <a:avLst/>
          </a:prstGeom>
          <a:solidFill>
            <a:schemeClr val="bg1">
              <a:lumMod val="5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流程图: 文档 50">
            <a:extLst>
              <a:ext uri="{FF2B5EF4-FFF2-40B4-BE49-F238E27FC236}">
                <a16:creationId xmlns:a16="http://schemas.microsoft.com/office/drawing/2014/main" id="{E48C4A49-BF9C-A129-9D74-020C702B1B10}"/>
              </a:ext>
            </a:extLst>
          </p:cNvPr>
          <p:cNvSpPr/>
          <p:nvPr/>
        </p:nvSpPr>
        <p:spPr>
          <a:xfrm>
            <a:off x="8305811" y="4452273"/>
            <a:ext cx="371059" cy="248478"/>
          </a:xfrm>
          <a:prstGeom prst="flowChartDocument">
            <a:avLst/>
          </a:prstGeom>
          <a:solidFill>
            <a:schemeClr val="bg1">
              <a:lumMod val="5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流程图: 文档 51">
            <a:extLst>
              <a:ext uri="{FF2B5EF4-FFF2-40B4-BE49-F238E27FC236}">
                <a16:creationId xmlns:a16="http://schemas.microsoft.com/office/drawing/2014/main" id="{35E8DF81-25C2-CC10-A4C9-65A75171EC2A}"/>
              </a:ext>
            </a:extLst>
          </p:cNvPr>
          <p:cNvSpPr/>
          <p:nvPr/>
        </p:nvSpPr>
        <p:spPr>
          <a:xfrm>
            <a:off x="8348884" y="4492028"/>
            <a:ext cx="371059" cy="248478"/>
          </a:xfrm>
          <a:prstGeom prst="flowChartDocument">
            <a:avLst/>
          </a:prstGeom>
          <a:solidFill>
            <a:schemeClr val="bg1">
              <a:lumMod val="5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iconfont-11573-5485686">
            <a:extLst>
              <a:ext uri="{FF2B5EF4-FFF2-40B4-BE49-F238E27FC236}">
                <a16:creationId xmlns:a16="http://schemas.microsoft.com/office/drawing/2014/main" id="{BEE97C38-7A00-F9F8-5F62-6EF7BE89B42D}"/>
              </a:ext>
            </a:extLst>
          </p:cNvPr>
          <p:cNvSpPr/>
          <p:nvPr/>
        </p:nvSpPr>
        <p:spPr>
          <a:xfrm>
            <a:off x="8632934" y="4498291"/>
            <a:ext cx="81569" cy="84817"/>
          </a:xfrm>
          <a:custGeom>
            <a:avLst/>
            <a:gdLst>
              <a:gd name="T0" fmla="*/ 400 w 10042"/>
              <a:gd name="T1" fmla="*/ 4842 h 10442"/>
              <a:gd name="T2" fmla="*/ 0 w 10042"/>
              <a:gd name="T3" fmla="*/ 4442 h 10442"/>
              <a:gd name="T4" fmla="*/ 0 w 10042"/>
              <a:gd name="T5" fmla="*/ 1242 h 10442"/>
              <a:gd name="T6" fmla="*/ 400 w 10042"/>
              <a:gd name="T7" fmla="*/ 842 h 10442"/>
              <a:gd name="T8" fmla="*/ 3600 w 10042"/>
              <a:gd name="T9" fmla="*/ 842 h 10442"/>
              <a:gd name="T10" fmla="*/ 4000 w 10042"/>
              <a:gd name="T11" fmla="*/ 1242 h 10442"/>
              <a:gd name="T12" fmla="*/ 4000 w 10042"/>
              <a:gd name="T13" fmla="*/ 4442 h 10442"/>
              <a:gd name="T14" fmla="*/ 3600 w 10042"/>
              <a:gd name="T15" fmla="*/ 4842 h 10442"/>
              <a:gd name="T16" fmla="*/ 400 w 10042"/>
              <a:gd name="T17" fmla="*/ 4842 h 10442"/>
              <a:gd name="T18" fmla="*/ 800 w 10042"/>
              <a:gd name="T19" fmla="*/ 4042 h 10442"/>
              <a:gd name="T20" fmla="*/ 3200 w 10042"/>
              <a:gd name="T21" fmla="*/ 4042 h 10442"/>
              <a:gd name="T22" fmla="*/ 3200 w 10042"/>
              <a:gd name="T23" fmla="*/ 1642 h 10442"/>
              <a:gd name="T24" fmla="*/ 800 w 10042"/>
              <a:gd name="T25" fmla="*/ 1642 h 10442"/>
              <a:gd name="T26" fmla="*/ 800 w 10042"/>
              <a:gd name="T27" fmla="*/ 4042 h 10442"/>
              <a:gd name="T28" fmla="*/ 400 w 10042"/>
              <a:gd name="T29" fmla="*/ 10442 h 10442"/>
              <a:gd name="T30" fmla="*/ 0 w 10042"/>
              <a:gd name="T31" fmla="*/ 10042 h 10442"/>
              <a:gd name="T32" fmla="*/ 0 w 10042"/>
              <a:gd name="T33" fmla="*/ 6842 h 10442"/>
              <a:gd name="T34" fmla="*/ 400 w 10042"/>
              <a:gd name="T35" fmla="*/ 6442 h 10442"/>
              <a:gd name="T36" fmla="*/ 3600 w 10042"/>
              <a:gd name="T37" fmla="*/ 6442 h 10442"/>
              <a:gd name="T38" fmla="*/ 4000 w 10042"/>
              <a:gd name="T39" fmla="*/ 6842 h 10442"/>
              <a:gd name="T40" fmla="*/ 4000 w 10042"/>
              <a:gd name="T41" fmla="*/ 10042 h 10442"/>
              <a:gd name="T42" fmla="*/ 3600 w 10042"/>
              <a:gd name="T43" fmla="*/ 10442 h 10442"/>
              <a:gd name="T44" fmla="*/ 400 w 10042"/>
              <a:gd name="T45" fmla="*/ 10442 h 10442"/>
              <a:gd name="T46" fmla="*/ 800 w 10042"/>
              <a:gd name="T47" fmla="*/ 9642 h 10442"/>
              <a:gd name="T48" fmla="*/ 3200 w 10042"/>
              <a:gd name="T49" fmla="*/ 9642 h 10442"/>
              <a:gd name="T50" fmla="*/ 3200 w 10042"/>
              <a:gd name="T51" fmla="*/ 7242 h 10442"/>
              <a:gd name="T52" fmla="*/ 800 w 10042"/>
              <a:gd name="T53" fmla="*/ 7242 h 10442"/>
              <a:gd name="T54" fmla="*/ 800 w 10042"/>
              <a:gd name="T55" fmla="*/ 9642 h 10442"/>
              <a:gd name="T56" fmla="*/ 9036 w 10042"/>
              <a:gd name="T57" fmla="*/ 2642 h 10442"/>
              <a:gd name="T58" fmla="*/ 7400 w 10042"/>
              <a:gd name="T59" fmla="*/ 1006 h 10442"/>
              <a:gd name="T60" fmla="*/ 5764 w 10042"/>
              <a:gd name="T61" fmla="*/ 2642 h 10442"/>
              <a:gd name="T62" fmla="*/ 7400 w 10042"/>
              <a:gd name="T63" fmla="*/ 4278 h 10442"/>
              <a:gd name="T64" fmla="*/ 9036 w 10042"/>
              <a:gd name="T65" fmla="*/ 2642 h 10442"/>
              <a:gd name="T66" fmla="*/ 7116 w 10042"/>
              <a:gd name="T67" fmla="*/ 5126 h 10442"/>
              <a:gd name="T68" fmla="*/ 4916 w 10042"/>
              <a:gd name="T69" fmla="*/ 2926 h 10442"/>
              <a:gd name="T70" fmla="*/ 4916 w 10042"/>
              <a:gd name="T71" fmla="*/ 2358 h 10442"/>
              <a:gd name="T72" fmla="*/ 7116 w 10042"/>
              <a:gd name="T73" fmla="*/ 158 h 10442"/>
              <a:gd name="T74" fmla="*/ 7684 w 10042"/>
              <a:gd name="T75" fmla="*/ 158 h 10442"/>
              <a:gd name="T76" fmla="*/ 9884 w 10042"/>
              <a:gd name="T77" fmla="*/ 2358 h 10442"/>
              <a:gd name="T78" fmla="*/ 9884 w 10042"/>
              <a:gd name="T79" fmla="*/ 2926 h 10442"/>
              <a:gd name="T80" fmla="*/ 7684 w 10042"/>
              <a:gd name="T81" fmla="*/ 5126 h 10442"/>
              <a:gd name="T82" fmla="*/ 7116 w 10042"/>
              <a:gd name="T83" fmla="*/ 5126 h 10442"/>
              <a:gd name="T84" fmla="*/ 6000 w 10042"/>
              <a:gd name="T85" fmla="*/ 10442 h 10442"/>
              <a:gd name="T86" fmla="*/ 5600 w 10042"/>
              <a:gd name="T87" fmla="*/ 10042 h 10442"/>
              <a:gd name="T88" fmla="*/ 5600 w 10042"/>
              <a:gd name="T89" fmla="*/ 6842 h 10442"/>
              <a:gd name="T90" fmla="*/ 6000 w 10042"/>
              <a:gd name="T91" fmla="*/ 6442 h 10442"/>
              <a:gd name="T92" fmla="*/ 9200 w 10042"/>
              <a:gd name="T93" fmla="*/ 6442 h 10442"/>
              <a:gd name="T94" fmla="*/ 9600 w 10042"/>
              <a:gd name="T95" fmla="*/ 6842 h 10442"/>
              <a:gd name="T96" fmla="*/ 9600 w 10042"/>
              <a:gd name="T97" fmla="*/ 10042 h 10442"/>
              <a:gd name="T98" fmla="*/ 9200 w 10042"/>
              <a:gd name="T99" fmla="*/ 10442 h 10442"/>
              <a:gd name="T100" fmla="*/ 6000 w 10042"/>
              <a:gd name="T101" fmla="*/ 10442 h 10442"/>
              <a:gd name="T102" fmla="*/ 6400 w 10042"/>
              <a:gd name="T103" fmla="*/ 9642 h 10442"/>
              <a:gd name="T104" fmla="*/ 8800 w 10042"/>
              <a:gd name="T105" fmla="*/ 9642 h 10442"/>
              <a:gd name="T106" fmla="*/ 8800 w 10042"/>
              <a:gd name="T107" fmla="*/ 7242 h 10442"/>
              <a:gd name="T108" fmla="*/ 6400 w 10042"/>
              <a:gd name="T109" fmla="*/ 7242 h 10442"/>
              <a:gd name="T110" fmla="*/ 6400 w 10042"/>
              <a:gd name="T111" fmla="*/ 9642 h 10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042" h="10442">
                <a:moveTo>
                  <a:pt x="400" y="4842"/>
                </a:moveTo>
                <a:cubicBezTo>
                  <a:pt x="179" y="4842"/>
                  <a:pt x="0" y="4663"/>
                  <a:pt x="0" y="4442"/>
                </a:cubicBezTo>
                <a:lnTo>
                  <a:pt x="0" y="1242"/>
                </a:lnTo>
                <a:cubicBezTo>
                  <a:pt x="0" y="1021"/>
                  <a:pt x="179" y="842"/>
                  <a:pt x="400" y="842"/>
                </a:cubicBezTo>
                <a:lnTo>
                  <a:pt x="3600" y="842"/>
                </a:lnTo>
                <a:cubicBezTo>
                  <a:pt x="3821" y="842"/>
                  <a:pt x="4000" y="1021"/>
                  <a:pt x="4000" y="1242"/>
                </a:cubicBezTo>
                <a:lnTo>
                  <a:pt x="4000" y="4442"/>
                </a:lnTo>
                <a:cubicBezTo>
                  <a:pt x="4000" y="4663"/>
                  <a:pt x="3821" y="4842"/>
                  <a:pt x="3600" y="4842"/>
                </a:cubicBezTo>
                <a:lnTo>
                  <a:pt x="400" y="4842"/>
                </a:lnTo>
                <a:close/>
                <a:moveTo>
                  <a:pt x="800" y="4042"/>
                </a:moveTo>
                <a:lnTo>
                  <a:pt x="3200" y="4042"/>
                </a:lnTo>
                <a:lnTo>
                  <a:pt x="3200" y="1642"/>
                </a:lnTo>
                <a:lnTo>
                  <a:pt x="800" y="1642"/>
                </a:lnTo>
                <a:lnTo>
                  <a:pt x="800" y="4042"/>
                </a:lnTo>
                <a:close/>
                <a:moveTo>
                  <a:pt x="400" y="10442"/>
                </a:moveTo>
                <a:cubicBezTo>
                  <a:pt x="179" y="10442"/>
                  <a:pt x="0" y="10263"/>
                  <a:pt x="0" y="10042"/>
                </a:cubicBezTo>
                <a:lnTo>
                  <a:pt x="0" y="6842"/>
                </a:lnTo>
                <a:cubicBezTo>
                  <a:pt x="0" y="6621"/>
                  <a:pt x="179" y="6442"/>
                  <a:pt x="400" y="6442"/>
                </a:cubicBezTo>
                <a:lnTo>
                  <a:pt x="3600" y="6442"/>
                </a:lnTo>
                <a:cubicBezTo>
                  <a:pt x="3821" y="6442"/>
                  <a:pt x="4000" y="6621"/>
                  <a:pt x="4000" y="6842"/>
                </a:cubicBezTo>
                <a:lnTo>
                  <a:pt x="4000" y="10042"/>
                </a:lnTo>
                <a:cubicBezTo>
                  <a:pt x="4000" y="10263"/>
                  <a:pt x="3821" y="10442"/>
                  <a:pt x="3600" y="10442"/>
                </a:cubicBezTo>
                <a:lnTo>
                  <a:pt x="400" y="10442"/>
                </a:lnTo>
                <a:close/>
                <a:moveTo>
                  <a:pt x="800" y="9642"/>
                </a:moveTo>
                <a:lnTo>
                  <a:pt x="3200" y="9642"/>
                </a:lnTo>
                <a:lnTo>
                  <a:pt x="3200" y="7242"/>
                </a:lnTo>
                <a:lnTo>
                  <a:pt x="800" y="7242"/>
                </a:lnTo>
                <a:lnTo>
                  <a:pt x="800" y="9642"/>
                </a:lnTo>
                <a:close/>
                <a:moveTo>
                  <a:pt x="9036" y="2642"/>
                </a:moveTo>
                <a:lnTo>
                  <a:pt x="7400" y="1006"/>
                </a:lnTo>
                <a:lnTo>
                  <a:pt x="5764" y="2642"/>
                </a:lnTo>
                <a:lnTo>
                  <a:pt x="7400" y="4278"/>
                </a:lnTo>
                <a:lnTo>
                  <a:pt x="9036" y="2642"/>
                </a:lnTo>
                <a:close/>
                <a:moveTo>
                  <a:pt x="7116" y="5126"/>
                </a:moveTo>
                <a:lnTo>
                  <a:pt x="4916" y="2926"/>
                </a:lnTo>
                <a:cubicBezTo>
                  <a:pt x="4758" y="2770"/>
                  <a:pt x="4758" y="2514"/>
                  <a:pt x="4916" y="2358"/>
                </a:cubicBezTo>
                <a:lnTo>
                  <a:pt x="7116" y="158"/>
                </a:lnTo>
                <a:cubicBezTo>
                  <a:pt x="7272" y="0"/>
                  <a:pt x="7528" y="0"/>
                  <a:pt x="7684" y="158"/>
                </a:cubicBezTo>
                <a:lnTo>
                  <a:pt x="9884" y="2358"/>
                </a:lnTo>
                <a:cubicBezTo>
                  <a:pt x="10042" y="2514"/>
                  <a:pt x="10042" y="2770"/>
                  <a:pt x="9884" y="2926"/>
                </a:cubicBezTo>
                <a:lnTo>
                  <a:pt x="7684" y="5126"/>
                </a:lnTo>
                <a:cubicBezTo>
                  <a:pt x="7528" y="5284"/>
                  <a:pt x="7272" y="5284"/>
                  <a:pt x="7116" y="5126"/>
                </a:cubicBezTo>
                <a:close/>
                <a:moveTo>
                  <a:pt x="6000" y="10442"/>
                </a:moveTo>
                <a:cubicBezTo>
                  <a:pt x="5779" y="10442"/>
                  <a:pt x="5600" y="10263"/>
                  <a:pt x="5600" y="10042"/>
                </a:cubicBezTo>
                <a:lnTo>
                  <a:pt x="5600" y="6842"/>
                </a:lnTo>
                <a:cubicBezTo>
                  <a:pt x="5600" y="6621"/>
                  <a:pt x="5779" y="6442"/>
                  <a:pt x="6000" y="6442"/>
                </a:cubicBezTo>
                <a:lnTo>
                  <a:pt x="9200" y="6442"/>
                </a:lnTo>
                <a:cubicBezTo>
                  <a:pt x="9421" y="6442"/>
                  <a:pt x="9600" y="6621"/>
                  <a:pt x="9600" y="6842"/>
                </a:cubicBezTo>
                <a:lnTo>
                  <a:pt x="9600" y="10042"/>
                </a:lnTo>
                <a:cubicBezTo>
                  <a:pt x="9600" y="10263"/>
                  <a:pt x="9421" y="10442"/>
                  <a:pt x="9200" y="10442"/>
                </a:cubicBezTo>
                <a:lnTo>
                  <a:pt x="6000" y="10442"/>
                </a:lnTo>
                <a:close/>
                <a:moveTo>
                  <a:pt x="6400" y="9642"/>
                </a:moveTo>
                <a:lnTo>
                  <a:pt x="8800" y="9642"/>
                </a:lnTo>
                <a:lnTo>
                  <a:pt x="8800" y="7242"/>
                </a:lnTo>
                <a:lnTo>
                  <a:pt x="6400" y="7242"/>
                </a:lnTo>
                <a:lnTo>
                  <a:pt x="6400" y="964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流程图: 文档 52">
            <a:extLst>
              <a:ext uri="{FF2B5EF4-FFF2-40B4-BE49-F238E27FC236}">
                <a16:creationId xmlns:a16="http://schemas.microsoft.com/office/drawing/2014/main" id="{545086A7-937C-21CC-FE8F-3B9D48556484}"/>
              </a:ext>
            </a:extLst>
          </p:cNvPr>
          <p:cNvSpPr/>
          <p:nvPr/>
        </p:nvSpPr>
        <p:spPr>
          <a:xfrm>
            <a:off x="7235696" y="4825447"/>
            <a:ext cx="371059" cy="248478"/>
          </a:xfrm>
          <a:prstGeom prst="flowChartDocument">
            <a:avLst/>
          </a:prstGeom>
          <a:solidFill>
            <a:schemeClr val="bg1">
              <a:lumMod val="5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流程图: 文档 53">
            <a:extLst>
              <a:ext uri="{FF2B5EF4-FFF2-40B4-BE49-F238E27FC236}">
                <a16:creationId xmlns:a16="http://schemas.microsoft.com/office/drawing/2014/main" id="{C35BA0F5-504C-7265-4DE4-4A7C5E5C593C}"/>
              </a:ext>
            </a:extLst>
          </p:cNvPr>
          <p:cNvSpPr/>
          <p:nvPr/>
        </p:nvSpPr>
        <p:spPr>
          <a:xfrm>
            <a:off x="7265517" y="4858576"/>
            <a:ext cx="371059" cy="248478"/>
          </a:xfrm>
          <a:prstGeom prst="flowChartDocument">
            <a:avLst/>
          </a:prstGeom>
          <a:solidFill>
            <a:schemeClr val="bg1">
              <a:lumMod val="5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流程图: 文档 54">
            <a:extLst>
              <a:ext uri="{FF2B5EF4-FFF2-40B4-BE49-F238E27FC236}">
                <a16:creationId xmlns:a16="http://schemas.microsoft.com/office/drawing/2014/main" id="{1F5C2CD7-869B-2F04-C893-1F3E7CE270E4}"/>
              </a:ext>
            </a:extLst>
          </p:cNvPr>
          <p:cNvSpPr/>
          <p:nvPr/>
        </p:nvSpPr>
        <p:spPr>
          <a:xfrm>
            <a:off x="7308590" y="4898331"/>
            <a:ext cx="371059" cy="248478"/>
          </a:xfrm>
          <a:prstGeom prst="flowChartDocument">
            <a:avLst/>
          </a:prstGeom>
          <a:solidFill>
            <a:schemeClr val="bg1">
              <a:lumMod val="5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iconfont-11573-5485686">
            <a:extLst>
              <a:ext uri="{FF2B5EF4-FFF2-40B4-BE49-F238E27FC236}">
                <a16:creationId xmlns:a16="http://schemas.microsoft.com/office/drawing/2014/main" id="{FD9DD5A1-2760-9953-BB76-1DEAA1C28AC9}"/>
              </a:ext>
            </a:extLst>
          </p:cNvPr>
          <p:cNvSpPr/>
          <p:nvPr/>
        </p:nvSpPr>
        <p:spPr>
          <a:xfrm>
            <a:off x="7579936" y="4918886"/>
            <a:ext cx="99713" cy="103684"/>
          </a:xfrm>
          <a:custGeom>
            <a:avLst/>
            <a:gdLst>
              <a:gd name="T0" fmla="*/ 400 w 10042"/>
              <a:gd name="T1" fmla="*/ 4842 h 10442"/>
              <a:gd name="T2" fmla="*/ 0 w 10042"/>
              <a:gd name="T3" fmla="*/ 4442 h 10442"/>
              <a:gd name="T4" fmla="*/ 0 w 10042"/>
              <a:gd name="T5" fmla="*/ 1242 h 10442"/>
              <a:gd name="T6" fmla="*/ 400 w 10042"/>
              <a:gd name="T7" fmla="*/ 842 h 10442"/>
              <a:gd name="T8" fmla="*/ 3600 w 10042"/>
              <a:gd name="T9" fmla="*/ 842 h 10442"/>
              <a:gd name="T10" fmla="*/ 4000 w 10042"/>
              <a:gd name="T11" fmla="*/ 1242 h 10442"/>
              <a:gd name="T12" fmla="*/ 4000 w 10042"/>
              <a:gd name="T13" fmla="*/ 4442 h 10442"/>
              <a:gd name="T14" fmla="*/ 3600 w 10042"/>
              <a:gd name="T15" fmla="*/ 4842 h 10442"/>
              <a:gd name="T16" fmla="*/ 400 w 10042"/>
              <a:gd name="T17" fmla="*/ 4842 h 10442"/>
              <a:gd name="T18" fmla="*/ 800 w 10042"/>
              <a:gd name="T19" fmla="*/ 4042 h 10442"/>
              <a:gd name="T20" fmla="*/ 3200 w 10042"/>
              <a:gd name="T21" fmla="*/ 4042 h 10442"/>
              <a:gd name="T22" fmla="*/ 3200 w 10042"/>
              <a:gd name="T23" fmla="*/ 1642 h 10442"/>
              <a:gd name="T24" fmla="*/ 800 w 10042"/>
              <a:gd name="T25" fmla="*/ 1642 h 10442"/>
              <a:gd name="T26" fmla="*/ 800 w 10042"/>
              <a:gd name="T27" fmla="*/ 4042 h 10442"/>
              <a:gd name="T28" fmla="*/ 400 w 10042"/>
              <a:gd name="T29" fmla="*/ 10442 h 10442"/>
              <a:gd name="T30" fmla="*/ 0 w 10042"/>
              <a:gd name="T31" fmla="*/ 10042 h 10442"/>
              <a:gd name="T32" fmla="*/ 0 w 10042"/>
              <a:gd name="T33" fmla="*/ 6842 h 10442"/>
              <a:gd name="T34" fmla="*/ 400 w 10042"/>
              <a:gd name="T35" fmla="*/ 6442 h 10442"/>
              <a:gd name="T36" fmla="*/ 3600 w 10042"/>
              <a:gd name="T37" fmla="*/ 6442 h 10442"/>
              <a:gd name="T38" fmla="*/ 4000 w 10042"/>
              <a:gd name="T39" fmla="*/ 6842 h 10442"/>
              <a:gd name="T40" fmla="*/ 4000 w 10042"/>
              <a:gd name="T41" fmla="*/ 10042 h 10442"/>
              <a:gd name="T42" fmla="*/ 3600 w 10042"/>
              <a:gd name="T43" fmla="*/ 10442 h 10442"/>
              <a:gd name="T44" fmla="*/ 400 w 10042"/>
              <a:gd name="T45" fmla="*/ 10442 h 10442"/>
              <a:gd name="T46" fmla="*/ 800 w 10042"/>
              <a:gd name="T47" fmla="*/ 9642 h 10442"/>
              <a:gd name="T48" fmla="*/ 3200 w 10042"/>
              <a:gd name="T49" fmla="*/ 9642 h 10442"/>
              <a:gd name="T50" fmla="*/ 3200 w 10042"/>
              <a:gd name="T51" fmla="*/ 7242 h 10442"/>
              <a:gd name="T52" fmla="*/ 800 w 10042"/>
              <a:gd name="T53" fmla="*/ 7242 h 10442"/>
              <a:gd name="T54" fmla="*/ 800 w 10042"/>
              <a:gd name="T55" fmla="*/ 9642 h 10442"/>
              <a:gd name="T56" fmla="*/ 9036 w 10042"/>
              <a:gd name="T57" fmla="*/ 2642 h 10442"/>
              <a:gd name="T58" fmla="*/ 7400 w 10042"/>
              <a:gd name="T59" fmla="*/ 1006 h 10442"/>
              <a:gd name="T60" fmla="*/ 5764 w 10042"/>
              <a:gd name="T61" fmla="*/ 2642 h 10442"/>
              <a:gd name="T62" fmla="*/ 7400 w 10042"/>
              <a:gd name="T63" fmla="*/ 4278 h 10442"/>
              <a:gd name="T64" fmla="*/ 9036 w 10042"/>
              <a:gd name="T65" fmla="*/ 2642 h 10442"/>
              <a:gd name="T66" fmla="*/ 7116 w 10042"/>
              <a:gd name="T67" fmla="*/ 5126 h 10442"/>
              <a:gd name="T68" fmla="*/ 4916 w 10042"/>
              <a:gd name="T69" fmla="*/ 2926 h 10442"/>
              <a:gd name="T70" fmla="*/ 4916 w 10042"/>
              <a:gd name="T71" fmla="*/ 2358 h 10442"/>
              <a:gd name="T72" fmla="*/ 7116 w 10042"/>
              <a:gd name="T73" fmla="*/ 158 h 10442"/>
              <a:gd name="T74" fmla="*/ 7684 w 10042"/>
              <a:gd name="T75" fmla="*/ 158 h 10442"/>
              <a:gd name="T76" fmla="*/ 9884 w 10042"/>
              <a:gd name="T77" fmla="*/ 2358 h 10442"/>
              <a:gd name="T78" fmla="*/ 9884 w 10042"/>
              <a:gd name="T79" fmla="*/ 2926 h 10442"/>
              <a:gd name="T80" fmla="*/ 7684 w 10042"/>
              <a:gd name="T81" fmla="*/ 5126 h 10442"/>
              <a:gd name="T82" fmla="*/ 7116 w 10042"/>
              <a:gd name="T83" fmla="*/ 5126 h 10442"/>
              <a:gd name="T84" fmla="*/ 6000 w 10042"/>
              <a:gd name="T85" fmla="*/ 10442 h 10442"/>
              <a:gd name="T86" fmla="*/ 5600 w 10042"/>
              <a:gd name="T87" fmla="*/ 10042 h 10442"/>
              <a:gd name="T88" fmla="*/ 5600 w 10042"/>
              <a:gd name="T89" fmla="*/ 6842 h 10442"/>
              <a:gd name="T90" fmla="*/ 6000 w 10042"/>
              <a:gd name="T91" fmla="*/ 6442 h 10442"/>
              <a:gd name="T92" fmla="*/ 9200 w 10042"/>
              <a:gd name="T93" fmla="*/ 6442 h 10442"/>
              <a:gd name="T94" fmla="*/ 9600 w 10042"/>
              <a:gd name="T95" fmla="*/ 6842 h 10442"/>
              <a:gd name="T96" fmla="*/ 9600 w 10042"/>
              <a:gd name="T97" fmla="*/ 10042 h 10442"/>
              <a:gd name="T98" fmla="*/ 9200 w 10042"/>
              <a:gd name="T99" fmla="*/ 10442 h 10442"/>
              <a:gd name="T100" fmla="*/ 6000 w 10042"/>
              <a:gd name="T101" fmla="*/ 10442 h 10442"/>
              <a:gd name="T102" fmla="*/ 6400 w 10042"/>
              <a:gd name="T103" fmla="*/ 9642 h 10442"/>
              <a:gd name="T104" fmla="*/ 8800 w 10042"/>
              <a:gd name="T105" fmla="*/ 9642 h 10442"/>
              <a:gd name="T106" fmla="*/ 8800 w 10042"/>
              <a:gd name="T107" fmla="*/ 7242 h 10442"/>
              <a:gd name="T108" fmla="*/ 6400 w 10042"/>
              <a:gd name="T109" fmla="*/ 7242 h 10442"/>
              <a:gd name="T110" fmla="*/ 6400 w 10042"/>
              <a:gd name="T111" fmla="*/ 9642 h 10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042" h="10442">
                <a:moveTo>
                  <a:pt x="400" y="4842"/>
                </a:moveTo>
                <a:cubicBezTo>
                  <a:pt x="179" y="4842"/>
                  <a:pt x="0" y="4663"/>
                  <a:pt x="0" y="4442"/>
                </a:cubicBezTo>
                <a:lnTo>
                  <a:pt x="0" y="1242"/>
                </a:lnTo>
                <a:cubicBezTo>
                  <a:pt x="0" y="1021"/>
                  <a:pt x="179" y="842"/>
                  <a:pt x="400" y="842"/>
                </a:cubicBezTo>
                <a:lnTo>
                  <a:pt x="3600" y="842"/>
                </a:lnTo>
                <a:cubicBezTo>
                  <a:pt x="3821" y="842"/>
                  <a:pt x="4000" y="1021"/>
                  <a:pt x="4000" y="1242"/>
                </a:cubicBezTo>
                <a:lnTo>
                  <a:pt x="4000" y="4442"/>
                </a:lnTo>
                <a:cubicBezTo>
                  <a:pt x="4000" y="4663"/>
                  <a:pt x="3821" y="4842"/>
                  <a:pt x="3600" y="4842"/>
                </a:cubicBezTo>
                <a:lnTo>
                  <a:pt x="400" y="4842"/>
                </a:lnTo>
                <a:close/>
                <a:moveTo>
                  <a:pt x="800" y="4042"/>
                </a:moveTo>
                <a:lnTo>
                  <a:pt x="3200" y="4042"/>
                </a:lnTo>
                <a:lnTo>
                  <a:pt x="3200" y="1642"/>
                </a:lnTo>
                <a:lnTo>
                  <a:pt x="800" y="1642"/>
                </a:lnTo>
                <a:lnTo>
                  <a:pt x="800" y="4042"/>
                </a:lnTo>
                <a:close/>
                <a:moveTo>
                  <a:pt x="400" y="10442"/>
                </a:moveTo>
                <a:cubicBezTo>
                  <a:pt x="179" y="10442"/>
                  <a:pt x="0" y="10263"/>
                  <a:pt x="0" y="10042"/>
                </a:cubicBezTo>
                <a:lnTo>
                  <a:pt x="0" y="6842"/>
                </a:lnTo>
                <a:cubicBezTo>
                  <a:pt x="0" y="6621"/>
                  <a:pt x="179" y="6442"/>
                  <a:pt x="400" y="6442"/>
                </a:cubicBezTo>
                <a:lnTo>
                  <a:pt x="3600" y="6442"/>
                </a:lnTo>
                <a:cubicBezTo>
                  <a:pt x="3821" y="6442"/>
                  <a:pt x="4000" y="6621"/>
                  <a:pt x="4000" y="6842"/>
                </a:cubicBezTo>
                <a:lnTo>
                  <a:pt x="4000" y="10042"/>
                </a:lnTo>
                <a:cubicBezTo>
                  <a:pt x="4000" y="10263"/>
                  <a:pt x="3821" y="10442"/>
                  <a:pt x="3600" y="10442"/>
                </a:cubicBezTo>
                <a:lnTo>
                  <a:pt x="400" y="10442"/>
                </a:lnTo>
                <a:close/>
                <a:moveTo>
                  <a:pt x="800" y="9642"/>
                </a:moveTo>
                <a:lnTo>
                  <a:pt x="3200" y="9642"/>
                </a:lnTo>
                <a:lnTo>
                  <a:pt x="3200" y="7242"/>
                </a:lnTo>
                <a:lnTo>
                  <a:pt x="800" y="7242"/>
                </a:lnTo>
                <a:lnTo>
                  <a:pt x="800" y="9642"/>
                </a:lnTo>
                <a:close/>
                <a:moveTo>
                  <a:pt x="9036" y="2642"/>
                </a:moveTo>
                <a:lnTo>
                  <a:pt x="7400" y="1006"/>
                </a:lnTo>
                <a:lnTo>
                  <a:pt x="5764" y="2642"/>
                </a:lnTo>
                <a:lnTo>
                  <a:pt x="7400" y="4278"/>
                </a:lnTo>
                <a:lnTo>
                  <a:pt x="9036" y="2642"/>
                </a:lnTo>
                <a:close/>
                <a:moveTo>
                  <a:pt x="7116" y="5126"/>
                </a:moveTo>
                <a:lnTo>
                  <a:pt x="4916" y="2926"/>
                </a:lnTo>
                <a:cubicBezTo>
                  <a:pt x="4758" y="2770"/>
                  <a:pt x="4758" y="2514"/>
                  <a:pt x="4916" y="2358"/>
                </a:cubicBezTo>
                <a:lnTo>
                  <a:pt x="7116" y="158"/>
                </a:lnTo>
                <a:cubicBezTo>
                  <a:pt x="7272" y="0"/>
                  <a:pt x="7528" y="0"/>
                  <a:pt x="7684" y="158"/>
                </a:cubicBezTo>
                <a:lnTo>
                  <a:pt x="9884" y="2358"/>
                </a:lnTo>
                <a:cubicBezTo>
                  <a:pt x="10042" y="2514"/>
                  <a:pt x="10042" y="2770"/>
                  <a:pt x="9884" y="2926"/>
                </a:cubicBezTo>
                <a:lnTo>
                  <a:pt x="7684" y="5126"/>
                </a:lnTo>
                <a:cubicBezTo>
                  <a:pt x="7528" y="5284"/>
                  <a:pt x="7272" y="5284"/>
                  <a:pt x="7116" y="5126"/>
                </a:cubicBezTo>
                <a:close/>
                <a:moveTo>
                  <a:pt x="6000" y="10442"/>
                </a:moveTo>
                <a:cubicBezTo>
                  <a:pt x="5779" y="10442"/>
                  <a:pt x="5600" y="10263"/>
                  <a:pt x="5600" y="10042"/>
                </a:cubicBezTo>
                <a:lnTo>
                  <a:pt x="5600" y="6842"/>
                </a:lnTo>
                <a:cubicBezTo>
                  <a:pt x="5600" y="6621"/>
                  <a:pt x="5779" y="6442"/>
                  <a:pt x="6000" y="6442"/>
                </a:cubicBezTo>
                <a:lnTo>
                  <a:pt x="9200" y="6442"/>
                </a:lnTo>
                <a:cubicBezTo>
                  <a:pt x="9421" y="6442"/>
                  <a:pt x="9600" y="6621"/>
                  <a:pt x="9600" y="6842"/>
                </a:cubicBezTo>
                <a:lnTo>
                  <a:pt x="9600" y="10042"/>
                </a:lnTo>
                <a:cubicBezTo>
                  <a:pt x="9600" y="10263"/>
                  <a:pt x="9421" y="10442"/>
                  <a:pt x="9200" y="10442"/>
                </a:cubicBezTo>
                <a:lnTo>
                  <a:pt x="6000" y="10442"/>
                </a:lnTo>
                <a:close/>
                <a:moveTo>
                  <a:pt x="6400" y="9642"/>
                </a:moveTo>
                <a:lnTo>
                  <a:pt x="8800" y="9642"/>
                </a:lnTo>
                <a:lnTo>
                  <a:pt x="8800" y="7242"/>
                </a:lnTo>
                <a:lnTo>
                  <a:pt x="6400" y="7242"/>
                </a:lnTo>
                <a:lnTo>
                  <a:pt x="6400" y="964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直接箭头连接符 57">
            <a:extLst>
              <a:ext uri="{FF2B5EF4-FFF2-40B4-BE49-F238E27FC236}">
                <a16:creationId xmlns:a16="http://schemas.microsoft.com/office/drawing/2014/main" id="{F0306A05-EB41-DA11-8340-9419056EAA53}"/>
              </a:ext>
            </a:extLst>
          </p:cNvPr>
          <p:cNvCxnSpPr>
            <a:cxnSpLocks/>
          </p:cNvCxnSpPr>
          <p:nvPr/>
        </p:nvCxnSpPr>
        <p:spPr>
          <a:xfrm>
            <a:off x="7863318" y="4991774"/>
            <a:ext cx="395169" cy="0"/>
          </a:xfrm>
          <a:prstGeom prst="straightConnector1">
            <a:avLst/>
          </a:prstGeom>
          <a:ln w="9525">
            <a:solidFill>
              <a:schemeClr val="bg1">
                <a:lumMod val="50000"/>
              </a:schemeClr>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9" name="流程图: 文档 58">
            <a:extLst>
              <a:ext uri="{FF2B5EF4-FFF2-40B4-BE49-F238E27FC236}">
                <a16:creationId xmlns:a16="http://schemas.microsoft.com/office/drawing/2014/main" id="{A7E05C9B-7E9C-EF50-2A0F-80078976F855}"/>
              </a:ext>
            </a:extLst>
          </p:cNvPr>
          <p:cNvSpPr/>
          <p:nvPr/>
        </p:nvSpPr>
        <p:spPr>
          <a:xfrm>
            <a:off x="8275990" y="4834982"/>
            <a:ext cx="371059" cy="248478"/>
          </a:xfrm>
          <a:prstGeom prst="flowChartDocument">
            <a:avLst/>
          </a:prstGeom>
          <a:solidFill>
            <a:schemeClr val="bg1">
              <a:lumMod val="5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流程图: 文档 59">
            <a:extLst>
              <a:ext uri="{FF2B5EF4-FFF2-40B4-BE49-F238E27FC236}">
                <a16:creationId xmlns:a16="http://schemas.microsoft.com/office/drawing/2014/main" id="{213D31B1-3DA1-1B3E-ABE2-897E603BDC88}"/>
              </a:ext>
            </a:extLst>
          </p:cNvPr>
          <p:cNvSpPr/>
          <p:nvPr/>
        </p:nvSpPr>
        <p:spPr>
          <a:xfrm>
            <a:off x="8305811" y="4868111"/>
            <a:ext cx="371059" cy="248478"/>
          </a:xfrm>
          <a:prstGeom prst="flowChartDocument">
            <a:avLst/>
          </a:prstGeom>
          <a:solidFill>
            <a:schemeClr val="bg1">
              <a:lumMod val="5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流程图: 文档 60">
            <a:extLst>
              <a:ext uri="{FF2B5EF4-FFF2-40B4-BE49-F238E27FC236}">
                <a16:creationId xmlns:a16="http://schemas.microsoft.com/office/drawing/2014/main" id="{2ABC224C-0A31-89EB-A3E6-8C51B1C054B6}"/>
              </a:ext>
            </a:extLst>
          </p:cNvPr>
          <p:cNvSpPr/>
          <p:nvPr/>
        </p:nvSpPr>
        <p:spPr>
          <a:xfrm>
            <a:off x="8348884" y="4907866"/>
            <a:ext cx="371059" cy="248478"/>
          </a:xfrm>
          <a:prstGeom prst="flowChartDocument">
            <a:avLst/>
          </a:prstGeom>
          <a:solidFill>
            <a:schemeClr val="bg1">
              <a:lumMod val="5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iconfont-11573-5485686">
            <a:extLst>
              <a:ext uri="{FF2B5EF4-FFF2-40B4-BE49-F238E27FC236}">
                <a16:creationId xmlns:a16="http://schemas.microsoft.com/office/drawing/2014/main" id="{858D7545-FAC3-2EF4-AA2B-0ED8AD890E42}"/>
              </a:ext>
            </a:extLst>
          </p:cNvPr>
          <p:cNvSpPr/>
          <p:nvPr/>
        </p:nvSpPr>
        <p:spPr>
          <a:xfrm>
            <a:off x="8638130" y="4914191"/>
            <a:ext cx="75248" cy="78245"/>
          </a:xfrm>
          <a:custGeom>
            <a:avLst/>
            <a:gdLst>
              <a:gd name="T0" fmla="*/ 400 w 10042"/>
              <a:gd name="T1" fmla="*/ 4842 h 10442"/>
              <a:gd name="T2" fmla="*/ 0 w 10042"/>
              <a:gd name="T3" fmla="*/ 4442 h 10442"/>
              <a:gd name="T4" fmla="*/ 0 w 10042"/>
              <a:gd name="T5" fmla="*/ 1242 h 10442"/>
              <a:gd name="T6" fmla="*/ 400 w 10042"/>
              <a:gd name="T7" fmla="*/ 842 h 10442"/>
              <a:gd name="T8" fmla="*/ 3600 w 10042"/>
              <a:gd name="T9" fmla="*/ 842 h 10442"/>
              <a:gd name="T10" fmla="*/ 4000 w 10042"/>
              <a:gd name="T11" fmla="*/ 1242 h 10442"/>
              <a:gd name="T12" fmla="*/ 4000 w 10042"/>
              <a:gd name="T13" fmla="*/ 4442 h 10442"/>
              <a:gd name="T14" fmla="*/ 3600 w 10042"/>
              <a:gd name="T15" fmla="*/ 4842 h 10442"/>
              <a:gd name="T16" fmla="*/ 400 w 10042"/>
              <a:gd name="T17" fmla="*/ 4842 h 10442"/>
              <a:gd name="T18" fmla="*/ 800 w 10042"/>
              <a:gd name="T19" fmla="*/ 4042 h 10442"/>
              <a:gd name="T20" fmla="*/ 3200 w 10042"/>
              <a:gd name="T21" fmla="*/ 4042 h 10442"/>
              <a:gd name="T22" fmla="*/ 3200 w 10042"/>
              <a:gd name="T23" fmla="*/ 1642 h 10442"/>
              <a:gd name="T24" fmla="*/ 800 w 10042"/>
              <a:gd name="T25" fmla="*/ 1642 h 10442"/>
              <a:gd name="T26" fmla="*/ 800 w 10042"/>
              <a:gd name="T27" fmla="*/ 4042 h 10442"/>
              <a:gd name="T28" fmla="*/ 400 w 10042"/>
              <a:gd name="T29" fmla="*/ 10442 h 10442"/>
              <a:gd name="T30" fmla="*/ 0 w 10042"/>
              <a:gd name="T31" fmla="*/ 10042 h 10442"/>
              <a:gd name="T32" fmla="*/ 0 w 10042"/>
              <a:gd name="T33" fmla="*/ 6842 h 10442"/>
              <a:gd name="T34" fmla="*/ 400 w 10042"/>
              <a:gd name="T35" fmla="*/ 6442 h 10442"/>
              <a:gd name="T36" fmla="*/ 3600 w 10042"/>
              <a:gd name="T37" fmla="*/ 6442 h 10442"/>
              <a:gd name="T38" fmla="*/ 4000 w 10042"/>
              <a:gd name="T39" fmla="*/ 6842 h 10442"/>
              <a:gd name="T40" fmla="*/ 4000 w 10042"/>
              <a:gd name="T41" fmla="*/ 10042 h 10442"/>
              <a:gd name="T42" fmla="*/ 3600 w 10042"/>
              <a:gd name="T43" fmla="*/ 10442 h 10442"/>
              <a:gd name="T44" fmla="*/ 400 w 10042"/>
              <a:gd name="T45" fmla="*/ 10442 h 10442"/>
              <a:gd name="T46" fmla="*/ 800 w 10042"/>
              <a:gd name="T47" fmla="*/ 9642 h 10442"/>
              <a:gd name="T48" fmla="*/ 3200 w 10042"/>
              <a:gd name="T49" fmla="*/ 9642 h 10442"/>
              <a:gd name="T50" fmla="*/ 3200 w 10042"/>
              <a:gd name="T51" fmla="*/ 7242 h 10442"/>
              <a:gd name="T52" fmla="*/ 800 w 10042"/>
              <a:gd name="T53" fmla="*/ 7242 h 10442"/>
              <a:gd name="T54" fmla="*/ 800 w 10042"/>
              <a:gd name="T55" fmla="*/ 9642 h 10442"/>
              <a:gd name="T56" fmla="*/ 9036 w 10042"/>
              <a:gd name="T57" fmla="*/ 2642 h 10442"/>
              <a:gd name="T58" fmla="*/ 7400 w 10042"/>
              <a:gd name="T59" fmla="*/ 1006 h 10442"/>
              <a:gd name="T60" fmla="*/ 5764 w 10042"/>
              <a:gd name="T61" fmla="*/ 2642 h 10442"/>
              <a:gd name="T62" fmla="*/ 7400 w 10042"/>
              <a:gd name="T63" fmla="*/ 4278 h 10442"/>
              <a:gd name="T64" fmla="*/ 9036 w 10042"/>
              <a:gd name="T65" fmla="*/ 2642 h 10442"/>
              <a:gd name="T66" fmla="*/ 7116 w 10042"/>
              <a:gd name="T67" fmla="*/ 5126 h 10442"/>
              <a:gd name="T68" fmla="*/ 4916 w 10042"/>
              <a:gd name="T69" fmla="*/ 2926 h 10442"/>
              <a:gd name="T70" fmla="*/ 4916 w 10042"/>
              <a:gd name="T71" fmla="*/ 2358 h 10442"/>
              <a:gd name="T72" fmla="*/ 7116 w 10042"/>
              <a:gd name="T73" fmla="*/ 158 h 10442"/>
              <a:gd name="T74" fmla="*/ 7684 w 10042"/>
              <a:gd name="T75" fmla="*/ 158 h 10442"/>
              <a:gd name="T76" fmla="*/ 9884 w 10042"/>
              <a:gd name="T77" fmla="*/ 2358 h 10442"/>
              <a:gd name="T78" fmla="*/ 9884 w 10042"/>
              <a:gd name="T79" fmla="*/ 2926 h 10442"/>
              <a:gd name="T80" fmla="*/ 7684 w 10042"/>
              <a:gd name="T81" fmla="*/ 5126 h 10442"/>
              <a:gd name="T82" fmla="*/ 7116 w 10042"/>
              <a:gd name="T83" fmla="*/ 5126 h 10442"/>
              <a:gd name="T84" fmla="*/ 6000 w 10042"/>
              <a:gd name="T85" fmla="*/ 10442 h 10442"/>
              <a:gd name="T86" fmla="*/ 5600 w 10042"/>
              <a:gd name="T87" fmla="*/ 10042 h 10442"/>
              <a:gd name="T88" fmla="*/ 5600 w 10042"/>
              <a:gd name="T89" fmla="*/ 6842 h 10442"/>
              <a:gd name="T90" fmla="*/ 6000 w 10042"/>
              <a:gd name="T91" fmla="*/ 6442 h 10442"/>
              <a:gd name="T92" fmla="*/ 9200 w 10042"/>
              <a:gd name="T93" fmla="*/ 6442 h 10442"/>
              <a:gd name="T94" fmla="*/ 9600 w 10042"/>
              <a:gd name="T95" fmla="*/ 6842 h 10442"/>
              <a:gd name="T96" fmla="*/ 9600 w 10042"/>
              <a:gd name="T97" fmla="*/ 10042 h 10442"/>
              <a:gd name="T98" fmla="*/ 9200 w 10042"/>
              <a:gd name="T99" fmla="*/ 10442 h 10442"/>
              <a:gd name="T100" fmla="*/ 6000 w 10042"/>
              <a:gd name="T101" fmla="*/ 10442 h 10442"/>
              <a:gd name="T102" fmla="*/ 6400 w 10042"/>
              <a:gd name="T103" fmla="*/ 9642 h 10442"/>
              <a:gd name="T104" fmla="*/ 8800 w 10042"/>
              <a:gd name="T105" fmla="*/ 9642 h 10442"/>
              <a:gd name="T106" fmla="*/ 8800 w 10042"/>
              <a:gd name="T107" fmla="*/ 7242 h 10442"/>
              <a:gd name="T108" fmla="*/ 6400 w 10042"/>
              <a:gd name="T109" fmla="*/ 7242 h 10442"/>
              <a:gd name="T110" fmla="*/ 6400 w 10042"/>
              <a:gd name="T111" fmla="*/ 9642 h 10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042" h="10442">
                <a:moveTo>
                  <a:pt x="400" y="4842"/>
                </a:moveTo>
                <a:cubicBezTo>
                  <a:pt x="179" y="4842"/>
                  <a:pt x="0" y="4663"/>
                  <a:pt x="0" y="4442"/>
                </a:cubicBezTo>
                <a:lnTo>
                  <a:pt x="0" y="1242"/>
                </a:lnTo>
                <a:cubicBezTo>
                  <a:pt x="0" y="1021"/>
                  <a:pt x="179" y="842"/>
                  <a:pt x="400" y="842"/>
                </a:cubicBezTo>
                <a:lnTo>
                  <a:pt x="3600" y="842"/>
                </a:lnTo>
                <a:cubicBezTo>
                  <a:pt x="3821" y="842"/>
                  <a:pt x="4000" y="1021"/>
                  <a:pt x="4000" y="1242"/>
                </a:cubicBezTo>
                <a:lnTo>
                  <a:pt x="4000" y="4442"/>
                </a:lnTo>
                <a:cubicBezTo>
                  <a:pt x="4000" y="4663"/>
                  <a:pt x="3821" y="4842"/>
                  <a:pt x="3600" y="4842"/>
                </a:cubicBezTo>
                <a:lnTo>
                  <a:pt x="400" y="4842"/>
                </a:lnTo>
                <a:close/>
                <a:moveTo>
                  <a:pt x="800" y="4042"/>
                </a:moveTo>
                <a:lnTo>
                  <a:pt x="3200" y="4042"/>
                </a:lnTo>
                <a:lnTo>
                  <a:pt x="3200" y="1642"/>
                </a:lnTo>
                <a:lnTo>
                  <a:pt x="800" y="1642"/>
                </a:lnTo>
                <a:lnTo>
                  <a:pt x="800" y="4042"/>
                </a:lnTo>
                <a:close/>
                <a:moveTo>
                  <a:pt x="400" y="10442"/>
                </a:moveTo>
                <a:cubicBezTo>
                  <a:pt x="179" y="10442"/>
                  <a:pt x="0" y="10263"/>
                  <a:pt x="0" y="10042"/>
                </a:cubicBezTo>
                <a:lnTo>
                  <a:pt x="0" y="6842"/>
                </a:lnTo>
                <a:cubicBezTo>
                  <a:pt x="0" y="6621"/>
                  <a:pt x="179" y="6442"/>
                  <a:pt x="400" y="6442"/>
                </a:cubicBezTo>
                <a:lnTo>
                  <a:pt x="3600" y="6442"/>
                </a:lnTo>
                <a:cubicBezTo>
                  <a:pt x="3821" y="6442"/>
                  <a:pt x="4000" y="6621"/>
                  <a:pt x="4000" y="6842"/>
                </a:cubicBezTo>
                <a:lnTo>
                  <a:pt x="4000" y="10042"/>
                </a:lnTo>
                <a:cubicBezTo>
                  <a:pt x="4000" y="10263"/>
                  <a:pt x="3821" y="10442"/>
                  <a:pt x="3600" y="10442"/>
                </a:cubicBezTo>
                <a:lnTo>
                  <a:pt x="400" y="10442"/>
                </a:lnTo>
                <a:close/>
                <a:moveTo>
                  <a:pt x="800" y="9642"/>
                </a:moveTo>
                <a:lnTo>
                  <a:pt x="3200" y="9642"/>
                </a:lnTo>
                <a:lnTo>
                  <a:pt x="3200" y="7242"/>
                </a:lnTo>
                <a:lnTo>
                  <a:pt x="800" y="7242"/>
                </a:lnTo>
                <a:lnTo>
                  <a:pt x="800" y="9642"/>
                </a:lnTo>
                <a:close/>
                <a:moveTo>
                  <a:pt x="9036" y="2642"/>
                </a:moveTo>
                <a:lnTo>
                  <a:pt x="7400" y="1006"/>
                </a:lnTo>
                <a:lnTo>
                  <a:pt x="5764" y="2642"/>
                </a:lnTo>
                <a:lnTo>
                  <a:pt x="7400" y="4278"/>
                </a:lnTo>
                <a:lnTo>
                  <a:pt x="9036" y="2642"/>
                </a:lnTo>
                <a:close/>
                <a:moveTo>
                  <a:pt x="7116" y="5126"/>
                </a:moveTo>
                <a:lnTo>
                  <a:pt x="4916" y="2926"/>
                </a:lnTo>
                <a:cubicBezTo>
                  <a:pt x="4758" y="2770"/>
                  <a:pt x="4758" y="2514"/>
                  <a:pt x="4916" y="2358"/>
                </a:cubicBezTo>
                <a:lnTo>
                  <a:pt x="7116" y="158"/>
                </a:lnTo>
                <a:cubicBezTo>
                  <a:pt x="7272" y="0"/>
                  <a:pt x="7528" y="0"/>
                  <a:pt x="7684" y="158"/>
                </a:cubicBezTo>
                <a:lnTo>
                  <a:pt x="9884" y="2358"/>
                </a:lnTo>
                <a:cubicBezTo>
                  <a:pt x="10042" y="2514"/>
                  <a:pt x="10042" y="2770"/>
                  <a:pt x="9884" y="2926"/>
                </a:cubicBezTo>
                <a:lnTo>
                  <a:pt x="7684" y="5126"/>
                </a:lnTo>
                <a:cubicBezTo>
                  <a:pt x="7528" y="5284"/>
                  <a:pt x="7272" y="5284"/>
                  <a:pt x="7116" y="5126"/>
                </a:cubicBezTo>
                <a:close/>
                <a:moveTo>
                  <a:pt x="6000" y="10442"/>
                </a:moveTo>
                <a:cubicBezTo>
                  <a:pt x="5779" y="10442"/>
                  <a:pt x="5600" y="10263"/>
                  <a:pt x="5600" y="10042"/>
                </a:cubicBezTo>
                <a:lnTo>
                  <a:pt x="5600" y="6842"/>
                </a:lnTo>
                <a:cubicBezTo>
                  <a:pt x="5600" y="6621"/>
                  <a:pt x="5779" y="6442"/>
                  <a:pt x="6000" y="6442"/>
                </a:cubicBezTo>
                <a:lnTo>
                  <a:pt x="9200" y="6442"/>
                </a:lnTo>
                <a:cubicBezTo>
                  <a:pt x="9421" y="6442"/>
                  <a:pt x="9600" y="6621"/>
                  <a:pt x="9600" y="6842"/>
                </a:cubicBezTo>
                <a:lnTo>
                  <a:pt x="9600" y="10042"/>
                </a:lnTo>
                <a:cubicBezTo>
                  <a:pt x="9600" y="10263"/>
                  <a:pt x="9421" y="10442"/>
                  <a:pt x="9200" y="10442"/>
                </a:cubicBezTo>
                <a:lnTo>
                  <a:pt x="6000" y="10442"/>
                </a:lnTo>
                <a:close/>
                <a:moveTo>
                  <a:pt x="6400" y="9642"/>
                </a:moveTo>
                <a:lnTo>
                  <a:pt x="8800" y="9642"/>
                </a:lnTo>
                <a:lnTo>
                  <a:pt x="8800" y="7242"/>
                </a:lnTo>
                <a:lnTo>
                  <a:pt x="6400" y="7242"/>
                </a:lnTo>
                <a:lnTo>
                  <a:pt x="6400" y="964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ip-address_1694">
            <a:extLst>
              <a:ext uri="{FF2B5EF4-FFF2-40B4-BE49-F238E27FC236}">
                <a16:creationId xmlns:a16="http://schemas.microsoft.com/office/drawing/2014/main" id="{2D79D836-9C7B-4688-1796-0849929916D6}"/>
              </a:ext>
            </a:extLst>
          </p:cNvPr>
          <p:cNvSpPr/>
          <p:nvPr/>
        </p:nvSpPr>
        <p:spPr>
          <a:xfrm>
            <a:off x="7716074" y="4952316"/>
            <a:ext cx="118702" cy="144120"/>
          </a:xfrm>
          <a:custGeom>
            <a:avLst/>
            <a:gdLst>
              <a:gd name="T0" fmla="*/ 121763 h 600884"/>
              <a:gd name="T1" fmla="*/ 121763 h 600884"/>
              <a:gd name="T2" fmla="*/ 121763 h 600884"/>
              <a:gd name="T3" fmla="*/ 121763 h 600884"/>
              <a:gd name="T4" fmla="*/ 121763 h 600884"/>
              <a:gd name="T5" fmla="*/ 121763 h 600884"/>
              <a:gd name="T6" fmla="*/ 121763 h 600884"/>
              <a:gd name="T7" fmla="*/ 121763 h 600884"/>
              <a:gd name="T8" fmla="*/ 121763 h 600884"/>
              <a:gd name="T9" fmla="*/ 121763 h 600884"/>
              <a:gd name="T10" fmla="*/ 121763 h 600884"/>
              <a:gd name="T11" fmla="*/ 121763 h 600884"/>
              <a:gd name="T12" fmla="*/ 121763 h 600884"/>
              <a:gd name="T13" fmla="*/ 121763 h 600884"/>
              <a:gd name="T14" fmla="*/ 121763 h 600884"/>
              <a:gd name="T15" fmla="*/ 121763 h 600884"/>
              <a:gd name="T16" fmla="*/ 121763 h 600884"/>
              <a:gd name="T17" fmla="*/ 121763 h 600884"/>
              <a:gd name="T18" fmla="*/ 121763 h 600884"/>
              <a:gd name="T19" fmla="*/ 121763 h 600884"/>
              <a:gd name="T20" fmla="*/ 121763 h 600884"/>
              <a:gd name="T21" fmla="*/ 121763 h 600884"/>
              <a:gd name="T22" fmla="*/ 121763 h 600884"/>
              <a:gd name="T23" fmla="*/ 121763 h 600884"/>
              <a:gd name="T24" fmla="*/ 121763 h 600884"/>
              <a:gd name="T25" fmla="*/ 121763 h 600884"/>
              <a:gd name="T26" fmla="*/ 121763 h 600884"/>
              <a:gd name="T27" fmla="*/ 121763 h 600884"/>
              <a:gd name="T28" fmla="*/ 121763 h 600884"/>
              <a:gd name="T29" fmla="*/ 121763 h 600884"/>
              <a:gd name="T30" fmla="*/ 121763 h 600884"/>
              <a:gd name="T31" fmla="*/ 121763 h 600884"/>
              <a:gd name="T32" fmla="*/ 121763 h 600884"/>
              <a:gd name="T33" fmla="*/ 121763 h 600884"/>
              <a:gd name="T34" fmla="*/ 121763 h 600884"/>
              <a:gd name="T35" fmla="*/ 121763 h 600884"/>
              <a:gd name="T36" fmla="*/ 121763 h 600884"/>
              <a:gd name="T37" fmla="*/ 121763 h 600884"/>
              <a:gd name="T38" fmla="*/ 121763 h 600884"/>
              <a:gd name="T39" fmla="*/ 121763 h 600884"/>
              <a:gd name="T40" fmla="*/ 121763 h 600884"/>
              <a:gd name="T41" fmla="*/ 121763 h 600884"/>
              <a:gd name="T42" fmla="*/ 121763 h 600884"/>
              <a:gd name="T43" fmla="*/ 121763 h 600884"/>
              <a:gd name="T44" fmla="*/ 121763 h 600884"/>
              <a:gd name="T45" fmla="*/ 121763 h 600884"/>
              <a:gd name="T46" fmla="*/ 121763 h 600884"/>
              <a:gd name="T47" fmla="*/ 121763 h 600884"/>
              <a:gd name="T48" fmla="*/ 121763 h 600884"/>
              <a:gd name="T49" fmla="*/ 121763 h 600884"/>
              <a:gd name="T50" fmla="*/ 121763 h 600884"/>
              <a:gd name="T51" fmla="*/ 121763 h 600884"/>
              <a:gd name="T52" fmla="*/ 121763 h 600884"/>
              <a:gd name="T53" fmla="*/ 121763 h 600884"/>
              <a:gd name="T54" fmla="*/ 121763 h 600884"/>
              <a:gd name="T55" fmla="*/ 121763 h 600884"/>
              <a:gd name="T56" fmla="*/ 121763 h 600884"/>
              <a:gd name="T57" fmla="*/ 121763 h 600884"/>
              <a:gd name="T58" fmla="*/ 121763 h 600884"/>
              <a:gd name="T59" fmla="*/ 121763 h 600884"/>
              <a:gd name="T60" fmla="*/ 121763 h 600884"/>
              <a:gd name="T61" fmla="*/ 121763 h 600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2" h="270">
                <a:moveTo>
                  <a:pt x="66" y="63"/>
                </a:moveTo>
                <a:lnTo>
                  <a:pt x="87" y="63"/>
                </a:lnTo>
                <a:lnTo>
                  <a:pt x="87" y="154"/>
                </a:lnTo>
                <a:lnTo>
                  <a:pt x="66" y="154"/>
                </a:lnTo>
                <a:lnTo>
                  <a:pt x="66" y="63"/>
                </a:lnTo>
                <a:close/>
                <a:moveTo>
                  <a:pt x="133" y="62"/>
                </a:moveTo>
                <a:cubicBezTo>
                  <a:pt x="120" y="62"/>
                  <a:pt x="111" y="63"/>
                  <a:pt x="105" y="64"/>
                </a:cubicBezTo>
                <a:lnTo>
                  <a:pt x="105" y="154"/>
                </a:lnTo>
                <a:lnTo>
                  <a:pt x="125" y="154"/>
                </a:lnTo>
                <a:lnTo>
                  <a:pt x="125" y="121"/>
                </a:lnTo>
                <a:cubicBezTo>
                  <a:pt x="127" y="122"/>
                  <a:pt x="130" y="122"/>
                  <a:pt x="132" y="122"/>
                </a:cubicBezTo>
                <a:cubicBezTo>
                  <a:pt x="144" y="122"/>
                  <a:pt x="155" y="119"/>
                  <a:pt x="162" y="112"/>
                </a:cubicBezTo>
                <a:cubicBezTo>
                  <a:pt x="167" y="107"/>
                  <a:pt x="170" y="100"/>
                  <a:pt x="170" y="91"/>
                </a:cubicBezTo>
                <a:cubicBezTo>
                  <a:pt x="170" y="82"/>
                  <a:pt x="166" y="74"/>
                  <a:pt x="161" y="70"/>
                </a:cubicBezTo>
                <a:cubicBezTo>
                  <a:pt x="154" y="65"/>
                  <a:pt x="145" y="62"/>
                  <a:pt x="133" y="62"/>
                </a:cubicBezTo>
                <a:close/>
                <a:moveTo>
                  <a:pt x="132" y="106"/>
                </a:moveTo>
                <a:cubicBezTo>
                  <a:pt x="129" y="106"/>
                  <a:pt x="127" y="106"/>
                  <a:pt x="125" y="105"/>
                </a:cubicBezTo>
                <a:lnTo>
                  <a:pt x="125" y="79"/>
                </a:lnTo>
                <a:cubicBezTo>
                  <a:pt x="127" y="78"/>
                  <a:pt x="130" y="78"/>
                  <a:pt x="134" y="78"/>
                </a:cubicBezTo>
                <a:cubicBezTo>
                  <a:pt x="144" y="78"/>
                  <a:pt x="150" y="83"/>
                  <a:pt x="150" y="91"/>
                </a:cubicBezTo>
                <a:cubicBezTo>
                  <a:pt x="150" y="100"/>
                  <a:pt x="143" y="106"/>
                  <a:pt x="132" y="106"/>
                </a:cubicBezTo>
                <a:close/>
                <a:moveTo>
                  <a:pt x="111" y="0"/>
                </a:moveTo>
                <a:cubicBezTo>
                  <a:pt x="50" y="0"/>
                  <a:pt x="0" y="50"/>
                  <a:pt x="0" y="111"/>
                </a:cubicBezTo>
                <a:cubicBezTo>
                  <a:pt x="0" y="172"/>
                  <a:pt x="111" y="270"/>
                  <a:pt x="111" y="270"/>
                </a:cubicBezTo>
                <a:cubicBezTo>
                  <a:pt x="111" y="270"/>
                  <a:pt x="222" y="172"/>
                  <a:pt x="222" y="111"/>
                </a:cubicBezTo>
                <a:cubicBezTo>
                  <a:pt x="222" y="50"/>
                  <a:pt x="172" y="0"/>
                  <a:pt x="111" y="0"/>
                </a:cubicBezTo>
                <a:close/>
                <a:moveTo>
                  <a:pt x="111" y="178"/>
                </a:moveTo>
                <a:cubicBezTo>
                  <a:pt x="71" y="178"/>
                  <a:pt x="38" y="145"/>
                  <a:pt x="38" y="105"/>
                </a:cubicBezTo>
                <a:cubicBezTo>
                  <a:pt x="38" y="64"/>
                  <a:pt x="71" y="31"/>
                  <a:pt x="111" y="31"/>
                </a:cubicBezTo>
                <a:cubicBezTo>
                  <a:pt x="152" y="31"/>
                  <a:pt x="185" y="64"/>
                  <a:pt x="185" y="105"/>
                </a:cubicBezTo>
                <a:cubicBezTo>
                  <a:pt x="185" y="145"/>
                  <a:pt x="152" y="178"/>
                  <a:pt x="111" y="178"/>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ip-address_1694">
            <a:extLst>
              <a:ext uri="{FF2B5EF4-FFF2-40B4-BE49-F238E27FC236}">
                <a16:creationId xmlns:a16="http://schemas.microsoft.com/office/drawing/2014/main" id="{779891D6-3CEA-830B-79D4-5200838BEC48}"/>
              </a:ext>
            </a:extLst>
          </p:cNvPr>
          <p:cNvSpPr/>
          <p:nvPr/>
        </p:nvSpPr>
        <p:spPr>
          <a:xfrm>
            <a:off x="8636366" y="5008972"/>
            <a:ext cx="74703" cy="90699"/>
          </a:xfrm>
          <a:custGeom>
            <a:avLst/>
            <a:gdLst>
              <a:gd name="T0" fmla="*/ 121763 h 600884"/>
              <a:gd name="T1" fmla="*/ 121763 h 600884"/>
              <a:gd name="T2" fmla="*/ 121763 h 600884"/>
              <a:gd name="T3" fmla="*/ 121763 h 600884"/>
              <a:gd name="T4" fmla="*/ 121763 h 600884"/>
              <a:gd name="T5" fmla="*/ 121763 h 600884"/>
              <a:gd name="T6" fmla="*/ 121763 h 600884"/>
              <a:gd name="T7" fmla="*/ 121763 h 600884"/>
              <a:gd name="T8" fmla="*/ 121763 h 600884"/>
              <a:gd name="T9" fmla="*/ 121763 h 600884"/>
              <a:gd name="T10" fmla="*/ 121763 h 600884"/>
              <a:gd name="T11" fmla="*/ 121763 h 600884"/>
              <a:gd name="T12" fmla="*/ 121763 h 600884"/>
              <a:gd name="T13" fmla="*/ 121763 h 600884"/>
              <a:gd name="T14" fmla="*/ 121763 h 600884"/>
              <a:gd name="T15" fmla="*/ 121763 h 600884"/>
              <a:gd name="T16" fmla="*/ 121763 h 600884"/>
              <a:gd name="T17" fmla="*/ 121763 h 600884"/>
              <a:gd name="T18" fmla="*/ 121763 h 600884"/>
              <a:gd name="T19" fmla="*/ 121763 h 600884"/>
              <a:gd name="T20" fmla="*/ 121763 h 600884"/>
              <a:gd name="T21" fmla="*/ 121763 h 600884"/>
              <a:gd name="T22" fmla="*/ 121763 h 600884"/>
              <a:gd name="T23" fmla="*/ 121763 h 600884"/>
              <a:gd name="T24" fmla="*/ 121763 h 600884"/>
              <a:gd name="T25" fmla="*/ 121763 h 600884"/>
              <a:gd name="T26" fmla="*/ 121763 h 600884"/>
              <a:gd name="T27" fmla="*/ 121763 h 600884"/>
              <a:gd name="T28" fmla="*/ 121763 h 600884"/>
              <a:gd name="T29" fmla="*/ 121763 h 600884"/>
              <a:gd name="T30" fmla="*/ 121763 h 600884"/>
              <a:gd name="T31" fmla="*/ 121763 h 600884"/>
              <a:gd name="T32" fmla="*/ 121763 h 600884"/>
              <a:gd name="T33" fmla="*/ 121763 h 600884"/>
              <a:gd name="T34" fmla="*/ 121763 h 600884"/>
              <a:gd name="T35" fmla="*/ 121763 h 600884"/>
              <a:gd name="T36" fmla="*/ 121763 h 600884"/>
              <a:gd name="T37" fmla="*/ 121763 h 600884"/>
              <a:gd name="T38" fmla="*/ 121763 h 600884"/>
              <a:gd name="T39" fmla="*/ 121763 h 600884"/>
              <a:gd name="T40" fmla="*/ 121763 h 600884"/>
              <a:gd name="T41" fmla="*/ 121763 h 600884"/>
              <a:gd name="T42" fmla="*/ 121763 h 600884"/>
              <a:gd name="T43" fmla="*/ 121763 h 600884"/>
              <a:gd name="T44" fmla="*/ 121763 h 600884"/>
              <a:gd name="T45" fmla="*/ 121763 h 600884"/>
              <a:gd name="T46" fmla="*/ 121763 h 600884"/>
              <a:gd name="T47" fmla="*/ 121763 h 600884"/>
              <a:gd name="T48" fmla="*/ 121763 h 600884"/>
              <a:gd name="T49" fmla="*/ 121763 h 600884"/>
              <a:gd name="T50" fmla="*/ 121763 h 600884"/>
              <a:gd name="T51" fmla="*/ 121763 h 600884"/>
              <a:gd name="T52" fmla="*/ 121763 h 600884"/>
              <a:gd name="T53" fmla="*/ 121763 h 600884"/>
              <a:gd name="T54" fmla="*/ 121763 h 600884"/>
              <a:gd name="T55" fmla="*/ 121763 h 600884"/>
              <a:gd name="T56" fmla="*/ 121763 h 600884"/>
              <a:gd name="T57" fmla="*/ 121763 h 600884"/>
              <a:gd name="T58" fmla="*/ 121763 h 600884"/>
              <a:gd name="T59" fmla="*/ 121763 h 600884"/>
              <a:gd name="T60" fmla="*/ 121763 h 600884"/>
              <a:gd name="T61" fmla="*/ 121763 h 600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2" h="270">
                <a:moveTo>
                  <a:pt x="66" y="63"/>
                </a:moveTo>
                <a:lnTo>
                  <a:pt x="87" y="63"/>
                </a:lnTo>
                <a:lnTo>
                  <a:pt x="87" y="154"/>
                </a:lnTo>
                <a:lnTo>
                  <a:pt x="66" y="154"/>
                </a:lnTo>
                <a:lnTo>
                  <a:pt x="66" y="63"/>
                </a:lnTo>
                <a:close/>
                <a:moveTo>
                  <a:pt x="133" y="62"/>
                </a:moveTo>
                <a:cubicBezTo>
                  <a:pt x="120" y="62"/>
                  <a:pt x="111" y="63"/>
                  <a:pt x="105" y="64"/>
                </a:cubicBezTo>
                <a:lnTo>
                  <a:pt x="105" y="154"/>
                </a:lnTo>
                <a:lnTo>
                  <a:pt x="125" y="154"/>
                </a:lnTo>
                <a:lnTo>
                  <a:pt x="125" y="121"/>
                </a:lnTo>
                <a:cubicBezTo>
                  <a:pt x="127" y="122"/>
                  <a:pt x="130" y="122"/>
                  <a:pt x="132" y="122"/>
                </a:cubicBezTo>
                <a:cubicBezTo>
                  <a:pt x="144" y="122"/>
                  <a:pt x="155" y="119"/>
                  <a:pt x="162" y="112"/>
                </a:cubicBezTo>
                <a:cubicBezTo>
                  <a:pt x="167" y="107"/>
                  <a:pt x="170" y="100"/>
                  <a:pt x="170" y="91"/>
                </a:cubicBezTo>
                <a:cubicBezTo>
                  <a:pt x="170" y="82"/>
                  <a:pt x="166" y="74"/>
                  <a:pt x="161" y="70"/>
                </a:cubicBezTo>
                <a:cubicBezTo>
                  <a:pt x="154" y="65"/>
                  <a:pt x="145" y="62"/>
                  <a:pt x="133" y="62"/>
                </a:cubicBezTo>
                <a:close/>
                <a:moveTo>
                  <a:pt x="132" y="106"/>
                </a:moveTo>
                <a:cubicBezTo>
                  <a:pt x="129" y="106"/>
                  <a:pt x="127" y="106"/>
                  <a:pt x="125" y="105"/>
                </a:cubicBezTo>
                <a:lnTo>
                  <a:pt x="125" y="79"/>
                </a:lnTo>
                <a:cubicBezTo>
                  <a:pt x="127" y="78"/>
                  <a:pt x="130" y="78"/>
                  <a:pt x="134" y="78"/>
                </a:cubicBezTo>
                <a:cubicBezTo>
                  <a:pt x="144" y="78"/>
                  <a:pt x="150" y="83"/>
                  <a:pt x="150" y="91"/>
                </a:cubicBezTo>
                <a:cubicBezTo>
                  <a:pt x="150" y="100"/>
                  <a:pt x="143" y="106"/>
                  <a:pt x="132" y="106"/>
                </a:cubicBezTo>
                <a:close/>
                <a:moveTo>
                  <a:pt x="111" y="0"/>
                </a:moveTo>
                <a:cubicBezTo>
                  <a:pt x="50" y="0"/>
                  <a:pt x="0" y="50"/>
                  <a:pt x="0" y="111"/>
                </a:cubicBezTo>
                <a:cubicBezTo>
                  <a:pt x="0" y="172"/>
                  <a:pt x="111" y="270"/>
                  <a:pt x="111" y="270"/>
                </a:cubicBezTo>
                <a:cubicBezTo>
                  <a:pt x="111" y="270"/>
                  <a:pt x="222" y="172"/>
                  <a:pt x="222" y="111"/>
                </a:cubicBezTo>
                <a:cubicBezTo>
                  <a:pt x="222" y="50"/>
                  <a:pt x="172" y="0"/>
                  <a:pt x="111" y="0"/>
                </a:cubicBezTo>
                <a:close/>
                <a:moveTo>
                  <a:pt x="111" y="178"/>
                </a:moveTo>
                <a:cubicBezTo>
                  <a:pt x="71" y="178"/>
                  <a:pt x="38" y="145"/>
                  <a:pt x="38" y="105"/>
                </a:cubicBezTo>
                <a:cubicBezTo>
                  <a:pt x="38" y="64"/>
                  <a:pt x="71" y="31"/>
                  <a:pt x="111" y="31"/>
                </a:cubicBezTo>
                <a:cubicBezTo>
                  <a:pt x="152" y="31"/>
                  <a:pt x="185" y="64"/>
                  <a:pt x="185" y="105"/>
                </a:cubicBezTo>
                <a:cubicBezTo>
                  <a:pt x="185" y="145"/>
                  <a:pt x="152" y="178"/>
                  <a:pt x="111" y="17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524927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1+#ppt_w/2"/>
                                          </p:val>
                                        </p:tav>
                                        <p:tav tm="100000">
                                          <p:val>
                                            <p:strVal val="#ppt_x"/>
                                          </p:val>
                                        </p:tav>
                                      </p:tavLst>
                                    </p:anim>
                                    <p:anim calcmode="lin" valueType="num">
                                      <p:cBhvr additive="base">
                                        <p:cTn id="8" dur="500" fill="hold"/>
                                        <p:tgtEl>
                                          <p:spTgt spid="4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3" fill="hold" nodeType="clickEffect">
                                  <p:stCondLst>
                                    <p:cond delay="0"/>
                                  </p:stCondLst>
                                  <p:childTnLst>
                                    <p:anim calcmode="lin" valueType="num">
                                      <p:cBhvr additive="base">
                                        <p:cTn id="12" dur="500"/>
                                        <p:tgtEl>
                                          <p:spTgt spid="41"/>
                                        </p:tgtEl>
                                        <p:attrNameLst>
                                          <p:attrName>ppt_x</p:attrName>
                                        </p:attrNameLst>
                                      </p:cBhvr>
                                      <p:tavLst>
                                        <p:tav tm="0">
                                          <p:val>
                                            <p:strVal val="ppt_x"/>
                                          </p:val>
                                        </p:tav>
                                        <p:tav tm="100000">
                                          <p:val>
                                            <p:strVal val="1+ppt_w/2"/>
                                          </p:val>
                                        </p:tav>
                                      </p:tavLst>
                                    </p:anim>
                                    <p:anim calcmode="lin" valueType="num">
                                      <p:cBhvr additive="base">
                                        <p:cTn id="13" dur="500"/>
                                        <p:tgtEl>
                                          <p:spTgt spid="41"/>
                                        </p:tgtEl>
                                        <p:attrNameLst>
                                          <p:attrName>ppt_y</p:attrName>
                                        </p:attrNameLst>
                                      </p:cBhvr>
                                      <p:tavLst>
                                        <p:tav tm="0">
                                          <p:val>
                                            <p:strVal val="ppt_y"/>
                                          </p:val>
                                        </p:tav>
                                        <p:tav tm="100000">
                                          <p:val>
                                            <p:strVal val="0-ppt_h/2"/>
                                          </p:val>
                                        </p:tav>
                                      </p:tavLst>
                                    </p:anim>
                                    <p:set>
                                      <p:cBhvr>
                                        <p:cTn id="14" dur="1" fill="hold">
                                          <p:stCondLst>
                                            <p:cond delay="499"/>
                                          </p:stCondLst>
                                        </p:cTn>
                                        <p:tgtEl>
                                          <p:spTgt spid="4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9" dur="500"/>
                                        <p:tgtEl>
                                          <p:spTgt spid="2">
                                            <p:txEl>
                                              <p:pRg st="1" end="1"/>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decel="5000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p:cTn id="27" dur="200" fill="hold"/>
                                        <p:tgtEl>
                                          <p:spTgt spid="5"/>
                                        </p:tgtEl>
                                        <p:attrNameLst>
                                          <p:attrName>ppt_w</p:attrName>
                                        </p:attrNameLst>
                                      </p:cBhvr>
                                      <p:tavLst>
                                        <p:tav tm="0">
                                          <p:val>
                                            <p:strVal val="0"/>
                                          </p:val>
                                        </p:tav>
                                        <p:tav tm="100000">
                                          <p:val>
                                            <p:strVal val="#ppt_w"/>
                                          </p:val>
                                        </p:tav>
                                      </p:tavLst>
                                    </p:anim>
                                    <p:anim calcmode="lin" valueType="num">
                                      <p:cBhvr>
                                        <p:cTn id="28" dur="200" fill="hold"/>
                                        <p:tgtEl>
                                          <p:spTgt spid="5"/>
                                        </p:tgtEl>
                                        <p:attrNameLst>
                                          <p:attrName>ppt_h</p:attrName>
                                        </p:attrNameLst>
                                      </p:cBhvr>
                                      <p:tavLst>
                                        <p:tav tm="0">
                                          <p:val>
                                            <p:strVal val="0"/>
                                          </p:val>
                                        </p:tav>
                                        <p:tav tm="100000">
                                          <p:val>
                                            <p:strVal val="#ppt_h"/>
                                          </p:val>
                                        </p:tav>
                                      </p:tavLst>
                                    </p:anim>
                                    <p:animScale>
                                      <p:cBhvr>
                                        <p:cTn id="29" dur="100" autoRev="1" fill="hold">
                                          <p:stCondLst>
                                            <p:cond delay="200"/>
                                          </p:stCondLst>
                                        </p:cTn>
                                        <p:tgtEl>
                                          <p:spTgt spid="5"/>
                                        </p:tgtEl>
                                      </p:cBhvr>
                                      <p:from x="100000" y="100000"/>
                                      <p:to x="110000" y="110000"/>
                                    </p:animScale>
                                    <p:animScale>
                                      <p:cBhvr>
                                        <p:cTn id="30" dur="100" autoRev="1" fill="hold">
                                          <p:stCondLst>
                                            <p:cond delay="400"/>
                                          </p:stCondLst>
                                        </p:cTn>
                                        <p:tgtEl>
                                          <p:spTgt spid="5"/>
                                        </p:tgtEl>
                                      </p:cBhvr>
                                      <p:from x="100000" y="100000"/>
                                      <p:to x="90000" y="90000"/>
                                    </p:animScale>
                                  </p:childTnLst>
                                </p:cTn>
                              </p:par>
                              <p:par>
                                <p:cTn id="31" presetID="53" presetClass="entr" presetSubtype="16" decel="5000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p:cTn id="33" dur="200" fill="hold"/>
                                        <p:tgtEl>
                                          <p:spTgt spid="7"/>
                                        </p:tgtEl>
                                        <p:attrNameLst>
                                          <p:attrName>ppt_w</p:attrName>
                                        </p:attrNameLst>
                                      </p:cBhvr>
                                      <p:tavLst>
                                        <p:tav tm="0">
                                          <p:val>
                                            <p:strVal val="0"/>
                                          </p:val>
                                        </p:tav>
                                        <p:tav tm="100000">
                                          <p:val>
                                            <p:strVal val="#ppt_w"/>
                                          </p:val>
                                        </p:tav>
                                      </p:tavLst>
                                    </p:anim>
                                    <p:anim calcmode="lin" valueType="num">
                                      <p:cBhvr>
                                        <p:cTn id="34" dur="200" fill="hold"/>
                                        <p:tgtEl>
                                          <p:spTgt spid="7"/>
                                        </p:tgtEl>
                                        <p:attrNameLst>
                                          <p:attrName>ppt_h</p:attrName>
                                        </p:attrNameLst>
                                      </p:cBhvr>
                                      <p:tavLst>
                                        <p:tav tm="0">
                                          <p:val>
                                            <p:strVal val="0"/>
                                          </p:val>
                                        </p:tav>
                                        <p:tav tm="100000">
                                          <p:val>
                                            <p:strVal val="#ppt_h"/>
                                          </p:val>
                                        </p:tav>
                                      </p:tavLst>
                                    </p:anim>
                                    <p:animScale>
                                      <p:cBhvr>
                                        <p:cTn id="35" dur="100" autoRev="1" fill="hold">
                                          <p:stCondLst>
                                            <p:cond delay="200"/>
                                          </p:stCondLst>
                                        </p:cTn>
                                        <p:tgtEl>
                                          <p:spTgt spid="7"/>
                                        </p:tgtEl>
                                      </p:cBhvr>
                                      <p:from x="100000" y="100000"/>
                                      <p:to x="110000" y="110000"/>
                                    </p:animScale>
                                    <p:animScale>
                                      <p:cBhvr>
                                        <p:cTn id="36" dur="100" autoRev="1" fill="hold">
                                          <p:stCondLst>
                                            <p:cond delay="400"/>
                                          </p:stCondLst>
                                        </p:cTn>
                                        <p:tgtEl>
                                          <p:spTgt spid="7"/>
                                        </p:tgtEl>
                                      </p:cBhvr>
                                      <p:from x="100000" y="100000"/>
                                      <p:to x="90000" y="90000"/>
                                    </p:animScale>
                                  </p:childTnLst>
                                </p:cTn>
                              </p:par>
                              <p:par>
                                <p:cTn id="37" presetID="53" presetClass="entr" presetSubtype="16" decel="50000" fill="hold" grpId="0" nodeType="with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p:cTn id="39" dur="200" fill="hold"/>
                                        <p:tgtEl>
                                          <p:spTgt spid="6"/>
                                        </p:tgtEl>
                                        <p:attrNameLst>
                                          <p:attrName>ppt_w</p:attrName>
                                        </p:attrNameLst>
                                      </p:cBhvr>
                                      <p:tavLst>
                                        <p:tav tm="0">
                                          <p:val>
                                            <p:strVal val="0"/>
                                          </p:val>
                                        </p:tav>
                                        <p:tav tm="100000">
                                          <p:val>
                                            <p:strVal val="#ppt_w"/>
                                          </p:val>
                                        </p:tav>
                                      </p:tavLst>
                                    </p:anim>
                                    <p:anim calcmode="lin" valueType="num">
                                      <p:cBhvr>
                                        <p:cTn id="40" dur="200" fill="hold"/>
                                        <p:tgtEl>
                                          <p:spTgt spid="6"/>
                                        </p:tgtEl>
                                        <p:attrNameLst>
                                          <p:attrName>ppt_h</p:attrName>
                                        </p:attrNameLst>
                                      </p:cBhvr>
                                      <p:tavLst>
                                        <p:tav tm="0">
                                          <p:val>
                                            <p:strVal val="0"/>
                                          </p:val>
                                        </p:tav>
                                        <p:tav tm="100000">
                                          <p:val>
                                            <p:strVal val="#ppt_h"/>
                                          </p:val>
                                        </p:tav>
                                      </p:tavLst>
                                    </p:anim>
                                    <p:animScale>
                                      <p:cBhvr>
                                        <p:cTn id="41" dur="100" autoRev="1" fill="hold">
                                          <p:stCondLst>
                                            <p:cond delay="200"/>
                                          </p:stCondLst>
                                        </p:cTn>
                                        <p:tgtEl>
                                          <p:spTgt spid="6"/>
                                        </p:tgtEl>
                                      </p:cBhvr>
                                      <p:from x="100000" y="100000"/>
                                      <p:to x="110000" y="110000"/>
                                    </p:animScale>
                                    <p:animScale>
                                      <p:cBhvr>
                                        <p:cTn id="42" dur="100" autoRev="1" fill="hold">
                                          <p:stCondLst>
                                            <p:cond delay="400"/>
                                          </p:stCondLst>
                                        </p:cTn>
                                        <p:tgtEl>
                                          <p:spTgt spid="6"/>
                                        </p:tgtEl>
                                      </p:cBhvr>
                                      <p:from x="100000" y="100000"/>
                                      <p:to x="90000" y="90000"/>
                                    </p:animScale>
                                  </p:childTnLst>
                                </p:cTn>
                              </p:par>
                              <p:par>
                                <p:cTn id="43" presetID="53" presetClass="entr" presetSubtype="16" decel="5000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p:cTn id="45" dur="200" fill="hold"/>
                                        <p:tgtEl>
                                          <p:spTgt spid="8"/>
                                        </p:tgtEl>
                                        <p:attrNameLst>
                                          <p:attrName>ppt_w</p:attrName>
                                        </p:attrNameLst>
                                      </p:cBhvr>
                                      <p:tavLst>
                                        <p:tav tm="0">
                                          <p:val>
                                            <p:strVal val="0"/>
                                          </p:val>
                                        </p:tav>
                                        <p:tav tm="100000">
                                          <p:val>
                                            <p:strVal val="#ppt_w"/>
                                          </p:val>
                                        </p:tav>
                                      </p:tavLst>
                                    </p:anim>
                                    <p:anim calcmode="lin" valueType="num">
                                      <p:cBhvr>
                                        <p:cTn id="46" dur="200" fill="hold"/>
                                        <p:tgtEl>
                                          <p:spTgt spid="8"/>
                                        </p:tgtEl>
                                        <p:attrNameLst>
                                          <p:attrName>ppt_h</p:attrName>
                                        </p:attrNameLst>
                                      </p:cBhvr>
                                      <p:tavLst>
                                        <p:tav tm="0">
                                          <p:val>
                                            <p:strVal val="0"/>
                                          </p:val>
                                        </p:tav>
                                        <p:tav tm="100000">
                                          <p:val>
                                            <p:strVal val="#ppt_h"/>
                                          </p:val>
                                        </p:tav>
                                      </p:tavLst>
                                    </p:anim>
                                    <p:animScale>
                                      <p:cBhvr>
                                        <p:cTn id="47" dur="100" autoRev="1" fill="hold">
                                          <p:stCondLst>
                                            <p:cond delay="200"/>
                                          </p:stCondLst>
                                        </p:cTn>
                                        <p:tgtEl>
                                          <p:spTgt spid="8"/>
                                        </p:tgtEl>
                                      </p:cBhvr>
                                      <p:from x="100000" y="100000"/>
                                      <p:to x="110000" y="110000"/>
                                    </p:animScale>
                                    <p:animScale>
                                      <p:cBhvr>
                                        <p:cTn id="48" dur="100" autoRev="1" fill="hold">
                                          <p:stCondLst>
                                            <p:cond delay="400"/>
                                          </p:stCondLst>
                                        </p:cTn>
                                        <p:tgtEl>
                                          <p:spTgt spid="8"/>
                                        </p:tgtEl>
                                      </p:cBhvr>
                                      <p:from x="100000" y="100000"/>
                                      <p:to x="90000" y="90000"/>
                                    </p:animScale>
                                  </p:childTnLst>
                                </p:cTn>
                              </p:par>
                              <p:par>
                                <p:cTn id="49" presetID="53" presetClass="entr" presetSubtype="16" decel="5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p:cTn id="51" dur="200" fill="hold"/>
                                        <p:tgtEl>
                                          <p:spTgt spid="10"/>
                                        </p:tgtEl>
                                        <p:attrNameLst>
                                          <p:attrName>ppt_w</p:attrName>
                                        </p:attrNameLst>
                                      </p:cBhvr>
                                      <p:tavLst>
                                        <p:tav tm="0">
                                          <p:val>
                                            <p:strVal val="0"/>
                                          </p:val>
                                        </p:tav>
                                        <p:tav tm="100000">
                                          <p:val>
                                            <p:strVal val="#ppt_w"/>
                                          </p:val>
                                        </p:tav>
                                      </p:tavLst>
                                    </p:anim>
                                    <p:anim calcmode="lin" valueType="num">
                                      <p:cBhvr>
                                        <p:cTn id="52" dur="200" fill="hold"/>
                                        <p:tgtEl>
                                          <p:spTgt spid="10"/>
                                        </p:tgtEl>
                                        <p:attrNameLst>
                                          <p:attrName>ppt_h</p:attrName>
                                        </p:attrNameLst>
                                      </p:cBhvr>
                                      <p:tavLst>
                                        <p:tav tm="0">
                                          <p:val>
                                            <p:strVal val="0"/>
                                          </p:val>
                                        </p:tav>
                                        <p:tav tm="100000">
                                          <p:val>
                                            <p:strVal val="#ppt_h"/>
                                          </p:val>
                                        </p:tav>
                                      </p:tavLst>
                                    </p:anim>
                                    <p:animScale>
                                      <p:cBhvr>
                                        <p:cTn id="53" dur="100" autoRev="1" fill="hold">
                                          <p:stCondLst>
                                            <p:cond delay="200"/>
                                          </p:stCondLst>
                                        </p:cTn>
                                        <p:tgtEl>
                                          <p:spTgt spid="10"/>
                                        </p:tgtEl>
                                      </p:cBhvr>
                                      <p:from x="100000" y="100000"/>
                                      <p:to x="110000" y="110000"/>
                                    </p:animScale>
                                    <p:animScale>
                                      <p:cBhvr>
                                        <p:cTn id="54" dur="100" autoRev="1" fill="hold">
                                          <p:stCondLst>
                                            <p:cond delay="400"/>
                                          </p:stCondLst>
                                        </p:cTn>
                                        <p:tgtEl>
                                          <p:spTgt spid="10"/>
                                        </p:tgtEl>
                                      </p:cBhvr>
                                      <p:from x="100000" y="100000"/>
                                      <p:to x="90000" y="90000"/>
                                    </p:animScale>
                                  </p:childTnLst>
                                </p:cTn>
                              </p:par>
                              <p:par>
                                <p:cTn id="55" presetID="53" presetClass="entr" presetSubtype="16" decel="5000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anim calcmode="lin" valueType="num">
                                      <p:cBhvr>
                                        <p:cTn id="57" dur="200" fill="hold"/>
                                        <p:tgtEl>
                                          <p:spTgt spid="9"/>
                                        </p:tgtEl>
                                        <p:attrNameLst>
                                          <p:attrName>ppt_w</p:attrName>
                                        </p:attrNameLst>
                                      </p:cBhvr>
                                      <p:tavLst>
                                        <p:tav tm="0">
                                          <p:val>
                                            <p:strVal val="0"/>
                                          </p:val>
                                        </p:tav>
                                        <p:tav tm="100000">
                                          <p:val>
                                            <p:strVal val="#ppt_w"/>
                                          </p:val>
                                        </p:tav>
                                      </p:tavLst>
                                    </p:anim>
                                    <p:anim calcmode="lin" valueType="num">
                                      <p:cBhvr>
                                        <p:cTn id="58" dur="200" fill="hold"/>
                                        <p:tgtEl>
                                          <p:spTgt spid="9"/>
                                        </p:tgtEl>
                                        <p:attrNameLst>
                                          <p:attrName>ppt_h</p:attrName>
                                        </p:attrNameLst>
                                      </p:cBhvr>
                                      <p:tavLst>
                                        <p:tav tm="0">
                                          <p:val>
                                            <p:strVal val="0"/>
                                          </p:val>
                                        </p:tav>
                                        <p:tav tm="100000">
                                          <p:val>
                                            <p:strVal val="#ppt_h"/>
                                          </p:val>
                                        </p:tav>
                                      </p:tavLst>
                                    </p:anim>
                                    <p:animScale>
                                      <p:cBhvr>
                                        <p:cTn id="59" dur="100" autoRev="1" fill="hold">
                                          <p:stCondLst>
                                            <p:cond delay="200"/>
                                          </p:stCondLst>
                                        </p:cTn>
                                        <p:tgtEl>
                                          <p:spTgt spid="9"/>
                                        </p:tgtEl>
                                      </p:cBhvr>
                                      <p:from x="100000" y="100000"/>
                                      <p:to x="110000" y="110000"/>
                                    </p:animScale>
                                    <p:animScale>
                                      <p:cBhvr>
                                        <p:cTn id="60" dur="100" autoRev="1" fill="hold">
                                          <p:stCondLst>
                                            <p:cond delay="400"/>
                                          </p:stCondLst>
                                        </p:cTn>
                                        <p:tgtEl>
                                          <p:spTgt spid="9"/>
                                        </p:tgtEl>
                                      </p:cBhvr>
                                      <p:from x="100000" y="100000"/>
                                      <p:to x="90000" y="90000"/>
                                    </p:animScale>
                                  </p:childTnLst>
                                </p:cTn>
                              </p:par>
                              <p:par>
                                <p:cTn id="61" presetID="53" presetClass="entr" presetSubtype="16" decel="50000" fill="hold" grpId="0" nodeType="withEffect">
                                  <p:stCondLst>
                                    <p:cond delay="0"/>
                                  </p:stCondLst>
                                  <p:childTnLst>
                                    <p:set>
                                      <p:cBhvr>
                                        <p:cTn id="62" dur="1" fill="hold">
                                          <p:stCondLst>
                                            <p:cond delay="0"/>
                                          </p:stCondLst>
                                        </p:cTn>
                                        <p:tgtEl>
                                          <p:spTgt spid="11"/>
                                        </p:tgtEl>
                                        <p:attrNameLst>
                                          <p:attrName>style.visibility</p:attrName>
                                        </p:attrNameLst>
                                      </p:cBhvr>
                                      <p:to>
                                        <p:strVal val="visible"/>
                                      </p:to>
                                    </p:set>
                                    <p:anim calcmode="lin" valueType="num">
                                      <p:cBhvr>
                                        <p:cTn id="63" dur="200" fill="hold"/>
                                        <p:tgtEl>
                                          <p:spTgt spid="11"/>
                                        </p:tgtEl>
                                        <p:attrNameLst>
                                          <p:attrName>ppt_w</p:attrName>
                                        </p:attrNameLst>
                                      </p:cBhvr>
                                      <p:tavLst>
                                        <p:tav tm="0">
                                          <p:val>
                                            <p:strVal val="0"/>
                                          </p:val>
                                        </p:tav>
                                        <p:tav tm="100000">
                                          <p:val>
                                            <p:strVal val="#ppt_w"/>
                                          </p:val>
                                        </p:tav>
                                      </p:tavLst>
                                    </p:anim>
                                    <p:anim calcmode="lin" valueType="num">
                                      <p:cBhvr>
                                        <p:cTn id="64" dur="200" fill="hold"/>
                                        <p:tgtEl>
                                          <p:spTgt spid="11"/>
                                        </p:tgtEl>
                                        <p:attrNameLst>
                                          <p:attrName>ppt_h</p:attrName>
                                        </p:attrNameLst>
                                      </p:cBhvr>
                                      <p:tavLst>
                                        <p:tav tm="0">
                                          <p:val>
                                            <p:strVal val="0"/>
                                          </p:val>
                                        </p:tav>
                                        <p:tav tm="100000">
                                          <p:val>
                                            <p:strVal val="#ppt_h"/>
                                          </p:val>
                                        </p:tav>
                                      </p:tavLst>
                                    </p:anim>
                                    <p:animScale>
                                      <p:cBhvr>
                                        <p:cTn id="65" dur="100" autoRev="1" fill="hold">
                                          <p:stCondLst>
                                            <p:cond delay="200"/>
                                          </p:stCondLst>
                                        </p:cTn>
                                        <p:tgtEl>
                                          <p:spTgt spid="11"/>
                                        </p:tgtEl>
                                      </p:cBhvr>
                                      <p:from x="100000" y="100000"/>
                                      <p:to x="110000" y="110000"/>
                                    </p:animScale>
                                    <p:animScale>
                                      <p:cBhvr>
                                        <p:cTn id="66" dur="100" autoRev="1" fill="hold">
                                          <p:stCondLst>
                                            <p:cond delay="400"/>
                                          </p:stCondLst>
                                        </p:cTn>
                                        <p:tgtEl>
                                          <p:spTgt spid="11"/>
                                        </p:tgtEl>
                                      </p:cBhvr>
                                      <p:from x="100000" y="100000"/>
                                      <p:to x="90000" y="90000"/>
                                    </p:animScale>
                                  </p:childTnLst>
                                </p:cTn>
                              </p:par>
                              <p:par>
                                <p:cTn id="67" presetID="53" presetClass="entr" presetSubtype="16" decel="50000" fill="hold" grpId="0" nodeType="withEffect">
                                  <p:stCondLst>
                                    <p:cond delay="0"/>
                                  </p:stCondLst>
                                  <p:childTnLst>
                                    <p:set>
                                      <p:cBhvr>
                                        <p:cTn id="68" dur="1" fill="hold">
                                          <p:stCondLst>
                                            <p:cond delay="0"/>
                                          </p:stCondLst>
                                        </p:cTn>
                                        <p:tgtEl>
                                          <p:spTgt spid="43"/>
                                        </p:tgtEl>
                                        <p:attrNameLst>
                                          <p:attrName>style.visibility</p:attrName>
                                        </p:attrNameLst>
                                      </p:cBhvr>
                                      <p:to>
                                        <p:strVal val="visible"/>
                                      </p:to>
                                    </p:set>
                                    <p:anim calcmode="lin" valueType="num">
                                      <p:cBhvr>
                                        <p:cTn id="69" dur="200" fill="hold"/>
                                        <p:tgtEl>
                                          <p:spTgt spid="43"/>
                                        </p:tgtEl>
                                        <p:attrNameLst>
                                          <p:attrName>ppt_w</p:attrName>
                                        </p:attrNameLst>
                                      </p:cBhvr>
                                      <p:tavLst>
                                        <p:tav tm="0">
                                          <p:val>
                                            <p:strVal val="0"/>
                                          </p:val>
                                        </p:tav>
                                        <p:tav tm="100000">
                                          <p:val>
                                            <p:strVal val="#ppt_w"/>
                                          </p:val>
                                        </p:tav>
                                      </p:tavLst>
                                    </p:anim>
                                    <p:anim calcmode="lin" valueType="num">
                                      <p:cBhvr>
                                        <p:cTn id="70" dur="200" fill="hold"/>
                                        <p:tgtEl>
                                          <p:spTgt spid="43"/>
                                        </p:tgtEl>
                                        <p:attrNameLst>
                                          <p:attrName>ppt_h</p:attrName>
                                        </p:attrNameLst>
                                      </p:cBhvr>
                                      <p:tavLst>
                                        <p:tav tm="0">
                                          <p:val>
                                            <p:strVal val="0"/>
                                          </p:val>
                                        </p:tav>
                                        <p:tav tm="100000">
                                          <p:val>
                                            <p:strVal val="#ppt_h"/>
                                          </p:val>
                                        </p:tav>
                                      </p:tavLst>
                                    </p:anim>
                                    <p:animScale>
                                      <p:cBhvr>
                                        <p:cTn id="71" dur="100" autoRev="1" fill="hold">
                                          <p:stCondLst>
                                            <p:cond delay="200"/>
                                          </p:stCondLst>
                                        </p:cTn>
                                        <p:tgtEl>
                                          <p:spTgt spid="43"/>
                                        </p:tgtEl>
                                      </p:cBhvr>
                                      <p:from x="100000" y="100000"/>
                                      <p:to x="110000" y="110000"/>
                                    </p:animScale>
                                    <p:animScale>
                                      <p:cBhvr>
                                        <p:cTn id="72" dur="100" autoRev="1" fill="hold">
                                          <p:stCondLst>
                                            <p:cond delay="400"/>
                                          </p:stCondLst>
                                        </p:cTn>
                                        <p:tgtEl>
                                          <p:spTgt spid="43"/>
                                        </p:tgtEl>
                                      </p:cBhvr>
                                      <p:from x="100000" y="100000"/>
                                      <p:to x="90000" y="90000"/>
                                    </p:animScale>
                                  </p:childTnLst>
                                </p:cTn>
                              </p:par>
                            </p:childTnLst>
                          </p:cTn>
                        </p:par>
                      </p:childTnLst>
                    </p:cTn>
                  </p:par>
                  <p:par>
                    <p:cTn id="73" fill="hold">
                      <p:stCondLst>
                        <p:cond delay="indefinite"/>
                      </p:stCondLst>
                      <p:childTnLst>
                        <p:par>
                          <p:cTn id="74" fill="hold">
                            <p:stCondLst>
                              <p:cond delay="0"/>
                            </p:stCondLst>
                            <p:childTnLst>
                              <p:par>
                                <p:cTn id="75" presetID="53" presetClass="entr" presetSubtype="16" decel="50000" fill="hold" grpId="0" nodeType="clickEffect">
                                  <p:stCondLst>
                                    <p:cond delay="0"/>
                                  </p:stCondLst>
                                  <p:childTnLst>
                                    <p:set>
                                      <p:cBhvr>
                                        <p:cTn id="76" dur="1" fill="hold">
                                          <p:stCondLst>
                                            <p:cond delay="0"/>
                                          </p:stCondLst>
                                        </p:cTn>
                                        <p:tgtEl>
                                          <p:spTgt spid="12"/>
                                        </p:tgtEl>
                                        <p:attrNameLst>
                                          <p:attrName>style.visibility</p:attrName>
                                        </p:attrNameLst>
                                      </p:cBhvr>
                                      <p:to>
                                        <p:strVal val="visible"/>
                                      </p:to>
                                    </p:set>
                                    <p:anim calcmode="lin" valueType="num">
                                      <p:cBhvr>
                                        <p:cTn id="77" dur="200" fill="hold"/>
                                        <p:tgtEl>
                                          <p:spTgt spid="12"/>
                                        </p:tgtEl>
                                        <p:attrNameLst>
                                          <p:attrName>ppt_w</p:attrName>
                                        </p:attrNameLst>
                                      </p:cBhvr>
                                      <p:tavLst>
                                        <p:tav tm="0">
                                          <p:val>
                                            <p:strVal val="0"/>
                                          </p:val>
                                        </p:tav>
                                        <p:tav tm="100000">
                                          <p:val>
                                            <p:strVal val="#ppt_w"/>
                                          </p:val>
                                        </p:tav>
                                      </p:tavLst>
                                    </p:anim>
                                    <p:anim calcmode="lin" valueType="num">
                                      <p:cBhvr>
                                        <p:cTn id="78" dur="200" fill="hold"/>
                                        <p:tgtEl>
                                          <p:spTgt spid="12"/>
                                        </p:tgtEl>
                                        <p:attrNameLst>
                                          <p:attrName>ppt_h</p:attrName>
                                        </p:attrNameLst>
                                      </p:cBhvr>
                                      <p:tavLst>
                                        <p:tav tm="0">
                                          <p:val>
                                            <p:strVal val="0"/>
                                          </p:val>
                                        </p:tav>
                                        <p:tav tm="100000">
                                          <p:val>
                                            <p:strVal val="#ppt_h"/>
                                          </p:val>
                                        </p:tav>
                                      </p:tavLst>
                                    </p:anim>
                                    <p:animScale>
                                      <p:cBhvr>
                                        <p:cTn id="79" dur="100" autoRev="1" fill="hold">
                                          <p:stCondLst>
                                            <p:cond delay="200"/>
                                          </p:stCondLst>
                                        </p:cTn>
                                        <p:tgtEl>
                                          <p:spTgt spid="12"/>
                                        </p:tgtEl>
                                      </p:cBhvr>
                                      <p:from x="100000" y="100000"/>
                                      <p:to x="110000" y="110000"/>
                                    </p:animScale>
                                    <p:animScale>
                                      <p:cBhvr>
                                        <p:cTn id="80" dur="100" autoRev="1" fill="hold">
                                          <p:stCondLst>
                                            <p:cond delay="400"/>
                                          </p:stCondLst>
                                        </p:cTn>
                                        <p:tgtEl>
                                          <p:spTgt spid="12"/>
                                        </p:tgtEl>
                                      </p:cBhvr>
                                      <p:from x="100000" y="100000"/>
                                      <p:to x="90000" y="90000"/>
                                    </p:animScale>
                                  </p:childTnLst>
                                </p:cTn>
                              </p:par>
                              <p:par>
                                <p:cTn id="81" presetID="53" presetClass="entr" presetSubtype="16" decel="50000" fill="hold" grpId="0" nodeType="withEffect">
                                  <p:stCondLst>
                                    <p:cond delay="0"/>
                                  </p:stCondLst>
                                  <p:childTnLst>
                                    <p:set>
                                      <p:cBhvr>
                                        <p:cTn id="82" dur="1" fill="hold">
                                          <p:stCondLst>
                                            <p:cond delay="0"/>
                                          </p:stCondLst>
                                        </p:cTn>
                                        <p:tgtEl>
                                          <p:spTgt spid="13"/>
                                        </p:tgtEl>
                                        <p:attrNameLst>
                                          <p:attrName>style.visibility</p:attrName>
                                        </p:attrNameLst>
                                      </p:cBhvr>
                                      <p:to>
                                        <p:strVal val="visible"/>
                                      </p:to>
                                    </p:set>
                                    <p:anim calcmode="lin" valueType="num">
                                      <p:cBhvr>
                                        <p:cTn id="83" dur="200" fill="hold"/>
                                        <p:tgtEl>
                                          <p:spTgt spid="13"/>
                                        </p:tgtEl>
                                        <p:attrNameLst>
                                          <p:attrName>ppt_w</p:attrName>
                                        </p:attrNameLst>
                                      </p:cBhvr>
                                      <p:tavLst>
                                        <p:tav tm="0">
                                          <p:val>
                                            <p:strVal val="0"/>
                                          </p:val>
                                        </p:tav>
                                        <p:tav tm="100000">
                                          <p:val>
                                            <p:strVal val="#ppt_w"/>
                                          </p:val>
                                        </p:tav>
                                      </p:tavLst>
                                    </p:anim>
                                    <p:anim calcmode="lin" valueType="num">
                                      <p:cBhvr>
                                        <p:cTn id="84" dur="200" fill="hold"/>
                                        <p:tgtEl>
                                          <p:spTgt spid="13"/>
                                        </p:tgtEl>
                                        <p:attrNameLst>
                                          <p:attrName>ppt_h</p:attrName>
                                        </p:attrNameLst>
                                      </p:cBhvr>
                                      <p:tavLst>
                                        <p:tav tm="0">
                                          <p:val>
                                            <p:strVal val="0"/>
                                          </p:val>
                                        </p:tav>
                                        <p:tav tm="100000">
                                          <p:val>
                                            <p:strVal val="#ppt_h"/>
                                          </p:val>
                                        </p:tav>
                                      </p:tavLst>
                                    </p:anim>
                                    <p:animScale>
                                      <p:cBhvr>
                                        <p:cTn id="85" dur="100" autoRev="1" fill="hold">
                                          <p:stCondLst>
                                            <p:cond delay="200"/>
                                          </p:stCondLst>
                                        </p:cTn>
                                        <p:tgtEl>
                                          <p:spTgt spid="13"/>
                                        </p:tgtEl>
                                      </p:cBhvr>
                                      <p:from x="100000" y="100000"/>
                                      <p:to x="110000" y="110000"/>
                                    </p:animScale>
                                    <p:animScale>
                                      <p:cBhvr>
                                        <p:cTn id="86" dur="100" autoRev="1" fill="hold">
                                          <p:stCondLst>
                                            <p:cond delay="400"/>
                                          </p:stCondLst>
                                        </p:cTn>
                                        <p:tgtEl>
                                          <p:spTgt spid="13"/>
                                        </p:tgtEl>
                                      </p:cBhvr>
                                      <p:from x="100000" y="100000"/>
                                      <p:to x="90000" y="90000"/>
                                    </p:animScale>
                                  </p:childTnLst>
                                </p:cTn>
                              </p:par>
                              <p:par>
                                <p:cTn id="87" presetID="53" presetClass="entr" presetSubtype="16" decel="50000" fill="hold" grpId="0" nodeType="withEffect">
                                  <p:stCondLst>
                                    <p:cond delay="0"/>
                                  </p:stCondLst>
                                  <p:childTnLst>
                                    <p:set>
                                      <p:cBhvr>
                                        <p:cTn id="88" dur="1" fill="hold">
                                          <p:stCondLst>
                                            <p:cond delay="0"/>
                                          </p:stCondLst>
                                        </p:cTn>
                                        <p:tgtEl>
                                          <p:spTgt spid="14"/>
                                        </p:tgtEl>
                                        <p:attrNameLst>
                                          <p:attrName>style.visibility</p:attrName>
                                        </p:attrNameLst>
                                      </p:cBhvr>
                                      <p:to>
                                        <p:strVal val="visible"/>
                                      </p:to>
                                    </p:set>
                                    <p:anim calcmode="lin" valueType="num">
                                      <p:cBhvr>
                                        <p:cTn id="89" dur="200" fill="hold"/>
                                        <p:tgtEl>
                                          <p:spTgt spid="14"/>
                                        </p:tgtEl>
                                        <p:attrNameLst>
                                          <p:attrName>ppt_w</p:attrName>
                                        </p:attrNameLst>
                                      </p:cBhvr>
                                      <p:tavLst>
                                        <p:tav tm="0">
                                          <p:val>
                                            <p:strVal val="0"/>
                                          </p:val>
                                        </p:tav>
                                        <p:tav tm="100000">
                                          <p:val>
                                            <p:strVal val="#ppt_w"/>
                                          </p:val>
                                        </p:tav>
                                      </p:tavLst>
                                    </p:anim>
                                    <p:anim calcmode="lin" valueType="num">
                                      <p:cBhvr>
                                        <p:cTn id="90" dur="200" fill="hold"/>
                                        <p:tgtEl>
                                          <p:spTgt spid="14"/>
                                        </p:tgtEl>
                                        <p:attrNameLst>
                                          <p:attrName>ppt_h</p:attrName>
                                        </p:attrNameLst>
                                      </p:cBhvr>
                                      <p:tavLst>
                                        <p:tav tm="0">
                                          <p:val>
                                            <p:strVal val="0"/>
                                          </p:val>
                                        </p:tav>
                                        <p:tav tm="100000">
                                          <p:val>
                                            <p:strVal val="#ppt_h"/>
                                          </p:val>
                                        </p:tav>
                                      </p:tavLst>
                                    </p:anim>
                                    <p:animScale>
                                      <p:cBhvr>
                                        <p:cTn id="91" dur="100" autoRev="1" fill="hold">
                                          <p:stCondLst>
                                            <p:cond delay="200"/>
                                          </p:stCondLst>
                                        </p:cTn>
                                        <p:tgtEl>
                                          <p:spTgt spid="14"/>
                                        </p:tgtEl>
                                      </p:cBhvr>
                                      <p:from x="100000" y="100000"/>
                                      <p:to x="110000" y="110000"/>
                                    </p:animScale>
                                    <p:animScale>
                                      <p:cBhvr>
                                        <p:cTn id="92" dur="100" autoRev="1" fill="hold">
                                          <p:stCondLst>
                                            <p:cond delay="400"/>
                                          </p:stCondLst>
                                        </p:cTn>
                                        <p:tgtEl>
                                          <p:spTgt spid="14"/>
                                        </p:tgtEl>
                                      </p:cBhvr>
                                      <p:from x="100000" y="100000"/>
                                      <p:to x="90000" y="90000"/>
                                    </p:animScale>
                                  </p:childTnLst>
                                </p:cTn>
                              </p:par>
                              <p:par>
                                <p:cTn id="93" presetID="53" presetClass="entr" presetSubtype="16" decel="50000" fill="hold" grpId="0" nodeType="withEffect">
                                  <p:stCondLst>
                                    <p:cond delay="0"/>
                                  </p:stCondLst>
                                  <p:childTnLst>
                                    <p:set>
                                      <p:cBhvr>
                                        <p:cTn id="94" dur="1" fill="hold">
                                          <p:stCondLst>
                                            <p:cond delay="0"/>
                                          </p:stCondLst>
                                        </p:cTn>
                                        <p:tgtEl>
                                          <p:spTgt spid="15"/>
                                        </p:tgtEl>
                                        <p:attrNameLst>
                                          <p:attrName>style.visibility</p:attrName>
                                        </p:attrNameLst>
                                      </p:cBhvr>
                                      <p:to>
                                        <p:strVal val="visible"/>
                                      </p:to>
                                    </p:set>
                                    <p:anim calcmode="lin" valueType="num">
                                      <p:cBhvr>
                                        <p:cTn id="95" dur="200" fill="hold"/>
                                        <p:tgtEl>
                                          <p:spTgt spid="15"/>
                                        </p:tgtEl>
                                        <p:attrNameLst>
                                          <p:attrName>ppt_w</p:attrName>
                                        </p:attrNameLst>
                                      </p:cBhvr>
                                      <p:tavLst>
                                        <p:tav tm="0">
                                          <p:val>
                                            <p:strVal val="0"/>
                                          </p:val>
                                        </p:tav>
                                        <p:tav tm="100000">
                                          <p:val>
                                            <p:strVal val="#ppt_w"/>
                                          </p:val>
                                        </p:tav>
                                      </p:tavLst>
                                    </p:anim>
                                    <p:anim calcmode="lin" valueType="num">
                                      <p:cBhvr>
                                        <p:cTn id="96" dur="200" fill="hold"/>
                                        <p:tgtEl>
                                          <p:spTgt spid="15"/>
                                        </p:tgtEl>
                                        <p:attrNameLst>
                                          <p:attrName>ppt_h</p:attrName>
                                        </p:attrNameLst>
                                      </p:cBhvr>
                                      <p:tavLst>
                                        <p:tav tm="0">
                                          <p:val>
                                            <p:strVal val="0"/>
                                          </p:val>
                                        </p:tav>
                                        <p:tav tm="100000">
                                          <p:val>
                                            <p:strVal val="#ppt_h"/>
                                          </p:val>
                                        </p:tav>
                                      </p:tavLst>
                                    </p:anim>
                                    <p:animScale>
                                      <p:cBhvr>
                                        <p:cTn id="97" dur="100" autoRev="1" fill="hold">
                                          <p:stCondLst>
                                            <p:cond delay="200"/>
                                          </p:stCondLst>
                                        </p:cTn>
                                        <p:tgtEl>
                                          <p:spTgt spid="15"/>
                                        </p:tgtEl>
                                      </p:cBhvr>
                                      <p:from x="100000" y="100000"/>
                                      <p:to x="110000" y="110000"/>
                                    </p:animScale>
                                    <p:animScale>
                                      <p:cBhvr>
                                        <p:cTn id="98" dur="100" autoRev="1" fill="hold">
                                          <p:stCondLst>
                                            <p:cond delay="400"/>
                                          </p:stCondLst>
                                        </p:cTn>
                                        <p:tgtEl>
                                          <p:spTgt spid="15"/>
                                        </p:tgtEl>
                                      </p:cBhvr>
                                      <p:from x="100000" y="100000"/>
                                      <p:to x="90000" y="90000"/>
                                    </p:animScale>
                                  </p:childTnLst>
                                </p:cTn>
                              </p:par>
                              <p:par>
                                <p:cTn id="99" presetID="53" presetClass="entr" presetSubtype="16" decel="50000" fill="hold" grpId="0" nodeType="withEffect">
                                  <p:stCondLst>
                                    <p:cond delay="0"/>
                                  </p:stCondLst>
                                  <p:childTnLst>
                                    <p:set>
                                      <p:cBhvr>
                                        <p:cTn id="100" dur="1" fill="hold">
                                          <p:stCondLst>
                                            <p:cond delay="0"/>
                                          </p:stCondLst>
                                        </p:cTn>
                                        <p:tgtEl>
                                          <p:spTgt spid="44"/>
                                        </p:tgtEl>
                                        <p:attrNameLst>
                                          <p:attrName>style.visibility</p:attrName>
                                        </p:attrNameLst>
                                      </p:cBhvr>
                                      <p:to>
                                        <p:strVal val="visible"/>
                                      </p:to>
                                    </p:set>
                                    <p:anim calcmode="lin" valueType="num">
                                      <p:cBhvr>
                                        <p:cTn id="101" dur="200" fill="hold"/>
                                        <p:tgtEl>
                                          <p:spTgt spid="44"/>
                                        </p:tgtEl>
                                        <p:attrNameLst>
                                          <p:attrName>ppt_w</p:attrName>
                                        </p:attrNameLst>
                                      </p:cBhvr>
                                      <p:tavLst>
                                        <p:tav tm="0">
                                          <p:val>
                                            <p:strVal val="0"/>
                                          </p:val>
                                        </p:tav>
                                        <p:tav tm="100000">
                                          <p:val>
                                            <p:strVal val="#ppt_w"/>
                                          </p:val>
                                        </p:tav>
                                      </p:tavLst>
                                    </p:anim>
                                    <p:anim calcmode="lin" valueType="num">
                                      <p:cBhvr>
                                        <p:cTn id="102" dur="200" fill="hold"/>
                                        <p:tgtEl>
                                          <p:spTgt spid="44"/>
                                        </p:tgtEl>
                                        <p:attrNameLst>
                                          <p:attrName>ppt_h</p:attrName>
                                        </p:attrNameLst>
                                      </p:cBhvr>
                                      <p:tavLst>
                                        <p:tav tm="0">
                                          <p:val>
                                            <p:strVal val="0"/>
                                          </p:val>
                                        </p:tav>
                                        <p:tav tm="100000">
                                          <p:val>
                                            <p:strVal val="#ppt_h"/>
                                          </p:val>
                                        </p:tav>
                                      </p:tavLst>
                                    </p:anim>
                                    <p:animScale>
                                      <p:cBhvr>
                                        <p:cTn id="103" dur="100" autoRev="1" fill="hold">
                                          <p:stCondLst>
                                            <p:cond delay="200"/>
                                          </p:stCondLst>
                                        </p:cTn>
                                        <p:tgtEl>
                                          <p:spTgt spid="44"/>
                                        </p:tgtEl>
                                      </p:cBhvr>
                                      <p:from x="100000" y="100000"/>
                                      <p:to x="110000" y="110000"/>
                                    </p:animScale>
                                    <p:animScale>
                                      <p:cBhvr>
                                        <p:cTn id="104" dur="100" autoRev="1" fill="hold">
                                          <p:stCondLst>
                                            <p:cond delay="400"/>
                                          </p:stCondLst>
                                        </p:cTn>
                                        <p:tgtEl>
                                          <p:spTgt spid="44"/>
                                        </p:tgtEl>
                                      </p:cBhvr>
                                      <p:from x="100000" y="100000"/>
                                      <p:to x="90000" y="90000"/>
                                    </p:animScale>
                                  </p:childTnLst>
                                </p:cTn>
                              </p:par>
                            </p:childTnLst>
                          </p:cTn>
                        </p:par>
                      </p:childTnLst>
                    </p:cTn>
                  </p:par>
                  <p:par>
                    <p:cTn id="105" fill="hold">
                      <p:stCondLst>
                        <p:cond delay="indefinite"/>
                      </p:stCondLst>
                      <p:childTnLst>
                        <p:par>
                          <p:cTn id="106" fill="hold">
                            <p:stCondLst>
                              <p:cond delay="0"/>
                            </p:stCondLst>
                            <p:childTnLst>
                              <p:par>
                                <p:cTn id="107" presetID="53" presetClass="entr" presetSubtype="16" decel="50000" fill="hold" nodeType="clickEffect">
                                  <p:stCondLst>
                                    <p:cond delay="0"/>
                                  </p:stCondLst>
                                  <p:childTnLst>
                                    <p:set>
                                      <p:cBhvr>
                                        <p:cTn id="108" dur="1" fill="hold">
                                          <p:stCondLst>
                                            <p:cond delay="0"/>
                                          </p:stCondLst>
                                        </p:cTn>
                                        <p:tgtEl>
                                          <p:spTgt spid="25"/>
                                        </p:tgtEl>
                                        <p:attrNameLst>
                                          <p:attrName>style.visibility</p:attrName>
                                        </p:attrNameLst>
                                      </p:cBhvr>
                                      <p:to>
                                        <p:strVal val="visible"/>
                                      </p:to>
                                    </p:set>
                                    <p:anim calcmode="lin" valueType="num">
                                      <p:cBhvr>
                                        <p:cTn id="109" dur="200" fill="hold"/>
                                        <p:tgtEl>
                                          <p:spTgt spid="25"/>
                                        </p:tgtEl>
                                        <p:attrNameLst>
                                          <p:attrName>ppt_w</p:attrName>
                                        </p:attrNameLst>
                                      </p:cBhvr>
                                      <p:tavLst>
                                        <p:tav tm="0">
                                          <p:val>
                                            <p:strVal val="0"/>
                                          </p:val>
                                        </p:tav>
                                        <p:tav tm="100000">
                                          <p:val>
                                            <p:strVal val="#ppt_w"/>
                                          </p:val>
                                        </p:tav>
                                      </p:tavLst>
                                    </p:anim>
                                    <p:anim calcmode="lin" valueType="num">
                                      <p:cBhvr>
                                        <p:cTn id="110" dur="200" fill="hold"/>
                                        <p:tgtEl>
                                          <p:spTgt spid="25"/>
                                        </p:tgtEl>
                                        <p:attrNameLst>
                                          <p:attrName>ppt_h</p:attrName>
                                        </p:attrNameLst>
                                      </p:cBhvr>
                                      <p:tavLst>
                                        <p:tav tm="0">
                                          <p:val>
                                            <p:strVal val="0"/>
                                          </p:val>
                                        </p:tav>
                                        <p:tav tm="100000">
                                          <p:val>
                                            <p:strVal val="#ppt_h"/>
                                          </p:val>
                                        </p:tav>
                                      </p:tavLst>
                                    </p:anim>
                                    <p:animScale>
                                      <p:cBhvr>
                                        <p:cTn id="111" dur="100" autoRev="1" fill="hold">
                                          <p:stCondLst>
                                            <p:cond delay="200"/>
                                          </p:stCondLst>
                                        </p:cTn>
                                        <p:tgtEl>
                                          <p:spTgt spid="25"/>
                                        </p:tgtEl>
                                      </p:cBhvr>
                                      <p:from x="100000" y="100000"/>
                                      <p:to x="110000" y="110000"/>
                                    </p:animScale>
                                    <p:animScale>
                                      <p:cBhvr>
                                        <p:cTn id="112" dur="100" autoRev="1" fill="hold">
                                          <p:stCondLst>
                                            <p:cond delay="400"/>
                                          </p:stCondLst>
                                        </p:cTn>
                                        <p:tgtEl>
                                          <p:spTgt spid="25"/>
                                        </p:tgtEl>
                                      </p:cBhvr>
                                      <p:from x="100000" y="100000"/>
                                      <p:to x="90000" y="90000"/>
                                    </p:animScale>
                                  </p:childTnLst>
                                </p:cTn>
                              </p:par>
                            </p:childTnLst>
                          </p:cTn>
                        </p:par>
                      </p:childTnLst>
                    </p:cTn>
                  </p:par>
                  <p:par>
                    <p:cTn id="113" fill="hold">
                      <p:stCondLst>
                        <p:cond delay="indefinite"/>
                      </p:stCondLst>
                      <p:childTnLst>
                        <p:par>
                          <p:cTn id="114" fill="hold">
                            <p:stCondLst>
                              <p:cond delay="0"/>
                            </p:stCondLst>
                            <p:childTnLst>
                              <p:par>
                                <p:cTn id="115" presetID="53" presetClass="entr" presetSubtype="16" decel="50000" fill="hold" grpId="0" nodeType="clickEffect">
                                  <p:stCondLst>
                                    <p:cond delay="0"/>
                                  </p:stCondLst>
                                  <p:childTnLst>
                                    <p:set>
                                      <p:cBhvr>
                                        <p:cTn id="116" dur="1" fill="hold">
                                          <p:stCondLst>
                                            <p:cond delay="0"/>
                                          </p:stCondLst>
                                        </p:cTn>
                                        <p:tgtEl>
                                          <p:spTgt spid="29"/>
                                        </p:tgtEl>
                                        <p:attrNameLst>
                                          <p:attrName>style.visibility</p:attrName>
                                        </p:attrNameLst>
                                      </p:cBhvr>
                                      <p:to>
                                        <p:strVal val="visible"/>
                                      </p:to>
                                    </p:set>
                                    <p:anim calcmode="lin" valueType="num">
                                      <p:cBhvr>
                                        <p:cTn id="117" dur="200" fill="hold"/>
                                        <p:tgtEl>
                                          <p:spTgt spid="29"/>
                                        </p:tgtEl>
                                        <p:attrNameLst>
                                          <p:attrName>ppt_w</p:attrName>
                                        </p:attrNameLst>
                                      </p:cBhvr>
                                      <p:tavLst>
                                        <p:tav tm="0">
                                          <p:val>
                                            <p:strVal val="0"/>
                                          </p:val>
                                        </p:tav>
                                        <p:tav tm="100000">
                                          <p:val>
                                            <p:strVal val="#ppt_w"/>
                                          </p:val>
                                        </p:tav>
                                      </p:tavLst>
                                    </p:anim>
                                    <p:anim calcmode="lin" valueType="num">
                                      <p:cBhvr>
                                        <p:cTn id="118" dur="200" fill="hold"/>
                                        <p:tgtEl>
                                          <p:spTgt spid="29"/>
                                        </p:tgtEl>
                                        <p:attrNameLst>
                                          <p:attrName>ppt_h</p:attrName>
                                        </p:attrNameLst>
                                      </p:cBhvr>
                                      <p:tavLst>
                                        <p:tav tm="0">
                                          <p:val>
                                            <p:strVal val="0"/>
                                          </p:val>
                                        </p:tav>
                                        <p:tav tm="100000">
                                          <p:val>
                                            <p:strVal val="#ppt_h"/>
                                          </p:val>
                                        </p:tav>
                                      </p:tavLst>
                                    </p:anim>
                                    <p:animScale>
                                      <p:cBhvr>
                                        <p:cTn id="119" dur="100" autoRev="1" fill="hold">
                                          <p:stCondLst>
                                            <p:cond delay="200"/>
                                          </p:stCondLst>
                                        </p:cTn>
                                        <p:tgtEl>
                                          <p:spTgt spid="29"/>
                                        </p:tgtEl>
                                      </p:cBhvr>
                                      <p:from x="100000" y="100000"/>
                                      <p:to x="110000" y="110000"/>
                                    </p:animScale>
                                    <p:animScale>
                                      <p:cBhvr>
                                        <p:cTn id="120" dur="100" autoRev="1" fill="hold">
                                          <p:stCondLst>
                                            <p:cond delay="400"/>
                                          </p:stCondLst>
                                        </p:cTn>
                                        <p:tgtEl>
                                          <p:spTgt spid="29"/>
                                        </p:tgtEl>
                                      </p:cBhvr>
                                      <p:from x="100000" y="100000"/>
                                      <p:to x="90000" y="90000"/>
                                    </p:animScale>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nodeType="clickEffect">
                                  <p:stCondLst>
                                    <p:cond delay="0"/>
                                  </p:stCondLst>
                                  <p:childTnLst>
                                    <p:set>
                                      <p:cBhvr>
                                        <p:cTn id="124" dur="1" fill="hold">
                                          <p:stCondLst>
                                            <p:cond delay="0"/>
                                          </p:stCondLst>
                                        </p:cTn>
                                        <p:tgtEl>
                                          <p:spTgt spid="36"/>
                                        </p:tgtEl>
                                        <p:attrNameLst>
                                          <p:attrName>style.visibility</p:attrName>
                                        </p:attrNameLst>
                                      </p:cBhvr>
                                      <p:to>
                                        <p:strVal val="visible"/>
                                      </p:to>
                                    </p:set>
                                    <p:animEffect transition="in" filter="wipe(left)">
                                      <p:cBhvr>
                                        <p:cTn id="125" dur="500"/>
                                        <p:tgtEl>
                                          <p:spTgt spid="36"/>
                                        </p:tgtEl>
                                      </p:cBhvr>
                                    </p:animEffect>
                                  </p:childTnLst>
                                </p:cTn>
                              </p:par>
                            </p:childTnLst>
                          </p:cTn>
                        </p:par>
                        <p:par>
                          <p:cTn id="126" fill="hold">
                            <p:stCondLst>
                              <p:cond delay="500"/>
                            </p:stCondLst>
                            <p:childTnLst>
                              <p:par>
                                <p:cTn id="127" presetID="53" presetClass="entr" presetSubtype="16" decel="50000" fill="hold" grpId="0" nodeType="afterEffect">
                                  <p:stCondLst>
                                    <p:cond delay="0"/>
                                  </p:stCondLst>
                                  <p:childTnLst>
                                    <p:set>
                                      <p:cBhvr>
                                        <p:cTn id="128" dur="1" fill="hold">
                                          <p:stCondLst>
                                            <p:cond delay="0"/>
                                          </p:stCondLst>
                                        </p:cTn>
                                        <p:tgtEl>
                                          <p:spTgt spid="18"/>
                                        </p:tgtEl>
                                        <p:attrNameLst>
                                          <p:attrName>style.visibility</p:attrName>
                                        </p:attrNameLst>
                                      </p:cBhvr>
                                      <p:to>
                                        <p:strVal val="visible"/>
                                      </p:to>
                                    </p:set>
                                    <p:anim calcmode="lin" valueType="num">
                                      <p:cBhvr>
                                        <p:cTn id="129" dur="200" fill="hold"/>
                                        <p:tgtEl>
                                          <p:spTgt spid="18"/>
                                        </p:tgtEl>
                                        <p:attrNameLst>
                                          <p:attrName>ppt_w</p:attrName>
                                        </p:attrNameLst>
                                      </p:cBhvr>
                                      <p:tavLst>
                                        <p:tav tm="0">
                                          <p:val>
                                            <p:strVal val="0"/>
                                          </p:val>
                                        </p:tav>
                                        <p:tav tm="100000">
                                          <p:val>
                                            <p:strVal val="#ppt_w"/>
                                          </p:val>
                                        </p:tav>
                                      </p:tavLst>
                                    </p:anim>
                                    <p:anim calcmode="lin" valueType="num">
                                      <p:cBhvr>
                                        <p:cTn id="130" dur="200" fill="hold"/>
                                        <p:tgtEl>
                                          <p:spTgt spid="18"/>
                                        </p:tgtEl>
                                        <p:attrNameLst>
                                          <p:attrName>ppt_h</p:attrName>
                                        </p:attrNameLst>
                                      </p:cBhvr>
                                      <p:tavLst>
                                        <p:tav tm="0">
                                          <p:val>
                                            <p:strVal val="0"/>
                                          </p:val>
                                        </p:tav>
                                        <p:tav tm="100000">
                                          <p:val>
                                            <p:strVal val="#ppt_h"/>
                                          </p:val>
                                        </p:tav>
                                      </p:tavLst>
                                    </p:anim>
                                    <p:animScale>
                                      <p:cBhvr>
                                        <p:cTn id="131" dur="100" autoRev="1" fill="hold">
                                          <p:stCondLst>
                                            <p:cond delay="200"/>
                                          </p:stCondLst>
                                        </p:cTn>
                                        <p:tgtEl>
                                          <p:spTgt spid="18"/>
                                        </p:tgtEl>
                                      </p:cBhvr>
                                      <p:from x="100000" y="100000"/>
                                      <p:to x="110000" y="110000"/>
                                    </p:animScale>
                                    <p:animScale>
                                      <p:cBhvr>
                                        <p:cTn id="132" dur="100" autoRev="1" fill="hold">
                                          <p:stCondLst>
                                            <p:cond delay="400"/>
                                          </p:stCondLst>
                                        </p:cTn>
                                        <p:tgtEl>
                                          <p:spTgt spid="18"/>
                                        </p:tgtEl>
                                      </p:cBhvr>
                                      <p:from x="100000" y="100000"/>
                                      <p:to x="90000" y="90000"/>
                                    </p:animScale>
                                  </p:childTnLst>
                                </p:cTn>
                              </p:par>
                              <p:par>
                                <p:cTn id="133" presetID="53" presetClass="entr" presetSubtype="16" decel="50000" fill="hold" grpId="0" nodeType="withEffect">
                                  <p:stCondLst>
                                    <p:cond delay="0"/>
                                  </p:stCondLst>
                                  <p:childTnLst>
                                    <p:set>
                                      <p:cBhvr>
                                        <p:cTn id="134" dur="1" fill="hold">
                                          <p:stCondLst>
                                            <p:cond delay="0"/>
                                          </p:stCondLst>
                                        </p:cTn>
                                        <p:tgtEl>
                                          <p:spTgt spid="19"/>
                                        </p:tgtEl>
                                        <p:attrNameLst>
                                          <p:attrName>style.visibility</p:attrName>
                                        </p:attrNameLst>
                                      </p:cBhvr>
                                      <p:to>
                                        <p:strVal val="visible"/>
                                      </p:to>
                                    </p:set>
                                    <p:anim calcmode="lin" valueType="num">
                                      <p:cBhvr>
                                        <p:cTn id="135" dur="200" fill="hold"/>
                                        <p:tgtEl>
                                          <p:spTgt spid="19"/>
                                        </p:tgtEl>
                                        <p:attrNameLst>
                                          <p:attrName>ppt_w</p:attrName>
                                        </p:attrNameLst>
                                      </p:cBhvr>
                                      <p:tavLst>
                                        <p:tav tm="0">
                                          <p:val>
                                            <p:strVal val="0"/>
                                          </p:val>
                                        </p:tav>
                                        <p:tav tm="100000">
                                          <p:val>
                                            <p:strVal val="#ppt_w"/>
                                          </p:val>
                                        </p:tav>
                                      </p:tavLst>
                                    </p:anim>
                                    <p:anim calcmode="lin" valueType="num">
                                      <p:cBhvr>
                                        <p:cTn id="136" dur="200" fill="hold"/>
                                        <p:tgtEl>
                                          <p:spTgt spid="19"/>
                                        </p:tgtEl>
                                        <p:attrNameLst>
                                          <p:attrName>ppt_h</p:attrName>
                                        </p:attrNameLst>
                                      </p:cBhvr>
                                      <p:tavLst>
                                        <p:tav tm="0">
                                          <p:val>
                                            <p:strVal val="0"/>
                                          </p:val>
                                        </p:tav>
                                        <p:tav tm="100000">
                                          <p:val>
                                            <p:strVal val="#ppt_h"/>
                                          </p:val>
                                        </p:tav>
                                      </p:tavLst>
                                    </p:anim>
                                    <p:animScale>
                                      <p:cBhvr>
                                        <p:cTn id="137" dur="100" autoRev="1" fill="hold">
                                          <p:stCondLst>
                                            <p:cond delay="200"/>
                                          </p:stCondLst>
                                        </p:cTn>
                                        <p:tgtEl>
                                          <p:spTgt spid="19"/>
                                        </p:tgtEl>
                                      </p:cBhvr>
                                      <p:from x="100000" y="100000"/>
                                      <p:to x="110000" y="110000"/>
                                    </p:animScale>
                                    <p:animScale>
                                      <p:cBhvr>
                                        <p:cTn id="138" dur="100" autoRev="1" fill="hold">
                                          <p:stCondLst>
                                            <p:cond delay="400"/>
                                          </p:stCondLst>
                                        </p:cTn>
                                        <p:tgtEl>
                                          <p:spTgt spid="19"/>
                                        </p:tgtEl>
                                      </p:cBhvr>
                                      <p:from x="100000" y="100000"/>
                                      <p:to x="90000" y="90000"/>
                                    </p:animScale>
                                  </p:childTnLst>
                                </p:cTn>
                              </p:par>
                              <p:par>
                                <p:cTn id="139" presetID="53" presetClass="entr" presetSubtype="16" decel="50000" fill="hold" grpId="0" nodeType="withEffect">
                                  <p:stCondLst>
                                    <p:cond delay="0"/>
                                  </p:stCondLst>
                                  <p:childTnLst>
                                    <p:set>
                                      <p:cBhvr>
                                        <p:cTn id="140" dur="1" fill="hold">
                                          <p:stCondLst>
                                            <p:cond delay="0"/>
                                          </p:stCondLst>
                                        </p:cTn>
                                        <p:tgtEl>
                                          <p:spTgt spid="20"/>
                                        </p:tgtEl>
                                        <p:attrNameLst>
                                          <p:attrName>style.visibility</p:attrName>
                                        </p:attrNameLst>
                                      </p:cBhvr>
                                      <p:to>
                                        <p:strVal val="visible"/>
                                      </p:to>
                                    </p:set>
                                    <p:anim calcmode="lin" valueType="num">
                                      <p:cBhvr>
                                        <p:cTn id="141" dur="200" fill="hold"/>
                                        <p:tgtEl>
                                          <p:spTgt spid="20"/>
                                        </p:tgtEl>
                                        <p:attrNameLst>
                                          <p:attrName>ppt_w</p:attrName>
                                        </p:attrNameLst>
                                      </p:cBhvr>
                                      <p:tavLst>
                                        <p:tav tm="0">
                                          <p:val>
                                            <p:strVal val="0"/>
                                          </p:val>
                                        </p:tav>
                                        <p:tav tm="100000">
                                          <p:val>
                                            <p:strVal val="#ppt_w"/>
                                          </p:val>
                                        </p:tav>
                                      </p:tavLst>
                                    </p:anim>
                                    <p:anim calcmode="lin" valueType="num">
                                      <p:cBhvr>
                                        <p:cTn id="142" dur="200" fill="hold"/>
                                        <p:tgtEl>
                                          <p:spTgt spid="20"/>
                                        </p:tgtEl>
                                        <p:attrNameLst>
                                          <p:attrName>ppt_h</p:attrName>
                                        </p:attrNameLst>
                                      </p:cBhvr>
                                      <p:tavLst>
                                        <p:tav tm="0">
                                          <p:val>
                                            <p:strVal val="0"/>
                                          </p:val>
                                        </p:tav>
                                        <p:tav tm="100000">
                                          <p:val>
                                            <p:strVal val="#ppt_h"/>
                                          </p:val>
                                        </p:tav>
                                      </p:tavLst>
                                    </p:anim>
                                    <p:animScale>
                                      <p:cBhvr>
                                        <p:cTn id="143" dur="100" autoRev="1" fill="hold">
                                          <p:stCondLst>
                                            <p:cond delay="200"/>
                                          </p:stCondLst>
                                        </p:cTn>
                                        <p:tgtEl>
                                          <p:spTgt spid="20"/>
                                        </p:tgtEl>
                                      </p:cBhvr>
                                      <p:from x="100000" y="100000"/>
                                      <p:to x="110000" y="110000"/>
                                    </p:animScale>
                                    <p:animScale>
                                      <p:cBhvr>
                                        <p:cTn id="144" dur="100" autoRev="1" fill="hold">
                                          <p:stCondLst>
                                            <p:cond delay="400"/>
                                          </p:stCondLst>
                                        </p:cTn>
                                        <p:tgtEl>
                                          <p:spTgt spid="20"/>
                                        </p:tgtEl>
                                      </p:cBhvr>
                                      <p:from x="100000" y="100000"/>
                                      <p:to x="90000" y="90000"/>
                                    </p:animScale>
                                  </p:childTnLst>
                                </p:cTn>
                              </p:par>
                            </p:childTnLst>
                          </p:cTn>
                        </p:par>
                      </p:childTnLst>
                    </p:cTn>
                  </p:par>
                  <p:par>
                    <p:cTn id="145" fill="hold">
                      <p:stCondLst>
                        <p:cond delay="indefinite"/>
                      </p:stCondLst>
                      <p:childTnLst>
                        <p:par>
                          <p:cTn id="146" fill="hold">
                            <p:stCondLst>
                              <p:cond delay="0"/>
                            </p:stCondLst>
                            <p:childTnLst>
                              <p:par>
                                <p:cTn id="147" presetID="12" presetClass="entr" presetSubtype="1" fill="hold" grpId="0" nodeType="clickEffect">
                                  <p:stCondLst>
                                    <p:cond delay="0"/>
                                  </p:stCondLst>
                                  <p:childTnLst>
                                    <p:set>
                                      <p:cBhvr>
                                        <p:cTn id="148" dur="1" fill="hold">
                                          <p:stCondLst>
                                            <p:cond delay="0"/>
                                          </p:stCondLst>
                                        </p:cTn>
                                        <p:tgtEl>
                                          <p:spTgt spid="45"/>
                                        </p:tgtEl>
                                        <p:attrNameLst>
                                          <p:attrName>style.visibility</p:attrName>
                                        </p:attrNameLst>
                                      </p:cBhvr>
                                      <p:to>
                                        <p:strVal val="visible"/>
                                      </p:to>
                                    </p:set>
                                    <p:anim calcmode="lin" valueType="num">
                                      <p:cBhvr additive="base">
                                        <p:cTn id="149" dur="500"/>
                                        <p:tgtEl>
                                          <p:spTgt spid="45"/>
                                        </p:tgtEl>
                                        <p:attrNameLst>
                                          <p:attrName>ppt_y</p:attrName>
                                        </p:attrNameLst>
                                      </p:cBhvr>
                                      <p:tavLst>
                                        <p:tav tm="0">
                                          <p:val>
                                            <p:strVal val="#ppt_y-#ppt_h*1.125000"/>
                                          </p:val>
                                        </p:tav>
                                        <p:tav tm="100000">
                                          <p:val>
                                            <p:strVal val="#ppt_y"/>
                                          </p:val>
                                        </p:tav>
                                      </p:tavLst>
                                    </p:anim>
                                    <p:animEffect transition="in" filter="wipe(down)">
                                      <p:cBhvr>
                                        <p:cTn id="150" dur="500"/>
                                        <p:tgtEl>
                                          <p:spTgt spid="45"/>
                                        </p:tgtEl>
                                      </p:cBhvr>
                                    </p:animEffect>
                                  </p:childTnLst>
                                </p:cTn>
                              </p:par>
                              <p:par>
                                <p:cTn id="151" presetID="12" presetClass="entr" presetSubtype="1" fill="hold" grpId="0" nodeType="withEffect">
                                  <p:stCondLst>
                                    <p:cond delay="0"/>
                                  </p:stCondLst>
                                  <p:childTnLst>
                                    <p:set>
                                      <p:cBhvr>
                                        <p:cTn id="152" dur="1" fill="hold">
                                          <p:stCondLst>
                                            <p:cond delay="0"/>
                                          </p:stCondLst>
                                        </p:cTn>
                                        <p:tgtEl>
                                          <p:spTgt spid="46"/>
                                        </p:tgtEl>
                                        <p:attrNameLst>
                                          <p:attrName>style.visibility</p:attrName>
                                        </p:attrNameLst>
                                      </p:cBhvr>
                                      <p:to>
                                        <p:strVal val="visible"/>
                                      </p:to>
                                    </p:set>
                                    <p:anim calcmode="lin" valueType="num">
                                      <p:cBhvr additive="base">
                                        <p:cTn id="153" dur="500"/>
                                        <p:tgtEl>
                                          <p:spTgt spid="46"/>
                                        </p:tgtEl>
                                        <p:attrNameLst>
                                          <p:attrName>ppt_y</p:attrName>
                                        </p:attrNameLst>
                                      </p:cBhvr>
                                      <p:tavLst>
                                        <p:tav tm="0">
                                          <p:val>
                                            <p:strVal val="#ppt_y-#ppt_h*1.125000"/>
                                          </p:val>
                                        </p:tav>
                                        <p:tav tm="100000">
                                          <p:val>
                                            <p:strVal val="#ppt_y"/>
                                          </p:val>
                                        </p:tav>
                                      </p:tavLst>
                                    </p:anim>
                                    <p:animEffect transition="in" filter="wipe(down)">
                                      <p:cBhvr>
                                        <p:cTn id="154" dur="500"/>
                                        <p:tgtEl>
                                          <p:spTgt spid="46"/>
                                        </p:tgtEl>
                                      </p:cBhvr>
                                    </p:animEffect>
                                  </p:childTnLst>
                                </p:cTn>
                              </p:par>
                              <p:par>
                                <p:cTn id="155" presetID="12" presetClass="entr" presetSubtype="1" fill="hold" grpId="0" nodeType="withEffect">
                                  <p:stCondLst>
                                    <p:cond delay="0"/>
                                  </p:stCondLst>
                                  <p:childTnLst>
                                    <p:set>
                                      <p:cBhvr>
                                        <p:cTn id="156" dur="1" fill="hold">
                                          <p:stCondLst>
                                            <p:cond delay="0"/>
                                          </p:stCondLst>
                                        </p:cTn>
                                        <p:tgtEl>
                                          <p:spTgt spid="47"/>
                                        </p:tgtEl>
                                        <p:attrNameLst>
                                          <p:attrName>style.visibility</p:attrName>
                                        </p:attrNameLst>
                                      </p:cBhvr>
                                      <p:to>
                                        <p:strVal val="visible"/>
                                      </p:to>
                                    </p:set>
                                    <p:anim calcmode="lin" valueType="num">
                                      <p:cBhvr additive="base">
                                        <p:cTn id="157" dur="500"/>
                                        <p:tgtEl>
                                          <p:spTgt spid="47"/>
                                        </p:tgtEl>
                                        <p:attrNameLst>
                                          <p:attrName>ppt_y</p:attrName>
                                        </p:attrNameLst>
                                      </p:cBhvr>
                                      <p:tavLst>
                                        <p:tav tm="0">
                                          <p:val>
                                            <p:strVal val="#ppt_y-#ppt_h*1.125000"/>
                                          </p:val>
                                        </p:tav>
                                        <p:tav tm="100000">
                                          <p:val>
                                            <p:strVal val="#ppt_y"/>
                                          </p:val>
                                        </p:tav>
                                      </p:tavLst>
                                    </p:anim>
                                    <p:animEffect transition="in" filter="wipe(down)">
                                      <p:cBhvr>
                                        <p:cTn id="158" dur="500"/>
                                        <p:tgtEl>
                                          <p:spTgt spid="47"/>
                                        </p:tgtEl>
                                      </p:cBhvr>
                                    </p:animEffect>
                                  </p:childTnLst>
                                </p:cTn>
                              </p:par>
                            </p:childTnLst>
                          </p:cTn>
                        </p:par>
                      </p:childTnLst>
                    </p:cTn>
                  </p:par>
                  <p:par>
                    <p:cTn id="159" fill="hold">
                      <p:stCondLst>
                        <p:cond delay="indefinite"/>
                      </p:stCondLst>
                      <p:childTnLst>
                        <p:par>
                          <p:cTn id="160" fill="hold">
                            <p:stCondLst>
                              <p:cond delay="0"/>
                            </p:stCondLst>
                            <p:childTnLst>
                              <p:par>
                                <p:cTn id="161" presetID="53" presetClass="entr" presetSubtype="16" decel="50000" fill="hold" grpId="0" nodeType="clickEffect">
                                  <p:stCondLst>
                                    <p:cond delay="0"/>
                                  </p:stCondLst>
                                  <p:childTnLst>
                                    <p:set>
                                      <p:cBhvr>
                                        <p:cTn id="162" dur="1" fill="hold">
                                          <p:stCondLst>
                                            <p:cond delay="0"/>
                                          </p:stCondLst>
                                        </p:cTn>
                                        <p:tgtEl>
                                          <p:spTgt spid="17"/>
                                        </p:tgtEl>
                                        <p:attrNameLst>
                                          <p:attrName>style.visibility</p:attrName>
                                        </p:attrNameLst>
                                      </p:cBhvr>
                                      <p:to>
                                        <p:strVal val="visible"/>
                                      </p:to>
                                    </p:set>
                                    <p:anim calcmode="lin" valueType="num">
                                      <p:cBhvr>
                                        <p:cTn id="163" dur="200" fill="hold"/>
                                        <p:tgtEl>
                                          <p:spTgt spid="17"/>
                                        </p:tgtEl>
                                        <p:attrNameLst>
                                          <p:attrName>ppt_w</p:attrName>
                                        </p:attrNameLst>
                                      </p:cBhvr>
                                      <p:tavLst>
                                        <p:tav tm="0">
                                          <p:val>
                                            <p:strVal val="0"/>
                                          </p:val>
                                        </p:tav>
                                        <p:tav tm="100000">
                                          <p:val>
                                            <p:strVal val="#ppt_w"/>
                                          </p:val>
                                        </p:tav>
                                      </p:tavLst>
                                    </p:anim>
                                    <p:anim calcmode="lin" valueType="num">
                                      <p:cBhvr>
                                        <p:cTn id="164" dur="200" fill="hold"/>
                                        <p:tgtEl>
                                          <p:spTgt spid="17"/>
                                        </p:tgtEl>
                                        <p:attrNameLst>
                                          <p:attrName>ppt_h</p:attrName>
                                        </p:attrNameLst>
                                      </p:cBhvr>
                                      <p:tavLst>
                                        <p:tav tm="0">
                                          <p:val>
                                            <p:strVal val="0"/>
                                          </p:val>
                                        </p:tav>
                                        <p:tav tm="100000">
                                          <p:val>
                                            <p:strVal val="#ppt_h"/>
                                          </p:val>
                                        </p:tav>
                                      </p:tavLst>
                                    </p:anim>
                                    <p:animScale>
                                      <p:cBhvr>
                                        <p:cTn id="165" dur="100" autoRev="1" fill="hold">
                                          <p:stCondLst>
                                            <p:cond delay="200"/>
                                          </p:stCondLst>
                                        </p:cTn>
                                        <p:tgtEl>
                                          <p:spTgt spid="17"/>
                                        </p:tgtEl>
                                      </p:cBhvr>
                                      <p:from x="100000" y="100000"/>
                                      <p:to x="110000" y="110000"/>
                                    </p:animScale>
                                    <p:animScale>
                                      <p:cBhvr>
                                        <p:cTn id="166" dur="100" autoRev="1" fill="hold">
                                          <p:stCondLst>
                                            <p:cond delay="400"/>
                                          </p:stCondLst>
                                        </p:cTn>
                                        <p:tgtEl>
                                          <p:spTgt spid="17"/>
                                        </p:tgtEl>
                                      </p:cBhvr>
                                      <p:from x="100000" y="100000"/>
                                      <p:to x="90000" y="90000"/>
                                    </p:animScale>
                                  </p:childTnLst>
                                </p:cTn>
                              </p:par>
                            </p:childTnLst>
                          </p:cTn>
                        </p:par>
                      </p:childTnLst>
                    </p:cTn>
                  </p:par>
                  <p:par>
                    <p:cTn id="167" fill="hold">
                      <p:stCondLst>
                        <p:cond delay="indefinite"/>
                      </p:stCondLst>
                      <p:childTnLst>
                        <p:par>
                          <p:cTn id="168" fill="hold">
                            <p:stCondLst>
                              <p:cond delay="0"/>
                            </p:stCondLst>
                            <p:childTnLst>
                              <p:par>
                                <p:cTn id="169" presetID="53" presetClass="entr" presetSubtype="16" fill="hold" grpId="0" nodeType="clickEffect">
                                  <p:stCondLst>
                                    <p:cond delay="0"/>
                                  </p:stCondLst>
                                  <p:childTnLst>
                                    <p:set>
                                      <p:cBhvr>
                                        <p:cTn id="170" dur="1" fill="hold">
                                          <p:stCondLst>
                                            <p:cond delay="0"/>
                                          </p:stCondLst>
                                        </p:cTn>
                                        <p:tgtEl>
                                          <p:spTgt spid="26"/>
                                        </p:tgtEl>
                                        <p:attrNameLst>
                                          <p:attrName>style.visibility</p:attrName>
                                        </p:attrNameLst>
                                      </p:cBhvr>
                                      <p:to>
                                        <p:strVal val="visible"/>
                                      </p:to>
                                    </p:set>
                                    <p:anim calcmode="lin" valueType="num">
                                      <p:cBhvr>
                                        <p:cTn id="171" dur="500" fill="hold"/>
                                        <p:tgtEl>
                                          <p:spTgt spid="26"/>
                                        </p:tgtEl>
                                        <p:attrNameLst>
                                          <p:attrName>ppt_w</p:attrName>
                                        </p:attrNameLst>
                                      </p:cBhvr>
                                      <p:tavLst>
                                        <p:tav tm="0">
                                          <p:val>
                                            <p:fltVal val="0"/>
                                          </p:val>
                                        </p:tav>
                                        <p:tav tm="100000">
                                          <p:val>
                                            <p:strVal val="#ppt_w"/>
                                          </p:val>
                                        </p:tav>
                                      </p:tavLst>
                                    </p:anim>
                                    <p:anim calcmode="lin" valueType="num">
                                      <p:cBhvr>
                                        <p:cTn id="172" dur="500" fill="hold"/>
                                        <p:tgtEl>
                                          <p:spTgt spid="26"/>
                                        </p:tgtEl>
                                        <p:attrNameLst>
                                          <p:attrName>ppt_h</p:attrName>
                                        </p:attrNameLst>
                                      </p:cBhvr>
                                      <p:tavLst>
                                        <p:tav tm="0">
                                          <p:val>
                                            <p:fltVal val="0"/>
                                          </p:val>
                                        </p:tav>
                                        <p:tav tm="100000">
                                          <p:val>
                                            <p:strVal val="#ppt_h"/>
                                          </p:val>
                                        </p:tav>
                                      </p:tavLst>
                                    </p:anim>
                                    <p:animEffect transition="in" filter="fade">
                                      <p:cBhvr>
                                        <p:cTn id="173" dur="500"/>
                                        <p:tgtEl>
                                          <p:spTgt spid="26"/>
                                        </p:tgtEl>
                                      </p:cBhvr>
                                    </p:animEffect>
                                  </p:childTnLst>
                                </p:cTn>
                              </p:par>
                            </p:childTnLst>
                          </p:cTn>
                        </p:par>
                      </p:childTnLst>
                    </p:cTn>
                  </p:par>
                  <p:par>
                    <p:cTn id="174" fill="hold">
                      <p:stCondLst>
                        <p:cond delay="indefinite"/>
                      </p:stCondLst>
                      <p:childTnLst>
                        <p:par>
                          <p:cTn id="175" fill="hold">
                            <p:stCondLst>
                              <p:cond delay="0"/>
                            </p:stCondLst>
                            <p:childTnLst>
                              <p:par>
                                <p:cTn id="176" presetID="22" presetClass="entr" presetSubtype="8" fill="hold" nodeType="clickEffect">
                                  <p:stCondLst>
                                    <p:cond delay="0"/>
                                  </p:stCondLst>
                                  <p:childTnLst>
                                    <p:set>
                                      <p:cBhvr>
                                        <p:cTn id="177" dur="1" fill="hold">
                                          <p:stCondLst>
                                            <p:cond delay="0"/>
                                          </p:stCondLst>
                                        </p:cTn>
                                        <p:tgtEl>
                                          <p:spTgt spid="35"/>
                                        </p:tgtEl>
                                        <p:attrNameLst>
                                          <p:attrName>style.visibility</p:attrName>
                                        </p:attrNameLst>
                                      </p:cBhvr>
                                      <p:to>
                                        <p:strVal val="visible"/>
                                      </p:to>
                                    </p:set>
                                    <p:animEffect transition="in" filter="wipe(left)">
                                      <p:cBhvr>
                                        <p:cTn id="178" dur="500"/>
                                        <p:tgtEl>
                                          <p:spTgt spid="35"/>
                                        </p:tgtEl>
                                      </p:cBhvr>
                                    </p:animEffect>
                                  </p:childTnLst>
                                </p:cTn>
                              </p:par>
                            </p:childTnLst>
                          </p:cTn>
                        </p:par>
                        <p:par>
                          <p:cTn id="179" fill="hold">
                            <p:stCondLst>
                              <p:cond delay="500"/>
                            </p:stCondLst>
                            <p:childTnLst>
                              <p:par>
                                <p:cTn id="180" presetID="22" presetClass="entr" presetSubtype="8" fill="hold" grpId="0" nodeType="afterEffect">
                                  <p:stCondLst>
                                    <p:cond delay="0"/>
                                  </p:stCondLst>
                                  <p:childTnLst>
                                    <p:set>
                                      <p:cBhvr>
                                        <p:cTn id="181" dur="1" fill="hold">
                                          <p:stCondLst>
                                            <p:cond delay="0"/>
                                          </p:stCondLst>
                                        </p:cTn>
                                        <p:tgtEl>
                                          <p:spTgt spid="50"/>
                                        </p:tgtEl>
                                        <p:attrNameLst>
                                          <p:attrName>style.visibility</p:attrName>
                                        </p:attrNameLst>
                                      </p:cBhvr>
                                      <p:to>
                                        <p:strVal val="visible"/>
                                      </p:to>
                                    </p:set>
                                    <p:animEffect transition="in" filter="wipe(left)">
                                      <p:cBhvr>
                                        <p:cTn id="182" dur="500"/>
                                        <p:tgtEl>
                                          <p:spTgt spid="50"/>
                                        </p:tgtEl>
                                      </p:cBhvr>
                                    </p:animEffect>
                                  </p:childTnLst>
                                </p:cTn>
                              </p:par>
                              <p:par>
                                <p:cTn id="183" presetID="22" presetClass="entr" presetSubtype="8" fill="hold" grpId="0" nodeType="withEffect">
                                  <p:stCondLst>
                                    <p:cond delay="0"/>
                                  </p:stCondLst>
                                  <p:childTnLst>
                                    <p:set>
                                      <p:cBhvr>
                                        <p:cTn id="184" dur="1" fill="hold">
                                          <p:stCondLst>
                                            <p:cond delay="0"/>
                                          </p:stCondLst>
                                        </p:cTn>
                                        <p:tgtEl>
                                          <p:spTgt spid="51"/>
                                        </p:tgtEl>
                                        <p:attrNameLst>
                                          <p:attrName>style.visibility</p:attrName>
                                        </p:attrNameLst>
                                      </p:cBhvr>
                                      <p:to>
                                        <p:strVal val="visible"/>
                                      </p:to>
                                    </p:set>
                                    <p:animEffect transition="in" filter="wipe(left)">
                                      <p:cBhvr>
                                        <p:cTn id="185" dur="500"/>
                                        <p:tgtEl>
                                          <p:spTgt spid="51"/>
                                        </p:tgtEl>
                                      </p:cBhvr>
                                    </p:animEffect>
                                  </p:childTnLst>
                                </p:cTn>
                              </p:par>
                              <p:par>
                                <p:cTn id="186" presetID="22" presetClass="entr" presetSubtype="8" fill="hold" grpId="0" nodeType="withEffect">
                                  <p:stCondLst>
                                    <p:cond delay="0"/>
                                  </p:stCondLst>
                                  <p:childTnLst>
                                    <p:set>
                                      <p:cBhvr>
                                        <p:cTn id="187" dur="1" fill="hold">
                                          <p:stCondLst>
                                            <p:cond delay="0"/>
                                          </p:stCondLst>
                                        </p:cTn>
                                        <p:tgtEl>
                                          <p:spTgt spid="52"/>
                                        </p:tgtEl>
                                        <p:attrNameLst>
                                          <p:attrName>style.visibility</p:attrName>
                                        </p:attrNameLst>
                                      </p:cBhvr>
                                      <p:to>
                                        <p:strVal val="visible"/>
                                      </p:to>
                                    </p:set>
                                    <p:animEffect transition="in" filter="wipe(left)">
                                      <p:cBhvr>
                                        <p:cTn id="188" dur="500"/>
                                        <p:tgtEl>
                                          <p:spTgt spid="52"/>
                                        </p:tgtEl>
                                      </p:cBhvr>
                                    </p:animEffect>
                                  </p:childTnLst>
                                </p:cTn>
                              </p:par>
                              <p:par>
                                <p:cTn id="189" presetID="22" presetClass="entr" presetSubtype="8" fill="hold" grpId="0" nodeType="withEffect">
                                  <p:stCondLst>
                                    <p:cond delay="0"/>
                                  </p:stCondLst>
                                  <p:childTnLst>
                                    <p:set>
                                      <p:cBhvr>
                                        <p:cTn id="190" dur="1" fill="hold">
                                          <p:stCondLst>
                                            <p:cond delay="0"/>
                                          </p:stCondLst>
                                        </p:cTn>
                                        <p:tgtEl>
                                          <p:spTgt spid="49"/>
                                        </p:tgtEl>
                                        <p:attrNameLst>
                                          <p:attrName>style.visibility</p:attrName>
                                        </p:attrNameLst>
                                      </p:cBhvr>
                                      <p:to>
                                        <p:strVal val="visible"/>
                                      </p:to>
                                    </p:set>
                                    <p:animEffect transition="in" filter="wipe(left)">
                                      <p:cBhvr>
                                        <p:cTn id="191" dur="500"/>
                                        <p:tgtEl>
                                          <p:spTgt spid="49"/>
                                        </p:tgtEl>
                                      </p:cBhvr>
                                    </p:animEffect>
                                  </p:childTnLst>
                                </p:cTn>
                              </p:par>
                            </p:childTnLst>
                          </p:cTn>
                        </p:par>
                      </p:childTnLst>
                    </p:cTn>
                  </p:par>
                  <p:par>
                    <p:cTn id="192" fill="hold">
                      <p:stCondLst>
                        <p:cond delay="indefinite"/>
                      </p:stCondLst>
                      <p:childTnLst>
                        <p:par>
                          <p:cTn id="193" fill="hold">
                            <p:stCondLst>
                              <p:cond delay="0"/>
                            </p:stCondLst>
                            <p:childTnLst>
                              <p:par>
                                <p:cTn id="194" presetID="12" presetClass="entr" presetSubtype="1" fill="hold" grpId="0" nodeType="clickEffect">
                                  <p:stCondLst>
                                    <p:cond delay="0"/>
                                  </p:stCondLst>
                                  <p:childTnLst>
                                    <p:set>
                                      <p:cBhvr>
                                        <p:cTn id="195" dur="1" fill="hold">
                                          <p:stCondLst>
                                            <p:cond delay="0"/>
                                          </p:stCondLst>
                                        </p:cTn>
                                        <p:tgtEl>
                                          <p:spTgt spid="53"/>
                                        </p:tgtEl>
                                        <p:attrNameLst>
                                          <p:attrName>style.visibility</p:attrName>
                                        </p:attrNameLst>
                                      </p:cBhvr>
                                      <p:to>
                                        <p:strVal val="visible"/>
                                      </p:to>
                                    </p:set>
                                    <p:anim calcmode="lin" valueType="num">
                                      <p:cBhvr additive="base">
                                        <p:cTn id="196" dur="500"/>
                                        <p:tgtEl>
                                          <p:spTgt spid="53"/>
                                        </p:tgtEl>
                                        <p:attrNameLst>
                                          <p:attrName>ppt_y</p:attrName>
                                        </p:attrNameLst>
                                      </p:cBhvr>
                                      <p:tavLst>
                                        <p:tav tm="0">
                                          <p:val>
                                            <p:strVal val="#ppt_y-#ppt_h*1.125000"/>
                                          </p:val>
                                        </p:tav>
                                        <p:tav tm="100000">
                                          <p:val>
                                            <p:strVal val="#ppt_y"/>
                                          </p:val>
                                        </p:tav>
                                      </p:tavLst>
                                    </p:anim>
                                    <p:animEffect transition="in" filter="wipe(down)">
                                      <p:cBhvr>
                                        <p:cTn id="197" dur="500"/>
                                        <p:tgtEl>
                                          <p:spTgt spid="53"/>
                                        </p:tgtEl>
                                      </p:cBhvr>
                                    </p:animEffect>
                                  </p:childTnLst>
                                </p:cTn>
                              </p:par>
                              <p:par>
                                <p:cTn id="198" presetID="12" presetClass="entr" presetSubtype="1" fill="hold" grpId="0" nodeType="withEffect">
                                  <p:stCondLst>
                                    <p:cond delay="0"/>
                                  </p:stCondLst>
                                  <p:childTnLst>
                                    <p:set>
                                      <p:cBhvr>
                                        <p:cTn id="199" dur="1" fill="hold">
                                          <p:stCondLst>
                                            <p:cond delay="0"/>
                                          </p:stCondLst>
                                        </p:cTn>
                                        <p:tgtEl>
                                          <p:spTgt spid="54"/>
                                        </p:tgtEl>
                                        <p:attrNameLst>
                                          <p:attrName>style.visibility</p:attrName>
                                        </p:attrNameLst>
                                      </p:cBhvr>
                                      <p:to>
                                        <p:strVal val="visible"/>
                                      </p:to>
                                    </p:set>
                                    <p:anim calcmode="lin" valueType="num">
                                      <p:cBhvr additive="base">
                                        <p:cTn id="200" dur="500"/>
                                        <p:tgtEl>
                                          <p:spTgt spid="54"/>
                                        </p:tgtEl>
                                        <p:attrNameLst>
                                          <p:attrName>ppt_y</p:attrName>
                                        </p:attrNameLst>
                                      </p:cBhvr>
                                      <p:tavLst>
                                        <p:tav tm="0">
                                          <p:val>
                                            <p:strVal val="#ppt_y-#ppt_h*1.125000"/>
                                          </p:val>
                                        </p:tav>
                                        <p:tav tm="100000">
                                          <p:val>
                                            <p:strVal val="#ppt_y"/>
                                          </p:val>
                                        </p:tav>
                                      </p:tavLst>
                                    </p:anim>
                                    <p:animEffect transition="in" filter="wipe(down)">
                                      <p:cBhvr>
                                        <p:cTn id="201" dur="500"/>
                                        <p:tgtEl>
                                          <p:spTgt spid="54"/>
                                        </p:tgtEl>
                                      </p:cBhvr>
                                    </p:animEffect>
                                  </p:childTnLst>
                                </p:cTn>
                              </p:par>
                              <p:par>
                                <p:cTn id="202" presetID="12" presetClass="entr" presetSubtype="1" fill="hold" grpId="0" nodeType="withEffect">
                                  <p:stCondLst>
                                    <p:cond delay="0"/>
                                  </p:stCondLst>
                                  <p:childTnLst>
                                    <p:set>
                                      <p:cBhvr>
                                        <p:cTn id="203" dur="1" fill="hold">
                                          <p:stCondLst>
                                            <p:cond delay="0"/>
                                          </p:stCondLst>
                                        </p:cTn>
                                        <p:tgtEl>
                                          <p:spTgt spid="55"/>
                                        </p:tgtEl>
                                        <p:attrNameLst>
                                          <p:attrName>style.visibility</p:attrName>
                                        </p:attrNameLst>
                                      </p:cBhvr>
                                      <p:to>
                                        <p:strVal val="visible"/>
                                      </p:to>
                                    </p:set>
                                    <p:anim calcmode="lin" valueType="num">
                                      <p:cBhvr additive="base">
                                        <p:cTn id="204" dur="500"/>
                                        <p:tgtEl>
                                          <p:spTgt spid="55"/>
                                        </p:tgtEl>
                                        <p:attrNameLst>
                                          <p:attrName>ppt_y</p:attrName>
                                        </p:attrNameLst>
                                      </p:cBhvr>
                                      <p:tavLst>
                                        <p:tav tm="0">
                                          <p:val>
                                            <p:strVal val="#ppt_y-#ppt_h*1.125000"/>
                                          </p:val>
                                        </p:tav>
                                        <p:tav tm="100000">
                                          <p:val>
                                            <p:strVal val="#ppt_y"/>
                                          </p:val>
                                        </p:tav>
                                      </p:tavLst>
                                    </p:anim>
                                    <p:animEffect transition="in" filter="wipe(down)">
                                      <p:cBhvr>
                                        <p:cTn id="205" dur="500"/>
                                        <p:tgtEl>
                                          <p:spTgt spid="55"/>
                                        </p:tgtEl>
                                      </p:cBhvr>
                                    </p:animEffect>
                                  </p:childTnLst>
                                </p:cTn>
                              </p:par>
                              <p:par>
                                <p:cTn id="206" presetID="12" presetClass="entr" presetSubtype="1" fill="hold" grpId="0" nodeType="withEffect">
                                  <p:stCondLst>
                                    <p:cond delay="0"/>
                                  </p:stCondLst>
                                  <p:childTnLst>
                                    <p:set>
                                      <p:cBhvr>
                                        <p:cTn id="207" dur="1" fill="hold">
                                          <p:stCondLst>
                                            <p:cond delay="0"/>
                                          </p:stCondLst>
                                        </p:cTn>
                                        <p:tgtEl>
                                          <p:spTgt spid="56"/>
                                        </p:tgtEl>
                                        <p:attrNameLst>
                                          <p:attrName>style.visibility</p:attrName>
                                        </p:attrNameLst>
                                      </p:cBhvr>
                                      <p:to>
                                        <p:strVal val="visible"/>
                                      </p:to>
                                    </p:set>
                                    <p:anim calcmode="lin" valueType="num">
                                      <p:cBhvr additive="base">
                                        <p:cTn id="208" dur="500"/>
                                        <p:tgtEl>
                                          <p:spTgt spid="56"/>
                                        </p:tgtEl>
                                        <p:attrNameLst>
                                          <p:attrName>ppt_y</p:attrName>
                                        </p:attrNameLst>
                                      </p:cBhvr>
                                      <p:tavLst>
                                        <p:tav tm="0">
                                          <p:val>
                                            <p:strVal val="#ppt_y-#ppt_h*1.125000"/>
                                          </p:val>
                                        </p:tav>
                                        <p:tav tm="100000">
                                          <p:val>
                                            <p:strVal val="#ppt_y"/>
                                          </p:val>
                                        </p:tav>
                                      </p:tavLst>
                                    </p:anim>
                                    <p:animEffect transition="in" filter="wipe(down)">
                                      <p:cBhvr>
                                        <p:cTn id="209" dur="500"/>
                                        <p:tgtEl>
                                          <p:spTgt spid="56"/>
                                        </p:tgtEl>
                                      </p:cBhvr>
                                    </p:animEffect>
                                  </p:childTnLst>
                                </p:cTn>
                              </p:par>
                            </p:childTnLst>
                          </p:cTn>
                        </p:par>
                      </p:childTnLst>
                    </p:cTn>
                  </p:par>
                  <p:par>
                    <p:cTn id="210" fill="hold">
                      <p:stCondLst>
                        <p:cond delay="indefinite"/>
                      </p:stCondLst>
                      <p:childTnLst>
                        <p:par>
                          <p:cTn id="211" fill="hold">
                            <p:stCondLst>
                              <p:cond delay="0"/>
                            </p:stCondLst>
                            <p:childTnLst>
                              <p:par>
                                <p:cTn id="212" presetID="14" presetClass="entr" presetSubtype="10" fill="hold" grpId="0" nodeType="clickEffect">
                                  <p:stCondLst>
                                    <p:cond delay="0"/>
                                  </p:stCondLst>
                                  <p:childTnLst>
                                    <p:set>
                                      <p:cBhvr>
                                        <p:cTn id="213" dur="1" fill="hold">
                                          <p:stCondLst>
                                            <p:cond delay="0"/>
                                          </p:stCondLst>
                                        </p:cTn>
                                        <p:tgtEl>
                                          <p:spTgt spid="32"/>
                                        </p:tgtEl>
                                        <p:attrNameLst>
                                          <p:attrName>style.visibility</p:attrName>
                                        </p:attrNameLst>
                                      </p:cBhvr>
                                      <p:to>
                                        <p:strVal val="visible"/>
                                      </p:to>
                                    </p:set>
                                    <p:animEffect transition="in" filter="randombar(horizontal)">
                                      <p:cBhvr>
                                        <p:cTn id="214" dur="500"/>
                                        <p:tgtEl>
                                          <p:spTgt spid="32"/>
                                        </p:tgtEl>
                                      </p:cBhvr>
                                    </p:animEffect>
                                  </p:childTnLst>
                                </p:cTn>
                              </p:par>
                            </p:childTnLst>
                          </p:cTn>
                        </p:par>
                      </p:childTnLst>
                    </p:cTn>
                  </p:par>
                  <p:par>
                    <p:cTn id="215" fill="hold">
                      <p:stCondLst>
                        <p:cond delay="indefinite"/>
                      </p:stCondLst>
                      <p:childTnLst>
                        <p:par>
                          <p:cTn id="216" fill="hold">
                            <p:stCondLst>
                              <p:cond delay="0"/>
                            </p:stCondLst>
                            <p:childTnLst>
                              <p:par>
                                <p:cTn id="217" presetID="53" presetClass="entr" presetSubtype="16" fill="hold" grpId="0" nodeType="clickEffect">
                                  <p:stCondLst>
                                    <p:cond delay="0"/>
                                  </p:stCondLst>
                                  <p:childTnLst>
                                    <p:set>
                                      <p:cBhvr>
                                        <p:cTn id="218" dur="1" fill="hold">
                                          <p:stCondLst>
                                            <p:cond delay="0"/>
                                          </p:stCondLst>
                                        </p:cTn>
                                        <p:tgtEl>
                                          <p:spTgt spid="64"/>
                                        </p:tgtEl>
                                        <p:attrNameLst>
                                          <p:attrName>style.visibility</p:attrName>
                                        </p:attrNameLst>
                                      </p:cBhvr>
                                      <p:to>
                                        <p:strVal val="visible"/>
                                      </p:to>
                                    </p:set>
                                    <p:anim calcmode="lin" valueType="num">
                                      <p:cBhvr>
                                        <p:cTn id="219" dur="500" fill="hold"/>
                                        <p:tgtEl>
                                          <p:spTgt spid="64"/>
                                        </p:tgtEl>
                                        <p:attrNameLst>
                                          <p:attrName>ppt_w</p:attrName>
                                        </p:attrNameLst>
                                      </p:cBhvr>
                                      <p:tavLst>
                                        <p:tav tm="0">
                                          <p:val>
                                            <p:fltVal val="0"/>
                                          </p:val>
                                        </p:tav>
                                        <p:tav tm="100000">
                                          <p:val>
                                            <p:strVal val="#ppt_w"/>
                                          </p:val>
                                        </p:tav>
                                      </p:tavLst>
                                    </p:anim>
                                    <p:anim calcmode="lin" valueType="num">
                                      <p:cBhvr>
                                        <p:cTn id="220" dur="500" fill="hold"/>
                                        <p:tgtEl>
                                          <p:spTgt spid="64"/>
                                        </p:tgtEl>
                                        <p:attrNameLst>
                                          <p:attrName>ppt_h</p:attrName>
                                        </p:attrNameLst>
                                      </p:cBhvr>
                                      <p:tavLst>
                                        <p:tav tm="0">
                                          <p:val>
                                            <p:fltVal val="0"/>
                                          </p:val>
                                        </p:tav>
                                        <p:tav tm="100000">
                                          <p:val>
                                            <p:strVal val="#ppt_h"/>
                                          </p:val>
                                        </p:tav>
                                      </p:tavLst>
                                    </p:anim>
                                    <p:animEffect transition="in" filter="fade">
                                      <p:cBhvr>
                                        <p:cTn id="221" dur="500"/>
                                        <p:tgtEl>
                                          <p:spTgt spid="64"/>
                                        </p:tgtEl>
                                      </p:cBhvr>
                                    </p:animEffect>
                                  </p:childTnLst>
                                </p:cTn>
                              </p:par>
                            </p:childTnLst>
                          </p:cTn>
                        </p:par>
                      </p:childTnLst>
                    </p:cTn>
                  </p:par>
                  <p:par>
                    <p:cTn id="222" fill="hold">
                      <p:stCondLst>
                        <p:cond delay="indefinite"/>
                      </p:stCondLst>
                      <p:childTnLst>
                        <p:par>
                          <p:cTn id="223" fill="hold">
                            <p:stCondLst>
                              <p:cond delay="0"/>
                            </p:stCondLst>
                            <p:childTnLst>
                              <p:par>
                                <p:cTn id="224" presetID="22" presetClass="entr" presetSubtype="8" fill="hold" nodeType="clickEffect">
                                  <p:stCondLst>
                                    <p:cond delay="0"/>
                                  </p:stCondLst>
                                  <p:childTnLst>
                                    <p:set>
                                      <p:cBhvr>
                                        <p:cTn id="225" dur="1" fill="hold">
                                          <p:stCondLst>
                                            <p:cond delay="0"/>
                                          </p:stCondLst>
                                        </p:cTn>
                                        <p:tgtEl>
                                          <p:spTgt spid="58"/>
                                        </p:tgtEl>
                                        <p:attrNameLst>
                                          <p:attrName>style.visibility</p:attrName>
                                        </p:attrNameLst>
                                      </p:cBhvr>
                                      <p:to>
                                        <p:strVal val="visible"/>
                                      </p:to>
                                    </p:set>
                                    <p:animEffect transition="in" filter="wipe(left)">
                                      <p:cBhvr>
                                        <p:cTn id="226" dur="500"/>
                                        <p:tgtEl>
                                          <p:spTgt spid="58"/>
                                        </p:tgtEl>
                                      </p:cBhvr>
                                    </p:animEffect>
                                  </p:childTnLst>
                                </p:cTn>
                              </p:par>
                            </p:childTnLst>
                          </p:cTn>
                        </p:par>
                        <p:par>
                          <p:cTn id="227" fill="hold">
                            <p:stCondLst>
                              <p:cond delay="500"/>
                            </p:stCondLst>
                            <p:childTnLst>
                              <p:par>
                                <p:cTn id="228" presetID="22" presetClass="entr" presetSubtype="8" fill="hold" grpId="0" nodeType="afterEffect">
                                  <p:stCondLst>
                                    <p:cond delay="0"/>
                                  </p:stCondLst>
                                  <p:childTnLst>
                                    <p:set>
                                      <p:cBhvr>
                                        <p:cTn id="229" dur="1" fill="hold">
                                          <p:stCondLst>
                                            <p:cond delay="0"/>
                                          </p:stCondLst>
                                        </p:cTn>
                                        <p:tgtEl>
                                          <p:spTgt spid="59"/>
                                        </p:tgtEl>
                                        <p:attrNameLst>
                                          <p:attrName>style.visibility</p:attrName>
                                        </p:attrNameLst>
                                      </p:cBhvr>
                                      <p:to>
                                        <p:strVal val="visible"/>
                                      </p:to>
                                    </p:set>
                                    <p:animEffect transition="in" filter="wipe(left)">
                                      <p:cBhvr>
                                        <p:cTn id="230" dur="500"/>
                                        <p:tgtEl>
                                          <p:spTgt spid="59"/>
                                        </p:tgtEl>
                                      </p:cBhvr>
                                    </p:animEffect>
                                  </p:childTnLst>
                                </p:cTn>
                              </p:par>
                              <p:par>
                                <p:cTn id="231" presetID="22" presetClass="entr" presetSubtype="8" fill="hold" grpId="0" nodeType="withEffect">
                                  <p:stCondLst>
                                    <p:cond delay="0"/>
                                  </p:stCondLst>
                                  <p:childTnLst>
                                    <p:set>
                                      <p:cBhvr>
                                        <p:cTn id="232" dur="1" fill="hold">
                                          <p:stCondLst>
                                            <p:cond delay="0"/>
                                          </p:stCondLst>
                                        </p:cTn>
                                        <p:tgtEl>
                                          <p:spTgt spid="60"/>
                                        </p:tgtEl>
                                        <p:attrNameLst>
                                          <p:attrName>style.visibility</p:attrName>
                                        </p:attrNameLst>
                                      </p:cBhvr>
                                      <p:to>
                                        <p:strVal val="visible"/>
                                      </p:to>
                                    </p:set>
                                    <p:animEffect transition="in" filter="wipe(left)">
                                      <p:cBhvr>
                                        <p:cTn id="233" dur="500"/>
                                        <p:tgtEl>
                                          <p:spTgt spid="60"/>
                                        </p:tgtEl>
                                      </p:cBhvr>
                                    </p:animEffect>
                                  </p:childTnLst>
                                </p:cTn>
                              </p:par>
                              <p:par>
                                <p:cTn id="234" presetID="22" presetClass="entr" presetSubtype="8" fill="hold" grpId="0" nodeType="withEffect">
                                  <p:stCondLst>
                                    <p:cond delay="0"/>
                                  </p:stCondLst>
                                  <p:childTnLst>
                                    <p:set>
                                      <p:cBhvr>
                                        <p:cTn id="235" dur="1" fill="hold">
                                          <p:stCondLst>
                                            <p:cond delay="0"/>
                                          </p:stCondLst>
                                        </p:cTn>
                                        <p:tgtEl>
                                          <p:spTgt spid="61"/>
                                        </p:tgtEl>
                                        <p:attrNameLst>
                                          <p:attrName>style.visibility</p:attrName>
                                        </p:attrNameLst>
                                      </p:cBhvr>
                                      <p:to>
                                        <p:strVal val="visible"/>
                                      </p:to>
                                    </p:set>
                                    <p:animEffect transition="in" filter="wipe(left)">
                                      <p:cBhvr>
                                        <p:cTn id="236" dur="500"/>
                                        <p:tgtEl>
                                          <p:spTgt spid="61"/>
                                        </p:tgtEl>
                                      </p:cBhvr>
                                    </p:animEffect>
                                  </p:childTnLst>
                                </p:cTn>
                              </p:par>
                              <p:par>
                                <p:cTn id="237" presetID="22" presetClass="entr" presetSubtype="8" fill="hold" grpId="0" nodeType="withEffect">
                                  <p:stCondLst>
                                    <p:cond delay="0"/>
                                  </p:stCondLst>
                                  <p:childTnLst>
                                    <p:set>
                                      <p:cBhvr>
                                        <p:cTn id="238" dur="1" fill="hold">
                                          <p:stCondLst>
                                            <p:cond delay="0"/>
                                          </p:stCondLst>
                                        </p:cTn>
                                        <p:tgtEl>
                                          <p:spTgt spid="62"/>
                                        </p:tgtEl>
                                        <p:attrNameLst>
                                          <p:attrName>style.visibility</p:attrName>
                                        </p:attrNameLst>
                                      </p:cBhvr>
                                      <p:to>
                                        <p:strVal val="visible"/>
                                      </p:to>
                                    </p:set>
                                    <p:animEffect transition="in" filter="wipe(left)">
                                      <p:cBhvr>
                                        <p:cTn id="239" dur="500"/>
                                        <p:tgtEl>
                                          <p:spTgt spid="62"/>
                                        </p:tgtEl>
                                      </p:cBhvr>
                                    </p:animEffect>
                                  </p:childTnLst>
                                </p:cTn>
                              </p:par>
                              <p:par>
                                <p:cTn id="240" presetID="22" presetClass="entr" presetSubtype="8" fill="hold" grpId="0" nodeType="withEffect">
                                  <p:stCondLst>
                                    <p:cond delay="0"/>
                                  </p:stCondLst>
                                  <p:childTnLst>
                                    <p:set>
                                      <p:cBhvr>
                                        <p:cTn id="241" dur="1" fill="hold">
                                          <p:stCondLst>
                                            <p:cond delay="0"/>
                                          </p:stCondLst>
                                        </p:cTn>
                                        <p:tgtEl>
                                          <p:spTgt spid="65"/>
                                        </p:tgtEl>
                                        <p:attrNameLst>
                                          <p:attrName>style.visibility</p:attrName>
                                        </p:attrNameLst>
                                      </p:cBhvr>
                                      <p:to>
                                        <p:strVal val="visible"/>
                                      </p:to>
                                    </p:set>
                                    <p:animEffect transition="in" filter="wipe(left)">
                                      <p:cBhvr>
                                        <p:cTn id="242" dur="500"/>
                                        <p:tgtEl>
                                          <p:spTgt spid="65"/>
                                        </p:tgtEl>
                                      </p:cBhvr>
                                    </p:animEffect>
                                  </p:childTnLst>
                                </p:cTn>
                              </p:par>
                            </p:childTnLst>
                          </p:cTn>
                        </p:par>
                      </p:childTnLst>
                    </p:cTn>
                  </p:par>
                  <p:par>
                    <p:cTn id="243" fill="hold">
                      <p:stCondLst>
                        <p:cond delay="indefinite"/>
                      </p:stCondLst>
                      <p:childTnLst>
                        <p:par>
                          <p:cTn id="244" fill="hold">
                            <p:stCondLst>
                              <p:cond delay="0"/>
                            </p:stCondLst>
                            <p:childTnLst>
                              <p:par>
                                <p:cTn id="245" presetID="14" presetClass="entr" presetSubtype="10" fill="hold" grpId="0" nodeType="clickEffect">
                                  <p:stCondLst>
                                    <p:cond delay="0"/>
                                  </p:stCondLst>
                                  <p:childTnLst>
                                    <p:set>
                                      <p:cBhvr>
                                        <p:cTn id="246" dur="1" fill="hold">
                                          <p:stCondLst>
                                            <p:cond delay="0"/>
                                          </p:stCondLst>
                                        </p:cTn>
                                        <p:tgtEl>
                                          <p:spTgt spid="33"/>
                                        </p:tgtEl>
                                        <p:attrNameLst>
                                          <p:attrName>style.visibility</p:attrName>
                                        </p:attrNameLst>
                                      </p:cBhvr>
                                      <p:to>
                                        <p:strVal val="visible"/>
                                      </p:to>
                                    </p:set>
                                    <p:animEffect transition="in" filter="randombar(horizontal)">
                                      <p:cBhvr>
                                        <p:cTn id="247" dur="500"/>
                                        <p:tgtEl>
                                          <p:spTgt spid="33"/>
                                        </p:tgtEl>
                                      </p:cBhvr>
                                    </p:animEffect>
                                  </p:childTnLst>
                                </p:cTn>
                              </p:par>
                            </p:childTnLst>
                          </p:cTn>
                        </p:par>
                      </p:childTnLst>
                    </p:cTn>
                  </p:par>
                  <p:par>
                    <p:cTn id="248" fill="hold">
                      <p:stCondLst>
                        <p:cond delay="indefinite"/>
                      </p:stCondLst>
                      <p:childTnLst>
                        <p:par>
                          <p:cTn id="249" fill="hold">
                            <p:stCondLst>
                              <p:cond delay="0"/>
                            </p:stCondLst>
                            <p:childTnLst>
                              <p:par>
                                <p:cTn id="250" presetID="14" presetClass="entr" presetSubtype="10" fill="hold" grpId="0" nodeType="clickEffect">
                                  <p:stCondLst>
                                    <p:cond delay="0"/>
                                  </p:stCondLst>
                                  <p:childTnLst>
                                    <p:set>
                                      <p:cBhvr>
                                        <p:cTn id="251" dur="1" fill="hold">
                                          <p:stCondLst>
                                            <p:cond delay="0"/>
                                          </p:stCondLst>
                                        </p:cTn>
                                        <p:tgtEl>
                                          <p:spTgt spid="42"/>
                                        </p:tgtEl>
                                        <p:attrNameLst>
                                          <p:attrName>style.visibility</p:attrName>
                                        </p:attrNameLst>
                                      </p:cBhvr>
                                      <p:to>
                                        <p:strVal val="visible"/>
                                      </p:to>
                                    </p:set>
                                    <p:animEffect transition="in" filter="randombar(horizontal)">
                                      <p:cBhvr>
                                        <p:cTn id="25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7" grpId="0"/>
      <p:bldP spid="18" grpId="0" animBg="1"/>
      <p:bldP spid="19" grpId="0" animBg="1"/>
      <p:bldP spid="20" grpId="0" animBg="1"/>
      <p:bldP spid="26" grpId="0" animBg="1"/>
      <p:bldP spid="29" grpId="0" animBg="1"/>
      <p:bldP spid="32" grpId="0"/>
      <p:bldP spid="33" grpId="0"/>
      <p:bldP spid="42" grpId="0"/>
      <p:bldP spid="43" grpId="0"/>
      <p:bldP spid="44" grpId="0"/>
      <p:bldP spid="45" grpId="0" animBg="1"/>
      <p:bldP spid="46" grpId="0" animBg="1"/>
      <p:bldP spid="47" grpId="0" animBg="1"/>
      <p:bldP spid="50" grpId="0" animBg="1"/>
      <p:bldP spid="51" grpId="0" animBg="1"/>
      <p:bldP spid="52" grpId="0" animBg="1"/>
      <p:bldP spid="49" grpId="0" animBg="1"/>
      <p:bldP spid="53" grpId="0" animBg="1"/>
      <p:bldP spid="54" grpId="0" animBg="1"/>
      <p:bldP spid="55" grpId="0" animBg="1"/>
      <p:bldP spid="56" grpId="0" animBg="1"/>
      <p:bldP spid="59" grpId="0" animBg="1"/>
      <p:bldP spid="60" grpId="0" animBg="1"/>
      <p:bldP spid="61" grpId="0" animBg="1"/>
      <p:bldP spid="62" grpId="0" animBg="1"/>
      <p:bldP spid="64" grpId="0" animBg="1"/>
      <p:bldP spid="6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erver_151100">
            <a:extLst>
              <a:ext uri="{FF2B5EF4-FFF2-40B4-BE49-F238E27FC236}">
                <a16:creationId xmlns:a16="http://schemas.microsoft.com/office/drawing/2014/main" id="{43073C68-F320-7250-C0E1-7C1BA2A1DA1B}"/>
              </a:ext>
            </a:extLst>
          </p:cNvPr>
          <p:cNvSpPr/>
          <p:nvPr/>
        </p:nvSpPr>
        <p:spPr>
          <a:xfrm>
            <a:off x="8392103" y="2555956"/>
            <a:ext cx="1034212" cy="1014716"/>
          </a:xfrm>
          <a:custGeom>
            <a:avLst/>
            <a:gdLst>
              <a:gd name="connsiteX0" fmla="*/ 106333 w 607614"/>
              <a:gd name="connsiteY0" fmla="*/ 444464 h 596161"/>
              <a:gd name="connsiteX1" fmla="*/ 60762 w 607614"/>
              <a:gd name="connsiteY1" fmla="*/ 489973 h 596161"/>
              <a:gd name="connsiteX2" fmla="*/ 106333 w 607614"/>
              <a:gd name="connsiteY2" fmla="*/ 535482 h 596161"/>
              <a:gd name="connsiteX3" fmla="*/ 151904 w 607614"/>
              <a:gd name="connsiteY3" fmla="*/ 489973 h 596161"/>
              <a:gd name="connsiteX4" fmla="*/ 106333 w 607614"/>
              <a:gd name="connsiteY4" fmla="*/ 444464 h 596161"/>
              <a:gd name="connsiteX5" fmla="*/ 485377 w 607614"/>
              <a:gd name="connsiteY5" fmla="*/ 424743 h 596161"/>
              <a:gd name="connsiteX6" fmla="*/ 432966 w 607614"/>
              <a:gd name="connsiteY6" fmla="*/ 455083 h 596161"/>
              <a:gd name="connsiteX7" fmla="*/ 428408 w 607614"/>
              <a:gd name="connsiteY7" fmla="*/ 462667 h 596161"/>
              <a:gd name="connsiteX8" fmla="*/ 420812 w 607614"/>
              <a:gd name="connsiteY8" fmla="*/ 459633 h 596161"/>
              <a:gd name="connsiteX9" fmla="*/ 410178 w 607614"/>
              <a:gd name="connsiteY9" fmla="*/ 458117 h 596161"/>
              <a:gd name="connsiteX10" fmla="*/ 377516 w 607614"/>
              <a:gd name="connsiteY10" fmla="*/ 485422 h 596161"/>
              <a:gd name="connsiteX11" fmla="*/ 376756 w 607614"/>
              <a:gd name="connsiteY11" fmla="*/ 489973 h 596161"/>
              <a:gd name="connsiteX12" fmla="*/ 372199 w 607614"/>
              <a:gd name="connsiteY12" fmla="*/ 492248 h 596161"/>
              <a:gd name="connsiteX13" fmla="*/ 347892 w 607614"/>
              <a:gd name="connsiteY13" fmla="*/ 532448 h 596161"/>
              <a:gd name="connsiteX14" fmla="*/ 390429 w 607614"/>
              <a:gd name="connsiteY14" fmla="*/ 576440 h 596161"/>
              <a:gd name="connsiteX15" fmla="*/ 501329 w 607614"/>
              <a:gd name="connsiteY15" fmla="*/ 576440 h 596161"/>
              <a:gd name="connsiteX16" fmla="*/ 502848 w 607614"/>
              <a:gd name="connsiteY16" fmla="*/ 576440 h 596161"/>
              <a:gd name="connsiteX17" fmla="*/ 546904 w 607614"/>
              <a:gd name="connsiteY17" fmla="*/ 576440 h 596161"/>
              <a:gd name="connsiteX18" fmla="*/ 585643 w 607614"/>
              <a:gd name="connsiteY18" fmla="*/ 535482 h 596161"/>
              <a:gd name="connsiteX19" fmla="*/ 553740 w 607614"/>
              <a:gd name="connsiteY19" fmla="*/ 496041 h 596161"/>
              <a:gd name="connsiteX20" fmla="*/ 546145 w 607614"/>
              <a:gd name="connsiteY20" fmla="*/ 494524 h 596161"/>
              <a:gd name="connsiteX21" fmla="*/ 546145 w 607614"/>
              <a:gd name="connsiteY21" fmla="*/ 486181 h 596161"/>
              <a:gd name="connsiteX22" fmla="*/ 485377 w 607614"/>
              <a:gd name="connsiteY22" fmla="*/ 424743 h 596161"/>
              <a:gd name="connsiteX23" fmla="*/ 485377 w 607614"/>
              <a:gd name="connsiteY23" fmla="*/ 404264 h 596161"/>
              <a:gd name="connsiteX24" fmla="*/ 565894 w 607614"/>
              <a:gd name="connsiteY24" fmla="*/ 478596 h 596161"/>
              <a:gd name="connsiteX25" fmla="*/ 606152 w 607614"/>
              <a:gd name="connsiteY25" fmla="*/ 536241 h 596161"/>
              <a:gd name="connsiteX26" fmla="*/ 546904 w 607614"/>
              <a:gd name="connsiteY26" fmla="*/ 596161 h 596161"/>
              <a:gd name="connsiteX27" fmla="*/ 503608 w 607614"/>
              <a:gd name="connsiteY27" fmla="*/ 596161 h 596161"/>
              <a:gd name="connsiteX28" fmla="*/ 501329 w 607614"/>
              <a:gd name="connsiteY28" fmla="*/ 596161 h 596161"/>
              <a:gd name="connsiteX29" fmla="*/ 499810 w 607614"/>
              <a:gd name="connsiteY29" fmla="*/ 596161 h 596161"/>
              <a:gd name="connsiteX30" fmla="*/ 390429 w 607614"/>
              <a:gd name="connsiteY30" fmla="*/ 596161 h 596161"/>
              <a:gd name="connsiteX31" fmla="*/ 327383 w 607614"/>
              <a:gd name="connsiteY31" fmla="*/ 532448 h 596161"/>
              <a:gd name="connsiteX32" fmla="*/ 359286 w 607614"/>
              <a:gd name="connsiteY32" fmla="*/ 476320 h 596161"/>
              <a:gd name="connsiteX33" fmla="*/ 410178 w 607614"/>
              <a:gd name="connsiteY33" fmla="*/ 437637 h 596161"/>
              <a:gd name="connsiteX34" fmla="*/ 419293 w 607614"/>
              <a:gd name="connsiteY34" fmla="*/ 438396 h 596161"/>
              <a:gd name="connsiteX35" fmla="*/ 485377 w 607614"/>
              <a:gd name="connsiteY35" fmla="*/ 404264 h 596161"/>
              <a:gd name="connsiteX36" fmla="*/ 8355 w 607614"/>
              <a:gd name="connsiteY36" fmla="*/ 404264 h 596161"/>
              <a:gd name="connsiteX37" fmla="*/ 409381 w 607614"/>
              <a:gd name="connsiteY37" fmla="*/ 404264 h 596161"/>
              <a:gd name="connsiteX38" fmla="*/ 405583 w 607614"/>
              <a:gd name="connsiteY38" fmla="*/ 408056 h 596161"/>
              <a:gd name="connsiteX39" fmla="*/ 334189 w 607614"/>
              <a:gd name="connsiteY39" fmla="*/ 456600 h 596161"/>
              <a:gd name="connsiteX40" fmla="*/ 296972 w 607614"/>
              <a:gd name="connsiteY40" fmla="*/ 532448 h 596161"/>
              <a:gd name="connsiteX41" fmla="*/ 322036 w 607614"/>
              <a:gd name="connsiteY41" fmla="*/ 596161 h 596161"/>
              <a:gd name="connsiteX42" fmla="*/ 46331 w 607614"/>
              <a:gd name="connsiteY42" fmla="*/ 596161 h 596161"/>
              <a:gd name="connsiteX43" fmla="*/ 0 w 607614"/>
              <a:gd name="connsiteY43" fmla="*/ 549893 h 596161"/>
              <a:gd name="connsiteX44" fmla="*/ 0 w 607614"/>
              <a:gd name="connsiteY44" fmla="*/ 430811 h 596161"/>
              <a:gd name="connsiteX45" fmla="*/ 8355 w 607614"/>
              <a:gd name="connsiteY45" fmla="*/ 404264 h 596161"/>
              <a:gd name="connsiteX46" fmla="*/ 506598 w 607614"/>
              <a:gd name="connsiteY46" fmla="*/ 273048 h 596161"/>
              <a:gd name="connsiteX47" fmla="*/ 495965 w 607614"/>
              <a:gd name="connsiteY47" fmla="*/ 282909 h 596161"/>
              <a:gd name="connsiteX48" fmla="*/ 506598 w 607614"/>
              <a:gd name="connsiteY48" fmla="*/ 292770 h 596161"/>
              <a:gd name="connsiteX49" fmla="*/ 516472 w 607614"/>
              <a:gd name="connsiteY49" fmla="*/ 282909 h 596161"/>
              <a:gd name="connsiteX50" fmla="*/ 506598 w 607614"/>
              <a:gd name="connsiteY50" fmla="*/ 273048 h 596161"/>
              <a:gd name="connsiteX51" fmla="*/ 465584 w 607614"/>
              <a:gd name="connsiteY51" fmla="*/ 273048 h 596161"/>
              <a:gd name="connsiteX52" fmla="*/ 455711 w 607614"/>
              <a:gd name="connsiteY52" fmla="*/ 282909 h 596161"/>
              <a:gd name="connsiteX53" fmla="*/ 465584 w 607614"/>
              <a:gd name="connsiteY53" fmla="*/ 292770 h 596161"/>
              <a:gd name="connsiteX54" fmla="*/ 476217 w 607614"/>
              <a:gd name="connsiteY54" fmla="*/ 282909 h 596161"/>
              <a:gd name="connsiteX55" fmla="*/ 465584 w 607614"/>
              <a:gd name="connsiteY55" fmla="*/ 273048 h 596161"/>
              <a:gd name="connsiteX56" fmla="*/ 425330 w 607614"/>
              <a:gd name="connsiteY56" fmla="*/ 273048 h 596161"/>
              <a:gd name="connsiteX57" fmla="*/ 415456 w 607614"/>
              <a:gd name="connsiteY57" fmla="*/ 282909 h 596161"/>
              <a:gd name="connsiteX58" fmla="*/ 425330 w 607614"/>
              <a:gd name="connsiteY58" fmla="*/ 292770 h 596161"/>
              <a:gd name="connsiteX59" fmla="*/ 435204 w 607614"/>
              <a:gd name="connsiteY59" fmla="*/ 282909 h 596161"/>
              <a:gd name="connsiteX60" fmla="*/ 425330 w 607614"/>
              <a:gd name="connsiteY60" fmla="*/ 273048 h 596161"/>
              <a:gd name="connsiteX61" fmla="*/ 385075 w 607614"/>
              <a:gd name="connsiteY61" fmla="*/ 273048 h 596161"/>
              <a:gd name="connsiteX62" fmla="*/ 374442 w 607614"/>
              <a:gd name="connsiteY62" fmla="*/ 282909 h 596161"/>
              <a:gd name="connsiteX63" fmla="*/ 385075 w 607614"/>
              <a:gd name="connsiteY63" fmla="*/ 292770 h 596161"/>
              <a:gd name="connsiteX64" fmla="*/ 394949 w 607614"/>
              <a:gd name="connsiteY64" fmla="*/ 282909 h 596161"/>
              <a:gd name="connsiteX65" fmla="*/ 385075 w 607614"/>
              <a:gd name="connsiteY65" fmla="*/ 273048 h 596161"/>
              <a:gd name="connsiteX66" fmla="*/ 344061 w 607614"/>
              <a:gd name="connsiteY66" fmla="*/ 273048 h 596161"/>
              <a:gd name="connsiteX67" fmla="*/ 334188 w 607614"/>
              <a:gd name="connsiteY67" fmla="*/ 282909 h 596161"/>
              <a:gd name="connsiteX68" fmla="*/ 344061 w 607614"/>
              <a:gd name="connsiteY68" fmla="*/ 292770 h 596161"/>
              <a:gd name="connsiteX69" fmla="*/ 354695 w 607614"/>
              <a:gd name="connsiteY69" fmla="*/ 282909 h 596161"/>
              <a:gd name="connsiteX70" fmla="*/ 344061 w 607614"/>
              <a:gd name="connsiteY70" fmla="*/ 273048 h 596161"/>
              <a:gd name="connsiteX71" fmla="*/ 106332 w 607614"/>
              <a:gd name="connsiteY71" fmla="*/ 252568 h 596161"/>
              <a:gd name="connsiteX72" fmla="*/ 60761 w 607614"/>
              <a:gd name="connsiteY72" fmla="*/ 298080 h 596161"/>
              <a:gd name="connsiteX73" fmla="*/ 106332 w 607614"/>
              <a:gd name="connsiteY73" fmla="*/ 343592 h 596161"/>
              <a:gd name="connsiteX74" fmla="*/ 151904 w 607614"/>
              <a:gd name="connsiteY74" fmla="*/ 298080 h 596161"/>
              <a:gd name="connsiteX75" fmla="*/ 106332 w 607614"/>
              <a:gd name="connsiteY75" fmla="*/ 252568 h 596161"/>
              <a:gd name="connsiteX76" fmla="*/ 8355 w 607614"/>
              <a:gd name="connsiteY76" fmla="*/ 212366 h 596161"/>
              <a:gd name="connsiteX77" fmla="*/ 599259 w 607614"/>
              <a:gd name="connsiteY77" fmla="*/ 212366 h 596161"/>
              <a:gd name="connsiteX78" fmla="*/ 607614 w 607614"/>
              <a:gd name="connsiteY78" fmla="*/ 238156 h 596161"/>
              <a:gd name="connsiteX79" fmla="*/ 607614 w 607614"/>
              <a:gd name="connsiteY79" fmla="*/ 358004 h 596161"/>
              <a:gd name="connsiteX80" fmla="*/ 599259 w 607614"/>
              <a:gd name="connsiteY80" fmla="*/ 383794 h 596161"/>
              <a:gd name="connsiteX81" fmla="*/ 530143 w 607614"/>
              <a:gd name="connsiteY81" fmla="*/ 383794 h 596161"/>
              <a:gd name="connsiteX82" fmla="*/ 485332 w 607614"/>
              <a:gd name="connsiteY82" fmla="*/ 373933 h 596161"/>
              <a:gd name="connsiteX83" fmla="*/ 439761 w 607614"/>
              <a:gd name="connsiteY83" fmla="*/ 383794 h 596161"/>
              <a:gd name="connsiteX84" fmla="*/ 8355 w 607614"/>
              <a:gd name="connsiteY84" fmla="*/ 383794 h 596161"/>
              <a:gd name="connsiteX85" fmla="*/ 0 w 607614"/>
              <a:gd name="connsiteY85" fmla="*/ 358004 h 596161"/>
              <a:gd name="connsiteX86" fmla="*/ 0 w 607614"/>
              <a:gd name="connsiteY86" fmla="*/ 238156 h 596161"/>
              <a:gd name="connsiteX87" fmla="*/ 8355 w 607614"/>
              <a:gd name="connsiteY87" fmla="*/ 212366 h 596161"/>
              <a:gd name="connsiteX88" fmla="*/ 526346 w 607614"/>
              <a:gd name="connsiteY88" fmla="*/ 110739 h 596161"/>
              <a:gd name="connsiteX89" fmla="*/ 516472 w 607614"/>
              <a:gd name="connsiteY89" fmla="*/ 121358 h 596161"/>
              <a:gd name="connsiteX90" fmla="*/ 526346 w 607614"/>
              <a:gd name="connsiteY90" fmla="*/ 131218 h 596161"/>
              <a:gd name="connsiteX91" fmla="*/ 536979 w 607614"/>
              <a:gd name="connsiteY91" fmla="*/ 121358 h 596161"/>
              <a:gd name="connsiteX92" fmla="*/ 526346 w 607614"/>
              <a:gd name="connsiteY92" fmla="*/ 110739 h 596161"/>
              <a:gd name="connsiteX93" fmla="*/ 486091 w 607614"/>
              <a:gd name="connsiteY93" fmla="*/ 110739 h 596161"/>
              <a:gd name="connsiteX94" fmla="*/ 476217 w 607614"/>
              <a:gd name="connsiteY94" fmla="*/ 121358 h 596161"/>
              <a:gd name="connsiteX95" fmla="*/ 486091 w 607614"/>
              <a:gd name="connsiteY95" fmla="*/ 131218 h 596161"/>
              <a:gd name="connsiteX96" fmla="*/ 495965 w 607614"/>
              <a:gd name="connsiteY96" fmla="*/ 121358 h 596161"/>
              <a:gd name="connsiteX97" fmla="*/ 486091 w 607614"/>
              <a:gd name="connsiteY97" fmla="*/ 110739 h 596161"/>
              <a:gd name="connsiteX98" fmla="*/ 445837 w 607614"/>
              <a:gd name="connsiteY98" fmla="*/ 110739 h 596161"/>
              <a:gd name="connsiteX99" fmla="*/ 435204 w 607614"/>
              <a:gd name="connsiteY99" fmla="*/ 121358 h 596161"/>
              <a:gd name="connsiteX100" fmla="*/ 445837 w 607614"/>
              <a:gd name="connsiteY100" fmla="*/ 131218 h 596161"/>
              <a:gd name="connsiteX101" fmla="*/ 455711 w 607614"/>
              <a:gd name="connsiteY101" fmla="*/ 121358 h 596161"/>
              <a:gd name="connsiteX102" fmla="*/ 445837 w 607614"/>
              <a:gd name="connsiteY102" fmla="*/ 110739 h 596161"/>
              <a:gd name="connsiteX103" fmla="*/ 404823 w 607614"/>
              <a:gd name="connsiteY103" fmla="*/ 110739 h 596161"/>
              <a:gd name="connsiteX104" fmla="*/ 394949 w 607614"/>
              <a:gd name="connsiteY104" fmla="*/ 121358 h 596161"/>
              <a:gd name="connsiteX105" fmla="*/ 404823 w 607614"/>
              <a:gd name="connsiteY105" fmla="*/ 131218 h 596161"/>
              <a:gd name="connsiteX106" fmla="*/ 415456 w 607614"/>
              <a:gd name="connsiteY106" fmla="*/ 121358 h 596161"/>
              <a:gd name="connsiteX107" fmla="*/ 404823 w 607614"/>
              <a:gd name="connsiteY107" fmla="*/ 110739 h 596161"/>
              <a:gd name="connsiteX108" fmla="*/ 364568 w 607614"/>
              <a:gd name="connsiteY108" fmla="*/ 110739 h 596161"/>
              <a:gd name="connsiteX109" fmla="*/ 354695 w 607614"/>
              <a:gd name="connsiteY109" fmla="*/ 121358 h 596161"/>
              <a:gd name="connsiteX110" fmla="*/ 364568 w 607614"/>
              <a:gd name="connsiteY110" fmla="*/ 131218 h 596161"/>
              <a:gd name="connsiteX111" fmla="*/ 374442 w 607614"/>
              <a:gd name="connsiteY111" fmla="*/ 121358 h 596161"/>
              <a:gd name="connsiteX112" fmla="*/ 364568 w 607614"/>
              <a:gd name="connsiteY112" fmla="*/ 110739 h 596161"/>
              <a:gd name="connsiteX113" fmla="*/ 506598 w 607614"/>
              <a:gd name="connsiteY113" fmla="*/ 80400 h 596161"/>
              <a:gd name="connsiteX114" fmla="*/ 495965 w 607614"/>
              <a:gd name="connsiteY114" fmla="*/ 91018 h 596161"/>
              <a:gd name="connsiteX115" fmla="*/ 506598 w 607614"/>
              <a:gd name="connsiteY115" fmla="*/ 100879 h 596161"/>
              <a:gd name="connsiteX116" fmla="*/ 516472 w 607614"/>
              <a:gd name="connsiteY116" fmla="*/ 91018 h 596161"/>
              <a:gd name="connsiteX117" fmla="*/ 506598 w 607614"/>
              <a:gd name="connsiteY117" fmla="*/ 80400 h 596161"/>
              <a:gd name="connsiteX118" fmla="*/ 465584 w 607614"/>
              <a:gd name="connsiteY118" fmla="*/ 80400 h 596161"/>
              <a:gd name="connsiteX119" fmla="*/ 455711 w 607614"/>
              <a:gd name="connsiteY119" fmla="*/ 91018 h 596161"/>
              <a:gd name="connsiteX120" fmla="*/ 465584 w 607614"/>
              <a:gd name="connsiteY120" fmla="*/ 100879 h 596161"/>
              <a:gd name="connsiteX121" fmla="*/ 476217 w 607614"/>
              <a:gd name="connsiteY121" fmla="*/ 91018 h 596161"/>
              <a:gd name="connsiteX122" fmla="*/ 465584 w 607614"/>
              <a:gd name="connsiteY122" fmla="*/ 80400 h 596161"/>
              <a:gd name="connsiteX123" fmla="*/ 425330 w 607614"/>
              <a:gd name="connsiteY123" fmla="*/ 80400 h 596161"/>
              <a:gd name="connsiteX124" fmla="*/ 415456 w 607614"/>
              <a:gd name="connsiteY124" fmla="*/ 91018 h 596161"/>
              <a:gd name="connsiteX125" fmla="*/ 425330 w 607614"/>
              <a:gd name="connsiteY125" fmla="*/ 100879 h 596161"/>
              <a:gd name="connsiteX126" fmla="*/ 435204 w 607614"/>
              <a:gd name="connsiteY126" fmla="*/ 91018 h 596161"/>
              <a:gd name="connsiteX127" fmla="*/ 425330 w 607614"/>
              <a:gd name="connsiteY127" fmla="*/ 80400 h 596161"/>
              <a:gd name="connsiteX128" fmla="*/ 385075 w 607614"/>
              <a:gd name="connsiteY128" fmla="*/ 80400 h 596161"/>
              <a:gd name="connsiteX129" fmla="*/ 374442 w 607614"/>
              <a:gd name="connsiteY129" fmla="*/ 91018 h 596161"/>
              <a:gd name="connsiteX130" fmla="*/ 385075 w 607614"/>
              <a:gd name="connsiteY130" fmla="*/ 100879 h 596161"/>
              <a:gd name="connsiteX131" fmla="*/ 394949 w 607614"/>
              <a:gd name="connsiteY131" fmla="*/ 91018 h 596161"/>
              <a:gd name="connsiteX132" fmla="*/ 385075 w 607614"/>
              <a:gd name="connsiteY132" fmla="*/ 80400 h 596161"/>
              <a:gd name="connsiteX133" fmla="*/ 344061 w 607614"/>
              <a:gd name="connsiteY133" fmla="*/ 80400 h 596161"/>
              <a:gd name="connsiteX134" fmla="*/ 334188 w 607614"/>
              <a:gd name="connsiteY134" fmla="*/ 91018 h 596161"/>
              <a:gd name="connsiteX135" fmla="*/ 344061 w 607614"/>
              <a:gd name="connsiteY135" fmla="*/ 100879 h 596161"/>
              <a:gd name="connsiteX136" fmla="*/ 354695 w 607614"/>
              <a:gd name="connsiteY136" fmla="*/ 91018 h 596161"/>
              <a:gd name="connsiteX137" fmla="*/ 344061 w 607614"/>
              <a:gd name="connsiteY137" fmla="*/ 80400 h 596161"/>
              <a:gd name="connsiteX138" fmla="*/ 106332 w 607614"/>
              <a:gd name="connsiteY138" fmla="*/ 60679 h 596161"/>
              <a:gd name="connsiteX139" fmla="*/ 60761 w 607614"/>
              <a:gd name="connsiteY139" fmla="*/ 106188 h 596161"/>
              <a:gd name="connsiteX140" fmla="*/ 106332 w 607614"/>
              <a:gd name="connsiteY140" fmla="*/ 151697 h 596161"/>
              <a:gd name="connsiteX141" fmla="*/ 151904 w 607614"/>
              <a:gd name="connsiteY141" fmla="*/ 106188 h 596161"/>
              <a:gd name="connsiteX142" fmla="*/ 106332 w 607614"/>
              <a:gd name="connsiteY142" fmla="*/ 60679 h 596161"/>
              <a:gd name="connsiteX143" fmla="*/ 46331 w 607614"/>
              <a:gd name="connsiteY143" fmla="*/ 0 h 596161"/>
              <a:gd name="connsiteX144" fmla="*/ 561283 w 607614"/>
              <a:gd name="connsiteY144" fmla="*/ 0 h 596161"/>
              <a:gd name="connsiteX145" fmla="*/ 607614 w 607614"/>
              <a:gd name="connsiteY145" fmla="*/ 46268 h 596161"/>
              <a:gd name="connsiteX146" fmla="*/ 607614 w 607614"/>
              <a:gd name="connsiteY146" fmla="*/ 165350 h 596161"/>
              <a:gd name="connsiteX147" fmla="*/ 599259 w 607614"/>
              <a:gd name="connsiteY147" fmla="*/ 191897 h 596161"/>
              <a:gd name="connsiteX148" fmla="*/ 8355 w 607614"/>
              <a:gd name="connsiteY148" fmla="*/ 191897 h 596161"/>
              <a:gd name="connsiteX149" fmla="*/ 0 w 607614"/>
              <a:gd name="connsiteY149" fmla="*/ 165350 h 596161"/>
              <a:gd name="connsiteX150" fmla="*/ 0 w 607614"/>
              <a:gd name="connsiteY150" fmla="*/ 46268 h 596161"/>
              <a:gd name="connsiteX151" fmla="*/ 46331 w 607614"/>
              <a:gd name="connsiteY151" fmla="*/ 0 h 596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Lst>
            <a:rect l="l" t="t" r="r" b="b"/>
            <a:pathLst>
              <a:path w="607614" h="596161">
                <a:moveTo>
                  <a:pt x="106333" y="444464"/>
                </a:moveTo>
                <a:cubicBezTo>
                  <a:pt x="81269" y="444464"/>
                  <a:pt x="60762" y="464943"/>
                  <a:pt x="60762" y="489973"/>
                </a:cubicBezTo>
                <a:cubicBezTo>
                  <a:pt x="60762" y="515003"/>
                  <a:pt x="81269" y="535482"/>
                  <a:pt x="106333" y="535482"/>
                </a:cubicBezTo>
                <a:cubicBezTo>
                  <a:pt x="131397" y="535482"/>
                  <a:pt x="151904" y="515003"/>
                  <a:pt x="151904" y="489973"/>
                </a:cubicBezTo>
                <a:cubicBezTo>
                  <a:pt x="151904" y="464943"/>
                  <a:pt x="131397" y="444464"/>
                  <a:pt x="106333" y="444464"/>
                </a:cubicBezTo>
                <a:close/>
                <a:moveTo>
                  <a:pt x="485377" y="424743"/>
                </a:moveTo>
                <a:cubicBezTo>
                  <a:pt x="463349" y="424743"/>
                  <a:pt x="443600" y="436120"/>
                  <a:pt x="432966" y="455083"/>
                </a:cubicBezTo>
                <a:lnTo>
                  <a:pt x="428408" y="462667"/>
                </a:lnTo>
                <a:lnTo>
                  <a:pt x="420812" y="459633"/>
                </a:lnTo>
                <a:cubicBezTo>
                  <a:pt x="417774" y="458875"/>
                  <a:pt x="413976" y="458117"/>
                  <a:pt x="410178" y="458117"/>
                </a:cubicBezTo>
                <a:cubicBezTo>
                  <a:pt x="394986" y="458117"/>
                  <a:pt x="381314" y="469494"/>
                  <a:pt x="377516" y="485422"/>
                </a:cubicBezTo>
                <a:lnTo>
                  <a:pt x="376756" y="489973"/>
                </a:lnTo>
                <a:lnTo>
                  <a:pt x="372199" y="492248"/>
                </a:lnTo>
                <a:cubicBezTo>
                  <a:pt x="357767" y="499833"/>
                  <a:pt x="347892" y="515003"/>
                  <a:pt x="347892" y="532448"/>
                </a:cubicBezTo>
                <a:cubicBezTo>
                  <a:pt x="347892" y="556720"/>
                  <a:pt x="366882" y="576440"/>
                  <a:pt x="390429" y="576440"/>
                </a:cubicBezTo>
                <a:lnTo>
                  <a:pt x="501329" y="576440"/>
                </a:lnTo>
                <a:lnTo>
                  <a:pt x="502848" y="576440"/>
                </a:lnTo>
                <a:lnTo>
                  <a:pt x="546904" y="576440"/>
                </a:lnTo>
                <a:cubicBezTo>
                  <a:pt x="568173" y="576440"/>
                  <a:pt x="585643" y="558237"/>
                  <a:pt x="585643" y="535482"/>
                </a:cubicBezTo>
                <a:cubicBezTo>
                  <a:pt x="585643" y="516520"/>
                  <a:pt x="572730" y="499833"/>
                  <a:pt x="553740" y="496041"/>
                </a:cubicBezTo>
                <a:lnTo>
                  <a:pt x="546145" y="494524"/>
                </a:lnTo>
                <a:lnTo>
                  <a:pt x="546145" y="486181"/>
                </a:lnTo>
                <a:cubicBezTo>
                  <a:pt x="545385" y="452049"/>
                  <a:pt x="518040" y="424743"/>
                  <a:pt x="485377" y="424743"/>
                </a:cubicBezTo>
                <a:close/>
                <a:moveTo>
                  <a:pt x="485377" y="404264"/>
                </a:moveTo>
                <a:cubicBezTo>
                  <a:pt x="526395" y="404264"/>
                  <a:pt x="561336" y="436879"/>
                  <a:pt x="565894" y="478596"/>
                </a:cubicBezTo>
                <a:cubicBezTo>
                  <a:pt x="589441" y="486939"/>
                  <a:pt x="606152" y="509694"/>
                  <a:pt x="606152" y="536241"/>
                </a:cubicBezTo>
                <a:cubicBezTo>
                  <a:pt x="606152" y="569614"/>
                  <a:pt x="579566" y="596161"/>
                  <a:pt x="546904" y="596161"/>
                </a:cubicBezTo>
                <a:lnTo>
                  <a:pt x="503608" y="596161"/>
                </a:lnTo>
                <a:cubicBezTo>
                  <a:pt x="502848" y="596161"/>
                  <a:pt x="502088" y="596161"/>
                  <a:pt x="501329" y="596161"/>
                </a:cubicBezTo>
                <a:cubicBezTo>
                  <a:pt x="500569" y="596161"/>
                  <a:pt x="500569" y="596161"/>
                  <a:pt x="499810" y="596161"/>
                </a:cubicBezTo>
                <a:lnTo>
                  <a:pt x="390429" y="596161"/>
                </a:lnTo>
                <a:cubicBezTo>
                  <a:pt x="355488" y="596161"/>
                  <a:pt x="327383" y="567339"/>
                  <a:pt x="327383" y="532448"/>
                </a:cubicBezTo>
                <a:cubicBezTo>
                  <a:pt x="327383" y="508935"/>
                  <a:pt x="339536" y="487697"/>
                  <a:pt x="359286" y="476320"/>
                </a:cubicBezTo>
                <a:cubicBezTo>
                  <a:pt x="366122" y="453566"/>
                  <a:pt x="387391" y="437637"/>
                  <a:pt x="410178" y="437637"/>
                </a:cubicBezTo>
                <a:cubicBezTo>
                  <a:pt x="413217" y="437637"/>
                  <a:pt x="416255" y="438396"/>
                  <a:pt x="419293" y="438396"/>
                </a:cubicBezTo>
                <a:cubicBezTo>
                  <a:pt x="434485" y="417158"/>
                  <a:pt x="458792" y="404264"/>
                  <a:pt x="485377" y="404264"/>
                </a:cubicBezTo>
                <a:close/>
                <a:moveTo>
                  <a:pt x="8355" y="404264"/>
                </a:moveTo>
                <a:lnTo>
                  <a:pt x="409381" y="404264"/>
                </a:lnTo>
                <a:cubicBezTo>
                  <a:pt x="408621" y="405022"/>
                  <a:pt x="407102" y="406539"/>
                  <a:pt x="405583" y="408056"/>
                </a:cubicBezTo>
                <a:cubicBezTo>
                  <a:pt x="375203" y="409573"/>
                  <a:pt x="347860" y="428536"/>
                  <a:pt x="334189" y="456600"/>
                </a:cubicBezTo>
                <a:cubicBezTo>
                  <a:pt x="310643" y="474803"/>
                  <a:pt x="296972" y="502867"/>
                  <a:pt x="296972" y="532448"/>
                </a:cubicBezTo>
                <a:cubicBezTo>
                  <a:pt x="296972" y="556720"/>
                  <a:pt x="306846" y="579474"/>
                  <a:pt x="322036" y="596161"/>
                </a:cubicBezTo>
                <a:lnTo>
                  <a:pt x="46331" y="596161"/>
                </a:lnTo>
                <a:cubicBezTo>
                  <a:pt x="21267" y="596161"/>
                  <a:pt x="0" y="575682"/>
                  <a:pt x="0" y="549893"/>
                </a:cubicBezTo>
                <a:lnTo>
                  <a:pt x="0" y="430811"/>
                </a:lnTo>
                <a:cubicBezTo>
                  <a:pt x="0" y="420951"/>
                  <a:pt x="3038" y="411849"/>
                  <a:pt x="8355" y="404264"/>
                </a:cubicBezTo>
                <a:close/>
                <a:moveTo>
                  <a:pt x="506598" y="273048"/>
                </a:moveTo>
                <a:cubicBezTo>
                  <a:pt x="500522" y="273048"/>
                  <a:pt x="495965" y="277600"/>
                  <a:pt x="495965" y="282909"/>
                </a:cubicBezTo>
                <a:cubicBezTo>
                  <a:pt x="495965" y="288219"/>
                  <a:pt x="500522" y="292770"/>
                  <a:pt x="506598" y="292770"/>
                </a:cubicBezTo>
                <a:cubicBezTo>
                  <a:pt x="511915" y="292770"/>
                  <a:pt x="516472" y="288219"/>
                  <a:pt x="516472" y="282909"/>
                </a:cubicBezTo>
                <a:cubicBezTo>
                  <a:pt x="516472" y="277600"/>
                  <a:pt x="511915" y="273048"/>
                  <a:pt x="506598" y="273048"/>
                </a:cubicBezTo>
                <a:close/>
                <a:moveTo>
                  <a:pt x="465584" y="273048"/>
                </a:moveTo>
                <a:cubicBezTo>
                  <a:pt x="460268" y="273048"/>
                  <a:pt x="455711" y="277600"/>
                  <a:pt x="455711" y="282909"/>
                </a:cubicBezTo>
                <a:cubicBezTo>
                  <a:pt x="455711" y="288219"/>
                  <a:pt x="460268" y="292770"/>
                  <a:pt x="465584" y="292770"/>
                </a:cubicBezTo>
                <a:cubicBezTo>
                  <a:pt x="471660" y="292770"/>
                  <a:pt x="476217" y="288219"/>
                  <a:pt x="476217" y="282909"/>
                </a:cubicBezTo>
                <a:cubicBezTo>
                  <a:pt x="476217" y="277600"/>
                  <a:pt x="471660" y="273048"/>
                  <a:pt x="465584" y="273048"/>
                </a:cubicBezTo>
                <a:close/>
                <a:moveTo>
                  <a:pt x="425330" y="273048"/>
                </a:moveTo>
                <a:cubicBezTo>
                  <a:pt x="420013" y="273048"/>
                  <a:pt x="415456" y="277600"/>
                  <a:pt x="415456" y="282909"/>
                </a:cubicBezTo>
                <a:cubicBezTo>
                  <a:pt x="415456" y="288219"/>
                  <a:pt x="420013" y="292770"/>
                  <a:pt x="425330" y="292770"/>
                </a:cubicBezTo>
                <a:cubicBezTo>
                  <a:pt x="430646" y="292770"/>
                  <a:pt x="435204" y="288219"/>
                  <a:pt x="435204" y="282909"/>
                </a:cubicBezTo>
                <a:cubicBezTo>
                  <a:pt x="435204" y="277600"/>
                  <a:pt x="430646" y="273048"/>
                  <a:pt x="425330" y="273048"/>
                </a:cubicBezTo>
                <a:close/>
                <a:moveTo>
                  <a:pt x="385075" y="273048"/>
                </a:moveTo>
                <a:cubicBezTo>
                  <a:pt x="378999" y="273048"/>
                  <a:pt x="374442" y="277600"/>
                  <a:pt x="374442" y="282909"/>
                </a:cubicBezTo>
                <a:cubicBezTo>
                  <a:pt x="374442" y="288219"/>
                  <a:pt x="378999" y="292770"/>
                  <a:pt x="385075" y="292770"/>
                </a:cubicBezTo>
                <a:cubicBezTo>
                  <a:pt x="390392" y="292770"/>
                  <a:pt x="394949" y="288219"/>
                  <a:pt x="394949" y="282909"/>
                </a:cubicBezTo>
                <a:cubicBezTo>
                  <a:pt x="394949" y="277600"/>
                  <a:pt x="390392" y="273048"/>
                  <a:pt x="385075" y="273048"/>
                </a:cubicBezTo>
                <a:close/>
                <a:moveTo>
                  <a:pt x="344061" y="273048"/>
                </a:moveTo>
                <a:cubicBezTo>
                  <a:pt x="338745" y="273048"/>
                  <a:pt x="334188" y="277600"/>
                  <a:pt x="334188" y="282909"/>
                </a:cubicBezTo>
                <a:cubicBezTo>
                  <a:pt x="334188" y="288219"/>
                  <a:pt x="338745" y="292770"/>
                  <a:pt x="344061" y="292770"/>
                </a:cubicBezTo>
                <a:cubicBezTo>
                  <a:pt x="350138" y="292770"/>
                  <a:pt x="354695" y="288219"/>
                  <a:pt x="354695" y="282909"/>
                </a:cubicBezTo>
                <a:cubicBezTo>
                  <a:pt x="354695" y="277600"/>
                  <a:pt x="350138" y="273048"/>
                  <a:pt x="344061" y="273048"/>
                </a:cubicBezTo>
                <a:close/>
                <a:moveTo>
                  <a:pt x="106332" y="252568"/>
                </a:moveTo>
                <a:cubicBezTo>
                  <a:pt x="81268" y="252568"/>
                  <a:pt x="60761" y="273048"/>
                  <a:pt x="60761" y="298080"/>
                </a:cubicBezTo>
                <a:cubicBezTo>
                  <a:pt x="60761" y="323112"/>
                  <a:pt x="81268" y="343592"/>
                  <a:pt x="106332" y="343592"/>
                </a:cubicBezTo>
                <a:cubicBezTo>
                  <a:pt x="131397" y="343592"/>
                  <a:pt x="151904" y="323112"/>
                  <a:pt x="151904" y="298080"/>
                </a:cubicBezTo>
                <a:cubicBezTo>
                  <a:pt x="151904" y="273048"/>
                  <a:pt x="131397" y="252568"/>
                  <a:pt x="106332" y="252568"/>
                </a:cubicBezTo>
                <a:close/>
                <a:moveTo>
                  <a:pt x="8355" y="212366"/>
                </a:moveTo>
                <a:lnTo>
                  <a:pt x="599259" y="212366"/>
                </a:lnTo>
                <a:cubicBezTo>
                  <a:pt x="604576" y="219951"/>
                  <a:pt x="607614" y="228295"/>
                  <a:pt x="607614" y="238156"/>
                </a:cubicBezTo>
                <a:lnTo>
                  <a:pt x="607614" y="358004"/>
                </a:lnTo>
                <a:cubicBezTo>
                  <a:pt x="607614" y="367865"/>
                  <a:pt x="604576" y="376209"/>
                  <a:pt x="599259" y="383794"/>
                </a:cubicBezTo>
                <a:lnTo>
                  <a:pt x="530143" y="383794"/>
                </a:lnTo>
                <a:cubicBezTo>
                  <a:pt x="516472" y="377726"/>
                  <a:pt x="501282" y="373933"/>
                  <a:pt x="485332" y="373933"/>
                </a:cubicBezTo>
                <a:cubicBezTo>
                  <a:pt x="469382" y="373933"/>
                  <a:pt x="453432" y="377726"/>
                  <a:pt x="439761" y="383794"/>
                </a:cubicBezTo>
                <a:lnTo>
                  <a:pt x="8355" y="383794"/>
                </a:lnTo>
                <a:cubicBezTo>
                  <a:pt x="3038" y="376209"/>
                  <a:pt x="0" y="367865"/>
                  <a:pt x="0" y="358004"/>
                </a:cubicBezTo>
                <a:lnTo>
                  <a:pt x="0" y="238156"/>
                </a:lnTo>
                <a:cubicBezTo>
                  <a:pt x="0" y="228295"/>
                  <a:pt x="3038" y="219951"/>
                  <a:pt x="8355" y="212366"/>
                </a:cubicBezTo>
                <a:close/>
                <a:moveTo>
                  <a:pt x="526346" y="110739"/>
                </a:moveTo>
                <a:cubicBezTo>
                  <a:pt x="521029" y="110739"/>
                  <a:pt x="516472" y="115290"/>
                  <a:pt x="516472" y="121358"/>
                </a:cubicBezTo>
                <a:cubicBezTo>
                  <a:pt x="516472" y="126667"/>
                  <a:pt x="521029" y="131218"/>
                  <a:pt x="526346" y="131218"/>
                </a:cubicBezTo>
                <a:cubicBezTo>
                  <a:pt x="532422" y="131218"/>
                  <a:pt x="536979" y="126667"/>
                  <a:pt x="536979" y="121358"/>
                </a:cubicBezTo>
                <a:cubicBezTo>
                  <a:pt x="536979" y="115290"/>
                  <a:pt x="532422" y="110739"/>
                  <a:pt x="526346" y="110739"/>
                </a:cubicBezTo>
                <a:close/>
                <a:moveTo>
                  <a:pt x="486091" y="110739"/>
                </a:moveTo>
                <a:cubicBezTo>
                  <a:pt x="480775" y="110739"/>
                  <a:pt x="476217" y="115290"/>
                  <a:pt x="476217" y="121358"/>
                </a:cubicBezTo>
                <a:cubicBezTo>
                  <a:pt x="476217" y="126667"/>
                  <a:pt x="480775" y="131218"/>
                  <a:pt x="486091" y="131218"/>
                </a:cubicBezTo>
                <a:cubicBezTo>
                  <a:pt x="491408" y="131218"/>
                  <a:pt x="495965" y="126667"/>
                  <a:pt x="495965" y="121358"/>
                </a:cubicBezTo>
                <a:cubicBezTo>
                  <a:pt x="495965" y="115290"/>
                  <a:pt x="491408" y="110739"/>
                  <a:pt x="486091" y="110739"/>
                </a:cubicBezTo>
                <a:close/>
                <a:moveTo>
                  <a:pt x="445837" y="110739"/>
                </a:moveTo>
                <a:cubicBezTo>
                  <a:pt x="439761" y="110739"/>
                  <a:pt x="435204" y="115290"/>
                  <a:pt x="435204" y="121358"/>
                </a:cubicBezTo>
                <a:cubicBezTo>
                  <a:pt x="435204" y="126667"/>
                  <a:pt x="439761" y="131218"/>
                  <a:pt x="445837" y="131218"/>
                </a:cubicBezTo>
                <a:cubicBezTo>
                  <a:pt x="451153" y="131218"/>
                  <a:pt x="455711" y="126667"/>
                  <a:pt x="455711" y="121358"/>
                </a:cubicBezTo>
                <a:cubicBezTo>
                  <a:pt x="455711" y="115290"/>
                  <a:pt x="451153" y="110739"/>
                  <a:pt x="445837" y="110739"/>
                </a:cubicBezTo>
                <a:close/>
                <a:moveTo>
                  <a:pt x="404823" y="110739"/>
                </a:moveTo>
                <a:cubicBezTo>
                  <a:pt x="399506" y="110739"/>
                  <a:pt x="394949" y="115290"/>
                  <a:pt x="394949" y="121358"/>
                </a:cubicBezTo>
                <a:cubicBezTo>
                  <a:pt x="394949" y="126667"/>
                  <a:pt x="399506" y="131218"/>
                  <a:pt x="404823" y="131218"/>
                </a:cubicBezTo>
                <a:cubicBezTo>
                  <a:pt x="410899" y="131218"/>
                  <a:pt x="415456" y="126667"/>
                  <a:pt x="415456" y="121358"/>
                </a:cubicBezTo>
                <a:cubicBezTo>
                  <a:pt x="415456" y="115290"/>
                  <a:pt x="410899" y="110739"/>
                  <a:pt x="404823" y="110739"/>
                </a:cubicBezTo>
                <a:close/>
                <a:moveTo>
                  <a:pt x="364568" y="110739"/>
                </a:moveTo>
                <a:cubicBezTo>
                  <a:pt x="359252" y="110739"/>
                  <a:pt x="354695" y="115290"/>
                  <a:pt x="354695" y="121358"/>
                </a:cubicBezTo>
                <a:cubicBezTo>
                  <a:pt x="354695" y="126667"/>
                  <a:pt x="359252" y="131218"/>
                  <a:pt x="364568" y="131218"/>
                </a:cubicBezTo>
                <a:cubicBezTo>
                  <a:pt x="369885" y="131218"/>
                  <a:pt x="374442" y="126667"/>
                  <a:pt x="374442" y="121358"/>
                </a:cubicBezTo>
                <a:cubicBezTo>
                  <a:pt x="374442" y="115290"/>
                  <a:pt x="369885" y="110739"/>
                  <a:pt x="364568" y="110739"/>
                </a:cubicBezTo>
                <a:close/>
                <a:moveTo>
                  <a:pt x="506598" y="80400"/>
                </a:moveTo>
                <a:cubicBezTo>
                  <a:pt x="500522" y="80400"/>
                  <a:pt x="495965" y="84950"/>
                  <a:pt x="495965" y="91018"/>
                </a:cubicBezTo>
                <a:cubicBezTo>
                  <a:pt x="495965" y="96328"/>
                  <a:pt x="500522" y="100879"/>
                  <a:pt x="506598" y="100879"/>
                </a:cubicBezTo>
                <a:cubicBezTo>
                  <a:pt x="511915" y="100879"/>
                  <a:pt x="516472" y="96328"/>
                  <a:pt x="516472" y="91018"/>
                </a:cubicBezTo>
                <a:cubicBezTo>
                  <a:pt x="516472" y="84950"/>
                  <a:pt x="511915" y="80400"/>
                  <a:pt x="506598" y="80400"/>
                </a:cubicBezTo>
                <a:close/>
                <a:moveTo>
                  <a:pt x="465584" y="80400"/>
                </a:moveTo>
                <a:cubicBezTo>
                  <a:pt x="460268" y="80400"/>
                  <a:pt x="455711" y="84950"/>
                  <a:pt x="455711" y="91018"/>
                </a:cubicBezTo>
                <a:cubicBezTo>
                  <a:pt x="455711" y="96328"/>
                  <a:pt x="460268" y="100879"/>
                  <a:pt x="465584" y="100879"/>
                </a:cubicBezTo>
                <a:cubicBezTo>
                  <a:pt x="471660" y="100879"/>
                  <a:pt x="476217" y="96328"/>
                  <a:pt x="476217" y="91018"/>
                </a:cubicBezTo>
                <a:cubicBezTo>
                  <a:pt x="476217" y="84950"/>
                  <a:pt x="471660" y="80400"/>
                  <a:pt x="465584" y="80400"/>
                </a:cubicBezTo>
                <a:close/>
                <a:moveTo>
                  <a:pt x="425330" y="80400"/>
                </a:moveTo>
                <a:cubicBezTo>
                  <a:pt x="420013" y="80400"/>
                  <a:pt x="415456" y="84950"/>
                  <a:pt x="415456" y="91018"/>
                </a:cubicBezTo>
                <a:cubicBezTo>
                  <a:pt x="415456" y="96328"/>
                  <a:pt x="420013" y="100879"/>
                  <a:pt x="425330" y="100879"/>
                </a:cubicBezTo>
                <a:cubicBezTo>
                  <a:pt x="430646" y="100879"/>
                  <a:pt x="435204" y="96328"/>
                  <a:pt x="435204" y="91018"/>
                </a:cubicBezTo>
                <a:cubicBezTo>
                  <a:pt x="435204" y="84950"/>
                  <a:pt x="430646" y="80400"/>
                  <a:pt x="425330" y="80400"/>
                </a:cubicBezTo>
                <a:close/>
                <a:moveTo>
                  <a:pt x="385075" y="80400"/>
                </a:moveTo>
                <a:cubicBezTo>
                  <a:pt x="378999" y="80400"/>
                  <a:pt x="374442" y="84950"/>
                  <a:pt x="374442" y="91018"/>
                </a:cubicBezTo>
                <a:cubicBezTo>
                  <a:pt x="374442" y="96328"/>
                  <a:pt x="378999" y="100879"/>
                  <a:pt x="385075" y="100879"/>
                </a:cubicBezTo>
                <a:cubicBezTo>
                  <a:pt x="390392" y="100879"/>
                  <a:pt x="394949" y="96328"/>
                  <a:pt x="394949" y="91018"/>
                </a:cubicBezTo>
                <a:cubicBezTo>
                  <a:pt x="394949" y="84950"/>
                  <a:pt x="390392" y="80400"/>
                  <a:pt x="385075" y="80400"/>
                </a:cubicBezTo>
                <a:close/>
                <a:moveTo>
                  <a:pt x="344061" y="80400"/>
                </a:moveTo>
                <a:cubicBezTo>
                  <a:pt x="338745" y="80400"/>
                  <a:pt x="334188" y="84950"/>
                  <a:pt x="334188" y="91018"/>
                </a:cubicBezTo>
                <a:cubicBezTo>
                  <a:pt x="334188" y="96328"/>
                  <a:pt x="338745" y="100879"/>
                  <a:pt x="344061" y="100879"/>
                </a:cubicBezTo>
                <a:cubicBezTo>
                  <a:pt x="350138" y="100879"/>
                  <a:pt x="354695" y="96328"/>
                  <a:pt x="354695" y="91018"/>
                </a:cubicBezTo>
                <a:cubicBezTo>
                  <a:pt x="354695" y="84950"/>
                  <a:pt x="350138" y="80400"/>
                  <a:pt x="344061" y="80400"/>
                </a:cubicBezTo>
                <a:close/>
                <a:moveTo>
                  <a:pt x="106332" y="60679"/>
                </a:moveTo>
                <a:cubicBezTo>
                  <a:pt x="81268" y="60679"/>
                  <a:pt x="60761" y="81158"/>
                  <a:pt x="60761" y="106188"/>
                </a:cubicBezTo>
                <a:cubicBezTo>
                  <a:pt x="60761" y="131218"/>
                  <a:pt x="81268" y="151697"/>
                  <a:pt x="106332" y="151697"/>
                </a:cubicBezTo>
                <a:cubicBezTo>
                  <a:pt x="131397" y="151697"/>
                  <a:pt x="151904" y="131218"/>
                  <a:pt x="151904" y="106188"/>
                </a:cubicBezTo>
                <a:cubicBezTo>
                  <a:pt x="151904" y="81158"/>
                  <a:pt x="131397" y="60679"/>
                  <a:pt x="106332" y="60679"/>
                </a:cubicBezTo>
                <a:close/>
                <a:moveTo>
                  <a:pt x="46331" y="0"/>
                </a:moveTo>
                <a:lnTo>
                  <a:pt x="561283" y="0"/>
                </a:lnTo>
                <a:cubicBezTo>
                  <a:pt x="586348" y="0"/>
                  <a:pt x="607614" y="20479"/>
                  <a:pt x="607614" y="46268"/>
                </a:cubicBezTo>
                <a:lnTo>
                  <a:pt x="607614" y="165350"/>
                </a:lnTo>
                <a:cubicBezTo>
                  <a:pt x="607614" y="175210"/>
                  <a:pt x="604576" y="184312"/>
                  <a:pt x="599259" y="191897"/>
                </a:cubicBezTo>
                <a:lnTo>
                  <a:pt x="8355" y="191897"/>
                </a:lnTo>
                <a:cubicBezTo>
                  <a:pt x="3038" y="184312"/>
                  <a:pt x="0" y="175210"/>
                  <a:pt x="0" y="165350"/>
                </a:cubicBezTo>
                <a:lnTo>
                  <a:pt x="0" y="46268"/>
                </a:lnTo>
                <a:cubicBezTo>
                  <a:pt x="0" y="20479"/>
                  <a:pt x="21267" y="0"/>
                  <a:pt x="46331"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内容占位符 5">
            <a:extLst>
              <a:ext uri="{FF2B5EF4-FFF2-40B4-BE49-F238E27FC236}">
                <a16:creationId xmlns:a16="http://schemas.microsoft.com/office/drawing/2014/main" id="{0302B31D-C72F-7ACF-E03C-251671D8C222}"/>
              </a:ext>
            </a:extLst>
          </p:cNvPr>
          <p:cNvSpPr>
            <a:spLocks noGrp="1"/>
          </p:cNvSpPr>
          <p:nvPr>
            <p:ph idx="1"/>
          </p:nvPr>
        </p:nvSpPr>
        <p:spPr>
          <a:xfrm>
            <a:off x="576197" y="956241"/>
            <a:ext cx="11060481" cy="866139"/>
          </a:xfrm>
        </p:spPr>
        <p:txBody>
          <a:bodyPr/>
          <a:lstStyle/>
          <a:p>
            <a:pPr marL="285750" indent="-285750">
              <a:buFont typeface="Wingdings" panose="05000000000000000000" pitchFamily="2" charset="2"/>
              <a:buChar char="l"/>
            </a:pPr>
            <a:r>
              <a:rPr lang="zh-CN" altLang="en-US">
                <a:latin typeface="Fira Code" panose="020B0809050000020004" pitchFamily="49" charset="0"/>
              </a:rPr>
              <a:t>概念：</a:t>
            </a:r>
            <a:r>
              <a:rPr lang="en-US" altLang="zh-CN" b="1">
                <a:solidFill>
                  <a:srgbClr val="C00000"/>
                </a:solidFill>
                <a:latin typeface="Fira Code" panose="020B0809050000020004" pitchFamily="49" charset="0"/>
                <a:ea typeface="Fira Code" panose="020B0809050000020004" pitchFamily="49" charset="0"/>
              </a:rPr>
              <a:t>H</a:t>
            </a:r>
            <a:r>
              <a:rPr lang="en-US" altLang="zh-CN">
                <a:solidFill>
                  <a:srgbClr val="333333"/>
                </a:solidFill>
                <a:latin typeface="Fira Code" panose="020B0809050000020004" pitchFamily="49" charset="0"/>
                <a:ea typeface="Fira Code" panose="020B0809050000020004" pitchFamily="49" charset="0"/>
              </a:rPr>
              <a:t>yper </a:t>
            </a:r>
            <a:r>
              <a:rPr lang="en-US" altLang="zh-CN" b="1">
                <a:solidFill>
                  <a:srgbClr val="C00000"/>
                </a:solidFill>
                <a:latin typeface="Fira Code" panose="020B0809050000020004" pitchFamily="49" charset="0"/>
                <a:ea typeface="Fira Code" panose="020B0809050000020004" pitchFamily="49" charset="0"/>
              </a:rPr>
              <a:t>T</a:t>
            </a:r>
            <a:r>
              <a:rPr lang="en-US" altLang="zh-CN">
                <a:solidFill>
                  <a:srgbClr val="333333"/>
                </a:solidFill>
                <a:latin typeface="Fira Code" panose="020B0809050000020004" pitchFamily="49" charset="0"/>
                <a:ea typeface="Fira Code" panose="020B0809050000020004" pitchFamily="49" charset="0"/>
              </a:rPr>
              <a:t>ext </a:t>
            </a:r>
            <a:r>
              <a:rPr lang="en-US" altLang="zh-CN" b="1">
                <a:solidFill>
                  <a:srgbClr val="C00000"/>
                </a:solidFill>
                <a:latin typeface="Fira Code" panose="020B0809050000020004" pitchFamily="49" charset="0"/>
                <a:ea typeface="Fira Code" panose="020B0809050000020004" pitchFamily="49" charset="0"/>
              </a:rPr>
              <a:t>T</a:t>
            </a:r>
            <a:r>
              <a:rPr lang="en-US" altLang="zh-CN">
                <a:solidFill>
                  <a:srgbClr val="333333"/>
                </a:solidFill>
                <a:latin typeface="Fira Code" panose="020B0809050000020004" pitchFamily="49" charset="0"/>
                <a:ea typeface="Fira Code" panose="020B0809050000020004" pitchFamily="49" charset="0"/>
              </a:rPr>
              <a:t>ransfer </a:t>
            </a:r>
            <a:r>
              <a:rPr lang="en-US" altLang="zh-CN" b="1">
                <a:solidFill>
                  <a:srgbClr val="C00000"/>
                </a:solidFill>
                <a:latin typeface="Fira Code" panose="020B0809050000020004" pitchFamily="49" charset="0"/>
                <a:ea typeface="Fira Code" panose="020B0809050000020004" pitchFamily="49" charset="0"/>
              </a:rPr>
              <a:t>P</a:t>
            </a:r>
            <a:r>
              <a:rPr lang="en-US" altLang="zh-CN">
                <a:solidFill>
                  <a:srgbClr val="333333"/>
                </a:solidFill>
                <a:latin typeface="Fira Code" panose="020B0809050000020004" pitchFamily="49" charset="0"/>
                <a:ea typeface="Fira Code" panose="020B0809050000020004" pitchFamily="49" charset="0"/>
              </a:rPr>
              <a:t>rotocol</a:t>
            </a:r>
            <a:r>
              <a:rPr lang="zh-CN" altLang="en-US">
                <a:latin typeface="Fira Code" panose="020B0809050000020004" pitchFamily="49" charset="0"/>
              </a:rPr>
              <a:t>，超文本传输协议，规定了客户端和服务器之间数据传输的规则。</a:t>
            </a:r>
            <a:r>
              <a:rPr lang="en-US" altLang="zh-CN">
                <a:latin typeface="Fira Code" panose="020B0809050000020004" pitchFamily="49" charset="0"/>
              </a:rPr>
              <a:t>(</a:t>
            </a:r>
            <a:r>
              <a:rPr lang="zh-CN" altLang="en-US">
                <a:latin typeface="Fira Code" panose="020B0809050000020004" pitchFamily="49" charset="0"/>
              </a:rPr>
              <a:t>只有在请求及响应中都遵循了统一的规则，服务端才能读懂客户端发送来的请求，客户端才能解析服务端响应的结果</a:t>
            </a:r>
            <a:r>
              <a:rPr lang="en-US" altLang="zh-CN">
                <a:latin typeface="Fira Code" panose="020B0809050000020004" pitchFamily="49" charset="0"/>
              </a:rPr>
              <a:t>)</a:t>
            </a:r>
            <a:endParaRPr lang="en-US" altLang="zh-CN">
              <a:latin typeface="Fira Code" panose="020B0809050000020004" pitchFamily="49" charset="0"/>
              <a:ea typeface="Fira Code" panose="020B0809050000020004" pitchFamily="49" charset="0"/>
            </a:endParaRPr>
          </a:p>
        </p:txBody>
      </p:sp>
      <p:sp>
        <p:nvSpPr>
          <p:cNvPr id="5" name="标题 4">
            <a:extLst>
              <a:ext uri="{FF2B5EF4-FFF2-40B4-BE49-F238E27FC236}">
                <a16:creationId xmlns:a16="http://schemas.microsoft.com/office/drawing/2014/main" id="{288B3783-FA51-DE0E-81FF-F0C3B77EDF87}"/>
              </a:ext>
            </a:extLst>
          </p:cNvPr>
          <p:cNvSpPr>
            <a:spLocks noGrp="1"/>
          </p:cNvSpPr>
          <p:nvPr>
            <p:ph type="title"/>
          </p:nvPr>
        </p:nvSpPr>
        <p:spPr/>
        <p:txBody>
          <a:bodyPr/>
          <a:lstStyle/>
          <a:p>
            <a:r>
              <a:rPr lang="en-US" altLang="zh-CN"/>
              <a:t>HTTP</a:t>
            </a:r>
            <a:r>
              <a:rPr lang="zh-CN" altLang="en-US"/>
              <a:t>协议</a:t>
            </a:r>
          </a:p>
        </p:txBody>
      </p:sp>
      <p:cxnSp>
        <p:nvCxnSpPr>
          <p:cNvPr id="27" name="直接箭头连接符 26">
            <a:extLst>
              <a:ext uri="{FF2B5EF4-FFF2-40B4-BE49-F238E27FC236}">
                <a16:creationId xmlns:a16="http://schemas.microsoft.com/office/drawing/2014/main" id="{6289273B-CC09-7D34-0890-AE5B385EF588}"/>
              </a:ext>
            </a:extLst>
          </p:cNvPr>
          <p:cNvCxnSpPr/>
          <p:nvPr/>
        </p:nvCxnSpPr>
        <p:spPr>
          <a:xfrm>
            <a:off x="3509286" y="2830356"/>
            <a:ext cx="4668716" cy="0"/>
          </a:xfrm>
          <a:prstGeom prst="straightConnector1">
            <a:avLst/>
          </a:prstGeom>
          <a:ln w="9525">
            <a:solidFill>
              <a:srgbClr val="373C3B"/>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D570EC09-F179-6008-8AC8-17E322412E69}"/>
              </a:ext>
            </a:extLst>
          </p:cNvPr>
          <p:cNvCxnSpPr>
            <a:cxnSpLocks/>
          </p:cNvCxnSpPr>
          <p:nvPr/>
        </p:nvCxnSpPr>
        <p:spPr>
          <a:xfrm flipH="1">
            <a:off x="3509286" y="3250603"/>
            <a:ext cx="4653889" cy="17538"/>
          </a:xfrm>
          <a:prstGeom prst="straightConnector1">
            <a:avLst/>
          </a:prstGeom>
          <a:ln w="9525">
            <a:solidFill>
              <a:srgbClr val="373C3B"/>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9ACC0A9D-643E-561D-94D2-BD0FB31BA4AD}"/>
              </a:ext>
            </a:extLst>
          </p:cNvPr>
          <p:cNvSpPr txBox="1"/>
          <p:nvPr/>
        </p:nvSpPr>
        <p:spPr>
          <a:xfrm>
            <a:off x="5614097" y="2531831"/>
            <a:ext cx="543739" cy="307777"/>
          </a:xfrm>
          <a:prstGeom prst="rect">
            <a:avLst/>
          </a:prstGeom>
          <a:noFill/>
        </p:spPr>
        <p:txBody>
          <a:bodyPr wrap="none" rtlCol="0">
            <a:spAutoFit/>
          </a:bodyPr>
          <a:lstStyle/>
          <a:p>
            <a:pPr fontAlgn="auto">
              <a:spcBef>
                <a:spcPts val="0"/>
              </a:spcBef>
              <a:spcAft>
                <a:spcPts val="0"/>
              </a:spcAft>
            </a:pPr>
            <a:r>
              <a:rPr lang="zh-CN" altLang="en-US" sz="1400"/>
              <a:t>请求</a:t>
            </a:r>
            <a:endParaRPr lang="zh-CN" altLang="en-US" sz="1400" dirty="0"/>
          </a:p>
        </p:txBody>
      </p:sp>
      <p:sp>
        <p:nvSpPr>
          <p:cNvPr id="30" name="文本框 29">
            <a:extLst>
              <a:ext uri="{FF2B5EF4-FFF2-40B4-BE49-F238E27FC236}">
                <a16:creationId xmlns:a16="http://schemas.microsoft.com/office/drawing/2014/main" id="{311F798B-D1CB-9C48-0626-825339431622}"/>
              </a:ext>
            </a:extLst>
          </p:cNvPr>
          <p:cNvSpPr txBox="1"/>
          <p:nvPr/>
        </p:nvSpPr>
        <p:spPr>
          <a:xfrm>
            <a:off x="5614097" y="3276418"/>
            <a:ext cx="543739" cy="307777"/>
          </a:xfrm>
          <a:prstGeom prst="rect">
            <a:avLst/>
          </a:prstGeom>
          <a:noFill/>
        </p:spPr>
        <p:txBody>
          <a:bodyPr wrap="none" rtlCol="0">
            <a:spAutoFit/>
          </a:bodyPr>
          <a:lstStyle/>
          <a:p>
            <a:pPr fontAlgn="auto">
              <a:spcBef>
                <a:spcPts val="0"/>
              </a:spcBef>
              <a:spcAft>
                <a:spcPts val="0"/>
              </a:spcAft>
            </a:pPr>
            <a:r>
              <a:rPr lang="zh-CN" altLang="en-US" sz="1400">
                <a:latin typeface="+mn-lt"/>
                <a:ea typeface="+mn-ea"/>
              </a:rPr>
              <a:t>响应</a:t>
            </a:r>
            <a:endParaRPr lang="zh-CN" altLang="en-US" sz="1400" dirty="0">
              <a:latin typeface="+mn-lt"/>
              <a:ea typeface="+mn-ea"/>
            </a:endParaRPr>
          </a:p>
        </p:txBody>
      </p:sp>
      <p:pic>
        <p:nvPicPr>
          <p:cNvPr id="31" name="图形 30" descr="信封 轮廓">
            <a:extLst>
              <a:ext uri="{FF2B5EF4-FFF2-40B4-BE49-F238E27FC236}">
                <a16:creationId xmlns:a16="http://schemas.microsoft.com/office/drawing/2014/main" id="{89A432A9-FC84-2950-57A3-9B9584BEC8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47160" y="2598894"/>
            <a:ext cx="914400" cy="914400"/>
          </a:xfrm>
          <a:prstGeom prst="rect">
            <a:avLst/>
          </a:prstGeom>
        </p:spPr>
      </p:pic>
      <p:grpSp>
        <p:nvGrpSpPr>
          <p:cNvPr id="32" name="组合 31">
            <a:extLst>
              <a:ext uri="{FF2B5EF4-FFF2-40B4-BE49-F238E27FC236}">
                <a16:creationId xmlns:a16="http://schemas.microsoft.com/office/drawing/2014/main" id="{6701D873-A5E6-A26C-75F8-1ECA26384CC5}"/>
              </a:ext>
            </a:extLst>
          </p:cNvPr>
          <p:cNvGrpSpPr/>
          <p:nvPr/>
        </p:nvGrpSpPr>
        <p:grpSpPr>
          <a:xfrm>
            <a:off x="9758229" y="2468444"/>
            <a:ext cx="914400" cy="1101057"/>
            <a:chOff x="9759113" y="2020338"/>
            <a:chExt cx="914400" cy="1101057"/>
          </a:xfrm>
        </p:grpSpPr>
        <p:pic>
          <p:nvPicPr>
            <p:cNvPr id="33" name="图形 32" descr="打开的信封 轮廓">
              <a:extLst>
                <a:ext uri="{FF2B5EF4-FFF2-40B4-BE49-F238E27FC236}">
                  <a16:creationId xmlns:a16="http://schemas.microsoft.com/office/drawing/2014/main" id="{62E603A8-3DC0-F7BC-65FF-CFD241DC36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759113" y="2020338"/>
              <a:ext cx="914400" cy="914400"/>
            </a:xfrm>
            <a:prstGeom prst="rect">
              <a:avLst/>
            </a:prstGeom>
          </p:spPr>
        </p:pic>
        <p:sp>
          <p:nvSpPr>
            <p:cNvPr id="34" name="文本框 33">
              <a:extLst>
                <a:ext uri="{FF2B5EF4-FFF2-40B4-BE49-F238E27FC236}">
                  <a16:creationId xmlns:a16="http://schemas.microsoft.com/office/drawing/2014/main" id="{E9258793-ED1B-E02E-ADBB-439A493622E1}"/>
                </a:ext>
              </a:extLst>
            </p:cNvPr>
            <p:cNvSpPr txBox="1"/>
            <p:nvPr/>
          </p:nvSpPr>
          <p:spPr>
            <a:xfrm>
              <a:off x="9818490" y="2844396"/>
              <a:ext cx="815951" cy="276999"/>
            </a:xfrm>
            <a:prstGeom prst="rect">
              <a:avLst/>
            </a:prstGeom>
            <a:noFill/>
          </p:spPr>
          <p:txBody>
            <a:bodyPr wrap="square" rtlCol="0">
              <a:spAutoFit/>
            </a:bodyPr>
            <a:lstStyle/>
            <a:p>
              <a:pPr fontAlgn="auto">
                <a:spcBef>
                  <a:spcPts val="0"/>
                </a:spcBef>
                <a:spcAft>
                  <a:spcPts val="0"/>
                </a:spcAft>
              </a:pPr>
              <a:r>
                <a:rPr lang="zh-CN" altLang="en-US" sz="1200">
                  <a:solidFill>
                    <a:srgbClr val="FFC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请求数据</a:t>
              </a:r>
              <a:endParaRPr lang="zh-CN" altLang="en-US" sz="1200" dirty="0">
                <a:solidFill>
                  <a:srgbClr val="FFC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35" name="图形 34" descr="信封 轮廓">
            <a:extLst>
              <a:ext uri="{FF2B5EF4-FFF2-40B4-BE49-F238E27FC236}">
                <a16:creationId xmlns:a16="http://schemas.microsoft.com/office/drawing/2014/main" id="{0C49390E-B7E8-35CA-BB1D-3E67D471E97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71380" y="2565764"/>
            <a:ext cx="914400" cy="914400"/>
          </a:xfrm>
          <a:prstGeom prst="rect">
            <a:avLst/>
          </a:prstGeom>
        </p:spPr>
      </p:pic>
      <p:grpSp>
        <p:nvGrpSpPr>
          <p:cNvPr id="36" name="组合 35">
            <a:extLst>
              <a:ext uri="{FF2B5EF4-FFF2-40B4-BE49-F238E27FC236}">
                <a16:creationId xmlns:a16="http://schemas.microsoft.com/office/drawing/2014/main" id="{F7B5D5AE-A956-39F8-E2CF-3649751334A0}"/>
              </a:ext>
            </a:extLst>
          </p:cNvPr>
          <p:cNvGrpSpPr/>
          <p:nvPr/>
        </p:nvGrpSpPr>
        <p:grpSpPr>
          <a:xfrm>
            <a:off x="1103434" y="2419842"/>
            <a:ext cx="914400" cy="1104438"/>
            <a:chOff x="1416848" y="2059730"/>
            <a:chExt cx="914400" cy="1104438"/>
          </a:xfrm>
        </p:grpSpPr>
        <p:pic>
          <p:nvPicPr>
            <p:cNvPr id="37" name="图形 36" descr="打开的信封 轮廓">
              <a:extLst>
                <a:ext uri="{FF2B5EF4-FFF2-40B4-BE49-F238E27FC236}">
                  <a16:creationId xmlns:a16="http://schemas.microsoft.com/office/drawing/2014/main" id="{4ED5A835-2A5B-2024-0A9E-C929154C613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416848" y="2059730"/>
              <a:ext cx="914400" cy="914400"/>
            </a:xfrm>
            <a:prstGeom prst="rect">
              <a:avLst/>
            </a:prstGeom>
          </p:spPr>
        </p:pic>
        <p:sp>
          <p:nvSpPr>
            <p:cNvPr id="38" name="文本框 37">
              <a:extLst>
                <a:ext uri="{FF2B5EF4-FFF2-40B4-BE49-F238E27FC236}">
                  <a16:creationId xmlns:a16="http://schemas.microsoft.com/office/drawing/2014/main" id="{D6B53A53-A439-D587-DFDD-5D299715475E}"/>
                </a:ext>
              </a:extLst>
            </p:cNvPr>
            <p:cNvSpPr txBox="1"/>
            <p:nvPr/>
          </p:nvSpPr>
          <p:spPr>
            <a:xfrm>
              <a:off x="1466118" y="2887169"/>
              <a:ext cx="819410" cy="276999"/>
            </a:xfrm>
            <a:prstGeom prst="rect">
              <a:avLst/>
            </a:prstGeom>
            <a:noFill/>
          </p:spPr>
          <p:txBody>
            <a:bodyPr wrap="square" rtlCol="0">
              <a:spAutoFit/>
            </a:bodyPr>
            <a:lstStyle/>
            <a:p>
              <a:pPr fontAlgn="auto">
                <a:spcBef>
                  <a:spcPts val="0"/>
                </a:spcBef>
                <a:spcAft>
                  <a:spcPts val="0"/>
                </a:spcAft>
              </a:pPr>
              <a:r>
                <a:rPr lang="zh-CN" altLang="en-US" sz="1200">
                  <a:solidFill>
                    <a:srgbClr val="00B05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响应数据</a:t>
              </a:r>
              <a:endParaRPr lang="zh-CN" altLang="en-US" sz="1200" dirty="0">
                <a:solidFill>
                  <a:srgbClr val="00B05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39" name="文本框 38">
            <a:extLst>
              <a:ext uri="{FF2B5EF4-FFF2-40B4-BE49-F238E27FC236}">
                <a16:creationId xmlns:a16="http://schemas.microsoft.com/office/drawing/2014/main" id="{B554443D-906D-6798-5D85-6AECD028B5F2}"/>
              </a:ext>
            </a:extLst>
          </p:cNvPr>
          <p:cNvSpPr txBox="1"/>
          <p:nvPr/>
        </p:nvSpPr>
        <p:spPr>
          <a:xfrm>
            <a:off x="5337578" y="2871203"/>
            <a:ext cx="1096775" cy="338554"/>
          </a:xfrm>
          <a:prstGeom prst="rect">
            <a:avLst/>
          </a:prstGeom>
          <a:noFill/>
        </p:spPr>
        <p:txBody>
          <a:bodyPr wrap="none" rtlCol="0">
            <a:spAutoFit/>
          </a:bodyPr>
          <a:lstStyle/>
          <a:p>
            <a:pPr fontAlgn="auto">
              <a:spcBef>
                <a:spcPts val="0"/>
              </a:spcBef>
              <a:spcAft>
                <a:spcPts val="0"/>
              </a:spcAft>
            </a:pPr>
            <a:r>
              <a:rPr lang="en-US" altLang="zh-CN" sz="1600" b="1">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HTTP</a:t>
            </a:r>
            <a:r>
              <a:rPr lang="zh-CN" altLang="en-US" sz="1600" b="1">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协议</a:t>
            </a:r>
            <a:endPar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0" name="文本占位符 6">
            <a:extLst>
              <a:ext uri="{FF2B5EF4-FFF2-40B4-BE49-F238E27FC236}">
                <a16:creationId xmlns:a16="http://schemas.microsoft.com/office/drawing/2014/main" id="{260AF52A-A288-A080-5B8F-9143604B9561}"/>
              </a:ext>
            </a:extLst>
          </p:cNvPr>
          <p:cNvSpPr txBox="1">
            <a:spLocks/>
          </p:cNvSpPr>
          <p:nvPr/>
        </p:nvSpPr>
        <p:spPr>
          <a:xfrm>
            <a:off x="576196" y="4747011"/>
            <a:ext cx="10696687" cy="1650269"/>
          </a:xfrm>
          <a:prstGeom prst="rect">
            <a:avLst/>
          </a:prstGeom>
        </p:spPr>
        <p:txBody>
          <a:bodyPr/>
          <a:lstStyle>
            <a:lvl1pPr marL="360000" indent="-360000" algn="l" rtl="0" eaLnBrk="0" fontAlgn="base" hangingPunct="0">
              <a:lnSpc>
                <a:spcPct val="150000"/>
              </a:lnSpc>
              <a:spcBef>
                <a:spcPct val="20000"/>
              </a:spcBef>
              <a:spcAft>
                <a:spcPct val="0"/>
              </a:spcAft>
              <a:buClr>
                <a:srgbClr val="404040"/>
              </a:buClr>
              <a:buSzPct val="85000"/>
              <a:buFont typeface="+mj-lt"/>
              <a:buAutoNum type="arabicPeriod"/>
              <a:tabLst/>
              <a:defRPr lang="en-US" altLang="zh-CN" sz="1600"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00" indent="-360000" algn="l" rtl="0" eaLnBrk="0" fontAlgn="base" hangingPunct="0">
              <a:lnSpc>
                <a:spcPct val="150000"/>
              </a:lnSpc>
              <a:spcBef>
                <a:spcPct val="20000"/>
              </a:spcBef>
              <a:spcAft>
                <a:spcPct val="0"/>
              </a:spcAft>
              <a:buFont typeface="+mj-lt"/>
              <a:buAutoNum type="arabicPeriod"/>
              <a:tabLst/>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mj-ea"/>
              <a:buAutoNum type="circleNumDbPlain"/>
              <a:tabLst/>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buFont typeface="Wingdings" panose="05000000000000000000" pitchFamily="2" charset="2"/>
              <a:buChar char="l"/>
            </a:pPr>
            <a:r>
              <a:rPr lang="zh-CN" altLang="en-US">
                <a:latin typeface="Fira Code" panose="020B0809050000020004" pitchFamily="49" charset="0"/>
              </a:rPr>
              <a:t>特点：</a:t>
            </a:r>
            <a:endParaRPr lang="en-US" altLang="zh-CN">
              <a:latin typeface="Fira Code" panose="020B0809050000020004" pitchFamily="49" charset="0"/>
              <a:ea typeface="Fira Code" panose="020B0809050000020004" pitchFamily="49" charset="0"/>
            </a:endParaRPr>
          </a:p>
          <a:p>
            <a:pPr lvl="1"/>
            <a:r>
              <a:rPr lang="zh-CN" altLang="en-US">
                <a:latin typeface="Fira Code" panose="020B0809050000020004" pitchFamily="49" charset="0"/>
                <a:ea typeface="阿里巴巴普惠体" panose="00020600040101010101" pitchFamily="18" charset="-122"/>
                <a:cs typeface="阿里巴巴普惠体" panose="00020600040101010101" pitchFamily="18" charset="-122"/>
              </a:rPr>
              <a:t>基于文本的协议：请求和响应的部分的协议内容为文本格式，底层通过</a:t>
            </a:r>
            <a:r>
              <a:rPr lang="en-US" altLang="zh-CN">
                <a:latin typeface="Fira Code" panose="020B0809050000020004" pitchFamily="49" charset="0"/>
                <a:ea typeface="阿里巴巴普惠体" panose="00020600040101010101" pitchFamily="18" charset="-122"/>
                <a:cs typeface="阿里巴巴普惠体" panose="00020600040101010101" pitchFamily="18" charset="-122"/>
              </a:rPr>
              <a:t>TCP</a:t>
            </a:r>
            <a:r>
              <a:rPr lang="zh-CN" altLang="en-US">
                <a:latin typeface="Fira Code" panose="020B0809050000020004" pitchFamily="49" charset="0"/>
                <a:ea typeface="阿里巴巴普惠体" panose="00020600040101010101" pitchFamily="18" charset="-122"/>
                <a:cs typeface="阿里巴巴普惠体" panose="00020600040101010101" pitchFamily="18" charset="-122"/>
              </a:rPr>
              <a:t>协议传输，稳定性强。</a:t>
            </a:r>
            <a:endParaRPr lang="en-US" altLang="zh-CN">
              <a:latin typeface="Fira Code" panose="020B0809050000020004" pitchFamily="49" charset="0"/>
              <a:ea typeface="阿里巴巴普惠体" panose="00020600040101010101" pitchFamily="18" charset="-122"/>
              <a:cs typeface="阿里巴巴普惠体" panose="00020600040101010101" pitchFamily="18" charset="-122"/>
            </a:endParaRPr>
          </a:p>
          <a:p>
            <a:pPr lvl="1"/>
            <a:r>
              <a:rPr lang="zh-CN" altLang="en-US">
                <a:latin typeface="Fira Code" panose="020B0809050000020004" pitchFamily="49" charset="0"/>
                <a:ea typeface="阿里巴巴普惠体" panose="00020600040101010101" pitchFamily="18" charset="-122"/>
                <a:cs typeface="阿里巴巴普惠体" panose="00020600040101010101" pitchFamily="18" charset="-122"/>
              </a:rPr>
              <a:t>基于请求</a:t>
            </a:r>
            <a:r>
              <a:rPr lang="en-US" altLang="zh-CN">
                <a:latin typeface="Fira Code" panose="020B0809050000020004" pitchFamily="49" charset="0"/>
                <a:ea typeface="Fira Code" panose="020B0809050000020004" pitchFamily="49" charset="0"/>
                <a:cs typeface="阿里巴巴普惠体" panose="00020600040101010101" pitchFamily="18" charset="-122"/>
              </a:rPr>
              <a:t>-</a:t>
            </a:r>
            <a:r>
              <a:rPr lang="zh-CN" altLang="en-US">
                <a:latin typeface="Fira Code" panose="020B0809050000020004" pitchFamily="49" charset="0"/>
                <a:ea typeface="阿里巴巴普惠体" panose="00020600040101010101" pitchFamily="18" charset="-122"/>
                <a:cs typeface="阿里巴巴普惠体" panose="00020600040101010101" pitchFamily="18" charset="-122"/>
              </a:rPr>
              <a:t>响应模型：一次请求对应一次响应，必须由客户端先发起请求，服务端才会返回响应。</a:t>
            </a:r>
            <a:endParaRPr lang="en-US" altLang="zh-CN">
              <a:latin typeface="Fira Code" panose="020B0809050000020004" pitchFamily="49" charset="0"/>
              <a:ea typeface="Fira Code" panose="020B0809050000020004" pitchFamily="49" charset="0"/>
              <a:cs typeface="阿里巴巴普惠体" panose="00020600040101010101" pitchFamily="18" charset="-122"/>
            </a:endParaRPr>
          </a:p>
          <a:p>
            <a:pPr lvl="1"/>
            <a:r>
              <a:rPr lang="zh-CN" altLang="en-US">
                <a:latin typeface="Fira Code" panose="020B0809050000020004" pitchFamily="49" charset="0"/>
                <a:ea typeface="阿里巴巴普惠体" panose="00020600040101010101" pitchFamily="18" charset="-122"/>
                <a:cs typeface="阿里巴巴普惠体" panose="00020600040101010101" pitchFamily="18" charset="-122"/>
              </a:rPr>
              <a:t>无状态：服务端不会记忆与客户端的历史交互信息，每次请求</a:t>
            </a:r>
            <a:r>
              <a:rPr lang="en-US" altLang="zh-CN">
                <a:latin typeface="Fira Code" panose="020B0809050000020004" pitchFamily="49" charset="0"/>
                <a:ea typeface="Fira Code" panose="020B0809050000020004" pitchFamily="49" charset="0"/>
                <a:cs typeface="阿里巴巴普惠体" panose="00020600040101010101" pitchFamily="18" charset="-122"/>
              </a:rPr>
              <a:t>-</a:t>
            </a:r>
            <a:r>
              <a:rPr lang="zh-CN" altLang="en-US">
                <a:latin typeface="Fira Code" panose="020B0809050000020004" pitchFamily="49" charset="0"/>
                <a:ea typeface="阿里巴巴普惠体" panose="00020600040101010101" pitchFamily="18" charset="-122"/>
                <a:cs typeface="阿里巴巴普惠体" panose="00020600040101010101" pitchFamily="18" charset="-122"/>
              </a:rPr>
              <a:t>响应都是独立的。</a:t>
            </a:r>
            <a:endParaRPr lang="en-US" altLang="zh-CN">
              <a:latin typeface="Fira Code" panose="020B0809050000020004" pitchFamily="49" charset="0"/>
              <a:ea typeface="Fira Code" panose="020B0809050000020004" pitchFamily="49" charset="0"/>
              <a:cs typeface="阿里巴巴普惠体" panose="00020600040101010101" pitchFamily="18" charset="-122"/>
            </a:endParaRPr>
          </a:p>
        </p:txBody>
      </p:sp>
      <p:sp>
        <p:nvSpPr>
          <p:cNvPr id="42" name="monitor_31791">
            <a:extLst>
              <a:ext uri="{FF2B5EF4-FFF2-40B4-BE49-F238E27FC236}">
                <a16:creationId xmlns:a16="http://schemas.microsoft.com/office/drawing/2014/main" id="{9BD0807C-E82F-22E8-1027-5AB89FD3AA32}"/>
              </a:ext>
            </a:extLst>
          </p:cNvPr>
          <p:cNvSpPr/>
          <p:nvPr/>
        </p:nvSpPr>
        <p:spPr>
          <a:xfrm>
            <a:off x="2362624" y="2711257"/>
            <a:ext cx="1091382" cy="813023"/>
          </a:xfrm>
          <a:custGeom>
            <a:avLst/>
            <a:gdLst>
              <a:gd name="T0" fmla="*/ 4898 w 4898"/>
              <a:gd name="T1" fmla="*/ 3128 h 3654"/>
              <a:gd name="T2" fmla="*/ 4898 w 4898"/>
              <a:gd name="T3" fmla="*/ 0 h 3654"/>
              <a:gd name="T4" fmla="*/ 0 w 4898"/>
              <a:gd name="T5" fmla="*/ 0 h 3654"/>
              <a:gd name="T6" fmla="*/ 0 w 4898"/>
              <a:gd name="T7" fmla="*/ 3128 h 3654"/>
              <a:gd name="T8" fmla="*/ 1859 w 4898"/>
              <a:gd name="T9" fmla="*/ 3128 h 3654"/>
              <a:gd name="T10" fmla="*/ 1859 w 4898"/>
              <a:gd name="T11" fmla="*/ 3361 h 3654"/>
              <a:gd name="T12" fmla="*/ 972 w 4898"/>
              <a:gd name="T13" fmla="*/ 3499 h 3654"/>
              <a:gd name="T14" fmla="*/ 2541 w 4898"/>
              <a:gd name="T15" fmla="*/ 3654 h 3654"/>
              <a:gd name="T16" fmla="*/ 4110 w 4898"/>
              <a:gd name="T17" fmla="*/ 3499 h 3654"/>
              <a:gd name="T18" fmla="*/ 3039 w 4898"/>
              <a:gd name="T19" fmla="*/ 3354 h 3654"/>
              <a:gd name="T20" fmla="*/ 3039 w 4898"/>
              <a:gd name="T21" fmla="*/ 3128 h 3654"/>
              <a:gd name="T22" fmla="*/ 4898 w 4898"/>
              <a:gd name="T23" fmla="*/ 3128 h 3654"/>
              <a:gd name="T24" fmla="*/ 322 w 4898"/>
              <a:gd name="T25" fmla="*/ 2860 h 3654"/>
              <a:gd name="T26" fmla="*/ 322 w 4898"/>
              <a:gd name="T27" fmla="*/ 241 h 3654"/>
              <a:gd name="T28" fmla="*/ 4576 w 4898"/>
              <a:gd name="T29" fmla="*/ 241 h 3654"/>
              <a:gd name="T30" fmla="*/ 4576 w 4898"/>
              <a:gd name="T31" fmla="*/ 2860 h 3654"/>
              <a:gd name="T32" fmla="*/ 322 w 4898"/>
              <a:gd name="T33" fmla="*/ 2860 h 3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98" h="3654">
                <a:moveTo>
                  <a:pt x="4898" y="3128"/>
                </a:moveTo>
                <a:lnTo>
                  <a:pt x="4898" y="0"/>
                </a:lnTo>
                <a:lnTo>
                  <a:pt x="0" y="0"/>
                </a:lnTo>
                <a:lnTo>
                  <a:pt x="0" y="3128"/>
                </a:lnTo>
                <a:lnTo>
                  <a:pt x="1859" y="3128"/>
                </a:lnTo>
                <a:lnTo>
                  <a:pt x="1859" y="3361"/>
                </a:lnTo>
                <a:cubicBezTo>
                  <a:pt x="1335" y="3386"/>
                  <a:pt x="972" y="3438"/>
                  <a:pt x="972" y="3499"/>
                </a:cubicBezTo>
                <a:cubicBezTo>
                  <a:pt x="972" y="3585"/>
                  <a:pt x="1675" y="3654"/>
                  <a:pt x="2541" y="3654"/>
                </a:cubicBezTo>
                <a:cubicBezTo>
                  <a:pt x="3407" y="3654"/>
                  <a:pt x="4110" y="3584"/>
                  <a:pt x="4110" y="3499"/>
                </a:cubicBezTo>
                <a:cubicBezTo>
                  <a:pt x="4110" y="3431"/>
                  <a:pt x="3661" y="3374"/>
                  <a:pt x="3039" y="3354"/>
                </a:cubicBezTo>
                <a:lnTo>
                  <a:pt x="3039" y="3128"/>
                </a:lnTo>
                <a:lnTo>
                  <a:pt x="4898" y="3128"/>
                </a:lnTo>
                <a:close/>
                <a:moveTo>
                  <a:pt x="322" y="2860"/>
                </a:moveTo>
                <a:lnTo>
                  <a:pt x="322" y="241"/>
                </a:lnTo>
                <a:lnTo>
                  <a:pt x="4576" y="241"/>
                </a:lnTo>
                <a:lnTo>
                  <a:pt x="4576" y="2860"/>
                </a:lnTo>
                <a:lnTo>
                  <a:pt x="322" y="2860"/>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499897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p:cTn id="7" dur="500" fill="hold"/>
                                        <p:tgtEl>
                                          <p:spTgt spid="42"/>
                                        </p:tgtEl>
                                        <p:attrNameLst>
                                          <p:attrName>ppt_w</p:attrName>
                                        </p:attrNameLst>
                                      </p:cBhvr>
                                      <p:tavLst>
                                        <p:tav tm="0">
                                          <p:val>
                                            <p:fltVal val="0"/>
                                          </p:val>
                                        </p:tav>
                                        <p:tav tm="100000">
                                          <p:val>
                                            <p:strVal val="#ppt_w"/>
                                          </p:val>
                                        </p:tav>
                                      </p:tavLst>
                                    </p:anim>
                                    <p:anim calcmode="lin" valueType="num">
                                      <p:cBhvr>
                                        <p:cTn id="8" dur="500" fill="hold"/>
                                        <p:tgtEl>
                                          <p:spTgt spid="42"/>
                                        </p:tgtEl>
                                        <p:attrNameLst>
                                          <p:attrName>ppt_h</p:attrName>
                                        </p:attrNameLst>
                                      </p:cBhvr>
                                      <p:tavLst>
                                        <p:tav tm="0">
                                          <p:val>
                                            <p:fltVal val="0"/>
                                          </p:val>
                                        </p:tav>
                                        <p:tav tm="100000">
                                          <p:val>
                                            <p:strVal val="#ppt_h"/>
                                          </p:val>
                                        </p:tav>
                                      </p:tavLst>
                                    </p:anim>
                                    <p:animEffect transition="in" filter="fade">
                                      <p:cBhvr>
                                        <p:cTn id="9" dur="500"/>
                                        <p:tgtEl>
                                          <p:spTgt spid="4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1"/>
                                        </p:tgtEl>
                                        <p:attrNameLst>
                                          <p:attrName>style.visibility</p:attrName>
                                        </p:attrNameLst>
                                      </p:cBhvr>
                                      <p:to>
                                        <p:strVal val="visible"/>
                                      </p:to>
                                    </p:set>
                                    <p:anim calcmode="lin" valueType="num">
                                      <p:cBhvr>
                                        <p:cTn id="14" dur="500" fill="hold"/>
                                        <p:tgtEl>
                                          <p:spTgt spid="41"/>
                                        </p:tgtEl>
                                        <p:attrNameLst>
                                          <p:attrName>ppt_w</p:attrName>
                                        </p:attrNameLst>
                                      </p:cBhvr>
                                      <p:tavLst>
                                        <p:tav tm="0">
                                          <p:val>
                                            <p:fltVal val="0"/>
                                          </p:val>
                                        </p:tav>
                                        <p:tav tm="100000">
                                          <p:val>
                                            <p:strVal val="#ppt_w"/>
                                          </p:val>
                                        </p:tav>
                                      </p:tavLst>
                                    </p:anim>
                                    <p:anim calcmode="lin" valueType="num">
                                      <p:cBhvr>
                                        <p:cTn id="15" dur="500" fill="hold"/>
                                        <p:tgtEl>
                                          <p:spTgt spid="41"/>
                                        </p:tgtEl>
                                        <p:attrNameLst>
                                          <p:attrName>ppt_h</p:attrName>
                                        </p:attrNameLst>
                                      </p:cBhvr>
                                      <p:tavLst>
                                        <p:tav tm="0">
                                          <p:val>
                                            <p:fltVal val="0"/>
                                          </p:val>
                                        </p:tav>
                                        <p:tav tm="100000">
                                          <p:val>
                                            <p:strVal val="#ppt_h"/>
                                          </p:val>
                                        </p:tav>
                                      </p:tavLst>
                                    </p:anim>
                                    <p:animEffect transition="in" filter="fade">
                                      <p:cBhvr>
                                        <p:cTn id="16" dur="500"/>
                                        <p:tgtEl>
                                          <p:spTgt spid="4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left)">
                                      <p:cBhvr>
                                        <p:cTn id="21" dur="500"/>
                                        <p:tgtEl>
                                          <p:spTgt spid="27"/>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left)">
                                      <p:cBhvr>
                                        <p:cTn id="24" dur="500"/>
                                        <p:tgtEl>
                                          <p:spTgt spid="2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wipe(right)">
                                      <p:cBhvr>
                                        <p:cTn id="29" dur="500"/>
                                        <p:tgtEl>
                                          <p:spTgt spid="30"/>
                                        </p:tgtEl>
                                      </p:cBhvr>
                                    </p:animEffect>
                                  </p:childTnLst>
                                </p:cTn>
                              </p:par>
                              <p:par>
                                <p:cTn id="30" presetID="22" presetClass="entr" presetSubtype="2" fill="hold"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right)">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path" presetSubtype="0" accel="50000" decel="50000" fill="hold" nodeType="clickEffect">
                                  <p:stCondLst>
                                    <p:cond delay="0"/>
                                  </p:stCondLst>
                                  <p:childTnLst>
                                    <p:animMotion origin="layout" path="M -1.25E-6 -1.85185E-6 L 0.59974 0.00139 " pathEditMode="relative" rAng="0" ptsTypes="AA">
                                      <p:cBhvr>
                                        <p:cTn id="41" dur="1000" fill="hold"/>
                                        <p:tgtEl>
                                          <p:spTgt spid="31"/>
                                        </p:tgtEl>
                                        <p:attrNameLst>
                                          <p:attrName>ppt_x</p:attrName>
                                          <p:attrName>ppt_y</p:attrName>
                                        </p:attrNameLst>
                                      </p:cBhvr>
                                      <p:rCtr x="29987" y="69"/>
                                    </p:animMotion>
                                  </p:childTnLst>
                                </p:cTn>
                              </p:par>
                            </p:childTnLst>
                          </p:cTn>
                        </p:par>
                      </p:childTnLst>
                    </p:cTn>
                  </p:par>
                  <p:par>
                    <p:cTn id="42" fill="hold">
                      <p:stCondLst>
                        <p:cond delay="indefinite"/>
                      </p:stCondLst>
                      <p:childTnLst>
                        <p:par>
                          <p:cTn id="43" fill="hold">
                            <p:stCondLst>
                              <p:cond delay="0"/>
                            </p:stCondLst>
                            <p:childTnLst>
                              <p:par>
                                <p:cTn id="44" presetID="22" presetClass="exit" presetSubtype="4" fill="hold" nodeType="clickEffect">
                                  <p:stCondLst>
                                    <p:cond delay="0"/>
                                  </p:stCondLst>
                                  <p:childTnLst>
                                    <p:animEffect transition="out" filter="wipe(down)">
                                      <p:cBhvr>
                                        <p:cTn id="45" dur="500"/>
                                        <p:tgtEl>
                                          <p:spTgt spid="31"/>
                                        </p:tgtEl>
                                      </p:cBhvr>
                                    </p:animEffect>
                                    <p:set>
                                      <p:cBhvr>
                                        <p:cTn id="46" dur="1" fill="hold">
                                          <p:stCondLst>
                                            <p:cond delay="499"/>
                                          </p:stCondLst>
                                        </p:cTn>
                                        <p:tgtEl>
                                          <p:spTgt spid="31"/>
                                        </p:tgtEl>
                                        <p:attrNameLst>
                                          <p:attrName>style.visibility</p:attrName>
                                        </p:attrNameLst>
                                      </p:cBhvr>
                                      <p:to>
                                        <p:strVal val="hidden"/>
                                      </p:to>
                                    </p:set>
                                  </p:childTnLst>
                                </p:cTn>
                              </p:par>
                              <p:par>
                                <p:cTn id="47" presetID="22" presetClass="entr" presetSubtype="4" fill="hold" nodeType="with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wipe(down)">
                                      <p:cBhvr>
                                        <p:cTn id="49" dur="500"/>
                                        <p:tgtEl>
                                          <p:spTgt spid="3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500"/>
                                        <p:tgtEl>
                                          <p:spTgt spid="35"/>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path" presetSubtype="0" accel="50000" decel="50000" fill="hold" nodeType="clickEffect">
                                  <p:stCondLst>
                                    <p:cond delay="0"/>
                                  </p:stCondLst>
                                  <p:childTnLst>
                                    <p:animMotion origin="layout" path="M -1.66667E-6 -7.40741E-7 L -0.60508 -7.40741E-7 " pathEditMode="relative" rAng="0" ptsTypes="AA">
                                      <p:cBhvr>
                                        <p:cTn id="58" dur="1000" fill="hold"/>
                                        <p:tgtEl>
                                          <p:spTgt spid="35"/>
                                        </p:tgtEl>
                                        <p:attrNameLst>
                                          <p:attrName>ppt_x</p:attrName>
                                          <p:attrName>ppt_y</p:attrName>
                                        </p:attrNameLst>
                                      </p:cBhvr>
                                      <p:rCtr x="-30260" y="0"/>
                                    </p:animMotion>
                                  </p:childTnLst>
                                </p:cTn>
                              </p:par>
                            </p:childTnLst>
                          </p:cTn>
                        </p:par>
                      </p:childTnLst>
                    </p:cTn>
                  </p:par>
                  <p:par>
                    <p:cTn id="59" fill="hold">
                      <p:stCondLst>
                        <p:cond delay="indefinite"/>
                      </p:stCondLst>
                      <p:childTnLst>
                        <p:par>
                          <p:cTn id="60" fill="hold">
                            <p:stCondLst>
                              <p:cond delay="0"/>
                            </p:stCondLst>
                            <p:childTnLst>
                              <p:par>
                                <p:cTn id="61" presetID="22" presetClass="exit" presetSubtype="4" fill="hold" nodeType="clickEffect">
                                  <p:stCondLst>
                                    <p:cond delay="0"/>
                                  </p:stCondLst>
                                  <p:childTnLst>
                                    <p:animEffect transition="out" filter="wipe(down)">
                                      <p:cBhvr>
                                        <p:cTn id="62" dur="500"/>
                                        <p:tgtEl>
                                          <p:spTgt spid="35"/>
                                        </p:tgtEl>
                                      </p:cBhvr>
                                    </p:animEffect>
                                    <p:set>
                                      <p:cBhvr>
                                        <p:cTn id="63" dur="1" fill="hold">
                                          <p:stCondLst>
                                            <p:cond delay="499"/>
                                          </p:stCondLst>
                                        </p:cTn>
                                        <p:tgtEl>
                                          <p:spTgt spid="35"/>
                                        </p:tgtEl>
                                        <p:attrNameLst>
                                          <p:attrName>style.visibility</p:attrName>
                                        </p:attrNameLst>
                                      </p:cBhvr>
                                      <p:to>
                                        <p:strVal val="hidden"/>
                                      </p:to>
                                    </p:set>
                                  </p:childTnLst>
                                </p:cTn>
                              </p:par>
                              <p:par>
                                <p:cTn id="64" presetID="22" presetClass="entr" presetSubtype="4" fill="hold" nodeType="with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wipe(down)">
                                      <p:cBhvr>
                                        <p:cTn id="66" dur="500"/>
                                        <p:tgtEl>
                                          <p:spTgt spid="36"/>
                                        </p:tgtEl>
                                      </p:cBhvr>
                                    </p:animEffect>
                                  </p:childTnLst>
                                </p:cTn>
                              </p:par>
                            </p:childTnLst>
                          </p:cTn>
                        </p:par>
                      </p:childTnLst>
                    </p:cTn>
                  </p:par>
                  <p:par>
                    <p:cTn id="67" fill="hold">
                      <p:stCondLst>
                        <p:cond delay="indefinite"/>
                      </p:stCondLst>
                      <p:childTnLst>
                        <p:par>
                          <p:cTn id="68" fill="hold">
                            <p:stCondLst>
                              <p:cond delay="0"/>
                            </p:stCondLst>
                            <p:childTnLst>
                              <p:par>
                                <p:cTn id="69" presetID="23" presetClass="entr" presetSubtype="32" fill="hold" grpId="0" nodeType="clickEffect">
                                  <p:stCondLst>
                                    <p:cond delay="0"/>
                                  </p:stCondLst>
                                  <p:childTnLst>
                                    <p:set>
                                      <p:cBhvr>
                                        <p:cTn id="70" dur="1" fill="hold">
                                          <p:stCondLst>
                                            <p:cond delay="0"/>
                                          </p:stCondLst>
                                        </p:cTn>
                                        <p:tgtEl>
                                          <p:spTgt spid="39"/>
                                        </p:tgtEl>
                                        <p:attrNameLst>
                                          <p:attrName>style.visibility</p:attrName>
                                        </p:attrNameLst>
                                      </p:cBhvr>
                                      <p:to>
                                        <p:strVal val="visible"/>
                                      </p:to>
                                    </p:set>
                                    <p:anim calcmode="lin" valueType="num">
                                      <p:cBhvr>
                                        <p:cTn id="71" dur="500" fill="hold"/>
                                        <p:tgtEl>
                                          <p:spTgt spid="39"/>
                                        </p:tgtEl>
                                        <p:attrNameLst>
                                          <p:attrName>ppt_w</p:attrName>
                                        </p:attrNameLst>
                                      </p:cBhvr>
                                      <p:tavLst>
                                        <p:tav tm="0">
                                          <p:val>
                                            <p:strVal val="4*#ppt_w"/>
                                          </p:val>
                                        </p:tav>
                                        <p:tav tm="100000">
                                          <p:val>
                                            <p:strVal val="#ppt_w"/>
                                          </p:val>
                                        </p:tav>
                                      </p:tavLst>
                                    </p:anim>
                                    <p:anim calcmode="lin" valueType="num">
                                      <p:cBhvr>
                                        <p:cTn id="72" dur="500" fill="hold"/>
                                        <p:tgtEl>
                                          <p:spTgt spid="39"/>
                                        </p:tgtEl>
                                        <p:attrNameLst>
                                          <p:attrName>ppt_h</p:attrName>
                                        </p:attrNameLst>
                                      </p:cBhvr>
                                      <p:tavLst>
                                        <p:tav tm="0">
                                          <p:val>
                                            <p:strVal val="4*#ppt_h"/>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40">
                                            <p:txEl>
                                              <p:pRg st="0" end="0"/>
                                            </p:txEl>
                                          </p:spTgt>
                                        </p:tgtEl>
                                        <p:attrNameLst>
                                          <p:attrName>style.visibility</p:attrName>
                                        </p:attrNameLst>
                                      </p:cBhvr>
                                      <p:to>
                                        <p:strVal val="visible"/>
                                      </p:to>
                                    </p:set>
                                    <p:animEffect transition="in" filter="fade">
                                      <p:cBhvr>
                                        <p:cTn id="77" dur="500"/>
                                        <p:tgtEl>
                                          <p:spTgt spid="40">
                                            <p:txEl>
                                              <p:pRg st="0" end="0"/>
                                            </p:txEl>
                                          </p:spTgt>
                                        </p:tgtEl>
                                      </p:cBhvr>
                                    </p:animEffect>
                                  </p:childTnLst>
                                </p:cTn>
                              </p:par>
                              <p:par>
                                <p:cTn id="78" presetID="10" presetClass="entr" presetSubtype="0" fill="hold" nodeType="withEffect">
                                  <p:stCondLst>
                                    <p:cond delay="0"/>
                                  </p:stCondLst>
                                  <p:childTnLst>
                                    <p:set>
                                      <p:cBhvr>
                                        <p:cTn id="79" dur="1" fill="hold">
                                          <p:stCondLst>
                                            <p:cond delay="0"/>
                                          </p:stCondLst>
                                        </p:cTn>
                                        <p:tgtEl>
                                          <p:spTgt spid="40">
                                            <p:txEl>
                                              <p:pRg st="1" end="1"/>
                                            </p:txEl>
                                          </p:spTgt>
                                        </p:tgtEl>
                                        <p:attrNameLst>
                                          <p:attrName>style.visibility</p:attrName>
                                        </p:attrNameLst>
                                      </p:cBhvr>
                                      <p:to>
                                        <p:strVal val="visible"/>
                                      </p:to>
                                    </p:set>
                                    <p:animEffect transition="in" filter="fade">
                                      <p:cBhvr>
                                        <p:cTn id="80" dur="500"/>
                                        <p:tgtEl>
                                          <p:spTgt spid="40">
                                            <p:txEl>
                                              <p:pRg st="1" end="1"/>
                                            </p:txEl>
                                          </p:spTgt>
                                        </p:tgtEl>
                                      </p:cBhvr>
                                    </p:animEffect>
                                  </p:childTnLst>
                                </p:cTn>
                              </p:par>
                              <p:par>
                                <p:cTn id="81" presetID="10" presetClass="entr" presetSubtype="0" fill="hold" nodeType="withEffect">
                                  <p:stCondLst>
                                    <p:cond delay="0"/>
                                  </p:stCondLst>
                                  <p:childTnLst>
                                    <p:set>
                                      <p:cBhvr>
                                        <p:cTn id="82" dur="1" fill="hold">
                                          <p:stCondLst>
                                            <p:cond delay="0"/>
                                          </p:stCondLst>
                                        </p:cTn>
                                        <p:tgtEl>
                                          <p:spTgt spid="40">
                                            <p:txEl>
                                              <p:pRg st="2" end="2"/>
                                            </p:txEl>
                                          </p:spTgt>
                                        </p:tgtEl>
                                        <p:attrNameLst>
                                          <p:attrName>style.visibility</p:attrName>
                                        </p:attrNameLst>
                                      </p:cBhvr>
                                      <p:to>
                                        <p:strVal val="visible"/>
                                      </p:to>
                                    </p:set>
                                    <p:animEffect transition="in" filter="fade">
                                      <p:cBhvr>
                                        <p:cTn id="83" dur="500"/>
                                        <p:tgtEl>
                                          <p:spTgt spid="40">
                                            <p:txEl>
                                              <p:pRg st="2" end="2"/>
                                            </p:txEl>
                                          </p:spTgt>
                                        </p:tgtEl>
                                      </p:cBhvr>
                                    </p:animEffect>
                                  </p:childTnLst>
                                </p:cTn>
                              </p:par>
                              <p:par>
                                <p:cTn id="84" presetID="10" presetClass="entr" presetSubtype="0" fill="hold" nodeType="withEffect">
                                  <p:stCondLst>
                                    <p:cond delay="0"/>
                                  </p:stCondLst>
                                  <p:childTnLst>
                                    <p:set>
                                      <p:cBhvr>
                                        <p:cTn id="85" dur="1" fill="hold">
                                          <p:stCondLst>
                                            <p:cond delay="0"/>
                                          </p:stCondLst>
                                        </p:cTn>
                                        <p:tgtEl>
                                          <p:spTgt spid="40">
                                            <p:txEl>
                                              <p:pRg st="3" end="3"/>
                                            </p:txEl>
                                          </p:spTgt>
                                        </p:tgtEl>
                                        <p:attrNameLst>
                                          <p:attrName>style.visibility</p:attrName>
                                        </p:attrNameLst>
                                      </p:cBhvr>
                                      <p:to>
                                        <p:strVal val="visible"/>
                                      </p:to>
                                    </p:set>
                                    <p:animEffect transition="in" filter="fade">
                                      <p:cBhvr>
                                        <p:cTn id="86" dur="500"/>
                                        <p:tgtEl>
                                          <p:spTgt spid="4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29" grpId="0"/>
      <p:bldP spid="30" grpId="0"/>
      <p:bldP spid="39" grpId="0"/>
      <p:bldP spid="4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93D8EEB-1A2E-372F-A444-8176E1310EFC}"/>
              </a:ext>
            </a:extLst>
          </p:cNvPr>
          <p:cNvSpPr>
            <a:spLocks noGrp="1"/>
          </p:cNvSpPr>
          <p:nvPr>
            <p:ph type="body" sz="quarter" idx="10"/>
          </p:nvPr>
        </p:nvSpPr>
        <p:spPr/>
        <p:txBody>
          <a:bodyPr/>
          <a:lstStyle/>
          <a:p>
            <a:pPr marL="342900" indent="-342900">
              <a:buFont typeface="+mj-lt"/>
              <a:buAutoNum type="arabicPeriod"/>
            </a:pPr>
            <a:r>
              <a:rPr lang="en-US" altLang="zh-CN"/>
              <a:t>TCP/IP</a:t>
            </a:r>
            <a:r>
              <a:rPr lang="zh-CN" altLang="en-US"/>
              <a:t>四层网络模型</a:t>
            </a:r>
            <a:r>
              <a:rPr lang="en-US" altLang="zh-CN"/>
              <a:t>?</a:t>
            </a:r>
          </a:p>
          <a:p>
            <a:pPr marL="645750" lvl="1" indent="-285750">
              <a:lnSpc>
                <a:spcPct val="200000"/>
              </a:lnSpc>
            </a:pPr>
            <a:r>
              <a:rPr lang="zh-CN" altLang="en-US" sz="1600"/>
              <a:t>应用层、传输层、网络层、网络接口层</a:t>
            </a:r>
            <a:endParaRPr lang="en-US" altLang="zh-CN" sz="1600"/>
          </a:p>
          <a:p>
            <a:pPr marL="342900" indent="-342900">
              <a:buFont typeface="+mj-lt"/>
              <a:buAutoNum type="arabicPeriod"/>
            </a:pPr>
            <a:r>
              <a:rPr lang="zh-CN" altLang="en-US"/>
              <a:t>什么是</a:t>
            </a:r>
            <a:r>
              <a:rPr lang="en-US" altLang="zh-CN"/>
              <a:t>HTTP</a:t>
            </a:r>
            <a:r>
              <a:rPr lang="zh-CN" altLang="en-US"/>
              <a:t>协议</a:t>
            </a:r>
            <a:r>
              <a:rPr lang="en-US" altLang="zh-CN"/>
              <a:t>? </a:t>
            </a:r>
            <a:r>
              <a:rPr lang="zh-CN" altLang="en-US"/>
              <a:t>有什么特点</a:t>
            </a:r>
            <a:r>
              <a:rPr lang="en-US" altLang="zh-CN"/>
              <a:t>?</a:t>
            </a:r>
          </a:p>
          <a:p>
            <a:pPr marL="645750" lvl="1" indent="-285750">
              <a:lnSpc>
                <a:spcPct val="200000"/>
              </a:lnSpc>
            </a:pPr>
            <a:r>
              <a:rPr lang="zh-CN" altLang="en-US" sz="1600"/>
              <a:t>超文本传输协议， 规定了客户端与服务端数据传输的规则</a:t>
            </a:r>
            <a:endParaRPr lang="en-US" altLang="zh-CN" sz="1600"/>
          </a:p>
          <a:p>
            <a:pPr marL="645750" lvl="1" indent="-285750">
              <a:lnSpc>
                <a:spcPct val="200000"/>
              </a:lnSpc>
            </a:pPr>
            <a:r>
              <a:rPr lang="zh-CN" altLang="en-US" sz="1600"/>
              <a:t>基于文本的协议、基于请求响应模型、无状态</a:t>
            </a:r>
          </a:p>
        </p:txBody>
      </p:sp>
    </p:spTree>
    <p:extLst>
      <p:ext uri="{BB962C8B-B14F-4D97-AF65-F5344CB8AC3E}">
        <p14:creationId xmlns:p14="http://schemas.microsoft.com/office/powerpoint/2010/main" val="266812457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D3513-2CB6-0FF1-B415-FD6C6B6ADD49}"/>
            </a:ext>
          </a:extLst>
        </p:cNvPr>
        <p:cNvGrpSpPr/>
        <p:nvPr/>
      </p:nvGrpSpPr>
      <p:grpSpPr>
        <a:xfrm>
          <a:off x="0" y="0"/>
          <a:ext cx="0" cy="0"/>
          <a:chOff x="0" y="0"/>
          <a:chExt cx="0" cy="0"/>
        </a:xfrm>
      </p:grpSpPr>
      <p:sp>
        <p:nvSpPr>
          <p:cNvPr id="41" name="server_151100">
            <a:extLst>
              <a:ext uri="{FF2B5EF4-FFF2-40B4-BE49-F238E27FC236}">
                <a16:creationId xmlns:a16="http://schemas.microsoft.com/office/drawing/2014/main" id="{66E1D9D9-1DE6-A84F-7202-B1DD0BC718F4}"/>
              </a:ext>
            </a:extLst>
          </p:cNvPr>
          <p:cNvSpPr/>
          <p:nvPr/>
        </p:nvSpPr>
        <p:spPr>
          <a:xfrm>
            <a:off x="8392103" y="2555956"/>
            <a:ext cx="1034212" cy="1014716"/>
          </a:xfrm>
          <a:custGeom>
            <a:avLst/>
            <a:gdLst>
              <a:gd name="connsiteX0" fmla="*/ 106333 w 607614"/>
              <a:gd name="connsiteY0" fmla="*/ 444464 h 596161"/>
              <a:gd name="connsiteX1" fmla="*/ 60762 w 607614"/>
              <a:gd name="connsiteY1" fmla="*/ 489973 h 596161"/>
              <a:gd name="connsiteX2" fmla="*/ 106333 w 607614"/>
              <a:gd name="connsiteY2" fmla="*/ 535482 h 596161"/>
              <a:gd name="connsiteX3" fmla="*/ 151904 w 607614"/>
              <a:gd name="connsiteY3" fmla="*/ 489973 h 596161"/>
              <a:gd name="connsiteX4" fmla="*/ 106333 w 607614"/>
              <a:gd name="connsiteY4" fmla="*/ 444464 h 596161"/>
              <a:gd name="connsiteX5" fmla="*/ 485377 w 607614"/>
              <a:gd name="connsiteY5" fmla="*/ 424743 h 596161"/>
              <a:gd name="connsiteX6" fmla="*/ 432966 w 607614"/>
              <a:gd name="connsiteY6" fmla="*/ 455083 h 596161"/>
              <a:gd name="connsiteX7" fmla="*/ 428408 w 607614"/>
              <a:gd name="connsiteY7" fmla="*/ 462667 h 596161"/>
              <a:gd name="connsiteX8" fmla="*/ 420812 w 607614"/>
              <a:gd name="connsiteY8" fmla="*/ 459633 h 596161"/>
              <a:gd name="connsiteX9" fmla="*/ 410178 w 607614"/>
              <a:gd name="connsiteY9" fmla="*/ 458117 h 596161"/>
              <a:gd name="connsiteX10" fmla="*/ 377516 w 607614"/>
              <a:gd name="connsiteY10" fmla="*/ 485422 h 596161"/>
              <a:gd name="connsiteX11" fmla="*/ 376756 w 607614"/>
              <a:gd name="connsiteY11" fmla="*/ 489973 h 596161"/>
              <a:gd name="connsiteX12" fmla="*/ 372199 w 607614"/>
              <a:gd name="connsiteY12" fmla="*/ 492248 h 596161"/>
              <a:gd name="connsiteX13" fmla="*/ 347892 w 607614"/>
              <a:gd name="connsiteY13" fmla="*/ 532448 h 596161"/>
              <a:gd name="connsiteX14" fmla="*/ 390429 w 607614"/>
              <a:gd name="connsiteY14" fmla="*/ 576440 h 596161"/>
              <a:gd name="connsiteX15" fmla="*/ 501329 w 607614"/>
              <a:gd name="connsiteY15" fmla="*/ 576440 h 596161"/>
              <a:gd name="connsiteX16" fmla="*/ 502848 w 607614"/>
              <a:gd name="connsiteY16" fmla="*/ 576440 h 596161"/>
              <a:gd name="connsiteX17" fmla="*/ 546904 w 607614"/>
              <a:gd name="connsiteY17" fmla="*/ 576440 h 596161"/>
              <a:gd name="connsiteX18" fmla="*/ 585643 w 607614"/>
              <a:gd name="connsiteY18" fmla="*/ 535482 h 596161"/>
              <a:gd name="connsiteX19" fmla="*/ 553740 w 607614"/>
              <a:gd name="connsiteY19" fmla="*/ 496041 h 596161"/>
              <a:gd name="connsiteX20" fmla="*/ 546145 w 607614"/>
              <a:gd name="connsiteY20" fmla="*/ 494524 h 596161"/>
              <a:gd name="connsiteX21" fmla="*/ 546145 w 607614"/>
              <a:gd name="connsiteY21" fmla="*/ 486181 h 596161"/>
              <a:gd name="connsiteX22" fmla="*/ 485377 w 607614"/>
              <a:gd name="connsiteY22" fmla="*/ 424743 h 596161"/>
              <a:gd name="connsiteX23" fmla="*/ 485377 w 607614"/>
              <a:gd name="connsiteY23" fmla="*/ 404264 h 596161"/>
              <a:gd name="connsiteX24" fmla="*/ 565894 w 607614"/>
              <a:gd name="connsiteY24" fmla="*/ 478596 h 596161"/>
              <a:gd name="connsiteX25" fmla="*/ 606152 w 607614"/>
              <a:gd name="connsiteY25" fmla="*/ 536241 h 596161"/>
              <a:gd name="connsiteX26" fmla="*/ 546904 w 607614"/>
              <a:gd name="connsiteY26" fmla="*/ 596161 h 596161"/>
              <a:gd name="connsiteX27" fmla="*/ 503608 w 607614"/>
              <a:gd name="connsiteY27" fmla="*/ 596161 h 596161"/>
              <a:gd name="connsiteX28" fmla="*/ 501329 w 607614"/>
              <a:gd name="connsiteY28" fmla="*/ 596161 h 596161"/>
              <a:gd name="connsiteX29" fmla="*/ 499810 w 607614"/>
              <a:gd name="connsiteY29" fmla="*/ 596161 h 596161"/>
              <a:gd name="connsiteX30" fmla="*/ 390429 w 607614"/>
              <a:gd name="connsiteY30" fmla="*/ 596161 h 596161"/>
              <a:gd name="connsiteX31" fmla="*/ 327383 w 607614"/>
              <a:gd name="connsiteY31" fmla="*/ 532448 h 596161"/>
              <a:gd name="connsiteX32" fmla="*/ 359286 w 607614"/>
              <a:gd name="connsiteY32" fmla="*/ 476320 h 596161"/>
              <a:gd name="connsiteX33" fmla="*/ 410178 w 607614"/>
              <a:gd name="connsiteY33" fmla="*/ 437637 h 596161"/>
              <a:gd name="connsiteX34" fmla="*/ 419293 w 607614"/>
              <a:gd name="connsiteY34" fmla="*/ 438396 h 596161"/>
              <a:gd name="connsiteX35" fmla="*/ 485377 w 607614"/>
              <a:gd name="connsiteY35" fmla="*/ 404264 h 596161"/>
              <a:gd name="connsiteX36" fmla="*/ 8355 w 607614"/>
              <a:gd name="connsiteY36" fmla="*/ 404264 h 596161"/>
              <a:gd name="connsiteX37" fmla="*/ 409381 w 607614"/>
              <a:gd name="connsiteY37" fmla="*/ 404264 h 596161"/>
              <a:gd name="connsiteX38" fmla="*/ 405583 w 607614"/>
              <a:gd name="connsiteY38" fmla="*/ 408056 h 596161"/>
              <a:gd name="connsiteX39" fmla="*/ 334189 w 607614"/>
              <a:gd name="connsiteY39" fmla="*/ 456600 h 596161"/>
              <a:gd name="connsiteX40" fmla="*/ 296972 w 607614"/>
              <a:gd name="connsiteY40" fmla="*/ 532448 h 596161"/>
              <a:gd name="connsiteX41" fmla="*/ 322036 w 607614"/>
              <a:gd name="connsiteY41" fmla="*/ 596161 h 596161"/>
              <a:gd name="connsiteX42" fmla="*/ 46331 w 607614"/>
              <a:gd name="connsiteY42" fmla="*/ 596161 h 596161"/>
              <a:gd name="connsiteX43" fmla="*/ 0 w 607614"/>
              <a:gd name="connsiteY43" fmla="*/ 549893 h 596161"/>
              <a:gd name="connsiteX44" fmla="*/ 0 w 607614"/>
              <a:gd name="connsiteY44" fmla="*/ 430811 h 596161"/>
              <a:gd name="connsiteX45" fmla="*/ 8355 w 607614"/>
              <a:gd name="connsiteY45" fmla="*/ 404264 h 596161"/>
              <a:gd name="connsiteX46" fmla="*/ 506598 w 607614"/>
              <a:gd name="connsiteY46" fmla="*/ 273048 h 596161"/>
              <a:gd name="connsiteX47" fmla="*/ 495965 w 607614"/>
              <a:gd name="connsiteY47" fmla="*/ 282909 h 596161"/>
              <a:gd name="connsiteX48" fmla="*/ 506598 w 607614"/>
              <a:gd name="connsiteY48" fmla="*/ 292770 h 596161"/>
              <a:gd name="connsiteX49" fmla="*/ 516472 w 607614"/>
              <a:gd name="connsiteY49" fmla="*/ 282909 h 596161"/>
              <a:gd name="connsiteX50" fmla="*/ 506598 w 607614"/>
              <a:gd name="connsiteY50" fmla="*/ 273048 h 596161"/>
              <a:gd name="connsiteX51" fmla="*/ 465584 w 607614"/>
              <a:gd name="connsiteY51" fmla="*/ 273048 h 596161"/>
              <a:gd name="connsiteX52" fmla="*/ 455711 w 607614"/>
              <a:gd name="connsiteY52" fmla="*/ 282909 h 596161"/>
              <a:gd name="connsiteX53" fmla="*/ 465584 w 607614"/>
              <a:gd name="connsiteY53" fmla="*/ 292770 h 596161"/>
              <a:gd name="connsiteX54" fmla="*/ 476217 w 607614"/>
              <a:gd name="connsiteY54" fmla="*/ 282909 h 596161"/>
              <a:gd name="connsiteX55" fmla="*/ 465584 w 607614"/>
              <a:gd name="connsiteY55" fmla="*/ 273048 h 596161"/>
              <a:gd name="connsiteX56" fmla="*/ 425330 w 607614"/>
              <a:gd name="connsiteY56" fmla="*/ 273048 h 596161"/>
              <a:gd name="connsiteX57" fmla="*/ 415456 w 607614"/>
              <a:gd name="connsiteY57" fmla="*/ 282909 h 596161"/>
              <a:gd name="connsiteX58" fmla="*/ 425330 w 607614"/>
              <a:gd name="connsiteY58" fmla="*/ 292770 h 596161"/>
              <a:gd name="connsiteX59" fmla="*/ 435204 w 607614"/>
              <a:gd name="connsiteY59" fmla="*/ 282909 h 596161"/>
              <a:gd name="connsiteX60" fmla="*/ 425330 w 607614"/>
              <a:gd name="connsiteY60" fmla="*/ 273048 h 596161"/>
              <a:gd name="connsiteX61" fmla="*/ 385075 w 607614"/>
              <a:gd name="connsiteY61" fmla="*/ 273048 h 596161"/>
              <a:gd name="connsiteX62" fmla="*/ 374442 w 607614"/>
              <a:gd name="connsiteY62" fmla="*/ 282909 h 596161"/>
              <a:gd name="connsiteX63" fmla="*/ 385075 w 607614"/>
              <a:gd name="connsiteY63" fmla="*/ 292770 h 596161"/>
              <a:gd name="connsiteX64" fmla="*/ 394949 w 607614"/>
              <a:gd name="connsiteY64" fmla="*/ 282909 h 596161"/>
              <a:gd name="connsiteX65" fmla="*/ 385075 w 607614"/>
              <a:gd name="connsiteY65" fmla="*/ 273048 h 596161"/>
              <a:gd name="connsiteX66" fmla="*/ 344061 w 607614"/>
              <a:gd name="connsiteY66" fmla="*/ 273048 h 596161"/>
              <a:gd name="connsiteX67" fmla="*/ 334188 w 607614"/>
              <a:gd name="connsiteY67" fmla="*/ 282909 h 596161"/>
              <a:gd name="connsiteX68" fmla="*/ 344061 w 607614"/>
              <a:gd name="connsiteY68" fmla="*/ 292770 h 596161"/>
              <a:gd name="connsiteX69" fmla="*/ 354695 w 607614"/>
              <a:gd name="connsiteY69" fmla="*/ 282909 h 596161"/>
              <a:gd name="connsiteX70" fmla="*/ 344061 w 607614"/>
              <a:gd name="connsiteY70" fmla="*/ 273048 h 596161"/>
              <a:gd name="connsiteX71" fmla="*/ 106332 w 607614"/>
              <a:gd name="connsiteY71" fmla="*/ 252568 h 596161"/>
              <a:gd name="connsiteX72" fmla="*/ 60761 w 607614"/>
              <a:gd name="connsiteY72" fmla="*/ 298080 h 596161"/>
              <a:gd name="connsiteX73" fmla="*/ 106332 w 607614"/>
              <a:gd name="connsiteY73" fmla="*/ 343592 h 596161"/>
              <a:gd name="connsiteX74" fmla="*/ 151904 w 607614"/>
              <a:gd name="connsiteY74" fmla="*/ 298080 h 596161"/>
              <a:gd name="connsiteX75" fmla="*/ 106332 w 607614"/>
              <a:gd name="connsiteY75" fmla="*/ 252568 h 596161"/>
              <a:gd name="connsiteX76" fmla="*/ 8355 w 607614"/>
              <a:gd name="connsiteY76" fmla="*/ 212366 h 596161"/>
              <a:gd name="connsiteX77" fmla="*/ 599259 w 607614"/>
              <a:gd name="connsiteY77" fmla="*/ 212366 h 596161"/>
              <a:gd name="connsiteX78" fmla="*/ 607614 w 607614"/>
              <a:gd name="connsiteY78" fmla="*/ 238156 h 596161"/>
              <a:gd name="connsiteX79" fmla="*/ 607614 w 607614"/>
              <a:gd name="connsiteY79" fmla="*/ 358004 h 596161"/>
              <a:gd name="connsiteX80" fmla="*/ 599259 w 607614"/>
              <a:gd name="connsiteY80" fmla="*/ 383794 h 596161"/>
              <a:gd name="connsiteX81" fmla="*/ 530143 w 607614"/>
              <a:gd name="connsiteY81" fmla="*/ 383794 h 596161"/>
              <a:gd name="connsiteX82" fmla="*/ 485332 w 607614"/>
              <a:gd name="connsiteY82" fmla="*/ 373933 h 596161"/>
              <a:gd name="connsiteX83" fmla="*/ 439761 w 607614"/>
              <a:gd name="connsiteY83" fmla="*/ 383794 h 596161"/>
              <a:gd name="connsiteX84" fmla="*/ 8355 w 607614"/>
              <a:gd name="connsiteY84" fmla="*/ 383794 h 596161"/>
              <a:gd name="connsiteX85" fmla="*/ 0 w 607614"/>
              <a:gd name="connsiteY85" fmla="*/ 358004 h 596161"/>
              <a:gd name="connsiteX86" fmla="*/ 0 w 607614"/>
              <a:gd name="connsiteY86" fmla="*/ 238156 h 596161"/>
              <a:gd name="connsiteX87" fmla="*/ 8355 w 607614"/>
              <a:gd name="connsiteY87" fmla="*/ 212366 h 596161"/>
              <a:gd name="connsiteX88" fmla="*/ 526346 w 607614"/>
              <a:gd name="connsiteY88" fmla="*/ 110739 h 596161"/>
              <a:gd name="connsiteX89" fmla="*/ 516472 w 607614"/>
              <a:gd name="connsiteY89" fmla="*/ 121358 h 596161"/>
              <a:gd name="connsiteX90" fmla="*/ 526346 w 607614"/>
              <a:gd name="connsiteY90" fmla="*/ 131218 h 596161"/>
              <a:gd name="connsiteX91" fmla="*/ 536979 w 607614"/>
              <a:gd name="connsiteY91" fmla="*/ 121358 h 596161"/>
              <a:gd name="connsiteX92" fmla="*/ 526346 w 607614"/>
              <a:gd name="connsiteY92" fmla="*/ 110739 h 596161"/>
              <a:gd name="connsiteX93" fmla="*/ 486091 w 607614"/>
              <a:gd name="connsiteY93" fmla="*/ 110739 h 596161"/>
              <a:gd name="connsiteX94" fmla="*/ 476217 w 607614"/>
              <a:gd name="connsiteY94" fmla="*/ 121358 h 596161"/>
              <a:gd name="connsiteX95" fmla="*/ 486091 w 607614"/>
              <a:gd name="connsiteY95" fmla="*/ 131218 h 596161"/>
              <a:gd name="connsiteX96" fmla="*/ 495965 w 607614"/>
              <a:gd name="connsiteY96" fmla="*/ 121358 h 596161"/>
              <a:gd name="connsiteX97" fmla="*/ 486091 w 607614"/>
              <a:gd name="connsiteY97" fmla="*/ 110739 h 596161"/>
              <a:gd name="connsiteX98" fmla="*/ 445837 w 607614"/>
              <a:gd name="connsiteY98" fmla="*/ 110739 h 596161"/>
              <a:gd name="connsiteX99" fmla="*/ 435204 w 607614"/>
              <a:gd name="connsiteY99" fmla="*/ 121358 h 596161"/>
              <a:gd name="connsiteX100" fmla="*/ 445837 w 607614"/>
              <a:gd name="connsiteY100" fmla="*/ 131218 h 596161"/>
              <a:gd name="connsiteX101" fmla="*/ 455711 w 607614"/>
              <a:gd name="connsiteY101" fmla="*/ 121358 h 596161"/>
              <a:gd name="connsiteX102" fmla="*/ 445837 w 607614"/>
              <a:gd name="connsiteY102" fmla="*/ 110739 h 596161"/>
              <a:gd name="connsiteX103" fmla="*/ 404823 w 607614"/>
              <a:gd name="connsiteY103" fmla="*/ 110739 h 596161"/>
              <a:gd name="connsiteX104" fmla="*/ 394949 w 607614"/>
              <a:gd name="connsiteY104" fmla="*/ 121358 h 596161"/>
              <a:gd name="connsiteX105" fmla="*/ 404823 w 607614"/>
              <a:gd name="connsiteY105" fmla="*/ 131218 h 596161"/>
              <a:gd name="connsiteX106" fmla="*/ 415456 w 607614"/>
              <a:gd name="connsiteY106" fmla="*/ 121358 h 596161"/>
              <a:gd name="connsiteX107" fmla="*/ 404823 w 607614"/>
              <a:gd name="connsiteY107" fmla="*/ 110739 h 596161"/>
              <a:gd name="connsiteX108" fmla="*/ 364568 w 607614"/>
              <a:gd name="connsiteY108" fmla="*/ 110739 h 596161"/>
              <a:gd name="connsiteX109" fmla="*/ 354695 w 607614"/>
              <a:gd name="connsiteY109" fmla="*/ 121358 h 596161"/>
              <a:gd name="connsiteX110" fmla="*/ 364568 w 607614"/>
              <a:gd name="connsiteY110" fmla="*/ 131218 h 596161"/>
              <a:gd name="connsiteX111" fmla="*/ 374442 w 607614"/>
              <a:gd name="connsiteY111" fmla="*/ 121358 h 596161"/>
              <a:gd name="connsiteX112" fmla="*/ 364568 w 607614"/>
              <a:gd name="connsiteY112" fmla="*/ 110739 h 596161"/>
              <a:gd name="connsiteX113" fmla="*/ 506598 w 607614"/>
              <a:gd name="connsiteY113" fmla="*/ 80400 h 596161"/>
              <a:gd name="connsiteX114" fmla="*/ 495965 w 607614"/>
              <a:gd name="connsiteY114" fmla="*/ 91018 h 596161"/>
              <a:gd name="connsiteX115" fmla="*/ 506598 w 607614"/>
              <a:gd name="connsiteY115" fmla="*/ 100879 h 596161"/>
              <a:gd name="connsiteX116" fmla="*/ 516472 w 607614"/>
              <a:gd name="connsiteY116" fmla="*/ 91018 h 596161"/>
              <a:gd name="connsiteX117" fmla="*/ 506598 w 607614"/>
              <a:gd name="connsiteY117" fmla="*/ 80400 h 596161"/>
              <a:gd name="connsiteX118" fmla="*/ 465584 w 607614"/>
              <a:gd name="connsiteY118" fmla="*/ 80400 h 596161"/>
              <a:gd name="connsiteX119" fmla="*/ 455711 w 607614"/>
              <a:gd name="connsiteY119" fmla="*/ 91018 h 596161"/>
              <a:gd name="connsiteX120" fmla="*/ 465584 w 607614"/>
              <a:gd name="connsiteY120" fmla="*/ 100879 h 596161"/>
              <a:gd name="connsiteX121" fmla="*/ 476217 w 607614"/>
              <a:gd name="connsiteY121" fmla="*/ 91018 h 596161"/>
              <a:gd name="connsiteX122" fmla="*/ 465584 w 607614"/>
              <a:gd name="connsiteY122" fmla="*/ 80400 h 596161"/>
              <a:gd name="connsiteX123" fmla="*/ 425330 w 607614"/>
              <a:gd name="connsiteY123" fmla="*/ 80400 h 596161"/>
              <a:gd name="connsiteX124" fmla="*/ 415456 w 607614"/>
              <a:gd name="connsiteY124" fmla="*/ 91018 h 596161"/>
              <a:gd name="connsiteX125" fmla="*/ 425330 w 607614"/>
              <a:gd name="connsiteY125" fmla="*/ 100879 h 596161"/>
              <a:gd name="connsiteX126" fmla="*/ 435204 w 607614"/>
              <a:gd name="connsiteY126" fmla="*/ 91018 h 596161"/>
              <a:gd name="connsiteX127" fmla="*/ 425330 w 607614"/>
              <a:gd name="connsiteY127" fmla="*/ 80400 h 596161"/>
              <a:gd name="connsiteX128" fmla="*/ 385075 w 607614"/>
              <a:gd name="connsiteY128" fmla="*/ 80400 h 596161"/>
              <a:gd name="connsiteX129" fmla="*/ 374442 w 607614"/>
              <a:gd name="connsiteY129" fmla="*/ 91018 h 596161"/>
              <a:gd name="connsiteX130" fmla="*/ 385075 w 607614"/>
              <a:gd name="connsiteY130" fmla="*/ 100879 h 596161"/>
              <a:gd name="connsiteX131" fmla="*/ 394949 w 607614"/>
              <a:gd name="connsiteY131" fmla="*/ 91018 h 596161"/>
              <a:gd name="connsiteX132" fmla="*/ 385075 w 607614"/>
              <a:gd name="connsiteY132" fmla="*/ 80400 h 596161"/>
              <a:gd name="connsiteX133" fmla="*/ 344061 w 607614"/>
              <a:gd name="connsiteY133" fmla="*/ 80400 h 596161"/>
              <a:gd name="connsiteX134" fmla="*/ 334188 w 607614"/>
              <a:gd name="connsiteY134" fmla="*/ 91018 h 596161"/>
              <a:gd name="connsiteX135" fmla="*/ 344061 w 607614"/>
              <a:gd name="connsiteY135" fmla="*/ 100879 h 596161"/>
              <a:gd name="connsiteX136" fmla="*/ 354695 w 607614"/>
              <a:gd name="connsiteY136" fmla="*/ 91018 h 596161"/>
              <a:gd name="connsiteX137" fmla="*/ 344061 w 607614"/>
              <a:gd name="connsiteY137" fmla="*/ 80400 h 596161"/>
              <a:gd name="connsiteX138" fmla="*/ 106332 w 607614"/>
              <a:gd name="connsiteY138" fmla="*/ 60679 h 596161"/>
              <a:gd name="connsiteX139" fmla="*/ 60761 w 607614"/>
              <a:gd name="connsiteY139" fmla="*/ 106188 h 596161"/>
              <a:gd name="connsiteX140" fmla="*/ 106332 w 607614"/>
              <a:gd name="connsiteY140" fmla="*/ 151697 h 596161"/>
              <a:gd name="connsiteX141" fmla="*/ 151904 w 607614"/>
              <a:gd name="connsiteY141" fmla="*/ 106188 h 596161"/>
              <a:gd name="connsiteX142" fmla="*/ 106332 w 607614"/>
              <a:gd name="connsiteY142" fmla="*/ 60679 h 596161"/>
              <a:gd name="connsiteX143" fmla="*/ 46331 w 607614"/>
              <a:gd name="connsiteY143" fmla="*/ 0 h 596161"/>
              <a:gd name="connsiteX144" fmla="*/ 561283 w 607614"/>
              <a:gd name="connsiteY144" fmla="*/ 0 h 596161"/>
              <a:gd name="connsiteX145" fmla="*/ 607614 w 607614"/>
              <a:gd name="connsiteY145" fmla="*/ 46268 h 596161"/>
              <a:gd name="connsiteX146" fmla="*/ 607614 w 607614"/>
              <a:gd name="connsiteY146" fmla="*/ 165350 h 596161"/>
              <a:gd name="connsiteX147" fmla="*/ 599259 w 607614"/>
              <a:gd name="connsiteY147" fmla="*/ 191897 h 596161"/>
              <a:gd name="connsiteX148" fmla="*/ 8355 w 607614"/>
              <a:gd name="connsiteY148" fmla="*/ 191897 h 596161"/>
              <a:gd name="connsiteX149" fmla="*/ 0 w 607614"/>
              <a:gd name="connsiteY149" fmla="*/ 165350 h 596161"/>
              <a:gd name="connsiteX150" fmla="*/ 0 w 607614"/>
              <a:gd name="connsiteY150" fmla="*/ 46268 h 596161"/>
              <a:gd name="connsiteX151" fmla="*/ 46331 w 607614"/>
              <a:gd name="connsiteY151" fmla="*/ 0 h 596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Lst>
            <a:rect l="l" t="t" r="r" b="b"/>
            <a:pathLst>
              <a:path w="607614" h="596161">
                <a:moveTo>
                  <a:pt x="106333" y="444464"/>
                </a:moveTo>
                <a:cubicBezTo>
                  <a:pt x="81269" y="444464"/>
                  <a:pt x="60762" y="464943"/>
                  <a:pt x="60762" y="489973"/>
                </a:cubicBezTo>
                <a:cubicBezTo>
                  <a:pt x="60762" y="515003"/>
                  <a:pt x="81269" y="535482"/>
                  <a:pt x="106333" y="535482"/>
                </a:cubicBezTo>
                <a:cubicBezTo>
                  <a:pt x="131397" y="535482"/>
                  <a:pt x="151904" y="515003"/>
                  <a:pt x="151904" y="489973"/>
                </a:cubicBezTo>
                <a:cubicBezTo>
                  <a:pt x="151904" y="464943"/>
                  <a:pt x="131397" y="444464"/>
                  <a:pt x="106333" y="444464"/>
                </a:cubicBezTo>
                <a:close/>
                <a:moveTo>
                  <a:pt x="485377" y="424743"/>
                </a:moveTo>
                <a:cubicBezTo>
                  <a:pt x="463349" y="424743"/>
                  <a:pt x="443600" y="436120"/>
                  <a:pt x="432966" y="455083"/>
                </a:cubicBezTo>
                <a:lnTo>
                  <a:pt x="428408" y="462667"/>
                </a:lnTo>
                <a:lnTo>
                  <a:pt x="420812" y="459633"/>
                </a:lnTo>
                <a:cubicBezTo>
                  <a:pt x="417774" y="458875"/>
                  <a:pt x="413976" y="458117"/>
                  <a:pt x="410178" y="458117"/>
                </a:cubicBezTo>
                <a:cubicBezTo>
                  <a:pt x="394986" y="458117"/>
                  <a:pt x="381314" y="469494"/>
                  <a:pt x="377516" y="485422"/>
                </a:cubicBezTo>
                <a:lnTo>
                  <a:pt x="376756" y="489973"/>
                </a:lnTo>
                <a:lnTo>
                  <a:pt x="372199" y="492248"/>
                </a:lnTo>
                <a:cubicBezTo>
                  <a:pt x="357767" y="499833"/>
                  <a:pt x="347892" y="515003"/>
                  <a:pt x="347892" y="532448"/>
                </a:cubicBezTo>
                <a:cubicBezTo>
                  <a:pt x="347892" y="556720"/>
                  <a:pt x="366882" y="576440"/>
                  <a:pt x="390429" y="576440"/>
                </a:cubicBezTo>
                <a:lnTo>
                  <a:pt x="501329" y="576440"/>
                </a:lnTo>
                <a:lnTo>
                  <a:pt x="502848" y="576440"/>
                </a:lnTo>
                <a:lnTo>
                  <a:pt x="546904" y="576440"/>
                </a:lnTo>
                <a:cubicBezTo>
                  <a:pt x="568173" y="576440"/>
                  <a:pt x="585643" y="558237"/>
                  <a:pt x="585643" y="535482"/>
                </a:cubicBezTo>
                <a:cubicBezTo>
                  <a:pt x="585643" y="516520"/>
                  <a:pt x="572730" y="499833"/>
                  <a:pt x="553740" y="496041"/>
                </a:cubicBezTo>
                <a:lnTo>
                  <a:pt x="546145" y="494524"/>
                </a:lnTo>
                <a:lnTo>
                  <a:pt x="546145" y="486181"/>
                </a:lnTo>
                <a:cubicBezTo>
                  <a:pt x="545385" y="452049"/>
                  <a:pt x="518040" y="424743"/>
                  <a:pt x="485377" y="424743"/>
                </a:cubicBezTo>
                <a:close/>
                <a:moveTo>
                  <a:pt x="485377" y="404264"/>
                </a:moveTo>
                <a:cubicBezTo>
                  <a:pt x="526395" y="404264"/>
                  <a:pt x="561336" y="436879"/>
                  <a:pt x="565894" y="478596"/>
                </a:cubicBezTo>
                <a:cubicBezTo>
                  <a:pt x="589441" y="486939"/>
                  <a:pt x="606152" y="509694"/>
                  <a:pt x="606152" y="536241"/>
                </a:cubicBezTo>
                <a:cubicBezTo>
                  <a:pt x="606152" y="569614"/>
                  <a:pt x="579566" y="596161"/>
                  <a:pt x="546904" y="596161"/>
                </a:cubicBezTo>
                <a:lnTo>
                  <a:pt x="503608" y="596161"/>
                </a:lnTo>
                <a:cubicBezTo>
                  <a:pt x="502848" y="596161"/>
                  <a:pt x="502088" y="596161"/>
                  <a:pt x="501329" y="596161"/>
                </a:cubicBezTo>
                <a:cubicBezTo>
                  <a:pt x="500569" y="596161"/>
                  <a:pt x="500569" y="596161"/>
                  <a:pt x="499810" y="596161"/>
                </a:cubicBezTo>
                <a:lnTo>
                  <a:pt x="390429" y="596161"/>
                </a:lnTo>
                <a:cubicBezTo>
                  <a:pt x="355488" y="596161"/>
                  <a:pt x="327383" y="567339"/>
                  <a:pt x="327383" y="532448"/>
                </a:cubicBezTo>
                <a:cubicBezTo>
                  <a:pt x="327383" y="508935"/>
                  <a:pt x="339536" y="487697"/>
                  <a:pt x="359286" y="476320"/>
                </a:cubicBezTo>
                <a:cubicBezTo>
                  <a:pt x="366122" y="453566"/>
                  <a:pt x="387391" y="437637"/>
                  <a:pt x="410178" y="437637"/>
                </a:cubicBezTo>
                <a:cubicBezTo>
                  <a:pt x="413217" y="437637"/>
                  <a:pt x="416255" y="438396"/>
                  <a:pt x="419293" y="438396"/>
                </a:cubicBezTo>
                <a:cubicBezTo>
                  <a:pt x="434485" y="417158"/>
                  <a:pt x="458792" y="404264"/>
                  <a:pt x="485377" y="404264"/>
                </a:cubicBezTo>
                <a:close/>
                <a:moveTo>
                  <a:pt x="8355" y="404264"/>
                </a:moveTo>
                <a:lnTo>
                  <a:pt x="409381" y="404264"/>
                </a:lnTo>
                <a:cubicBezTo>
                  <a:pt x="408621" y="405022"/>
                  <a:pt x="407102" y="406539"/>
                  <a:pt x="405583" y="408056"/>
                </a:cubicBezTo>
                <a:cubicBezTo>
                  <a:pt x="375203" y="409573"/>
                  <a:pt x="347860" y="428536"/>
                  <a:pt x="334189" y="456600"/>
                </a:cubicBezTo>
                <a:cubicBezTo>
                  <a:pt x="310643" y="474803"/>
                  <a:pt x="296972" y="502867"/>
                  <a:pt x="296972" y="532448"/>
                </a:cubicBezTo>
                <a:cubicBezTo>
                  <a:pt x="296972" y="556720"/>
                  <a:pt x="306846" y="579474"/>
                  <a:pt x="322036" y="596161"/>
                </a:cubicBezTo>
                <a:lnTo>
                  <a:pt x="46331" y="596161"/>
                </a:lnTo>
                <a:cubicBezTo>
                  <a:pt x="21267" y="596161"/>
                  <a:pt x="0" y="575682"/>
                  <a:pt x="0" y="549893"/>
                </a:cubicBezTo>
                <a:lnTo>
                  <a:pt x="0" y="430811"/>
                </a:lnTo>
                <a:cubicBezTo>
                  <a:pt x="0" y="420951"/>
                  <a:pt x="3038" y="411849"/>
                  <a:pt x="8355" y="404264"/>
                </a:cubicBezTo>
                <a:close/>
                <a:moveTo>
                  <a:pt x="506598" y="273048"/>
                </a:moveTo>
                <a:cubicBezTo>
                  <a:pt x="500522" y="273048"/>
                  <a:pt x="495965" y="277600"/>
                  <a:pt x="495965" y="282909"/>
                </a:cubicBezTo>
                <a:cubicBezTo>
                  <a:pt x="495965" y="288219"/>
                  <a:pt x="500522" y="292770"/>
                  <a:pt x="506598" y="292770"/>
                </a:cubicBezTo>
                <a:cubicBezTo>
                  <a:pt x="511915" y="292770"/>
                  <a:pt x="516472" y="288219"/>
                  <a:pt x="516472" y="282909"/>
                </a:cubicBezTo>
                <a:cubicBezTo>
                  <a:pt x="516472" y="277600"/>
                  <a:pt x="511915" y="273048"/>
                  <a:pt x="506598" y="273048"/>
                </a:cubicBezTo>
                <a:close/>
                <a:moveTo>
                  <a:pt x="465584" y="273048"/>
                </a:moveTo>
                <a:cubicBezTo>
                  <a:pt x="460268" y="273048"/>
                  <a:pt x="455711" y="277600"/>
                  <a:pt x="455711" y="282909"/>
                </a:cubicBezTo>
                <a:cubicBezTo>
                  <a:pt x="455711" y="288219"/>
                  <a:pt x="460268" y="292770"/>
                  <a:pt x="465584" y="292770"/>
                </a:cubicBezTo>
                <a:cubicBezTo>
                  <a:pt x="471660" y="292770"/>
                  <a:pt x="476217" y="288219"/>
                  <a:pt x="476217" y="282909"/>
                </a:cubicBezTo>
                <a:cubicBezTo>
                  <a:pt x="476217" y="277600"/>
                  <a:pt x="471660" y="273048"/>
                  <a:pt x="465584" y="273048"/>
                </a:cubicBezTo>
                <a:close/>
                <a:moveTo>
                  <a:pt x="425330" y="273048"/>
                </a:moveTo>
                <a:cubicBezTo>
                  <a:pt x="420013" y="273048"/>
                  <a:pt x="415456" y="277600"/>
                  <a:pt x="415456" y="282909"/>
                </a:cubicBezTo>
                <a:cubicBezTo>
                  <a:pt x="415456" y="288219"/>
                  <a:pt x="420013" y="292770"/>
                  <a:pt x="425330" y="292770"/>
                </a:cubicBezTo>
                <a:cubicBezTo>
                  <a:pt x="430646" y="292770"/>
                  <a:pt x="435204" y="288219"/>
                  <a:pt x="435204" y="282909"/>
                </a:cubicBezTo>
                <a:cubicBezTo>
                  <a:pt x="435204" y="277600"/>
                  <a:pt x="430646" y="273048"/>
                  <a:pt x="425330" y="273048"/>
                </a:cubicBezTo>
                <a:close/>
                <a:moveTo>
                  <a:pt x="385075" y="273048"/>
                </a:moveTo>
                <a:cubicBezTo>
                  <a:pt x="378999" y="273048"/>
                  <a:pt x="374442" y="277600"/>
                  <a:pt x="374442" y="282909"/>
                </a:cubicBezTo>
                <a:cubicBezTo>
                  <a:pt x="374442" y="288219"/>
                  <a:pt x="378999" y="292770"/>
                  <a:pt x="385075" y="292770"/>
                </a:cubicBezTo>
                <a:cubicBezTo>
                  <a:pt x="390392" y="292770"/>
                  <a:pt x="394949" y="288219"/>
                  <a:pt x="394949" y="282909"/>
                </a:cubicBezTo>
                <a:cubicBezTo>
                  <a:pt x="394949" y="277600"/>
                  <a:pt x="390392" y="273048"/>
                  <a:pt x="385075" y="273048"/>
                </a:cubicBezTo>
                <a:close/>
                <a:moveTo>
                  <a:pt x="344061" y="273048"/>
                </a:moveTo>
                <a:cubicBezTo>
                  <a:pt x="338745" y="273048"/>
                  <a:pt x="334188" y="277600"/>
                  <a:pt x="334188" y="282909"/>
                </a:cubicBezTo>
                <a:cubicBezTo>
                  <a:pt x="334188" y="288219"/>
                  <a:pt x="338745" y="292770"/>
                  <a:pt x="344061" y="292770"/>
                </a:cubicBezTo>
                <a:cubicBezTo>
                  <a:pt x="350138" y="292770"/>
                  <a:pt x="354695" y="288219"/>
                  <a:pt x="354695" y="282909"/>
                </a:cubicBezTo>
                <a:cubicBezTo>
                  <a:pt x="354695" y="277600"/>
                  <a:pt x="350138" y="273048"/>
                  <a:pt x="344061" y="273048"/>
                </a:cubicBezTo>
                <a:close/>
                <a:moveTo>
                  <a:pt x="106332" y="252568"/>
                </a:moveTo>
                <a:cubicBezTo>
                  <a:pt x="81268" y="252568"/>
                  <a:pt x="60761" y="273048"/>
                  <a:pt x="60761" y="298080"/>
                </a:cubicBezTo>
                <a:cubicBezTo>
                  <a:pt x="60761" y="323112"/>
                  <a:pt x="81268" y="343592"/>
                  <a:pt x="106332" y="343592"/>
                </a:cubicBezTo>
                <a:cubicBezTo>
                  <a:pt x="131397" y="343592"/>
                  <a:pt x="151904" y="323112"/>
                  <a:pt x="151904" y="298080"/>
                </a:cubicBezTo>
                <a:cubicBezTo>
                  <a:pt x="151904" y="273048"/>
                  <a:pt x="131397" y="252568"/>
                  <a:pt x="106332" y="252568"/>
                </a:cubicBezTo>
                <a:close/>
                <a:moveTo>
                  <a:pt x="8355" y="212366"/>
                </a:moveTo>
                <a:lnTo>
                  <a:pt x="599259" y="212366"/>
                </a:lnTo>
                <a:cubicBezTo>
                  <a:pt x="604576" y="219951"/>
                  <a:pt x="607614" y="228295"/>
                  <a:pt x="607614" y="238156"/>
                </a:cubicBezTo>
                <a:lnTo>
                  <a:pt x="607614" y="358004"/>
                </a:lnTo>
                <a:cubicBezTo>
                  <a:pt x="607614" y="367865"/>
                  <a:pt x="604576" y="376209"/>
                  <a:pt x="599259" y="383794"/>
                </a:cubicBezTo>
                <a:lnTo>
                  <a:pt x="530143" y="383794"/>
                </a:lnTo>
                <a:cubicBezTo>
                  <a:pt x="516472" y="377726"/>
                  <a:pt x="501282" y="373933"/>
                  <a:pt x="485332" y="373933"/>
                </a:cubicBezTo>
                <a:cubicBezTo>
                  <a:pt x="469382" y="373933"/>
                  <a:pt x="453432" y="377726"/>
                  <a:pt x="439761" y="383794"/>
                </a:cubicBezTo>
                <a:lnTo>
                  <a:pt x="8355" y="383794"/>
                </a:lnTo>
                <a:cubicBezTo>
                  <a:pt x="3038" y="376209"/>
                  <a:pt x="0" y="367865"/>
                  <a:pt x="0" y="358004"/>
                </a:cubicBezTo>
                <a:lnTo>
                  <a:pt x="0" y="238156"/>
                </a:lnTo>
                <a:cubicBezTo>
                  <a:pt x="0" y="228295"/>
                  <a:pt x="3038" y="219951"/>
                  <a:pt x="8355" y="212366"/>
                </a:cubicBezTo>
                <a:close/>
                <a:moveTo>
                  <a:pt x="526346" y="110739"/>
                </a:moveTo>
                <a:cubicBezTo>
                  <a:pt x="521029" y="110739"/>
                  <a:pt x="516472" y="115290"/>
                  <a:pt x="516472" y="121358"/>
                </a:cubicBezTo>
                <a:cubicBezTo>
                  <a:pt x="516472" y="126667"/>
                  <a:pt x="521029" y="131218"/>
                  <a:pt x="526346" y="131218"/>
                </a:cubicBezTo>
                <a:cubicBezTo>
                  <a:pt x="532422" y="131218"/>
                  <a:pt x="536979" y="126667"/>
                  <a:pt x="536979" y="121358"/>
                </a:cubicBezTo>
                <a:cubicBezTo>
                  <a:pt x="536979" y="115290"/>
                  <a:pt x="532422" y="110739"/>
                  <a:pt x="526346" y="110739"/>
                </a:cubicBezTo>
                <a:close/>
                <a:moveTo>
                  <a:pt x="486091" y="110739"/>
                </a:moveTo>
                <a:cubicBezTo>
                  <a:pt x="480775" y="110739"/>
                  <a:pt x="476217" y="115290"/>
                  <a:pt x="476217" y="121358"/>
                </a:cubicBezTo>
                <a:cubicBezTo>
                  <a:pt x="476217" y="126667"/>
                  <a:pt x="480775" y="131218"/>
                  <a:pt x="486091" y="131218"/>
                </a:cubicBezTo>
                <a:cubicBezTo>
                  <a:pt x="491408" y="131218"/>
                  <a:pt x="495965" y="126667"/>
                  <a:pt x="495965" y="121358"/>
                </a:cubicBezTo>
                <a:cubicBezTo>
                  <a:pt x="495965" y="115290"/>
                  <a:pt x="491408" y="110739"/>
                  <a:pt x="486091" y="110739"/>
                </a:cubicBezTo>
                <a:close/>
                <a:moveTo>
                  <a:pt x="445837" y="110739"/>
                </a:moveTo>
                <a:cubicBezTo>
                  <a:pt x="439761" y="110739"/>
                  <a:pt x="435204" y="115290"/>
                  <a:pt x="435204" y="121358"/>
                </a:cubicBezTo>
                <a:cubicBezTo>
                  <a:pt x="435204" y="126667"/>
                  <a:pt x="439761" y="131218"/>
                  <a:pt x="445837" y="131218"/>
                </a:cubicBezTo>
                <a:cubicBezTo>
                  <a:pt x="451153" y="131218"/>
                  <a:pt x="455711" y="126667"/>
                  <a:pt x="455711" y="121358"/>
                </a:cubicBezTo>
                <a:cubicBezTo>
                  <a:pt x="455711" y="115290"/>
                  <a:pt x="451153" y="110739"/>
                  <a:pt x="445837" y="110739"/>
                </a:cubicBezTo>
                <a:close/>
                <a:moveTo>
                  <a:pt x="404823" y="110739"/>
                </a:moveTo>
                <a:cubicBezTo>
                  <a:pt x="399506" y="110739"/>
                  <a:pt x="394949" y="115290"/>
                  <a:pt x="394949" y="121358"/>
                </a:cubicBezTo>
                <a:cubicBezTo>
                  <a:pt x="394949" y="126667"/>
                  <a:pt x="399506" y="131218"/>
                  <a:pt x="404823" y="131218"/>
                </a:cubicBezTo>
                <a:cubicBezTo>
                  <a:pt x="410899" y="131218"/>
                  <a:pt x="415456" y="126667"/>
                  <a:pt x="415456" y="121358"/>
                </a:cubicBezTo>
                <a:cubicBezTo>
                  <a:pt x="415456" y="115290"/>
                  <a:pt x="410899" y="110739"/>
                  <a:pt x="404823" y="110739"/>
                </a:cubicBezTo>
                <a:close/>
                <a:moveTo>
                  <a:pt x="364568" y="110739"/>
                </a:moveTo>
                <a:cubicBezTo>
                  <a:pt x="359252" y="110739"/>
                  <a:pt x="354695" y="115290"/>
                  <a:pt x="354695" y="121358"/>
                </a:cubicBezTo>
                <a:cubicBezTo>
                  <a:pt x="354695" y="126667"/>
                  <a:pt x="359252" y="131218"/>
                  <a:pt x="364568" y="131218"/>
                </a:cubicBezTo>
                <a:cubicBezTo>
                  <a:pt x="369885" y="131218"/>
                  <a:pt x="374442" y="126667"/>
                  <a:pt x="374442" y="121358"/>
                </a:cubicBezTo>
                <a:cubicBezTo>
                  <a:pt x="374442" y="115290"/>
                  <a:pt x="369885" y="110739"/>
                  <a:pt x="364568" y="110739"/>
                </a:cubicBezTo>
                <a:close/>
                <a:moveTo>
                  <a:pt x="506598" y="80400"/>
                </a:moveTo>
                <a:cubicBezTo>
                  <a:pt x="500522" y="80400"/>
                  <a:pt x="495965" y="84950"/>
                  <a:pt x="495965" y="91018"/>
                </a:cubicBezTo>
                <a:cubicBezTo>
                  <a:pt x="495965" y="96328"/>
                  <a:pt x="500522" y="100879"/>
                  <a:pt x="506598" y="100879"/>
                </a:cubicBezTo>
                <a:cubicBezTo>
                  <a:pt x="511915" y="100879"/>
                  <a:pt x="516472" y="96328"/>
                  <a:pt x="516472" y="91018"/>
                </a:cubicBezTo>
                <a:cubicBezTo>
                  <a:pt x="516472" y="84950"/>
                  <a:pt x="511915" y="80400"/>
                  <a:pt x="506598" y="80400"/>
                </a:cubicBezTo>
                <a:close/>
                <a:moveTo>
                  <a:pt x="465584" y="80400"/>
                </a:moveTo>
                <a:cubicBezTo>
                  <a:pt x="460268" y="80400"/>
                  <a:pt x="455711" y="84950"/>
                  <a:pt x="455711" y="91018"/>
                </a:cubicBezTo>
                <a:cubicBezTo>
                  <a:pt x="455711" y="96328"/>
                  <a:pt x="460268" y="100879"/>
                  <a:pt x="465584" y="100879"/>
                </a:cubicBezTo>
                <a:cubicBezTo>
                  <a:pt x="471660" y="100879"/>
                  <a:pt x="476217" y="96328"/>
                  <a:pt x="476217" y="91018"/>
                </a:cubicBezTo>
                <a:cubicBezTo>
                  <a:pt x="476217" y="84950"/>
                  <a:pt x="471660" y="80400"/>
                  <a:pt x="465584" y="80400"/>
                </a:cubicBezTo>
                <a:close/>
                <a:moveTo>
                  <a:pt x="425330" y="80400"/>
                </a:moveTo>
                <a:cubicBezTo>
                  <a:pt x="420013" y="80400"/>
                  <a:pt x="415456" y="84950"/>
                  <a:pt x="415456" y="91018"/>
                </a:cubicBezTo>
                <a:cubicBezTo>
                  <a:pt x="415456" y="96328"/>
                  <a:pt x="420013" y="100879"/>
                  <a:pt x="425330" y="100879"/>
                </a:cubicBezTo>
                <a:cubicBezTo>
                  <a:pt x="430646" y="100879"/>
                  <a:pt x="435204" y="96328"/>
                  <a:pt x="435204" y="91018"/>
                </a:cubicBezTo>
                <a:cubicBezTo>
                  <a:pt x="435204" y="84950"/>
                  <a:pt x="430646" y="80400"/>
                  <a:pt x="425330" y="80400"/>
                </a:cubicBezTo>
                <a:close/>
                <a:moveTo>
                  <a:pt x="385075" y="80400"/>
                </a:moveTo>
                <a:cubicBezTo>
                  <a:pt x="378999" y="80400"/>
                  <a:pt x="374442" y="84950"/>
                  <a:pt x="374442" y="91018"/>
                </a:cubicBezTo>
                <a:cubicBezTo>
                  <a:pt x="374442" y="96328"/>
                  <a:pt x="378999" y="100879"/>
                  <a:pt x="385075" y="100879"/>
                </a:cubicBezTo>
                <a:cubicBezTo>
                  <a:pt x="390392" y="100879"/>
                  <a:pt x="394949" y="96328"/>
                  <a:pt x="394949" y="91018"/>
                </a:cubicBezTo>
                <a:cubicBezTo>
                  <a:pt x="394949" y="84950"/>
                  <a:pt x="390392" y="80400"/>
                  <a:pt x="385075" y="80400"/>
                </a:cubicBezTo>
                <a:close/>
                <a:moveTo>
                  <a:pt x="344061" y="80400"/>
                </a:moveTo>
                <a:cubicBezTo>
                  <a:pt x="338745" y="80400"/>
                  <a:pt x="334188" y="84950"/>
                  <a:pt x="334188" y="91018"/>
                </a:cubicBezTo>
                <a:cubicBezTo>
                  <a:pt x="334188" y="96328"/>
                  <a:pt x="338745" y="100879"/>
                  <a:pt x="344061" y="100879"/>
                </a:cubicBezTo>
                <a:cubicBezTo>
                  <a:pt x="350138" y="100879"/>
                  <a:pt x="354695" y="96328"/>
                  <a:pt x="354695" y="91018"/>
                </a:cubicBezTo>
                <a:cubicBezTo>
                  <a:pt x="354695" y="84950"/>
                  <a:pt x="350138" y="80400"/>
                  <a:pt x="344061" y="80400"/>
                </a:cubicBezTo>
                <a:close/>
                <a:moveTo>
                  <a:pt x="106332" y="60679"/>
                </a:moveTo>
                <a:cubicBezTo>
                  <a:pt x="81268" y="60679"/>
                  <a:pt x="60761" y="81158"/>
                  <a:pt x="60761" y="106188"/>
                </a:cubicBezTo>
                <a:cubicBezTo>
                  <a:pt x="60761" y="131218"/>
                  <a:pt x="81268" y="151697"/>
                  <a:pt x="106332" y="151697"/>
                </a:cubicBezTo>
                <a:cubicBezTo>
                  <a:pt x="131397" y="151697"/>
                  <a:pt x="151904" y="131218"/>
                  <a:pt x="151904" y="106188"/>
                </a:cubicBezTo>
                <a:cubicBezTo>
                  <a:pt x="151904" y="81158"/>
                  <a:pt x="131397" y="60679"/>
                  <a:pt x="106332" y="60679"/>
                </a:cubicBezTo>
                <a:close/>
                <a:moveTo>
                  <a:pt x="46331" y="0"/>
                </a:moveTo>
                <a:lnTo>
                  <a:pt x="561283" y="0"/>
                </a:lnTo>
                <a:cubicBezTo>
                  <a:pt x="586348" y="0"/>
                  <a:pt x="607614" y="20479"/>
                  <a:pt x="607614" y="46268"/>
                </a:cubicBezTo>
                <a:lnTo>
                  <a:pt x="607614" y="165350"/>
                </a:lnTo>
                <a:cubicBezTo>
                  <a:pt x="607614" y="175210"/>
                  <a:pt x="604576" y="184312"/>
                  <a:pt x="599259" y="191897"/>
                </a:cubicBezTo>
                <a:lnTo>
                  <a:pt x="8355" y="191897"/>
                </a:lnTo>
                <a:cubicBezTo>
                  <a:pt x="3038" y="184312"/>
                  <a:pt x="0" y="175210"/>
                  <a:pt x="0" y="165350"/>
                </a:cubicBezTo>
                <a:lnTo>
                  <a:pt x="0" y="46268"/>
                </a:lnTo>
                <a:cubicBezTo>
                  <a:pt x="0" y="20479"/>
                  <a:pt x="21267" y="0"/>
                  <a:pt x="46331"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内容占位符 5">
            <a:extLst>
              <a:ext uri="{FF2B5EF4-FFF2-40B4-BE49-F238E27FC236}">
                <a16:creationId xmlns:a16="http://schemas.microsoft.com/office/drawing/2014/main" id="{0A9B2FA6-994C-413B-4F33-7BE9A6633FDD}"/>
              </a:ext>
            </a:extLst>
          </p:cNvPr>
          <p:cNvSpPr>
            <a:spLocks noGrp="1"/>
          </p:cNvSpPr>
          <p:nvPr>
            <p:ph idx="1"/>
          </p:nvPr>
        </p:nvSpPr>
        <p:spPr>
          <a:xfrm>
            <a:off x="576197" y="956241"/>
            <a:ext cx="11060481" cy="866139"/>
          </a:xfrm>
        </p:spPr>
        <p:txBody>
          <a:bodyPr/>
          <a:lstStyle/>
          <a:p>
            <a:pPr marL="285750" indent="-285750">
              <a:buFont typeface="Wingdings" panose="05000000000000000000" pitchFamily="2" charset="2"/>
              <a:buChar char="l"/>
            </a:pPr>
            <a:r>
              <a:rPr lang="zh-CN" altLang="en-US">
                <a:latin typeface="Fira Code" panose="020B0809050000020004" pitchFamily="49" charset="0"/>
              </a:rPr>
              <a:t>概念：</a:t>
            </a:r>
            <a:r>
              <a:rPr lang="en-US" altLang="zh-CN" b="1">
                <a:solidFill>
                  <a:srgbClr val="C00000"/>
                </a:solidFill>
                <a:latin typeface="Fira Code" panose="020B0809050000020004" pitchFamily="49" charset="0"/>
                <a:ea typeface="Fira Code" panose="020B0809050000020004" pitchFamily="49" charset="0"/>
              </a:rPr>
              <a:t>H</a:t>
            </a:r>
            <a:r>
              <a:rPr lang="en-US" altLang="zh-CN">
                <a:solidFill>
                  <a:srgbClr val="333333"/>
                </a:solidFill>
                <a:latin typeface="Fira Code" panose="020B0809050000020004" pitchFamily="49" charset="0"/>
                <a:ea typeface="Fira Code" panose="020B0809050000020004" pitchFamily="49" charset="0"/>
              </a:rPr>
              <a:t>yper </a:t>
            </a:r>
            <a:r>
              <a:rPr lang="en-US" altLang="zh-CN" b="1">
                <a:solidFill>
                  <a:srgbClr val="C00000"/>
                </a:solidFill>
                <a:latin typeface="Fira Code" panose="020B0809050000020004" pitchFamily="49" charset="0"/>
                <a:ea typeface="Fira Code" panose="020B0809050000020004" pitchFamily="49" charset="0"/>
              </a:rPr>
              <a:t>T</a:t>
            </a:r>
            <a:r>
              <a:rPr lang="en-US" altLang="zh-CN">
                <a:solidFill>
                  <a:srgbClr val="333333"/>
                </a:solidFill>
                <a:latin typeface="Fira Code" panose="020B0809050000020004" pitchFamily="49" charset="0"/>
                <a:ea typeface="Fira Code" panose="020B0809050000020004" pitchFamily="49" charset="0"/>
              </a:rPr>
              <a:t>ext </a:t>
            </a:r>
            <a:r>
              <a:rPr lang="en-US" altLang="zh-CN" b="1">
                <a:solidFill>
                  <a:srgbClr val="C00000"/>
                </a:solidFill>
                <a:latin typeface="Fira Code" panose="020B0809050000020004" pitchFamily="49" charset="0"/>
                <a:ea typeface="Fira Code" panose="020B0809050000020004" pitchFamily="49" charset="0"/>
              </a:rPr>
              <a:t>T</a:t>
            </a:r>
            <a:r>
              <a:rPr lang="en-US" altLang="zh-CN">
                <a:solidFill>
                  <a:srgbClr val="333333"/>
                </a:solidFill>
                <a:latin typeface="Fira Code" panose="020B0809050000020004" pitchFamily="49" charset="0"/>
                <a:ea typeface="Fira Code" panose="020B0809050000020004" pitchFamily="49" charset="0"/>
              </a:rPr>
              <a:t>ransfer </a:t>
            </a:r>
            <a:r>
              <a:rPr lang="en-US" altLang="zh-CN" b="1">
                <a:solidFill>
                  <a:srgbClr val="C00000"/>
                </a:solidFill>
                <a:latin typeface="Fira Code" panose="020B0809050000020004" pitchFamily="49" charset="0"/>
                <a:ea typeface="Fira Code" panose="020B0809050000020004" pitchFamily="49" charset="0"/>
              </a:rPr>
              <a:t>P</a:t>
            </a:r>
            <a:r>
              <a:rPr lang="en-US" altLang="zh-CN">
                <a:solidFill>
                  <a:srgbClr val="333333"/>
                </a:solidFill>
                <a:latin typeface="Fira Code" panose="020B0809050000020004" pitchFamily="49" charset="0"/>
                <a:ea typeface="Fira Code" panose="020B0809050000020004" pitchFamily="49" charset="0"/>
              </a:rPr>
              <a:t>rotocol</a:t>
            </a:r>
            <a:r>
              <a:rPr lang="zh-CN" altLang="en-US">
                <a:latin typeface="Fira Code" panose="020B0809050000020004" pitchFamily="49" charset="0"/>
              </a:rPr>
              <a:t>，超文本传输协议，规定了客户端和服务器之间数据传输的规则。</a:t>
            </a:r>
            <a:r>
              <a:rPr lang="en-US" altLang="zh-CN">
                <a:latin typeface="Fira Code" panose="020B0809050000020004" pitchFamily="49" charset="0"/>
              </a:rPr>
              <a:t>(</a:t>
            </a:r>
            <a:r>
              <a:rPr lang="zh-CN" altLang="en-US">
                <a:latin typeface="Fira Code" panose="020B0809050000020004" pitchFamily="49" charset="0"/>
              </a:rPr>
              <a:t>只有在请求及响应中都遵循了统一的规则，服务端才能读懂客户端发送来的请求，客户端才能解析服务端响应的结果</a:t>
            </a:r>
            <a:r>
              <a:rPr lang="en-US" altLang="zh-CN">
                <a:latin typeface="Fira Code" panose="020B0809050000020004" pitchFamily="49" charset="0"/>
              </a:rPr>
              <a:t>)</a:t>
            </a:r>
            <a:endParaRPr lang="en-US" altLang="zh-CN">
              <a:latin typeface="Fira Code" panose="020B0809050000020004" pitchFamily="49" charset="0"/>
              <a:ea typeface="Fira Code" panose="020B0809050000020004" pitchFamily="49" charset="0"/>
            </a:endParaRPr>
          </a:p>
        </p:txBody>
      </p:sp>
      <p:sp>
        <p:nvSpPr>
          <p:cNvPr id="5" name="标题 4">
            <a:extLst>
              <a:ext uri="{FF2B5EF4-FFF2-40B4-BE49-F238E27FC236}">
                <a16:creationId xmlns:a16="http://schemas.microsoft.com/office/drawing/2014/main" id="{C990F18D-AC44-7DAF-4688-6B757E5318C0}"/>
              </a:ext>
            </a:extLst>
          </p:cNvPr>
          <p:cNvSpPr>
            <a:spLocks noGrp="1"/>
          </p:cNvSpPr>
          <p:nvPr>
            <p:ph type="title"/>
          </p:nvPr>
        </p:nvSpPr>
        <p:spPr/>
        <p:txBody>
          <a:bodyPr/>
          <a:lstStyle/>
          <a:p>
            <a:r>
              <a:rPr lang="en-US" altLang="zh-CN"/>
              <a:t>HTTP</a:t>
            </a:r>
            <a:r>
              <a:rPr lang="zh-CN" altLang="en-US"/>
              <a:t>协议</a:t>
            </a:r>
          </a:p>
        </p:txBody>
      </p:sp>
      <p:cxnSp>
        <p:nvCxnSpPr>
          <p:cNvPr id="27" name="直接箭头连接符 26">
            <a:extLst>
              <a:ext uri="{FF2B5EF4-FFF2-40B4-BE49-F238E27FC236}">
                <a16:creationId xmlns:a16="http://schemas.microsoft.com/office/drawing/2014/main" id="{59D4CD99-024A-BA53-F769-44BDF1924B4D}"/>
              </a:ext>
            </a:extLst>
          </p:cNvPr>
          <p:cNvCxnSpPr/>
          <p:nvPr/>
        </p:nvCxnSpPr>
        <p:spPr>
          <a:xfrm>
            <a:off x="3509286" y="2830356"/>
            <a:ext cx="4668716" cy="0"/>
          </a:xfrm>
          <a:prstGeom prst="straightConnector1">
            <a:avLst/>
          </a:prstGeom>
          <a:ln w="9525">
            <a:solidFill>
              <a:srgbClr val="373C3B"/>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572753FC-4E90-5605-7A95-2435823EA26D}"/>
              </a:ext>
            </a:extLst>
          </p:cNvPr>
          <p:cNvCxnSpPr>
            <a:cxnSpLocks/>
          </p:cNvCxnSpPr>
          <p:nvPr/>
        </p:nvCxnSpPr>
        <p:spPr>
          <a:xfrm flipH="1">
            <a:off x="3509286" y="3250603"/>
            <a:ext cx="4653889" cy="17538"/>
          </a:xfrm>
          <a:prstGeom prst="straightConnector1">
            <a:avLst/>
          </a:prstGeom>
          <a:ln w="9525">
            <a:solidFill>
              <a:srgbClr val="373C3B"/>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74A97C0F-BD4E-046C-A89C-A9DF4B17D43E}"/>
              </a:ext>
            </a:extLst>
          </p:cNvPr>
          <p:cNvSpPr txBox="1"/>
          <p:nvPr/>
        </p:nvSpPr>
        <p:spPr>
          <a:xfrm>
            <a:off x="5614097" y="2531831"/>
            <a:ext cx="543739" cy="307777"/>
          </a:xfrm>
          <a:prstGeom prst="rect">
            <a:avLst/>
          </a:prstGeom>
          <a:noFill/>
        </p:spPr>
        <p:txBody>
          <a:bodyPr wrap="none" rtlCol="0">
            <a:spAutoFit/>
          </a:bodyPr>
          <a:lstStyle/>
          <a:p>
            <a:pPr fontAlgn="auto">
              <a:spcBef>
                <a:spcPts val="0"/>
              </a:spcBef>
              <a:spcAft>
                <a:spcPts val="0"/>
              </a:spcAft>
            </a:pPr>
            <a:r>
              <a:rPr lang="zh-CN" altLang="en-US" sz="1400"/>
              <a:t>请求</a:t>
            </a:r>
            <a:endParaRPr lang="zh-CN" altLang="en-US" sz="1400" dirty="0"/>
          </a:p>
        </p:txBody>
      </p:sp>
      <p:sp>
        <p:nvSpPr>
          <p:cNvPr id="30" name="文本框 29">
            <a:extLst>
              <a:ext uri="{FF2B5EF4-FFF2-40B4-BE49-F238E27FC236}">
                <a16:creationId xmlns:a16="http://schemas.microsoft.com/office/drawing/2014/main" id="{D02588FA-544D-A6EA-6229-52FDD04B3166}"/>
              </a:ext>
            </a:extLst>
          </p:cNvPr>
          <p:cNvSpPr txBox="1"/>
          <p:nvPr/>
        </p:nvSpPr>
        <p:spPr>
          <a:xfrm>
            <a:off x="5614097" y="3276418"/>
            <a:ext cx="543739" cy="307777"/>
          </a:xfrm>
          <a:prstGeom prst="rect">
            <a:avLst/>
          </a:prstGeom>
          <a:noFill/>
        </p:spPr>
        <p:txBody>
          <a:bodyPr wrap="none" rtlCol="0">
            <a:spAutoFit/>
          </a:bodyPr>
          <a:lstStyle/>
          <a:p>
            <a:pPr fontAlgn="auto">
              <a:spcBef>
                <a:spcPts val="0"/>
              </a:spcBef>
              <a:spcAft>
                <a:spcPts val="0"/>
              </a:spcAft>
            </a:pPr>
            <a:r>
              <a:rPr lang="zh-CN" altLang="en-US" sz="1400">
                <a:latin typeface="+mn-lt"/>
                <a:ea typeface="+mn-ea"/>
              </a:rPr>
              <a:t>响应</a:t>
            </a:r>
            <a:endParaRPr lang="zh-CN" altLang="en-US" sz="1400" dirty="0">
              <a:latin typeface="+mn-lt"/>
              <a:ea typeface="+mn-ea"/>
            </a:endParaRPr>
          </a:p>
        </p:txBody>
      </p:sp>
      <p:pic>
        <p:nvPicPr>
          <p:cNvPr id="31" name="图形 30" descr="信封 轮廓">
            <a:extLst>
              <a:ext uri="{FF2B5EF4-FFF2-40B4-BE49-F238E27FC236}">
                <a16:creationId xmlns:a16="http://schemas.microsoft.com/office/drawing/2014/main" id="{4A064E28-5B09-C28E-EFCB-231C4B6CF60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47160" y="2598894"/>
            <a:ext cx="914400" cy="914400"/>
          </a:xfrm>
          <a:prstGeom prst="rect">
            <a:avLst/>
          </a:prstGeom>
        </p:spPr>
      </p:pic>
      <p:grpSp>
        <p:nvGrpSpPr>
          <p:cNvPr id="32" name="组合 31">
            <a:extLst>
              <a:ext uri="{FF2B5EF4-FFF2-40B4-BE49-F238E27FC236}">
                <a16:creationId xmlns:a16="http://schemas.microsoft.com/office/drawing/2014/main" id="{08309FE5-30CC-F6F7-76F9-D7266CE4F367}"/>
              </a:ext>
            </a:extLst>
          </p:cNvPr>
          <p:cNvGrpSpPr/>
          <p:nvPr/>
        </p:nvGrpSpPr>
        <p:grpSpPr>
          <a:xfrm>
            <a:off x="9758229" y="2468444"/>
            <a:ext cx="914400" cy="1101057"/>
            <a:chOff x="9759113" y="2020338"/>
            <a:chExt cx="914400" cy="1101057"/>
          </a:xfrm>
        </p:grpSpPr>
        <p:pic>
          <p:nvPicPr>
            <p:cNvPr id="33" name="图形 32" descr="打开的信封 轮廓">
              <a:extLst>
                <a:ext uri="{FF2B5EF4-FFF2-40B4-BE49-F238E27FC236}">
                  <a16:creationId xmlns:a16="http://schemas.microsoft.com/office/drawing/2014/main" id="{2DD928D0-1EEC-C076-7979-A767F967789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759113" y="2020338"/>
              <a:ext cx="914400" cy="914400"/>
            </a:xfrm>
            <a:prstGeom prst="rect">
              <a:avLst/>
            </a:prstGeom>
          </p:spPr>
        </p:pic>
        <p:sp>
          <p:nvSpPr>
            <p:cNvPr id="34" name="文本框 33">
              <a:extLst>
                <a:ext uri="{FF2B5EF4-FFF2-40B4-BE49-F238E27FC236}">
                  <a16:creationId xmlns:a16="http://schemas.microsoft.com/office/drawing/2014/main" id="{786094BA-D486-97E7-6AE3-CC9D3EAA83FA}"/>
                </a:ext>
              </a:extLst>
            </p:cNvPr>
            <p:cNvSpPr txBox="1"/>
            <p:nvPr/>
          </p:nvSpPr>
          <p:spPr>
            <a:xfrm>
              <a:off x="9818490" y="2844396"/>
              <a:ext cx="815951" cy="276999"/>
            </a:xfrm>
            <a:prstGeom prst="rect">
              <a:avLst/>
            </a:prstGeom>
            <a:noFill/>
          </p:spPr>
          <p:txBody>
            <a:bodyPr wrap="square" rtlCol="0">
              <a:spAutoFit/>
            </a:bodyPr>
            <a:lstStyle/>
            <a:p>
              <a:pPr fontAlgn="auto">
                <a:spcBef>
                  <a:spcPts val="0"/>
                </a:spcBef>
                <a:spcAft>
                  <a:spcPts val="0"/>
                </a:spcAft>
              </a:pPr>
              <a:r>
                <a:rPr lang="zh-CN" altLang="en-US" sz="1200">
                  <a:solidFill>
                    <a:srgbClr val="FFC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请求数据</a:t>
              </a:r>
              <a:endParaRPr lang="zh-CN" altLang="en-US" sz="1200" dirty="0">
                <a:solidFill>
                  <a:srgbClr val="FFC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pic>
        <p:nvPicPr>
          <p:cNvPr id="35" name="图形 34" descr="信封 轮廓">
            <a:extLst>
              <a:ext uri="{FF2B5EF4-FFF2-40B4-BE49-F238E27FC236}">
                <a16:creationId xmlns:a16="http://schemas.microsoft.com/office/drawing/2014/main" id="{8E93F5F1-9D82-DD3B-8CDA-11E41FD33F2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71380" y="2565764"/>
            <a:ext cx="914400" cy="914400"/>
          </a:xfrm>
          <a:prstGeom prst="rect">
            <a:avLst/>
          </a:prstGeom>
        </p:spPr>
      </p:pic>
      <p:grpSp>
        <p:nvGrpSpPr>
          <p:cNvPr id="36" name="组合 35">
            <a:extLst>
              <a:ext uri="{FF2B5EF4-FFF2-40B4-BE49-F238E27FC236}">
                <a16:creationId xmlns:a16="http://schemas.microsoft.com/office/drawing/2014/main" id="{816A6DDE-8441-ED55-3B33-FECE941F0DDE}"/>
              </a:ext>
            </a:extLst>
          </p:cNvPr>
          <p:cNvGrpSpPr/>
          <p:nvPr/>
        </p:nvGrpSpPr>
        <p:grpSpPr>
          <a:xfrm>
            <a:off x="1103434" y="2419842"/>
            <a:ext cx="914400" cy="1104438"/>
            <a:chOff x="1416848" y="2059730"/>
            <a:chExt cx="914400" cy="1104438"/>
          </a:xfrm>
        </p:grpSpPr>
        <p:pic>
          <p:nvPicPr>
            <p:cNvPr id="37" name="图形 36" descr="打开的信封 轮廓">
              <a:extLst>
                <a:ext uri="{FF2B5EF4-FFF2-40B4-BE49-F238E27FC236}">
                  <a16:creationId xmlns:a16="http://schemas.microsoft.com/office/drawing/2014/main" id="{87C4A2FF-F4D3-35BD-E928-36ACF5F82EC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416848" y="2059730"/>
              <a:ext cx="914400" cy="914400"/>
            </a:xfrm>
            <a:prstGeom prst="rect">
              <a:avLst/>
            </a:prstGeom>
          </p:spPr>
        </p:pic>
        <p:sp>
          <p:nvSpPr>
            <p:cNvPr id="38" name="文本框 37">
              <a:extLst>
                <a:ext uri="{FF2B5EF4-FFF2-40B4-BE49-F238E27FC236}">
                  <a16:creationId xmlns:a16="http://schemas.microsoft.com/office/drawing/2014/main" id="{C9D44B90-CDDE-7DB8-D226-2211EF7F367E}"/>
                </a:ext>
              </a:extLst>
            </p:cNvPr>
            <p:cNvSpPr txBox="1"/>
            <p:nvPr/>
          </p:nvSpPr>
          <p:spPr>
            <a:xfrm>
              <a:off x="1466118" y="2887169"/>
              <a:ext cx="819410" cy="276999"/>
            </a:xfrm>
            <a:prstGeom prst="rect">
              <a:avLst/>
            </a:prstGeom>
            <a:noFill/>
          </p:spPr>
          <p:txBody>
            <a:bodyPr wrap="square" rtlCol="0">
              <a:spAutoFit/>
            </a:bodyPr>
            <a:lstStyle/>
            <a:p>
              <a:pPr fontAlgn="auto">
                <a:spcBef>
                  <a:spcPts val="0"/>
                </a:spcBef>
                <a:spcAft>
                  <a:spcPts val="0"/>
                </a:spcAft>
              </a:pPr>
              <a:r>
                <a:rPr lang="zh-CN" altLang="en-US" sz="1200">
                  <a:solidFill>
                    <a:srgbClr val="00B05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响应数据</a:t>
              </a:r>
              <a:endParaRPr lang="zh-CN" altLang="en-US" sz="1200" dirty="0">
                <a:solidFill>
                  <a:srgbClr val="00B05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39" name="文本框 38">
            <a:extLst>
              <a:ext uri="{FF2B5EF4-FFF2-40B4-BE49-F238E27FC236}">
                <a16:creationId xmlns:a16="http://schemas.microsoft.com/office/drawing/2014/main" id="{EA42BEBC-C3AE-14EF-6CA5-0BFD61CA3F22}"/>
              </a:ext>
            </a:extLst>
          </p:cNvPr>
          <p:cNvSpPr txBox="1"/>
          <p:nvPr/>
        </p:nvSpPr>
        <p:spPr>
          <a:xfrm>
            <a:off x="5337578" y="2871203"/>
            <a:ext cx="1096775" cy="338554"/>
          </a:xfrm>
          <a:prstGeom prst="rect">
            <a:avLst/>
          </a:prstGeom>
          <a:noFill/>
        </p:spPr>
        <p:txBody>
          <a:bodyPr wrap="none" rtlCol="0">
            <a:spAutoFit/>
          </a:bodyPr>
          <a:lstStyle/>
          <a:p>
            <a:pPr fontAlgn="auto">
              <a:spcBef>
                <a:spcPts val="0"/>
              </a:spcBef>
              <a:spcAft>
                <a:spcPts val="0"/>
              </a:spcAft>
            </a:pPr>
            <a:r>
              <a:rPr lang="en-US" altLang="zh-CN" sz="1600" b="1">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HTTP</a:t>
            </a:r>
            <a:r>
              <a:rPr lang="zh-CN" altLang="en-US" sz="1600" b="1">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协议</a:t>
            </a:r>
            <a:endPar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2" name="monitor_31791">
            <a:extLst>
              <a:ext uri="{FF2B5EF4-FFF2-40B4-BE49-F238E27FC236}">
                <a16:creationId xmlns:a16="http://schemas.microsoft.com/office/drawing/2014/main" id="{817D3F9B-91A2-742E-F834-EB9323F55C3C}"/>
              </a:ext>
            </a:extLst>
          </p:cNvPr>
          <p:cNvSpPr/>
          <p:nvPr/>
        </p:nvSpPr>
        <p:spPr>
          <a:xfrm>
            <a:off x="2362624" y="2711257"/>
            <a:ext cx="1091382" cy="813023"/>
          </a:xfrm>
          <a:custGeom>
            <a:avLst/>
            <a:gdLst>
              <a:gd name="T0" fmla="*/ 4898 w 4898"/>
              <a:gd name="T1" fmla="*/ 3128 h 3654"/>
              <a:gd name="T2" fmla="*/ 4898 w 4898"/>
              <a:gd name="T3" fmla="*/ 0 h 3654"/>
              <a:gd name="T4" fmla="*/ 0 w 4898"/>
              <a:gd name="T5" fmla="*/ 0 h 3654"/>
              <a:gd name="T6" fmla="*/ 0 w 4898"/>
              <a:gd name="T7" fmla="*/ 3128 h 3654"/>
              <a:gd name="T8" fmla="*/ 1859 w 4898"/>
              <a:gd name="T9" fmla="*/ 3128 h 3654"/>
              <a:gd name="T10" fmla="*/ 1859 w 4898"/>
              <a:gd name="T11" fmla="*/ 3361 h 3654"/>
              <a:gd name="T12" fmla="*/ 972 w 4898"/>
              <a:gd name="T13" fmla="*/ 3499 h 3654"/>
              <a:gd name="T14" fmla="*/ 2541 w 4898"/>
              <a:gd name="T15" fmla="*/ 3654 h 3654"/>
              <a:gd name="T16" fmla="*/ 4110 w 4898"/>
              <a:gd name="T17" fmla="*/ 3499 h 3654"/>
              <a:gd name="T18" fmla="*/ 3039 w 4898"/>
              <a:gd name="T19" fmla="*/ 3354 h 3654"/>
              <a:gd name="T20" fmla="*/ 3039 w 4898"/>
              <a:gd name="T21" fmla="*/ 3128 h 3654"/>
              <a:gd name="T22" fmla="*/ 4898 w 4898"/>
              <a:gd name="T23" fmla="*/ 3128 h 3654"/>
              <a:gd name="T24" fmla="*/ 322 w 4898"/>
              <a:gd name="T25" fmla="*/ 2860 h 3654"/>
              <a:gd name="T26" fmla="*/ 322 w 4898"/>
              <a:gd name="T27" fmla="*/ 241 h 3654"/>
              <a:gd name="T28" fmla="*/ 4576 w 4898"/>
              <a:gd name="T29" fmla="*/ 241 h 3654"/>
              <a:gd name="T30" fmla="*/ 4576 w 4898"/>
              <a:gd name="T31" fmla="*/ 2860 h 3654"/>
              <a:gd name="T32" fmla="*/ 322 w 4898"/>
              <a:gd name="T33" fmla="*/ 2860 h 3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98" h="3654">
                <a:moveTo>
                  <a:pt x="4898" y="3128"/>
                </a:moveTo>
                <a:lnTo>
                  <a:pt x="4898" y="0"/>
                </a:lnTo>
                <a:lnTo>
                  <a:pt x="0" y="0"/>
                </a:lnTo>
                <a:lnTo>
                  <a:pt x="0" y="3128"/>
                </a:lnTo>
                <a:lnTo>
                  <a:pt x="1859" y="3128"/>
                </a:lnTo>
                <a:lnTo>
                  <a:pt x="1859" y="3361"/>
                </a:lnTo>
                <a:cubicBezTo>
                  <a:pt x="1335" y="3386"/>
                  <a:pt x="972" y="3438"/>
                  <a:pt x="972" y="3499"/>
                </a:cubicBezTo>
                <a:cubicBezTo>
                  <a:pt x="972" y="3585"/>
                  <a:pt x="1675" y="3654"/>
                  <a:pt x="2541" y="3654"/>
                </a:cubicBezTo>
                <a:cubicBezTo>
                  <a:pt x="3407" y="3654"/>
                  <a:pt x="4110" y="3584"/>
                  <a:pt x="4110" y="3499"/>
                </a:cubicBezTo>
                <a:cubicBezTo>
                  <a:pt x="4110" y="3431"/>
                  <a:pt x="3661" y="3374"/>
                  <a:pt x="3039" y="3354"/>
                </a:cubicBezTo>
                <a:lnTo>
                  <a:pt x="3039" y="3128"/>
                </a:lnTo>
                <a:lnTo>
                  <a:pt x="4898" y="3128"/>
                </a:lnTo>
                <a:close/>
                <a:moveTo>
                  <a:pt x="322" y="2860"/>
                </a:moveTo>
                <a:lnTo>
                  <a:pt x="322" y="241"/>
                </a:lnTo>
                <a:lnTo>
                  <a:pt x="4576" y="241"/>
                </a:lnTo>
                <a:lnTo>
                  <a:pt x="4576" y="2860"/>
                </a:lnTo>
                <a:lnTo>
                  <a:pt x="322" y="2860"/>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659459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p:cTn id="7" dur="500" fill="hold"/>
                                        <p:tgtEl>
                                          <p:spTgt spid="42"/>
                                        </p:tgtEl>
                                        <p:attrNameLst>
                                          <p:attrName>ppt_w</p:attrName>
                                        </p:attrNameLst>
                                      </p:cBhvr>
                                      <p:tavLst>
                                        <p:tav tm="0">
                                          <p:val>
                                            <p:fltVal val="0"/>
                                          </p:val>
                                        </p:tav>
                                        <p:tav tm="100000">
                                          <p:val>
                                            <p:strVal val="#ppt_w"/>
                                          </p:val>
                                        </p:tav>
                                      </p:tavLst>
                                    </p:anim>
                                    <p:anim calcmode="lin" valueType="num">
                                      <p:cBhvr>
                                        <p:cTn id="8" dur="500" fill="hold"/>
                                        <p:tgtEl>
                                          <p:spTgt spid="42"/>
                                        </p:tgtEl>
                                        <p:attrNameLst>
                                          <p:attrName>ppt_h</p:attrName>
                                        </p:attrNameLst>
                                      </p:cBhvr>
                                      <p:tavLst>
                                        <p:tav tm="0">
                                          <p:val>
                                            <p:fltVal val="0"/>
                                          </p:val>
                                        </p:tav>
                                        <p:tav tm="100000">
                                          <p:val>
                                            <p:strVal val="#ppt_h"/>
                                          </p:val>
                                        </p:tav>
                                      </p:tavLst>
                                    </p:anim>
                                    <p:animEffect transition="in" filter="fade">
                                      <p:cBhvr>
                                        <p:cTn id="9" dur="500"/>
                                        <p:tgtEl>
                                          <p:spTgt spid="4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1"/>
                                        </p:tgtEl>
                                        <p:attrNameLst>
                                          <p:attrName>style.visibility</p:attrName>
                                        </p:attrNameLst>
                                      </p:cBhvr>
                                      <p:to>
                                        <p:strVal val="visible"/>
                                      </p:to>
                                    </p:set>
                                    <p:anim calcmode="lin" valueType="num">
                                      <p:cBhvr>
                                        <p:cTn id="14" dur="500" fill="hold"/>
                                        <p:tgtEl>
                                          <p:spTgt spid="41"/>
                                        </p:tgtEl>
                                        <p:attrNameLst>
                                          <p:attrName>ppt_w</p:attrName>
                                        </p:attrNameLst>
                                      </p:cBhvr>
                                      <p:tavLst>
                                        <p:tav tm="0">
                                          <p:val>
                                            <p:fltVal val="0"/>
                                          </p:val>
                                        </p:tav>
                                        <p:tav tm="100000">
                                          <p:val>
                                            <p:strVal val="#ppt_w"/>
                                          </p:val>
                                        </p:tav>
                                      </p:tavLst>
                                    </p:anim>
                                    <p:anim calcmode="lin" valueType="num">
                                      <p:cBhvr>
                                        <p:cTn id="15" dur="500" fill="hold"/>
                                        <p:tgtEl>
                                          <p:spTgt spid="41"/>
                                        </p:tgtEl>
                                        <p:attrNameLst>
                                          <p:attrName>ppt_h</p:attrName>
                                        </p:attrNameLst>
                                      </p:cBhvr>
                                      <p:tavLst>
                                        <p:tav tm="0">
                                          <p:val>
                                            <p:fltVal val="0"/>
                                          </p:val>
                                        </p:tav>
                                        <p:tav tm="100000">
                                          <p:val>
                                            <p:strVal val="#ppt_h"/>
                                          </p:val>
                                        </p:tav>
                                      </p:tavLst>
                                    </p:anim>
                                    <p:animEffect transition="in" filter="fade">
                                      <p:cBhvr>
                                        <p:cTn id="16" dur="500"/>
                                        <p:tgtEl>
                                          <p:spTgt spid="4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left)">
                                      <p:cBhvr>
                                        <p:cTn id="21" dur="500"/>
                                        <p:tgtEl>
                                          <p:spTgt spid="27"/>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left)">
                                      <p:cBhvr>
                                        <p:cTn id="24" dur="500"/>
                                        <p:tgtEl>
                                          <p:spTgt spid="2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wipe(right)">
                                      <p:cBhvr>
                                        <p:cTn id="29" dur="500"/>
                                        <p:tgtEl>
                                          <p:spTgt spid="30"/>
                                        </p:tgtEl>
                                      </p:cBhvr>
                                    </p:animEffect>
                                  </p:childTnLst>
                                </p:cTn>
                              </p:par>
                              <p:par>
                                <p:cTn id="30" presetID="22" presetClass="entr" presetSubtype="2" fill="hold"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right)">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path" presetSubtype="0" accel="50000" decel="50000" fill="hold" nodeType="clickEffect">
                                  <p:stCondLst>
                                    <p:cond delay="0"/>
                                  </p:stCondLst>
                                  <p:childTnLst>
                                    <p:animMotion origin="layout" path="M -1.25E-6 -1.85185E-6 L 0.59974 0.00139 " pathEditMode="relative" rAng="0" ptsTypes="AA">
                                      <p:cBhvr>
                                        <p:cTn id="41" dur="1000" fill="hold"/>
                                        <p:tgtEl>
                                          <p:spTgt spid="31"/>
                                        </p:tgtEl>
                                        <p:attrNameLst>
                                          <p:attrName>ppt_x</p:attrName>
                                          <p:attrName>ppt_y</p:attrName>
                                        </p:attrNameLst>
                                      </p:cBhvr>
                                      <p:rCtr x="29987" y="69"/>
                                    </p:animMotion>
                                  </p:childTnLst>
                                </p:cTn>
                              </p:par>
                            </p:childTnLst>
                          </p:cTn>
                        </p:par>
                      </p:childTnLst>
                    </p:cTn>
                  </p:par>
                  <p:par>
                    <p:cTn id="42" fill="hold">
                      <p:stCondLst>
                        <p:cond delay="indefinite"/>
                      </p:stCondLst>
                      <p:childTnLst>
                        <p:par>
                          <p:cTn id="43" fill="hold">
                            <p:stCondLst>
                              <p:cond delay="0"/>
                            </p:stCondLst>
                            <p:childTnLst>
                              <p:par>
                                <p:cTn id="44" presetID="22" presetClass="exit" presetSubtype="4" fill="hold" nodeType="clickEffect">
                                  <p:stCondLst>
                                    <p:cond delay="0"/>
                                  </p:stCondLst>
                                  <p:childTnLst>
                                    <p:animEffect transition="out" filter="wipe(down)">
                                      <p:cBhvr>
                                        <p:cTn id="45" dur="500"/>
                                        <p:tgtEl>
                                          <p:spTgt spid="31"/>
                                        </p:tgtEl>
                                      </p:cBhvr>
                                    </p:animEffect>
                                    <p:set>
                                      <p:cBhvr>
                                        <p:cTn id="46" dur="1" fill="hold">
                                          <p:stCondLst>
                                            <p:cond delay="499"/>
                                          </p:stCondLst>
                                        </p:cTn>
                                        <p:tgtEl>
                                          <p:spTgt spid="31"/>
                                        </p:tgtEl>
                                        <p:attrNameLst>
                                          <p:attrName>style.visibility</p:attrName>
                                        </p:attrNameLst>
                                      </p:cBhvr>
                                      <p:to>
                                        <p:strVal val="hidden"/>
                                      </p:to>
                                    </p:set>
                                  </p:childTnLst>
                                </p:cTn>
                              </p:par>
                              <p:par>
                                <p:cTn id="47" presetID="22" presetClass="entr" presetSubtype="4" fill="hold" nodeType="with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wipe(down)">
                                      <p:cBhvr>
                                        <p:cTn id="49" dur="500"/>
                                        <p:tgtEl>
                                          <p:spTgt spid="3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500"/>
                                        <p:tgtEl>
                                          <p:spTgt spid="35"/>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path" presetSubtype="0" accel="50000" decel="50000" fill="hold" nodeType="clickEffect">
                                  <p:stCondLst>
                                    <p:cond delay="0"/>
                                  </p:stCondLst>
                                  <p:childTnLst>
                                    <p:animMotion origin="layout" path="M -1.66667E-6 -7.40741E-7 L -0.60508 -7.40741E-7 " pathEditMode="relative" rAng="0" ptsTypes="AA">
                                      <p:cBhvr>
                                        <p:cTn id="58" dur="1000" fill="hold"/>
                                        <p:tgtEl>
                                          <p:spTgt spid="35"/>
                                        </p:tgtEl>
                                        <p:attrNameLst>
                                          <p:attrName>ppt_x</p:attrName>
                                          <p:attrName>ppt_y</p:attrName>
                                        </p:attrNameLst>
                                      </p:cBhvr>
                                      <p:rCtr x="-30260" y="0"/>
                                    </p:animMotion>
                                  </p:childTnLst>
                                </p:cTn>
                              </p:par>
                            </p:childTnLst>
                          </p:cTn>
                        </p:par>
                      </p:childTnLst>
                    </p:cTn>
                  </p:par>
                  <p:par>
                    <p:cTn id="59" fill="hold">
                      <p:stCondLst>
                        <p:cond delay="indefinite"/>
                      </p:stCondLst>
                      <p:childTnLst>
                        <p:par>
                          <p:cTn id="60" fill="hold">
                            <p:stCondLst>
                              <p:cond delay="0"/>
                            </p:stCondLst>
                            <p:childTnLst>
                              <p:par>
                                <p:cTn id="61" presetID="22" presetClass="exit" presetSubtype="4" fill="hold" nodeType="clickEffect">
                                  <p:stCondLst>
                                    <p:cond delay="0"/>
                                  </p:stCondLst>
                                  <p:childTnLst>
                                    <p:animEffect transition="out" filter="wipe(down)">
                                      <p:cBhvr>
                                        <p:cTn id="62" dur="500"/>
                                        <p:tgtEl>
                                          <p:spTgt spid="35"/>
                                        </p:tgtEl>
                                      </p:cBhvr>
                                    </p:animEffect>
                                    <p:set>
                                      <p:cBhvr>
                                        <p:cTn id="63" dur="1" fill="hold">
                                          <p:stCondLst>
                                            <p:cond delay="499"/>
                                          </p:stCondLst>
                                        </p:cTn>
                                        <p:tgtEl>
                                          <p:spTgt spid="35"/>
                                        </p:tgtEl>
                                        <p:attrNameLst>
                                          <p:attrName>style.visibility</p:attrName>
                                        </p:attrNameLst>
                                      </p:cBhvr>
                                      <p:to>
                                        <p:strVal val="hidden"/>
                                      </p:to>
                                    </p:set>
                                  </p:childTnLst>
                                </p:cTn>
                              </p:par>
                              <p:par>
                                <p:cTn id="64" presetID="22" presetClass="entr" presetSubtype="4" fill="hold" nodeType="with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wipe(down)">
                                      <p:cBhvr>
                                        <p:cTn id="66" dur="500"/>
                                        <p:tgtEl>
                                          <p:spTgt spid="36"/>
                                        </p:tgtEl>
                                      </p:cBhvr>
                                    </p:animEffect>
                                  </p:childTnLst>
                                </p:cTn>
                              </p:par>
                            </p:childTnLst>
                          </p:cTn>
                        </p:par>
                      </p:childTnLst>
                    </p:cTn>
                  </p:par>
                  <p:par>
                    <p:cTn id="67" fill="hold">
                      <p:stCondLst>
                        <p:cond delay="indefinite"/>
                      </p:stCondLst>
                      <p:childTnLst>
                        <p:par>
                          <p:cTn id="68" fill="hold">
                            <p:stCondLst>
                              <p:cond delay="0"/>
                            </p:stCondLst>
                            <p:childTnLst>
                              <p:par>
                                <p:cTn id="69" presetID="23" presetClass="entr" presetSubtype="32" fill="hold" grpId="0" nodeType="clickEffect">
                                  <p:stCondLst>
                                    <p:cond delay="0"/>
                                  </p:stCondLst>
                                  <p:childTnLst>
                                    <p:set>
                                      <p:cBhvr>
                                        <p:cTn id="70" dur="1" fill="hold">
                                          <p:stCondLst>
                                            <p:cond delay="0"/>
                                          </p:stCondLst>
                                        </p:cTn>
                                        <p:tgtEl>
                                          <p:spTgt spid="39"/>
                                        </p:tgtEl>
                                        <p:attrNameLst>
                                          <p:attrName>style.visibility</p:attrName>
                                        </p:attrNameLst>
                                      </p:cBhvr>
                                      <p:to>
                                        <p:strVal val="visible"/>
                                      </p:to>
                                    </p:set>
                                    <p:anim calcmode="lin" valueType="num">
                                      <p:cBhvr>
                                        <p:cTn id="71" dur="500" fill="hold"/>
                                        <p:tgtEl>
                                          <p:spTgt spid="39"/>
                                        </p:tgtEl>
                                        <p:attrNameLst>
                                          <p:attrName>ppt_w</p:attrName>
                                        </p:attrNameLst>
                                      </p:cBhvr>
                                      <p:tavLst>
                                        <p:tav tm="0">
                                          <p:val>
                                            <p:strVal val="4*#ppt_w"/>
                                          </p:val>
                                        </p:tav>
                                        <p:tav tm="100000">
                                          <p:val>
                                            <p:strVal val="#ppt_w"/>
                                          </p:val>
                                        </p:tav>
                                      </p:tavLst>
                                    </p:anim>
                                    <p:anim calcmode="lin" valueType="num">
                                      <p:cBhvr>
                                        <p:cTn id="72" dur="500" fill="hold"/>
                                        <p:tgtEl>
                                          <p:spTgt spid="39"/>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29" grpId="0"/>
      <p:bldP spid="30" grpId="0"/>
      <p:bldP spid="39" grpId="0"/>
      <p:bldP spid="4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67A73-6A8A-D0AF-E485-2F7AE3C6E89F}"/>
            </a:ext>
          </a:extLst>
        </p:cNvPr>
        <p:cNvGrpSpPr/>
        <p:nvPr/>
      </p:nvGrpSpPr>
      <p:grpSpPr>
        <a:xfrm>
          <a:off x="0" y="0"/>
          <a:ext cx="0" cy="0"/>
          <a:chOff x="0" y="0"/>
          <a:chExt cx="0" cy="0"/>
        </a:xfrm>
      </p:grpSpPr>
      <p:pic>
        <p:nvPicPr>
          <p:cNvPr id="28" name="图片 27" descr="文本&#10;&#10;AI 生成的内容可能不正确。">
            <a:extLst>
              <a:ext uri="{FF2B5EF4-FFF2-40B4-BE49-F238E27FC236}">
                <a16:creationId xmlns:a16="http://schemas.microsoft.com/office/drawing/2014/main" id="{2A2FD420-9FA5-15DE-3829-83189E67AB5B}"/>
              </a:ext>
            </a:extLst>
          </p:cNvPr>
          <p:cNvPicPr>
            <a:picLocks noChangeAspect="1"/>
          </p:cNvPicPr>
          <p:nvPr/>
        </p:nvPicPr>
        <p:blipFill>
          <a:blip r:embed="rId2"/>
          <a:srcRect b="766"/>
          <a:stretch>
            <a:fillRect/>
          </a:stretch>
        </p:blipFill>
        <p:spPr>
          <a:xfrm>
            <a:off x="569571" y="941695"/>
            <a:ext cx="6034080" cy="3469770"/>
          </a:xfrm>
          <a:prstGeom prst="rect">
            <a:avLst/>
          </a:prstGeom>
          <a:ln>
            <a:solidFill>
              <a:schemeClr val="bg1">
                <a:lumMod val="65000"/>
              </a:schemeClr>
            </a:solidFill>
          </a:ln>
        </p:spPr>
      </p:pic>
      <p:sp>
        <p:nvSpPr>
          <p:cNvPr id="5" name="标题 4">
            <a:extLst>
              <a:ext uri="{FF2B5EF4-FFF2-40B4-BE49-F238E27FC236}">
                <a16:creationId xmlns:a16="http://schemas.microsoft.com/office/drawing/2014/main" id="{026026FA-0296-5B6C-F211-8A283D71B0B5}"/>
              </a:ext>
            </a:extLst>
          </p:cNvPr>
          <p:cNvSpPr>
            <a:spLocks noGrp="1"/>
          </p:cNvSpPr>
          <p:nvPr>
            <p:ph type="title"/>
          </p:nvPr>
        </p:nvSpPr>
        <p:spPr/>
        <p:txBody>
          <a:bodyPr/>
          <a:lstStyle/>
          <a:p>
            <a:r>
              <a:rPr lang="en-US" altLang="zh-CN"/>
              <a:t>HTTP</a:t>
            </a:r>
            <a:r>
              <a:rPr lang="zh-CN" altLang="en-US"/>
              <a:t>协议</a:t>
            </a:r>
            <a:r>
              <a:rPr lang="en-US" altLang="zh-CN"/>
              <a:t>-</a:t>
            </a:r>
            <a:r>
              <a:rPr lang="zh-CN" altLang="en-US"/>
              <a:t>请求数据格式</a:t>
            </a:r>
          </a:p>
        </p:txBody>
      </p:sp>
      <p:sp>
        <p:nvSpPr>
          <p:cNvPr id="16" name="文本框 15">
            <a:extLst>
              <a:ext uri="{FF2B5EF4-FFF2-40B4-BE49-F238E27FC236}">
                <a16:creationId xmlns:a16="http://schemas.microsoft.com/office/drawing/2014/main" id="{FC434223-C13F-5E73-CE86-96417299A8F8}"/>
              </a:ext>
            </a:extLst>
          </p:cNvPr>
          <p:cNvSpPr txBox="1"/>
          <p:nvPr/>
        </p:nvSpPr>
        <p:spPr>
          <a:xfrm>
            <a:off x="6718300" y="943014"/>
            <a:ext cx="3168650" cy="307777"/>
          </a:xfrm>
          <a:prstGeom prst="rect">
            <a:avLst/>
          </a:prstGeom>
          <a:noFill/>
        </p:spPr>
        <p:txBody>
          <a:bodyPr wrap="square" rtlCol="0">
            <a:spAutoFit/>
          </a:bodyPr>
          <a:lstStyle/>
          <a:p>
            <a:r>
              <a:rPr lang="zh-CN" altLang="en-US" sz="1400">
                <a:solidFill>
                  <a:srgbClr val="C00000"/>
                </a:solidFill>
                <a:latin typeface="荆南波波黑" panose="02000800000000000000" pitchFamily="2" charset="-122"/>
                <a:ea typeface="荆南波波黑" panose="02000800000000000000" pitchFamily="2" charset="-122"/>
              </a:rPr>
              <a:t>请求行</a:t>
            </a:r>
            <a:r>
              <a:rPr lang="en-US" altLang="zh-CN" sz="1400">
                <a:solidFill>
                  <a:srgbClr val="C00000"/>
                </a:solidFill>
                <a:latin typeface="荆南波波黑" panose="02000800000000000000" pitchFamily="2" charset="-122"/>
                <a:ea typeface="荆南波波黑" panose="02000800000000000000" pitchFamily="2" charset="-122"/>
              </a:rPr>
              <a:t>(</a:t>
            </a:r>
            <a:r>
              <a:rPr lang="zh-CN" altLang="en-US" sz="1400">
                <a:solidFill>
                  <a:srgbClr val="C00000"/>
                </a:solidFill>
                <a:latin typeface="荆南波波黑" panose="02000800000000000000" pitchFamily="2" charset="-122"/>
                <a:ea typeface="荆南波波黑" panose="02000800000000000000" pitchFamily="2" charset="-122"/>
              </a:rPr>
              <a:t>请求方式、资源路径、协议</a:t>
            </a:r>
            <a:r>
              <a:rPr lang="en-US" altLang="zh-CN" sz="1400">
                <a:solidFill>
                  <a:srgbClr val="C00000"/>
                </a:solidFill>
                <a:latin typeface="荆南波波黑" panose="02000800000000000000" pitchFamily="2" charset="-122"/>
                <a:ea typeface="荆南波波黑" panose="02000800000000000000" pitchFamily="2" charset="-122"/>
              </a:rPr>
              <a:t>)</a:t>
            </a:r>
            <a:endParaRPr lang="zh-CN" altLang="en-US" sz="1400">
              <a:solidFill>
                <a:srgbClr val="C00000"/>
              </a:solidFill>
              <a:latin typeface="荆南波波黑" panose="02000800000000000000" pitchFamily="2" charset="-122"/>
              <a:ea typeface="荆南波波黑" panose="02000800000000000000" pitchFamily="2" charset="-122"/>
            </a:endParaRPr>
          </a:p>
        </p:txBody>
      </p:sp>
      <p:sp>
        <p:nvSpPr>
          <p:cNvPr id="17" name="文本框 16">
            <a:extLst>
              <a:ext uri="{FF2B5EF4-FFF2-40B4-BE49-F238E27FC236}">
                <a16:creationId xmlns:a16="http://schemas.microsoft.com/office/drawing/2014/main" id="{407C6CE8-6CB2-070E-4066-F58F14FBFE2B}"/>
              </a:ext>
            </a:extLst>
          </p:cNvPr>
          <p:cNvSpPr txBox="1"/>
          <p:nvPr/>
        </p:nvSpPr>
        <p:spPr>
          <a:xfrm>
            <a:off x="6718300" y="2428419"/>
            <a:ext cx="2501900" cy="307777"/>
          </a:xfrm>
          <a:prstGeom prst="rect">
            <a:avLst/>
          </a:prstGeom>
          <a:noFill/>
        </p:spPr>
        <p:txBody>
          <a:bodyPr wrap="square" rtlCol="0">
            <a:spAutoFit/>
          </a:bodyPr>
          <a:lstStyle/>
          <a:p>
            <a:r>
              <a:rPr lang="zh-CN" altLang="en-US" sz="1400">
                <a:solidFill>
                  <a:srgbClr val="C00000"/>
                </a:solidFill>
                <a:latin typeface="荆南波波黑" panose="02000800000000000000" pitchFamily="2" charset="-122"/>
                <a:ea typeface="荆南波波黑" panose="02000800000000000000" pitchFamily="2" charset="-122"/>
              </a:rPr>
              <a:t>请求头</a:t>
            </a:r>
            <a:r>
              <a:rPr lang="en-US" altLang="zh-CN" sz="1400">
                <a:solidFill>
                  <a:srgbClr val="C00000"/>
                </a:solidFill>
                <a:latin typeface="荆南波波黑" panose="02000800000000000000" pitchFamily="2" charset="-122"/>
                <a:ea typeface="荆南波波黑" panose="02000800000000000000" pitchFamily="2" charset="-122"/>
              </a:rPr>
              <a:t>(</a:t>
            </a:r>
            <a:r>
              <a:rPr lang="zh-CN" altLang="en-US" sz="1400">
                <a:solidFill>
                  <a:srgbClr val="C00000"/>
                </a:solidFill>
                <a:latin typeface="荆南波波黑" panose="02000800000000000000" pitchFamily="2" charset="-122"/>
                <a:ea typeface="荆南波波黑" panose="02000800000000000000" pitchFamily="2" charset="-122"/>
              </a:rPr>
              <a:t>格式</a:t>
            </a:r>
            <a:r>
              <a:rPr lang="en-US" altLang="zh-CN" sz="1400">
                <a:solidFill>
                  <a:srgbClr val="C00000"/>
                </a:solidFill>
                <a:latin typeface="荆南波波黑" panose="02000800000000000000" pitchFamily="2" charset="-122"/>
                <a:ea typeface="荆南波波黑" panose="02000800000000000000" pitchFamily="2" charset="-122"/>
              </a:rPr>
              <a:t>key</a:t>
            </a:r>
            <a:r>
              <a:rPr lang="zh-CN" altLang="en-US" sz="1400">
                <a:solidFill>
                  <a:srgbClr val="C00000"/>
                </a:solidFill>
                <a:latin typeface="荆南波波黑" panose="02000800000000000000" pitchFamily="2" charset="-122"/>
                <a:ea typeface="荆南波波黑" panose="02000800000000000000" pitchFamily="2" charset="-122"/>
              </a:rPr>
              <a:t>：</a:t>
            </a:r>
            <a:r>
              <a:rPr lang="en-US" altLang="zh-CN" sz="1400">
                <a:solidFill>
                  <a:srgbClr val="C00000"/>
                </a:solidFill>
                <a:latin typeface="荆南波波黑" panose="02000800000000000000" pitchFamily="2" charset="-122"/>
                <a:ea typeface="荆南波波黑" panose="02000800000000000000" pitchFamily="2" charset="-122"/>
              </a:rPr>
              <a:t>value)</a:t>
            </a:r>
            <a:endParaRPr lang="zh-CN" altLang="en-US" sz="1400">
              <a:solidFill>
                <a:srgbClr val="C00000"/>
              </a:solidFill>
              <a:latin typeface="荆南波波黑" panose="02000800000000000000" pitchFamily="2" charset="-122"/>
              <a:ea typeface="荆南波波黑" panose="02000800000000000000" pitchFamily="2" charset="-122"/>
            </a:endParaRPr>
          </a:p>
        </p:txBody>
      </p:sp>
      <p:sp>
        <p:nvSpPr>
          <p:cNvPr id="18" name="文本框 17">
            <a:extLst>
              <a:ext uri="{FF2B5EF4-FFF2-40B4-BE49-F238E27FC236}">
                <a16:creationId xmlns:a16="http://schemas.microsoft.com/office/drawing/2014/main" id="{02875510-8172-02DE-B825-499061E1C6F6}"/>
              </a:ext>
            </a:extLst>
          </p:cNvPr>
          <p:cNvSpPr txBox="1"/>
          <p:nvPr/>
        </p:nvSpPr>
        <p:spPr>
          <a:xfrm>
            <a:off x="6718300" y="4131678"/>
            <a:ext cx="4768850" cy="307777"/>
          </a:xfrm>
          <a:prstGeom prst="rect">
            <a:avLst/>
          </a:prstGeom>
          <a:noFill/>
        </p:spPr>
        <p:txBody>
          <a:bodyPr wrap="square" rtlCol="0">
            <a:spAutoFit/>
          </a:bodyPr>
          <a:lstStyle/>
          <a:p>
            <a:r>
              <a:rPr lang="zh-CN" altLang="en-US" sz="1400">
                <a:solidFill>
                  <a:srgbClr val="C00000"/>
                </a:solidFill>
                <a:latin typeface="荆南波波黑" panose="02000800000000000000" pitchFamily="2" charset="-122"/>
                <a:ea typeface="荆南波波黑" panose="02000800000000000000" pitchFamily="2" charset="-122"/>
              </a:rPr>
              <a:t>请求体</a:t>
            </a:r>
            <a:r>
              <a:rPr lang="en-US" altLang="zh-CN" sz="1400">
                <a:solidFill>
                  <a:srgbClr val="C00000"/>
                </a:solidFill>
                <a:latin typeface="荆南波波黑" panose="02000800000000000000" pitchFamily="2" charset="-122"/>
                <a:ea typeface="荆南波波黑" panose="02000800000000000000" pitchFamily="2" charset="-122"/>
              </a:rPr>
              <a:t>(</a:t>
            </a:r>
            <a:r>
              <a:rPr lang="zh-CN" altLang="en-US" sz="1400">
                <a:solidFill>
                  <a:srgbClr val="C00000"/>
                </a:solidFill>
                <a:latin typeface="荆南波波黑" panose="02000800000000000000" pitchFamily="2" charset="-122"/>
                <a:ea typeface="荆南波波黑" panose="02000800000000000000" pitchFamily="2" charset="-122"/>
              </a:rPr>
              <a:t>请求参数部分，</a:t>
            </a:r>
            <a:r>
              <a:rPr lang="en-US" altLang="zh-CN" sz="1400">
                <a:solidFill>
                  <a:srgbClr val="C00000"/>
                </a:solidFill>
                <a:latin typeface="荆南波波黑" panose="02000800000000000000" pitchFamily="2" charset="-122"/>
                <a:ea typeface="荆南波波黑" panose="02000800000000000000" pitchFamily="2" charset="-122"/>
              </a:rPr>
              <a:t>GET</a:t>
            </a:r>
            <a:r>
              <a:rPr lang="zh-CN" altLang="en-US" sz="1400">
                <a:solidFill>
                  <a:srgbClr val="C00000"/>
                </a:solidFill>
                <a:latin typeface="荆南波波黑" panose="02000800000000000000" pitchFamily="2" charset="-122"/>
                <a:ea typeface="荆南波波黑" panose="02000800000000000000" pitchFamily="2" charset="-122"/>
              </a:rPr>
              <a:t>方式没有，</a:t>
            </a:r>
            <a:r>
              <a:rPr lang="en-US" altLang="zh-CN" sz="1400">
                <a:solidFill>
                  <a:srgbClr val="C00000"/>
                </a:solidFill>
                <a:latin typeface="荆南波波黑" panose="02000800000000000000" pitchFamily="2" charset="-122"/>
                <a:ea typeface="荆南波波黑" panose="02000800000000000000" pitchFamily="2" charset="-122"/>
              </a:rPr>
              <a:t>POST</a:t>
            </a:r>
            <a:r>
              <a:rPr lang="zh-CN" altLang="en-US" sz="1400">
                <a:solidFill>
                  <a:srgbClr val="C00000"/>
                </a:solidFill>
                <a:latin typeface="荆南波波黑" panose="02000800000000000000" pitchFamily="2" charset="-122"/>
                <a:ea typeface="荆南波波黑" panose="02000800000000000000" pitchFamily="2" charset="-122"/>
              </a:rPr>
              <a:t>可以有</a:t>
            </a:r>
            <a:r>
              <a:rPr lang="en-US" altLang="zh-CN" sz="1400">
                <a:solidFill>
                  <a:srgbClr val="C00000"/>
                </a:solidFill>
                <a:latin typeface="荆南波波黑" panose="02000800000000000000" pitchFamily="2" charset="-122"/>
                <a:ea typeface="荆南波波黑" panose="02000800000000000000" pitchFamily="2" charset="-122"/>
              </a:rPr>
              <a:t>)</a:t>
            </a:r>
            <a:endParaRPr lang="zh-CN" altLang="en-US" sz="1400">
              <a:solidFill>
                <a:srgbClr val="C00000"/>
              </a:solidFill>
              <a:latin typeface="荆南波波黑" panose="02000800000000000000" pitchFamily="2" charset="-122"/>
              <a:ea typeface="荆南波波黑" panose="02000800000000000000" pitchFamily="2" charset="-122"/>
            </a:endParaRPr>
          </a:p>
        </p:txBody>
      </p:sp>
      <p:grpSp>
        <p:nvGrpSpPr>
          <p:cNvPr id="19" name="组合 18">
            <a:extLst>
              <a:ext uri="{FF2B5EF4-FFF2-40B4-BE49-F238E27FC236}">
                <a16:creationId xmlns:a16="http://schemas.microsoft.com/office/drawing/2014/main" id="{4AA9BC9E-22FC-1261-A5F6-321BD4F1E168}"/>
              </a:ext>
            </a:extLst>
          </p:cNvPr>
          <p:cNvGrpSpPr/>
          <p:nvPr/>
        </p:nvGrpSpPr>
        <p:grpSpPr>
          <a:xfrm>
            <a:off x="705458" y="5550830"/>
            <a:ext cx="10364010" cy="939036"/>
            <a:chOff x="4685665" y="1834757"/>
            <a:chExt cx="10435208" cy="939036"/>
          </a:xfrm>
        </p:grpSpPr>
        <p:sp>
          <p:nvSpPr>
            <p:cNvPr id="20" name="ComponentBackground2">
              <a:extLst>
                <a:ext uri="{FF2B5EF4-FFF2-40B4-BE49-F238E27FC236}">
                  <a16:creationId xmlns:a16="http://schemas.microsoft.com/office/drawing/2014/main" id="{35BAE827-ECF1-583A-5C58-0C953506BAF7}"/>
                </a:ext>
              </a:extLst>
            </p:cNvPr>
            <p:cNvSpPr>
              <a:spLocks/>
            </p:cNvSpPr>
            <p:nvPr/>
          </p:nvSpPr>
          <p:spPr>
            <a:xfrm>
              <a:off x="4708525" y="1834757"/>
              <a:ext cx="10412348" cy="939036"/>
            </a:xfrm>
            <a:prstGeom prst="roundRect">
              <a:avLst>
                <a:gd name="adj" fmla="val 6756"/>
              </a:avLst>
            </a:prstGeom>
            <a:solidFill>
              <a:srgbClr val="000000">
                <a:alpha val="5000"/>
              </a:srgbClr>
            </a:solidFill>
            <a:ln w="12700" cap="flat" cmpd="sng" algn="ctr">
              <a:noFill/>
              <a:prstDash val="solid"/>
              <a:miter lim="800000"/>
            </a:ln>
            <a:effectLst/>
          </p:spPr>
          <p:txBody>
            <a:bodyPr lIns="180000" rIns="180000" rtlCol="0" anchor="ctr"/>
            <a:lstStyle/>
            <a:p>
              <a:pPr lvl="0">
                <a:lnSpc>
                  <a:spcPct val="150000"/>
                </a:lnSpc>
                <a:defRPr/>
              </a:pPr>
              <a:r>
                <a:rPr kumimoji="1" lang="zh-CN" altLang="en-US" sz="1200" kern="0">
                  <a:solidFill>
                    <a:schemeClr val="tx1">
                      <a:lumMod val="50000"/>
                    </a:schemeClr>
                  </a:solidFill>
                  <a:ea typeface="微软雅黑"/>
                </a:rPr>
                <a:t>请求方式：</a:t>
              </a:r>
              <a:endParaRPr kumimoji="1" lang="en-US" altLang="zh-CN" sz="1200" kern="0">
                <a:solidFill>
                  <a:schemeClr val="tx1">
                    <a:lumMod val="50000"/>
                  </a:schemeClr>
                </a:solidFill>
                <a:ea typeface="微软雅黑"/>
              </a:endParaRPr>
            </a:p>
            <a:p>
              <a:pPr marL="360000" lvl="0" indent="-171450">
                <a:lnSpc>
                  <a:spcPct val="150000"/>
                </a:lnSpc>
                <a:buFont typeface="Arial" panose="020B0604020202020204" pitchFamily="34" charset="0"/>
                <a:buChar char="•"/>
                <a:defRPr/>
              </a:pPr>
              <a:r>
                <a:rPr kumimoji="1" lang="en-US" altLang="zh-CN" sz="1200" i="0" u="none" strike="noStrike" kern="0" cap="none" spc="0" normalizeH="0" baseline="0" noProof="0">
                  <a:ln>
                    <a:noFill/>
                  </a:ln>
                  <a:solidFill>
                    <a:schemeClr val="tx1">
                      <a:lumMod val="50000"/>
                    </a:schemeClr>
                  </a:solidFill>
                  <a:effectLst/>
                  <a:uLnTx/>
                  <a:uFillTx/>
                  <a:ea typeface="微软雅黑"/>
                  <a:cs typeface="+mn-cs"/>
                </a:rPr>
                <a:t>GET: </a:t>
              </a:r>
              <a:r>
                <a:rPr kumimoji="1" lang="zh-CN" altLang="en-US" sz="1200" i="0" u="none" strike="noStrike" kern="0" cap="none" spc="0" normalizeH="0" baseline="0" noProof="0">
                  <a:ln>
                    <a:noFill/>
                  </a:ln>
                  <a:solidFill>
                    <a:schemeClr val="tx1">
                      <a:lumMod val="50000"/>
                    </a:schemeClr>
                  </a:solidFill>
                  <a:effectLst/>
                  <a:uLnTx/>
                  <a:uFillTx/>
                  <a:ea typeface="微软雅黑"/>
                  <a:cs typeface="+mn-cs"/>
                </a:rPr>
                <a:t>请求参数在请求行中</a:t>
              </a:r>
              <a:r>
                <a:rPr kumimoji="1" lang="zh-CN" altLang="en-US" sz="1200" kern="0">
                  <a:solidFill>
                    <a:schemeClr val="tx1">
                      <a:lumMod val="50000"/>
                    </a:schemeClr>
                  </a:solidFill>
                  <a:ea typeface="微软雅黑"/>
                </a:rPr>
                <a:t>，没有请求体。如：</a:t>
              </a:r>
              <a:r>
                <a:rPr kumimoji="1" lang="en-US" altLang="zh-CN" sz="1200" kern="0">
                  <a:solidFill>
                    <a:schemeClr val="tx1">
                      <a:lumMod val="50000"/>
                    </a:schemeClr>
                  </a:solidFill>
                  <a:ea typeface="微软雅黑"/>
                </a:rPr>
                <a:t>/api/courses</a:t>
              </a:r>
              <a:r>
                <a:rPr kumimoji="1" lang="en-US" altLang="zh-CN" sz="1200" kern="0">
                  <a:solidFill>
                    <a:srgbClr val="0070C0"/>
                  </a:solidFill>
                  <a:ea typeface="微软雅黑"/>
                </a:rPr>
                <a:t>?name=Python&amp;status=1</a:t>
              </a:r>
              <a:r>
                <a:rPr kumimoji="1" lang="zh-CN" altLang="en-US" sz="1200" kern="0">
                  <a:solidFill>
                    <a:schemeClr val="tx1">
                      <a:lumMod val="50000"/>
                    </a:schemeClr>
                  </a:solidFill>
                  <a:ea typeface="微软雅黑"/>
                </a:rPr>
                <a:t> 。</a:t>
              </a:r>
              <a:r>
                <a:rPr kumimoji="1" lang="en-US" altLang="zh-CN" sz="1200" kern="0">
                  <a:solidFill>
                    <a:schemeClr val="tx1">
                      <a:lumMod val="50000"/>
                    </a:schemeClr>
                  </a:solidFill>
                  <a:ea typeface="微软雅黑"/>
                </a:rPr>
                <a:t>GET</a:t>
              </a:r>
              <a:r>
                <a:rPr kumimoji="1" lang="zh-CN" altLang="en-US" sz="1200" kern="0">
                  <a:solidFill>
                    <a:schemeClr val="tx1">
                      <a:lumMod val="50000"/>
                    </a:schemeClr>
                  </a:solidFill>
                  <a:ea typeface="微软雅黑"/>
                </a:rPr>
                <a:t>请求请求参数大小在浏览器中是有限制的。</a:t>
              </a:r>
              <a:endParaRPr kumimoji="1" lang="en-US" altLang="zh-CN" sz="1200" i="0" u="none" strike="noStrike" kern="0" cap="none" spc="0" normalizeH="0" baseline="0" noProof="0">
                <a:ln>
                  <a:noFill/>
                </a:ln>
                <a:solidFill>
                  <a:schemeClr val="tx1">
                    <a:lumMod val="50000"/>
                  </a:schemeClr>
                </a:solidFill>
                <a:effectLst/>
                <a:uLnTx/>
                <a:uFillTx/>
                <a:ea typeface="微软雅黑"/>
                <a:cs typeface="+mn-cs"/>
              </a:endParaRPr>
            </a:p>
            <a:p>
              <a:pPr marL="360000" lvl="0" indent="-171450">
                <a:lnSpc>
                  <a:spcPct val="150000"/>
                </a:lnSpc>
                <a:buFont typeface="Arial" panose="020B0604020202020204" pitchFamily="34" charset="0"/>
                <a:buChar char="•"/>
                <a:defRPr/>
              </a:pPr>
              <a:r>
                <a:rPr kumimoji="1" lang="en-US" altLang="zh-CN" sz="1200" kern="0">
                  <a:solidFill>
                    <a:schemeClr val="tx1">
                      <a:lumMod val="50000"/>
                    </a:schemeClr>
                  </a:solidFill>
                  <a:ea typeface="微软雅黑"/>
                </a:rPr>
                <a:t>POST: </a:t>
              </a:r>
              <a:r>
                <a:rPr kumimoji="1" lang="zh-CN" altLang="en-US" sz="1200" kern="0">
                  <a:solidFill>
                    <a:schemeClr val="tx1">
                      <a:lumMod val="50000"/>
                    </a:schemeClr>
                  </a:solidFill>
                  <a:ea typeface="微软雅黑"/>
                </a:rPr>
                <a:t>请求参数在请求体中，</a:t>
              </a:r>
              <a:r>
                <a:rPr kumimoji="1" lang="en-US" altLang="zh-CN" sz="1200" kern="0">
                  <a:solidFill>
                    <a:schemeClr val="tx1">
                      <a:lumMod val="50000"/>
                    </a:schemeClr>
                  </a:solidFill>
                  <a:ea typeface="微软雅黑"/>
                </a:rPr>
                <a:t>POST</a:t>
              </a:r>
              <a:r>
                <a:rPr kumimoji="1" lang="zh-CN" altLang="en-US" sz="1200" kern="0">
                  <a:solidFill>
                    <a:schemeClr val="tx1">
                      <a:lumMod val="50000"/>
                    </a:schemeClr>
                  </a:solidFill>
                  <a:ea typeface="微软雅黑"/>
                </a:rPr>
                <a:t>请求大小是没有限制的。</a:t>
              </a:r>
              <a:endParaRPr kumimoji="1" lang="zh-CN" altLang="en-US" sz="1200" i="0" u="none" strike="noStrike" kern="0" cap="none" spc="0" normalizeH="0" baseline="0" noProof="0">
                <a:ln>
                  <a:noFill/>
                </a:ln>
                <a:solidFill>
                  <a:srgbClr val="000000"/>
                </a:solidFill>
                <a:effectLst/>
                <a:uLnTx/>
                <a:uFillTx/>
                <a:ea typeface="微软雅黑"/>
                <a:cs typeface="+mn-cs"/>
              </a:endParaRPr>
            </a:p>
          </p:txBody>
        </p:sp>
        <p:sp>
          <p:nvSpPr>
            <p:cNvPr id="21" name="Shape2">
              <a:extLst>
                <a:ext uri="{FF2B5EF4-FFF2-40B4-BE49-F238E27FC236}">
                  <a16:creationId xmlns:a16="http://schemas.microsoft.com/office/drawing/2014/main" id="{49F240B2-4D21-2639-9B2B-030B47152EAE}"/>
                </a:ext>
              </a:extLst>
            </p:cNvPr>
            <p:cNvSpPr/>
            <p:nvPr/>
          </p:nvSpPr>
          <p:spPr>
            <a:xfrm>
              <a:off x="4685665" y="1865185"/>
              <a:ext cx="46033" cy="866698"/>
            </a:xfrm>
            <a:prstGeom prst="roundRect">
              <a:avLst>
                <a:gd name="adj" fmla="val 50000"/>
              </a:avLst>
            </a:prstGeom>
            <a:solidFill>
              <a:srgbClr val="00B0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ea typeface="微软雅黑"/>
                <a:cs typeface="+mn-cs"/>
              </a:endParaRPr>
            </a:p>
          </p:txBody>
        </p:sp>
      </p:grpSp>
      <p:sp>
        <p:nvSpPr>
          <p:cNvPr id="13" name="矩形 12">
            <a:extLst>
              <a:ext uri="{FF2B5EF4-FFF2-40B4-BE49-F238E27FC236}">
                <a16:creationId xmlns:a16="http://schemas.microsoft.com/office/drawing/2014/main" id="{1039F891-1E31-45CD-6B30-3EDDAFC291DE}"/>
              </a:ext>
            </a:extLst>
          </p:cNvPr>
          <p:cNvSpPr/>
          <p:nvPr/>
        </p:nvSpPr>
        <p:spPr>
          <a:xfrm>
            <a:off x="569571" y="941694"/>
            <a:ext cx="6034080" cy="239032"/>
          </a:xfrm>
          <a:prstGeom prst="rect">
            <a:avLst/>
          </a:prstGeom>
          <a:solidFill>
            <a:srgbClr val="FFC000">
              <a:alpha val="10196"/>
            </a:srgbClr>
          </a:solidFill>
          <a:ln w="31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0E72F709-D150-604F-7343-AD76255D014B}"/>
              </a:ext>
            </a:extLst>
          </p:cNvPr>
          <p:cNvSpPr/>
          <p:nvPr/>
        </p:nvSpPr>
        <p:spPr>
          <a:xfrm>
            <a:off x="563221" y="1209333"/>
            <a:ext cx="6040429" cy="2745950"/>
          </a:xfrm>
          <a:prstGeom prst="rect">
            <a:avLst/>
          </a:prstGeom>
          <a:solidFill>
            <a:srgbClr val="00B050">
              <a:alpha val="10196"/>
            </a:srgbClr>
          </a:solidFill>
          <a:ln w="3175">
            <a:solidFill>
              <a:srgbClr val="067D1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E1223594-2696-5ACA-D802-16A8AF1D48CB}"/>
              </a:ext>
            </a:extLst>
          </p:cNvPr>
          <p:cNvSpPr/>
          <p:nvPr/>
        </p:nvSpPr>
        <p:spPr>
          <a:xfrm>
            <a:off x="563496" y="4131678"/>
            <a:ext cx="6034080" cy="273436"/>
          </a:xfrm>
          <a:prstGeom prst="rect">
            <a:avLst/>
          </a:prstGeom>
          <a:solidFill>
            <a:srgbClr val="00B0F0">
              <a:alpha val="10196"/>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78528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ppt_x"/>
                                          </p:val>
                                        </p:tav>
                                        <p:tav tm="100000">
                                          <p:val>
                                            <p:strVal val="#ppt_x"/>
                                          </p:val>
                                        </p:tav>
                                      </p:tavLst>
                                    </p:anim>
                                    <p:anim calcmode="lin" valueType="num">
                                      <p:cBhvr additive="base">
                                        <p:cTn id="1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left)">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left)">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left)">
                                      <p:cBhvr>
                                        <p:cTn id="3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3" grpId="0" animBg="1"/>
      <p:bldP spid="14" grpId="0" animBg="1"/>
      <p:bldP spid="1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06F92-B1F2-5288-8BC7-0B421316119F}"/>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2016312F-0EE8-A8C3-C013-2C88177457AD}"/>
              </a:ext>
            </a:extLst>
          </p:cNvPr>
          <p:cNvSpPr>
            <a:spLocks noGrp="1"/>
          </p:cNvSpPr>
          <p:nvPr>
            <p:ph type="title"/>
          </p:nvPr>
        </p:nvSpPr>
        <p:spPr/>
        <p:txBody>
          <a:bodyPr/>
          <a:lstStyle/>
          <a:p>
            <a:r>
              <a:rPr lang="en-US" altLang="zh-CN"/>
              <a:t>HTTP</a:t>
            </a:r>
            <a:r>
              <a:rPr lang="zh-CN" altLang="en-US"/>
              <a:t>协议</a:t>
            </a:r>
            <a:r>
              <a:rPr lang="en-US" altLang="zh-CN"/>
              <a:t>-</a:t>
            </a:r>
            <a:r>
              <a:rPr lang="zh-CN" altLang="en-US"/>
              <a:t>响应数据格式</a:t>
            </a:r>
          </a:p>
        </p:txBody>
      </p:sp>
      <p:pic>
        <p:nvPicPr>
          <p:cNvPr id="3" name="图片 2" descr="文本&#10;&#10;AI 生成的内容可能不正确。">
            <a:extLst>
              <a:ext uri="{FF2B5EF4-FFF2-40B4-BE49-F238E27FC236}">
                <a16:creationId xmlns:a16="http://schemas.microsoft.com/office/drawing/2014/main" id="{E68C2D86-F0AC-9906-EA56-93E90E61BBB0}"/>
              </a:ext>
            </a:extLst>
          </p:cNvPr>
          <p:cNvPicPr>
            <a:picLocks noChangeAspect="1"/>
          </p:cNvPicPr>
          <p:nvPr/>
        </p:nvPicPr>
        <p:blipFill>
          <a:blip r:embed="rId2"/>
          <a:srcRect l="-1" r="-54892"/>
          <a:stretch>
            <a:fillRect/>
          </a:stretch>
        </p:blipFill>
        <p:spPr>
          <a:xfrm>
            <a:off x="703196" y="965152"/>
            <a:ext cx="6275454" cy="1854295"/>
          </a:xfrm>
          <a:prstGeom prst="rect">
            <a:avLst/>
          </a:prstGeom>
          <a:ln w="3175">
            <a:solidFill>
              <a:schemeClr val="bg1">
                <a:lumMod val="50000"/>
              </a:schemeClr>
            </a:solidFill>
          </a:ln>
        </p:spPr>
      </p:pic>
      <p:sp>
        <p:nvSpPr>
          <p:cNvPr id="4" name="矩形 3">
            <a:extLst>
              <a:ext uri="{FF2B5EF4-FFF2-40B4-BE49-F238E27FC236}">
                <a16:creationId xmlns:a16="http://schemas.microsoft.com/office/drawing/2014/main" id="{5A9EAEF4-FA07-7E14-43BF-C6DAE1B4949D}"/>
              </a:ext>
            </a:extLst>
          </p:cNvPr>
          <p:cNvSpPr/>
          <p:nvPr/>
        </p:nvSpPr>
        <p:spPr>
          <a:xfrm>
            <a:off x="703194" y="965152"/>
            <a:ext cx="6275453" cy="273436"/>
          </a:xfrm>
          <a:prstGeom prst="rect">
            <a:avLst/>
          </a:prstGeom>
          <a:solidFill>
            <a:srgbClr val="FFC000">
              <a:alpha val="10196"/>
            </a:srgbClr>
          </a:solidFill>
          <a:ln w="31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A33D90D8-26BB-B053-C5E5-42D108A25AC6}"/>
              </a:ext>
            </a:extLst>
          </p:cNvPr>
          <p:cNvSpPr/>
          <p:nvPr/>
        </p:nvSpPr>
        <p:spPr>
          <a:xfrm>
            <a:off x="703194" y="1263989"/>
            <a:ext cx="6275453" cy="1066462"/>
          </a:xfrm>
          <a:prstGeom prst="rect">
            <a:avLst/>
          </a:prstGeom>
          <a:solidFill>
            <a:srgbClr val="00B050">
              <a:alpha val="10196"/>
            </a:srgbClr>
          </a:solidFill>
          <a:ln w="3175">
            <a:solidFill>
              <a:srgbClr val="067D1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BC64B0E7-EA79-7727-97E5-617690511056}"/>
              </a:ext>
            </a:extLst>
          </p:cNvPr>
          <p:cNvSpPr/>
          <p:nvPr/>
        </p:nvSpPr>
        <p:spPr>
          <a:xfrm>
            <a:off x="703194" y="2540000"/>
            <a:ext cx="6275453" cy="260350"/>
          </a:xfrm>
          <a:prstGeom prst="rect">
            <a:avLst/>
          </a:prstGeom>
          <a:solidFill>
            <a:srgbClr val="00B0F0">
              <a:alpha val="10196"/>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B21A8BD6-B42C-5D64-7FCC-FAE2BF1255D8}"/>
              </a:ext>
            </a:extLst>
          </p:cNvPr>
          <p:cNvSpPr txBox="1"/>
          <p:nvPr/>
        </p:nvSpPr>
        <p:spPr>
          <a:xfrm>
            <a:off x="7056231" y="965152"/>
            <a:ext cx="1975126" cy="307777"/>
          </a:xfrm>
          <a:prstGeom prst="rect">
            <a:avLst/>
          </a:prstGeom>
          <a:noFill/>
        </p:spPr>
        <p:txBody>
          <a:bodyPr wrap="square" rtlCol="0">
            <a:spAutoFit/>
          </a:bodyPr>
          <a:lstStyle/>
          <a:p>
            <a:r>
              <a:rPr lang="zh-CN" altLang="en-US" sz="1400">
                <a:solidFill>
                  <a:srgbClr val="C00000"/>
                </a:solidFill>
                <a:latin typeface="荆南波波黑" panose="02000800000000000000" pitchFamily="2" charset="-122"/>
                <a:ea typeface="荆南波波黑" panose="02000800000000000000" pitchFamily="2" charset="-122"/>
              </a:rPr>
              <a:t>响应行</a:t>
            </a:r>
            <a:r>
              <a:rPr lang="en-US" altLang="zh-CN" sz="1400">
                <a:solidFill>
                  <a:srgbClr val="C00000"/>
                </a:solidFill>
                <a:latin typeface="荆南波波黑" panose="02000800000000000000" pitchFamily="2" charset="-122"/>
                <a:ea typeface="荆南波波黑" panose="02000800000000000000" pitchFamily="2" charset="-122"/>
              </a:rPr>
              <a:t>(</a:t>
            </a:r>
            <a:r>
              <a:rPr lang="zh-CN" altLang="en-US" sz="1400">
                <a:solidFill>
                  <a:srgbClr val="C00000"/>
                </a:solidFill>
                <a:latin typeface="荆南波波黑" panose="02000800000000000000" pitchFamily="2" charset="-122"/>
                <a:ea typeface="荆南波波黑" panose="02000800000000000000" pitchFamily="2" charset="-122"/>
              </a:rPr>
              <a:t>协议、状态码</a:t>
            </a:r>
            <a:r>
              <a:rPr lang="en-US" altLang="zh-CN" sz="1400">
                <a:solidFill>
                  <a:srgbClr val="C00000"/>
                </a:solidFill>
                <a:latin typeface="荆南波波黑" panose="02000800000000000000" pitchFamily="2" charset="-122"/>
                <a:ea typeface="荆南波波黑" panose="02000800000000000000" pitchFamily="2" charset="-122"/>
              </a:rPr>
              <a:t>)</a:t>
            </a:r>
            <a:endParaRPr lang="zh-CN" altLang="en-US" sz="1400">
              <a:solidFill>
                <a:srgbClr val="C00000"/>
              </a:solidFill>
              <a:latin typeface="荆南波波黑" panose="02000800000000000000" pitchFamily="2" charset="-122"/>
              <a:ea typeface="荆南波波黑" panose="02000800000000000000" pitchFamily="2" charset="-122"/>
            </a:endParaRPr>
          </a:p>
        </p:txBody>
      </p:sp>
      <p:sp>
        <p:nvSpPr>
          <p:cNvPr id="14" name="文本框 13">
            <a:extLst>
              <a:ext uri="{FF2B5EF4-FFF2-40B4-BE49-F238E27FC236}">
                <a16:creationId xmlns:a16="http://schemas.microsoft.com/office/drawing/2014/main" id="{D02BA47C-850D-F6B0-B7AE-D102CB274893}"/>
              </a:ext>
            </a:extLst>
          </p:cNvPr>
          <p:cNvSpPr txBox="1"/>
          <p:nvPr/>
        </p:nvSpPr>
        <p:spPr>
          <a:xfrm>
            <a:off x="7056231" y="1643331"/>
            <a:ext cx="2332935" cy="307777"/>
          </a:xfrm>
          <a:prstGeom prst="rect">
            <a:avLst/>
          </a:prstGeom>
          <a:noFill/>
        </p:spPr>
        <p:txBody>
          <a:bodyPr wrap="square" rtlCol="0">
            <a:spAutoFit/>
          </a:bodyPr>
          <a:lstStyle/>
          <a:p>
            <a:r>
              <a:rPr lang="zh-CN" altLang="en-US" sz="1400">
                <a:solidFill>
                  <a:srgbClr val="C00000"/>
                </a:solidFill>
                <a:latin typeface="荆南波波黑" panose="02000800000000000000" pitchFamily="2" charset="-122"/>
                <a:ea typeface="荆南波波黑" panose="02000800000000000000" pitchFamily="2" charset="-122"/>
              </a:rPr>
              <a:t>响应头</a:t>
            </a:r>
            <a:r>
              <a:rPr lang="en-US" altLang="zh-CN" sz="1400">
                <a:solidFill>
                  <a:srgbClr val="C00000"/>
                </a:solidFill>
                <a:latin typeface="荆南波波黑" panose="02000800000000000000" pitchFamily="2" charset="-122"/>
                <a:ea typeface="荆南波波黑" panose="02000800000000000000" pitchFamily="2" charset="-122"/>
              </a:rPr>
              <a:t>(</a:t>
            </a:r>
            <a:r>
              <a:rPr lang="zh-CN" altLang="en-US" sz="1400">
                <a:solidFill>
                  <a:srgbClr val="C00000"/>
                </a:solidFill>
                <a:latin typeface="荆南波波黑" panose="02000800000000000000" pitchFamily="2" charset="-122"/>
                <a:ea typeface="荆南波波黑" panose="02000800000000000000" pitchFamily="2" charset="-122"/>
              </a:rPr>
              <a:t>格式</a:t>
            </a:r>
            <a:r>
              <a:rPr lang="en-US" altLang="zh-CN" sz="1400">
                <a:solidFill>
                  <a:srgbClr val="C00000"/>
                </a:solidFill>
                <a:latin typeface="荆南波波黑" panose="02000800000000000000" pitchFamily="2" charset="-122"/>
                <a:ea typeface="荆南波波黑" panose="02000800000000000000" pitchFamily="2" charset="-122"/>
              </a:rPr>
              <a:t>key</a:t>
            </a:r>
            <a:r>
              <a:rPr lang="zh-CN" altLang="en-US" sz="1400">
                <a:solidFill>
                  <a:srgbClr val="C00000"/>
                </a:solidFill>
                <a:latin typeface="荆南波波黑" panose="02000800000000000000" pitchFamily="2" charset="-122"/>
                <a:ea typeface="荆南波波黑" panose="02000800000000000000" pitchFamily="2" charset="-122"/>
              </a:rPr>
              <a:t>：</a:t>
            </a:r>
            <a:r>
              <a:rPr lang="en-US" altLang="zh-CN" sz="1400">
                <a:solidFill>
                  <a:srgbClr val="C00000"/>
                </a:solidFill>
                <a:latin typeface="荆南波波黑" panose="02000800000000000000" pitchFamily="2" charset="-122"/>
                <a:ea typeface="荆南波波黑" panose="02000800000000000000" pitchFamily="2" charset="-122"/>
              </a:rPr>
              <a:t>value)</a:t>
            </a:r>
            <a:endParaRPr lang="zh-CN" altLang="en-US" sz="1400">
              <a:solidFill>
                <a:srgbClr val="C00000"/>
              </a:solidFill>
              <a:latin typeface="荆南波波黑" panose="02000800000000000000" pitchFamily="2" charset="-122"/>
              <a:ea typeface="荆南波波黑" panose="02000800000000000000" pitchFamily="2" charset="-122"/>
            </a:endParaRPr>
          </a:p>
        </p:txBody>
      </p:sp>
      <p:sp>
        <p:nvSpPr>
          <p:cNvPr id="15" name="文本框 14">
            <a:extLst>
              <a:ext uri="{FF2B5EF4-FFF2-40B4-BE49-F238E27FC236}">
                <a16:creationId xmlns:a16="http://schemas.microsoft.com/office/drawing/2014/main" id="{FE43A2F1-CF18-F7AD-7F93-EA185F5B1C0A}"/>
              </a:ext>
            </a:extLst>
          </p:cNvPr>
          <p:cNvSpPr txBox="1"/>
          <p:nvPr/>
        </p:nvSpPr>
        <p:spPr>
          <a:xfrm>
            <a:off x="7056231" y="2516286"/>
            <a:ext cx="2768877" cy="307777"/>
          </a:xfrm>
          <a:prstGeom prst="rect">
            <a:avLst/>
          </a:prstGeom>
          <a:noFill/>
        </p:spPr>
        <p:txBody>
          <a:bodyPr wrap="square" rtlCol="0">
            <a:spAutoFit/>
          </a:bodyPr>
          <a:lstStyle/>
          <a:p>
            <a:r>
              <a:rPr lang="zh-CN" altLang="en-US" sz="1400">
                <a:solidFill>
                  <a:srgbClr val="C00000"/>
                </a:solidFill>
                <a:latin typeface="荆南波波黑" panose="02000800000000000000" pitchFamily="2" charset="-122"/>
                <a:ea typeface="荆南波波黑" panose="02000800000000000000" pitchFamily="2" charset="-122"/>
              </a:rPr>
              <a:t>响应体</a:t>
            </a:r>
            <a:r>
              <a:rPr lang="en-US" altLang="zh-CN" sz="1400">
                <a:solidFill>
                  <a:srgbClr val="C00000"/>
                </a:solidFill>
                <a:latin typeface="荆南波波黑" panose="02000800000000000000" pitchFamily="2" charset="-122"/>
                <a:ea typeface="荆南波波黑" panose="02000800000000000000" pitchFamily="2" charset="-122"/>
              </a:rPr>
              <a:t>(</a:t>
            </a:r>
            <a:r>
              <a:rPr lang="zh-CN" altLang="en-US" sz="1400">
                <a:solidFill>
                  <a:srgbClr val="C00000"/>
                </a:solidFill>
                <a:latin typeface="荆南波波黑" panose="02000800000000000000" pitchFamily="2" charset="-122"/>
                <a:ea typeface="荆南波波黑" panose="02000800000000000000" pitchFamily="2" charset="-122"/>
              </a:rPr>
              <a:t>存放服务端响应的数据</a:t>
            </a:r>
            <a:r>
              <a:rPr lang="en-US" altLang="zh-CN" sz="1400">
                <a:solidFill>
                  <a:srgbClr val="C00000"/>
                </a:solidFill>
                <a:latin typeface="荆南波波黑" panose="02000800000000000000" pitchFamily="2" charset="-122"/>
                <a:ea typeface="荆南波波黑" panose="02000800000000000000" pitchFamily="2" charset="-122"/>
              </a:rPr>
              <a:t>)</a:t>
            </a:r>
            <a:endParaRPr lang="zh-CN" altLang="en-US" sz="1400">
              <a:solidFill>
                <a:srgbClr val="C00000"/>
              </a:solidFill>
              <a:latin typeface="荆南波波黑" panose="02000800000000000000" pitchFamily="2" charset="-122"/>
              <a:ea typeface="荆南波波黑" panose="02000800000000000000" pitchFamily="2" charset="-122"/>
            </a:endParaRPr>
          </a:p>
        </p:txBody>
      </p:sp>
      <p:sp>
        <p:nvSpPr>
          <p:cNvPr id="16" name="矩形: 圆角 15">
            <a:extLst>
              <a:ext uri="{FF2B5EF4-FFF2-40B4-BE49-F238E27FC236}">
                <a16:creationId xmlns:a16="http://schemas.microsoft.com/office/drawing/2014/main" id="{7CBA3A72-B35D-7D88-7645-FAEC0A89DDBB}"/>
              </a:ext>
            </a:extLst>
          </p:cNvPr>
          <p:cNvSpPr/>
          <p:nvPr/>
        </p:nvSpPr>
        <p:spPr>
          <a:xfrm>
            <a:off x="1444486" y="976467"/>
            <a:ext cx="357810" cy="271669"/>
          </a:xfrm>
          <a:prstGeom prst="roundRect">
            <a:avLst/>
          </a:prstGeom>
          <a:solidFill>
            <a:srgbClr val="FFC000">
              <a:alpha val="20000"/>
            </a:srgbClr>
          </a:solid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连接符: 肘形 17">
            <a:extLst>
              <a:ext uri="{FF2B5EF4-FFF2-40B4-BE49-F238E27FC236}">
                <a16:creationId xmlns:a16="http://schemas.microsoft.com/office/drawing/2014/main" id="{CBCC8290-6E94-7A6F-DC18-E05A268C6708}"/>
              </a:ext>
            </a:extLst>
          </p:cNvPr>
          <p:cNvCxnSpPr>
            <a:cxnSpLocks/>
            <a:stCxn id="16" idx="3"/>
          </p:cNvCxnSpPr>
          <p:nvPr/>
        </p:nvCxnSpPr>
        <p:spPr>
          <a:xfrm>
            <a:off x="1802296" y="1112302"/>
            <a:ext cx="125895" cy="2671194"/>
          </a:xfrm>
          <a:prstGeom prst="bentConnector2">
            <a:avLst/>
          </a:prstGeom>
          <a:ln w="12700">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6B17CAE1-BB79-3075-427F-7041D8EC267D}"/>
              </a:ext>
            </a:extLst>
          </p:cNvPr>
          <p:cNvSpPr txBox="1"/>
          <p:nvPr/>
        </p:nvSpPr>
        <p:spPr>
          <a:xfrm>
            <a:off x="1623391" y="3783496"/>
            <a:ext cx="5176417" cy="1757854"/>
          </a:xfrm>
          <a:prstGeom prst="rect">
            <a:avLst/>
          </a:prstGeom>
          <a:noFill/>
        </p:spPr>
        <p:txBody>
          <a:bodyPr wrap="none" rtlCol="0">
            <a:spAutoFit/>
          </a:bodyPr>
          <a:lstStyle/>
          <a:p>
            <a:pPr>
              <a:lnSpc>
                <a:spcPct val="200000"/>
              </a:lnSpc>
            </a:pPr>
            <a:r>
              <a:rPr lang="en-US" altLang="zh-CN" sz="1400">
                <a:solidFill>
                  <a:srgbClr val="FFC000"/>
                </a:solidFill>
                <a:latin typeface="荆南波波黑" panose="02000800000000000000" pitchFamily="2" charset="-122"/>
                <a:ea typeface="荆南波波黑" panose="02000800000000000000" pitchFamily="2" charset="-122"/>
              </a:rPr>
              <a:t>200</a:t>
            </a:r>
            <a:r>
              <a:rPr lang="zh-CN" altLang="en-US" sz="1400">
                <a:solidFill>
                  <a:srgbClr val="FFC000"/>
                </a:solidFill>
                <a:latin typeface="荆南波波黑" panose="02000800000000000000" pitchFamily="2" charset="-122"/>
                <a:ea typeface="荆南波波黑" panose="02000800000000000000" pitchFamily="2" charset="-122"/>
              </a:rPr>
              <a:t>：客户端请求成功</a:t>
            </a:r>
            <a:endParaRPr lang="en-US" altLang="zh-CN" sz="1400">
              <a:solidFill>
                <a:srgbClr val="FFC000"/>
              </a:solidFill>
              <a:latin typeface="荆南波波黑" panose="02000800000000000000" pitchFamily="2" charset="-122"/>
              <a:ea typeface="荆南波波黑" panose="02000800000000000000" pitchFamily="2" charset="-122"/>
            </a:endParaRPr>
          </a:p>
          <a:p>
            <a:pPr>
              <a:lnSpc>
                <a:spcPct val="200000"/>
              </a:lnSpc>
            </a:pPr>
            <a:r>
              <a:rPr lang="en-US" altLang="zh-CN" sz="1400">
                <a:solidFill>
                  <a:srgbClr val="FFC000"/>
                </a:solidFill>
                <a:latin typeface="荆南波波黑" panose="02000800000000000000" pitchFamily="2" charset="-122"/>
                <a:ea typeface="荆南波波黑" panose="02000800000000000000" pitchFamily="2" charset="-122"/>
              </a:rPr>
              <a:t>400</a:t>
            </a:r>
            <a:r>
              <a:rPr lang="zh-CN" altLang="en-US" sz="1400">
                <a:solidFill>
                  <a:srgbClr val="FFC000"/>
                </a:solidFill>
                <a:latin typeface="荆南波波黑" panose="02000800000000000000" pitchFamily="2" charset="-122"/>
                <a:ea typeface="荆南波波黑" panose="02000800000000000000" pitchFamily="2" charset="-122"/>
              </a:rPr>
              <a:t>：请求参数错误</a:t>
            </a:r>
            <a:endParaRPr lang="en-US" altLang="zh-CN" sz="1400">
              <a:solidFill>
                <a:srgbClr val="FFC000"/>
              </a:solidFill>
              <a:latin typeface="荆南波波黑" panose="02000800000000000000" pitchFamily="2" charset="-122"/>
              <a:ea typeface="荆南波波黑" panose="02000800000000000000" pitchFamily="2" charset="-122"/>
            </a:endParaRPr>
          </a:p>
          <a:p>
            <a:pPr>
              <a:lnSpc>
                <a:spcPct val="200000"/>
              </a:lnSpc>
            </a:pPr>
            <a:r>
              <a:rPr lang="en-US" altLang="zh-CN" sz="1400">
                <a:solidFill>
                  <a:srgbClr val="FFC000"/>
                </a:solidFill>
                <a:latin typeface="荆南波波黑" panose="02000800000000000000" pitchFamily="2" charset="-122"/>
                <a:ea typeface="荆南波波黑" panose="02000800000000000000" pitchFamily="2" charset="-122"/>
              </a:rPr>
              <a:t>404</a:t>
            </a:r>
            <a:r>
              <a:rPr lang="zh-CN" altLang="en-US" sz="1400">
                <a:solidFill>
                  <a:srgbClr val="FFC000"/>
                </a:solidFill>
                <a:latin typeface="荆南波波黑" panose="02000800000000000000" pitchFamily="2" charset="-122"/>
                <a:ea typeface="荆南波波黑" panose="02000800000000000000" pitchFamily="2" charset="-122"/>
              </a:rPr>
              <a:t>：请求资源不存在，</a:t>
            </a:r>
            <a:r>
              <a:rPr lang="en-US" altLang="zh-CN" sz="1400">
                <a:solidFill>
                  <a:srgbClr val="FFC000"/>
                </a:solidFill>
                <a:latin typeface="荆南波波黑" panose="02000800000000000000" pitchFamily="2" charset="-122"/>
                <a:ea typeface="荆南波波黑" panose="02000800000000000000" pitchFamily="2" charset="-122"/>
              </a:rPr>
              <a:t>url</a:t>
            </a:r>
            <a:r>
              <a:rPr lang="zh-CN" altLang="en-US" sz="1400">
                <a:solidFill>
                  <a:srgbClr val="FFC000"/>
                </a:solidFill>
                <a:latin typeface="荆南波波黑" panose="02000800000000000000" pitchFamily="2" charset="-122"/>
                <a:ea typeface="荆南波波黑" panose="02000800000000000000" pitchFamily="2" charset="-122"/>
              </a:rPr>
              <a:t>输入有误，或者网站资源被删除了</a:t>
            </a:r>
            <a:endParaRPr lang="en-US" altLang="zh-CN" sz="1400">
              <a:solidFill>
                <a:srgbClr val="FFC000"/>
              </a:solidFill>
              <a:latin typeface="荆南波波黑" panose="02000800000000000000" pitchFamily="2" charset="-122"/>
              <a:ea typeface="荆南波波黑" panose="02000800000000000000" pitchFamily="2" charset="-122"/>
            </a:endParaRPr>
          </a:p>
          <a:p>
            <a:pPr>
              <a:lnSpc>
                <a:spcPct val="200000"/>
              </a:lnSpc>
            </a:pPr>
            <a:r>
              <a:rPr lang="en-US" altLang="zh-CN" sz="1400">
                <a:solidFill>
                  <a:srgbClr val="FFC000"/>
                </a:solidFill>
                <a:latin typeface="荆南波波黑" panose="02000800000000000000" pitchFamily="2" charset="-122"/>
                <a:ea typeface="荆南波波黑" panose="02000800000000000000" pitchFamily="2" charset="-122"/>
              </a:rPr>
              <a:t>500</a:t>
            </a:r>
            <a:r>
              <a:rPr lang="zh-CN" altLang="en-US" sz="1400">
                <a:solidFill>
                  <a:srgbClr val="FFC000"/>
                </a:solidFill>
                <a:latin typeface="荆南波波黑" panose="02000800000000000000" pitchFamily="2" charset="-122"/>
                <a:ea typeface="荆南波波黑" panose="02000800000000000000" pitchFamily="2" charset="-122"/>
              </a:rPr>
              <a:t>：服务器发生了不可预期的错误</a:t>
            </a:r>
          </a:p>
        </p:txBody>
      </p:sp>
    </p:spTree>
    <p:extLst>
      <p:ext uri="{BB962C8B-B14F-4D97-AF65-F5344CB8AC3E}">
        <p14:creationId xmlns:p14="http://schemas.microsoft.com/office/powerpoint/2010/main" val="302101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500" fill="hold"/>
                                        <p:tgtEl>
                                          <p:spTgt spid="16"/>
                                        </p:tgtEl>
                                        <p:attrNameLst>
                                          <p:attrName>ppt_w</p:attrName>
                                        </p:attrNameLst>
                                      </p:cBhvr>
                                      <p:tavLst>
                                        <p:tav tm="0">
                                          <p:val>
                                            <p:fltVal val="0"/>
                                          </p:val>
                                        </p:tav>
                                        <p:tav tm="100000">
                                          <p:val>
                                            <p:strVal val="#ppt_w"/>
                                          </p:val>
                                        </p:tav>
                                      </p:tavLst>
                                    </p:anim>
                                    <p:anim calcmode="lin" valueType="num">
                                      <p:cBhvr>
                                        <p:cTn id="18" dur="500" fill="hold"/>
                                        <p:tgtEl>
                                          <p:spTgt spid="16"/>
                                        </p:tgtEl>
                                        <p:attrNameLst>
                                          <p:attrName>ppt_h</p:attrName>
                                        </p:attrNameLst>
                                      </p:cBhvr>
                                      <p:tavLst>
                                        <p:tav tm="0">
                                          <p:val>
                                            <p:fltVal val="0"/>
                                          </p:val>
                                        </p:tav>
                                        <p:tav tm="100000">
                                          <p:val>
                                            <p:strVal val="#ppt_h"/>
                                          </p:val>
                                        </p:tav>
                                      </p:tavLst>
                                    </p:anim>
                                    <p:animEffect transition="in" filter="fade">
                                      <p:cBhvr>
                                        <p:cTn id="19" dur="500"/>
                                        <p:tgtEl>
                                          <p:spTgt spid="16"/>
                                        </p:tgtEl>
                                      </p:cBhvr>
                                    </p:animEffect>
                                  </p:childTnLst>
                                </p:cTn>
                              </p:par>
                            </p:childTnLst>
                          </p:cTn>
                        </p:par>
                        <p:par>
                          <p:cTn id="20" fill="hold">
                            <p:stCondLst>
                              <p:cond delay="500"/>
                            </p:stCondLst>
                            <p:childTnLst>
                              <p:par>
                                <p:cTn id="21" presetID="22" presetClass="entr" presetSubtype="1" fill="hold" nodeType="after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wipe(up)">
                                      <p:cBhvr>
                                        <p:cTn id="23" dur="500"/>
                                        <p:tgtEl>
                                          <p:spTgt spid="18"/>
                                        </p:tgtEl>
                                      </p:cBhvr>
                                    </p:animEffect>
                                  </p:childTnLst>
                                </p:cTn>
                              </p:par>
                            </p:childTnLst>
                          </p:cTn>
                        </p:par>
                        <p:par>
                          <p:cTn id="24" fill="hold">
                            <p:stCondLst>
                              <p:cond delay="1000"/>
                            </p:stCondLst>
                            <p:childTnLst>
                              <p:par>
                                <p:cTn id="25" presetID="14" presetClass="entr" presetSubtype="10"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randombar(horizontal)">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13" grpId="0"/>
      <p:bldP spid="14" grpId="0"/>
      <p:bldP spid="15" grpId="0"/>
      <p:bldP spid="16" grpId="0" animBg="1"/>
      <p:bldP spid="2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74C77-EF2C-2D02-8D61-EA965ED529D6}"/>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29C38C1A-D5AC-E5E3-B4A1-28F094C60D89}"/>
              </a:ext>
            </a:extLst>
          </p:cNvPr>
          <p:cNvSpPr>
            <a:spLocks noGrp="1"/>
          </p:cNvSpPr>
          <p:nvPr>
            <p:ph type="body" sz="quarter" idx="10"/>
          </p:nvPr>
        </p:nvSpPr>
        <p:spPr>
          <a:xfrm>
            <a:off x="3683001" y="1359878"/>
            <a:ext cx="8445500" cy="3962399"/>
          </a:xfrm>
        </p:spPr>
        <p:txBody>
          <a:bodyPr/>
          <a:lstStyle/>
          <a:p>
            <a:pPr marL="342900" indent="-342900">
              <a:buFont typeface="+mj-lt"/>
              <a:buAutoNum type="arabicPeriod"/>
            </a:pPr>
            <a:r>
              <a:rPr lang="en-US" altLang="zh-CN"/>
              <a:t>HTTP</a:t>
            </a:r>
            <a:r>
              <a:rPr lang="zh-CN" altLang="en-US"/>
              <a:t>协议中请求及响应数据的数据格式？</a:t>
            </a:r>
            <a:endParaRPr lang="en-US" altLang="zh-CN"/>
          </a:p>
          <a:p>
            <a:pPr marL="645750" lvl="1" indent="-285750">
              <a:lnSpc>
                <a:spcPct val="150000"/>
              </a:lnSpc>
              <a:spcBef>
                <a:spcPts val="600"/>
              </a:spcBef>
            </a:pPr>
            <a:r>
              <a:rPr lang="zh-CN" altLang="en-US" sz="1400"/>
              <a:t>请求格式：请求行</a:t>
            </a:r>
            <a:r>
              <a:rPr lang="en-US" altLang="zh-CN" sz="1400"/>
              <a:t>(</a:t>
            </a:r>
            <a:r>
              <a:rPr lang="zh-CN" altLang="en-US" sz="1400"/>
              <a:t>请求方式、资源路径</a:t>
            </a:r>
            <a:r>
              <a:rPr lang="en-US" altLang="zh-CN" sz="1400"/>
              <a:t>)</a:t>
            </a:r>
            <a:r>
              <a:rPr lang="zh-CN" altLang="en-US" sz="1400"/>
              <a:t>、请求头</a:t>
            </a:r>
            <a:r>
              <a:rPr lang="en-US" altLang="zh-CN" sz="1400"/>
              <a:t>(key:value)</a:t>
            </a:r>
            <a:r>
              <a:rPr lang="zh-CN" altLang="en-US" sz="1400"/>
              <a:t>、请求体</a:t>
            </a:r>
            <a:r>
              <a:rPr lang="en-US" altLang="zh-CN" sz="1400"/>
              <a:t>(post</a:t>
            </a:r>
            <a:r>
              <a:rPr lang="zh-CN" altLang="en-US" sz="1400"/>
              <a:t>方式</a:t>
            </a:r>
            <a:r>
              <a:rPr lang="en-US" altLang="zh-CN" sz="1400"/>
              <a:t>)</a:t>
            </a:r>
          </a:p>
          <a:p>
            <a:pPr marL="645750" lvl="1" indent="-285750">
              <a:lnSpc>
                <a:spcPct val="150000"/>
              </a:lnSpc>
              <a:spcBef>
                <a:spcPts val="600"/>
              </a:spcBef>
            </a:pPr>
            <a:r>
              <a:rPr lang="zh-CN" altLang="en-US" sz="1400"/>
              <a:t>响应格式：响应行</a:t>
            </a:r>
            <a:r>
              <a:rPr lang="en-US" altLang="zh-CN" sz="1400"/>
              <a:t>(</a:t>
            </a:r>
            <a:r>
              <a:rPr lang="zh-CN" altLang="en-US" sz="1400"/>
              <a:t>状态码</a:t>
            </a:r>
            <a:r>
              <a:rPr lang="en-US" altLang="zh-CN" sz="1400"/>
              <a:t>)</a:t>
            </a:r>
            <a:r>
              <a:rPr lang="zh-CN" altLang="en-US" sz="1400"/>
              <a:t>、响应头</a:t>
            </a:r>
            <a:r>
              <a:rPr lang="en-US" altLang="zh-CN" sz="1400"/>
              <a:t>(key:value)</a:t>
            </a:r>
            <a:r>
              <a:rPr lang="zh-CN" altLang="en-US" sz="1400"/>
              <a:t>、响应体</a:t>
            </a:r>
          </a:p>
        </p:txBody>
      </p:sp>
      <p:sp>
        <p:nvSpPr>
          <p:cNvPr id="3" name="文本框 2">
            <a:extLst>
              <a:ext uri="{FF2B5EF4-FFF2-40B4-BE49-F238E27FC236}">
                <a16:creationId xmlns:a16="http://schemas.microsoft.com/office/drawing/2014/main" id="{8CFB1959-E4E1-9828-0EA8-9F2D4EA75355}"/>
              </a:ext>
            </a:extLst>
          </p:cNvPr>
          <p:cNvSpPr txBox="1"/>
          <p:nvPr/>
        </p:nvSpPr>
        <p:spPr>
          <a:xfrm>
            <a:off x="5858934" y="3852333"/>
            <a:ext cx="691215" cy="2233753"/>
          </a:xfrm>
          <a:prstGeom prst="rect">
            <a:avLst/>
          </a:prstGeom>
          <a:noFill/>
        </p:spPr>
        <p:txBody>
          <a:bodyPr wrap="none" rtlCol="0">
            <a:spAutoFit/>
          </a:bodyPr>
          <a:lstStyle/>
          <a:p>
            <a:pPr>
              <a:lnSpc>
                <a:spcPct val="200000"/>
              </a:lnSpc>
            </a:pPr>
            <a:r>
              <a:rPr lang="en-US" altLang="zh-CN">
                <a:solidFill>
                  <a:srgbClr val="00B050"/>
                </a:solidFill>
                <a:latin typeface="荆南波波黑" panose="02000800000000000000" pitchFamily="2" charset="-122"/>
                <a:ea typeface="荆南波波黑" panose="02000800000000000000" pitchFamily="2" charset="-122"/>
              </a:rPr>
              <a:t>200</a:t>
            </a:r>
          </a:p>
          <a:p>
            <a:pPr>
              <a:lnSpc>
                <a:spcPct val="200000"/>
              </a:lnSpc>
            </a:pPr>
            <a:r>
              <a:rPr lang="en-US" altLang="zh-CN">
                <a:solidFill>
                  <a:srgbClr val="C00000"/>
                </a:solidFill>
                <a:latin typeface="荆南波波黑" panose="02000800000000000000" pitchFamily="2" charset="-122"/>
                <a:ea typeface="荆南波波黑" panose="02000800000000000000" pitchFamily="2" charset="-122"/>
              </a:rPr>
              <a:t>400</a:t>
            </a:r>
          </a:p>
          <a:p>
            <a:pPr>
              <a:lnSpc>
                <a:spcPct val="200000"/>
              </a:lnSpc>
            </a:pPr>
            <a:r>
              <a:rPr lang="en-US" altLang="zh-CN">
                <a:solidFill>
                  <a:srgbClr val="C00000"/>
                </a:solidFill>
                <a:latin typeface="荆南波波黑" panose="02000800000000000000" pitchFamily="2" charset="-122"/>
                <a:ea typeface="荆南波波黑" panose="02000800000000000000" pitchFamily="2" charset="-122"/>
              </a:rPr>
              <a:t>404</a:t>
            </a:r>
          </a:p>
          <a:p>
            <a:pPr>
              <a:lnSpc>
                <a:spcPct val="200000"/>
              </a:lnSpc>
            </a:pPr>
            <a:r>
              <a:rPr lang="en-US" altLang="zh-CN">
                <a:solidFill>
                  <a:srgbClr val="C00000"/>
                </a:solidFill>
                <a:latin typeface="荆南波波黑" panose="02000800000000000000" pitchFamily="2" charset="-122"/>
                <a:ea typeface="荆南波波黑" panose="02000800000000000000" pitchFamily="2" charset="-122"/>
              </a:rPr>
              <a:t>500</a:t>
            </a:r>
            <a:endParaRPr lang="zh-CN" altLang="en-US">
              <a:solidFill>
                <a:srgbClr val="C00000"/>
              </a:solidFill>
              <a:latin typeface="荆南波波黑" panose="02000800000000000000" pitchFamily="2" charset="-122"/>
              <a:ea typeface="荆南波波黑" panose="02000800000000000000" pitchFamily="2" charset="-122"/>
            </a:endParaRPr>
          </a:p>
        </p:txBody>
      </p:sp>
    </p:spTree>
    <p:extLst>
      <p:ext uri="{BB962C8B-B14F-4D97-AF65-F5344CB8AC3E}">
        <p14:creationId xmlns:p14="http://schemas.microsoft.com/office/powerpoint/2010/main" val="73626120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randombar(horizontal)">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75902-43A8-0070-CA0C-C7C1A0837B84}"/>
            </a:ext>
          </a:extLst>
        </p:cNvPr>
        <p:cNvGrpSpPr/>
        <p:nvPr/>
      </p:nvGrpSpPr>
      <p:grpSpPr>
        <a:xfrm>
          <a:off x="0" y="0"/>
          <a:ext cx="0" cy="0"/>
          <a:chOff x="0" y="0"/>
          <a:chExt cx="0" cy="0"/>
        </a:xfrm>
      </p:grpSpPr>
      <p:pic>
        <p:nvPicPr>
          <p:cNvPr id="7" name="图片 6" descr="图片包含 形状&#10;&#10;AI 生成的内容可能不正确。">
            <a:extLst>
              <a:ext uri="{FF2B5EF4-FFF2-40B4-BE49-F238E27FC236}">
                <a16:creationId xmlns:a16="http://schemas.microsoft.com/office/drawing/2014/main" id="{D1B51A8F-4F8B-A725-0359-0B40457E79B3}"/>
              </a:ext>
            </a:extLst>
          </p:cNvPr>
          <p:cNvPicPr>
            <a:picLocks noChangeAspect="1"/>
          </p:cNvPicPr>
          <p:nvPr/>
        </p:nvPicPr>
        <p:blipFill>
          <a:blip r:embed="rId2"/>
          <a:stretch>
            <a:fillRect/>
          </a:stretch>
        </p:blipFill>
        <p:spPr>
          <a:xfrm>
            <a:off x="0" y="0"/>
            <a:ext cx="946199" cy="990651"/>
          </a:xfrm>
          <a:prstGeom prst="rect">
            <a:avLst/>
          </a:prstGeom>
        </p:spPr>
      </p:pic>
      <p:cxnSp>
        <p:nvCxnSpPr>
          <p:cNvPr id="8" name="直接箭头连接符 7">
            <a:extLst>
              <a:ext uri="{FF2B5EF4-FFF2-40B4-BE49-F238E27FC236}">
                <a16:creationId xmlns:a16="http://schemas.microsoft.com/office/drawing/2014/main" id="{3FE4DDE8-5C67-7340-1B46-C6727B095DF1}"/>
              </a:ext>
            </a:extLst>
          </p:cNvPr>
          <p:cNvCxnSpPr>
            <a:cxnSpLocks/>
          </p:cNvCxnSpPr>
          <p:nvPr/>
        </p:nvCxnSpPr>
        <p:spPr>
          <a:xfrm>
            <a:off x="3419058" y="3051313"/>
            <a:ext cx="4472612" cy="0"/>
          </a:xfrm>
          <a:prstGeom prst="straightConnector1">
            <a:avLst/>
          </a:prstGeom>
          <a:ln w="19050">
            <a:solidFill>
              <a:schemeClr val="tx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08DFF7EC-217E-BB91-E6EE-D8BF376D1347}"/>
              </a:ext>
            </a:extLst>
          </p:cNvPr>
          <p:cNvCxnSpPr>
            <a:cxnSpLocks/>
          </p:cNvCxnSpPr>
          <p:nvPr/>
        </p:nvCxnSpPr>
        <p:spPr>
          <a:xfrm flipH="1">
            <a:off x="3419058" y="3429000"/>
            <a:ext cx="4472612" cy="0"/>
          </a:xfrm>
          <a:prstGeom prst="straightConnector1">
            <a:avLst/>
          </a:prstGeom>
          <a:ln w="19050">
            <a:solidFill>
              <a:schemeClr val="tx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99E71D3C-3FB2-7DD0-E145-9076547011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1098" y="2630899"/>
            <a:ext cx="1561193" cy="1561193"/>
          </a:xfrm>
          <a:prstGeom prst="rect">
            <a:avLst/>
          </a:prstGeom>
        </p:spPr>
      </p:pic>
      <p:grpSp>
        <p:nvGrpSpPr>
          <p:cNvPr id="16" name="组合 15">
            <a:extLst>
              <a:ext uri="{FF2B5EF4-FFF2-40B4-BE49-F238E27FC236}">
                <a16:creationId xmlns:a16="http://schemas.microsoft.com/office/drawing/2014/main" id="{22BF5F0E-4958-8266-F346-986E7AADF284}"/>
              </a:ext>
            </a:extLst>
          </p:cNvPr>
          <p:cNvGrpSpPr/>
          <p:nvPr/>
        </p:nvGrpSpPr>
        <p:grpSpPr>
          <a:xfrm>
            <a:off x="8291539" y="2465366"/>
            <a:ext cx="1977822" cy="1687880"/>
            <a:chOff x="7628933" y="2544462"/>
            <a:chExt cx="1977822" cy="1687880"/>
          </a:xfrm>
        </p:grpSpPr>
        <p:pic>
          <p:nvPicPr>
            <p:cNvPr id="14" name="图片 13">
              <a:extLst>
                <a:ext uri="{FF2B5EF4-FFF2-40B4-BE49-F238E27FC236}">
                  <a16:creationId xmlns:a16="http://schemas.microsoft.com/office/drawing/2014/main" id="{36EE1915-D9EE-7CB3-117A-73893B5C3D66}"/>
                </a:ext>
              </a:extLst>
            </p:cNvPr>
            <p:cNvPicPr>
              <a:picLocks noChangeAspect="1"/>
            </p:cNvPicPr>
            <p:nvPr/>
          </p:nvPicPr>
          <p:blipFill>
            <a:blip r:embed="rId4"/>
            <a:stretch>
              <a:fillRect/>
            </a:stretch>
          </p:blipFill>
          <p:spPr>
            <a:xfrm>
              <a:off x="7628933" y="2544462"/>
              <a:ext cx="1977822" cy="1318548"/>
            </a:xfrm>
            <a:prstGeom prst="rect">
              <a:avLst/>
            </a:prstGeom>
          </p:spPr>
        </p:pic>
        <p:sp>
          <p:nvSpPr>
            <p:cNvPr id="15" name="文本框 14">
              <a:extLst>
                <a:ext uri="{FF2B5EF4-FFF2-40B4-BE49-F238E27FC236}">
                  <a16:creationId xmlns:a16="http://schemas.microsoft.com/office/drawing/2014/main" id="{A8CEE36B-D1BC-4397-EB1B-2307BF036772}"/>
                </a:ext>
              </a:extLst>
            </p:cNvPr>
            <p:cNvSpPr txBox="1"/>
            <p:nvPr/>
          </p:nvSpPr>
          <p:spPr>
            <a:xfrm>
              <a:off x="7938532" y="3863010"/>
              <a:ext cx="1358623" cy="369332"/>
            </a:xfrm>
            <a:prstGeom prst="rect">
              <a:avLst/>
            </a:prstGeom>
            <a:noFill/>
          </p:spPr>
          <p:txBody>
            <a:bodyPr wrap="square" rtlCol="0">
              <a:spAutoFit/>
            </a:bodyPr>
            <a:lstStyle/>
            <a:p>
              <a:r>
                <a:rPr lang="en-US" altLang="zh-CN" b="1">
                  <a:solidFill>
                    <a:srgbClr val="4970FD"/>
                  </a:solidFill>
                </a:rPr>
                <a:t>DeepSeek</a:t>
              </a:r>
              <a:endParaRPr lang="zh-CN" altLang="en-US" b="1">
                <a:solidFill>
                  <a:srgbClr val="4970FD"/>
                </a:solidFill>
              </a:endParaRPr>
            </a:p>
          </p:txBody>
        </p:sp>
      </p:grpSp>
      <p:sp>
        <p:nvSpPr>
          <p:cNvPr id="17" name="文本框 16">
            <a:extLst>
              <a:ext uri="{FF2B5EF4-FFF2-40B4-BE49-F238E27FC236}">
                <a16:creationId xmlns:a16="http://schemas.microsoft.com/office/drawing/2014/main" id="{CF50AAA1-7EB0-98B1-04B1-F8EA439C07EC}"/>
              </a:ext>
            </a:extLst>
          </p:cNvPr>
          <p:cNvSpPr txBox="1"/>
          <p:nvPr/>
        </p:nvSpPr>
        <p:spPr>
          <a:xfrm>
            <a:off x="8803395" y="4336004"/>
            <a:ext cx="954107" cy="400110"/>
          </a:xfrm>
          <a:prstGeom prst="rect">
            <a:avLst/>
          </a:prstGeom>
          <a:noFill/>
        </p:spPr>
        <p:txBody>
          <a:bodyPr wrap="none" rtlCol="0">
            <a:spAutoFit/>
          </a:bodyPr>
          <a:lstStyle/>
          <a:p>
            <a:r>
              <a:rPr lang="zh-CN" altLang="en-US" sz="2000">
                <a:solidFill>
                  <a:srgbClr val="C00000"/>
                </a:solidFill>
                <a:latin typeface="荆南波波黑" panose="02000800000000000000" pitchFamily="2" charset="-122"/>
                <a:ea typeface="荆南波波黑" panose="02000800000000000000" pitchFamily="2" charset="-122"/>
              </a:rPr>
              <a:t>服务端</a:t>
            </a:r>
          </a:p>
        </p:txBody>
      </p:sp>
      <p:sp>
        <p:nvSpPr>
          <p:cNvPr id="18" name="文本框 17">
            <a:extLst>
              <a:ext uri="{FF2B5EF4-FFF2-40B4-BE49-F238E27FC236}">
                <a16:creationId xmlns:a16="http://schemas.microsoft.com/office/drawing/2014/main" id="{3E393860-F80D-ED32-4EBE-EBDF44A4FA65}"/>
              </a:ext>
            </a:extLst>
          </p:cNvPr>
          <p:cNvSpPr txBox="1"/>
          <p:nvPr/>
        </p:nvSpPr>
        <p:spPr>
          <a:xfrm>
            <a:off x="1644640" y="4320208"/>
            <a:ext cx="954107" cy="400110"/>
          </a:xfrm>
          <a:prstGeom prst="rect">
            <a:avLst/>
          </a:prstGeom>
          <a:noFill/>
        </p:spPr>
        <p:txBody>
          <a:bodyPr wrap="none" rtlCol="0">
            <a:spAutoFit/>
          </a:bodyPr>
          <a:lstStyle/>
          <a:p>
            <a:r>
              <a:rPr lang="zh-CN" altLang="en-US" sz="2000">
                <a:solidFill>
                  <a:srgbClr val="C00000"/>
                </a:solidFill>
                <a:latin typeface="荆南波波黑" panose="02000800000000000000" pitchFamily="2" charset="-122"/>
                <a:ea typeface="荆南波波黑" panose="02000800000000000000" pitchFamily="2" charset="-122"/>
              </a:rPr>
              <a:t>客户端</a:t>
            </a:r>
          </a:p>
        </p:txBody>
      </p:sp>
      <p:sp>
        <p:nvSpPr>
          <p:cNvPr id="21" name="文本框 20">
            <a:extLst>
              <a:ext uri="{FF2B5EF4-FFF2-40B4-BE49-F238E27FC236}">
                <a16:creationId xmlns:a16="http://schemas.microsoft.com/office/drawing/2014/main" id="{C65C816D-6256-8AD9-8274-AC28C7B12A00}"/>
              </a:ext>
            </a:extLst>
          </p:cNvPr>
          <p:cNvSpPr txBox="1"/>
          <p:nvPr/>
        </p:nvSpPr>
        <p:spPr>
          <a:xfrm>
            <a:off x="4626233" y="3059668"/>
            <a:ext cx="2316660" cy="369332"/>
          </a:xfrm>
          <a:prstGeom prst="rect">
            <a:avLst/>
          </a:prstGeom>
          <a:noFill/>
        </p:spPr>
        <p:txBody>
          <a:bodyPr wrap="none" rtlCol="0">
            <a:spAutoFit/>
          </a:bodyPr>
          <a:lstStyle/>
          <a:p>
            <a:r>
              <a:rPr lang="zh-CN" altLang="en-US">
                <a:solidFill>
                  <a:srgbClr val="C00000"/>
                </a:solidFill>
                <a:latin typeface="荆南波波黑" panose="02000800000000000000" pitchFamily="2" charset="-122"/>
                <a:ea typeface="荆南波波黑" panose="02000800000000000000" pitchFamily="2" charset="-122"/>
              </a:rPr>
              <a:t>网络</a:t>
            </a:r>
            <a:r>
              <a:rPr lang="en-US" altLang="zh-CN" sz="1200">
                <a:solidFill>
                  <a:srgbClr val="C00000"/>
                </a:solidFill>
                <a:latin typeface="荆南波波黑" panose="02000800000000000000" pitchFamily="2" charset="-122"/>
                <a:ea typeface="荆南波波黑" panose="02000800000000000000" pitchFamily="2" charset="-122"/>
              </a:rPr>
              <a:t>(</a:t>
            </a:r>
            <a:r>
              <a:rPr lang="zh-CN" altLang="en-US" sz="1200">
                <a:solidFill>
                  <a:srgbClr val="C00000"/>
                </a:solidFill>
                <a:latin typeface="荆南波波黑" panose="02000800000000000000" pitchFamily="2" charset="-122"/>
                <a:ea typeface="荆南波波黑" panose="02000800000000000000" pitchFamily="2" charset="-122"/>
              </a:rPr>
              <a:t>协议、</a:t>
            </a:r>
            <a:r>
              <a:rPr lang="en-US" altLang="zh-CN" sz="1200">
                <a:solidFill>
                  <a:srgbClr val="C00000"/>
                </a:solidFill>
                <a:latin typeface="荆南波波黑" panose="02000800000000000000" pitchFamily="2" charset="-122"/>
                <a:ea typeface="荆南波波黑" panose="02000800000000000000" pitchFamily="2" charset="-122"/>
              </a:rPr>
              <a:t>IP/</a:t>
            </a:r>
            <a:r>
              <a:rPr lang="zh-CN" altLang="en-US" sz="1200">
                <a:solidFill>
                  <a:srgbClr val="C00000"/>
                </a:solidFill>
                <a:latin typeface="荆南波波黑" panose="02000800000000000000" pitchFamily="2" charset="-122"/>
                <a:ea typeface="荆南波波黑" panose="02000800000000000000" pitchFamily="2" charset="-122"/>
              </a:rPr>
              <a:t>域名、端口</a:t>
            </a:r>
            <a:r>
              <a:rPr lang="en-US" altLang="zh-CN" sz="1200">
                <a:solidFill>
                  <a:srgbClr val="C00000"/>
                </a:solidFill>
                <a:latin typeface="荆南波波黑" panose="02000800000000000000" pitchFamily="2" charset="-122"/>
                <a:ea typeface="荆南波波黑" panose="02000800000000000000" pitchFamily="2" charset="-122"/>
              </a:rPr>
              <a:t>)</a:t>
            </a:r>
            <a:endParaRPr lang="zh-CN" altLang="en-US">
              <a:solidFill>
                <a:srgbClr val="C00000"/>
              </a:solidFill>
              <a:latin typeface="荆南波波黑" panose="02000800000000000000" pitchFamily="2" charset="-122"/>
              <a:ea typeface="荆南波波黑" panose="02000800000000000000" pitchFamily="2" charset="-122"/>
            </a:endParaRPr>
          </a:p>
        </p:txBody>
      </p:sp>
    </p:spTree>
    <p:extLst>
      <p:ext uri="{BB962C8B-B14F-4D97-AF65-F5344CB8AC3E}">
        <p14:creationId xmlns:p14="http://schemas.microsoft.com/office/powerpoint/2010/main" val="1804821082"/>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FAE93-1331-B871-0BA2-53CDF6A44E3B}"/>
            </a:ext>
          </a:extLst>
        </p:cNvPr>
        <p:cNvGrpSpPr/>
        <p:nvPr/>
      </p:nvGrpSpPr>
      <p:grpSpPr>
        <a:xfrm>
          <a:off x="0" y="0"/>
          <a:ext cx="0" cy="0"/>
          <a:chOff x="0" y="0"/>
          <a:chExt cx="0" cy="0"/>
        </a:xfrm>
      </p:grpSpPr>
      <p:sp>
        <p:nvSpPr>
          <p:cNvPr id="4" name="!!文本框 9">
            <a:extLst>
              <a:ext uri="{FF2B5EF4-FFF2-40B4-BE49-F238E27FC236}">
                <a16:creationId xmlns:a16="http://schemas.microsoft.com/office/drawing/2014/main" id="{9C75B138-4B89-FD8E-51A4-266D55A9671C}"/>
              </a:ext>
            </a:extLst>
          </p:cNvPr>
          <p:cNvSpPr>
            <a:spLocks noGrp="1"/>
          </p:cNvSpPr>
          <p:nvPr>
            <p:ph type="body" sz="quarter" idx="11"/>
          </p:nvPr>
        </p:nvSpPr>
        <p:spPr/>
        <p:txBody>
          <a:bodyPr/>
          <a:lstStyle/>
          <a:p>
            <a:r>
              <a:rPr lang="en-US" altLang="zh-CN"/>
              <a:t>AI</a:t>
            </a:r>
            <a:r>
              <a:rPr lang="zh-CN" altLang="en-US"/>
              <a:t>应用</a:t>
            </a:r>
            <a:r>
              <a:rPr lang="en-US" altLang="zh-CN"/>
              <a:t>-</a:t>
            </a:r>
            <a:r>
              <a:rPr lang="zh-CN" altLang="en-US"/>
              <a:t>基础</a:t>
            </a:r>
          </a:p>
        </p:txBody>
      </p:sp>
      <p:sp>
        <p:nvSpPr>
          <p:cNvPr id="3" name="文本占位符 2">
            <a:extLst>
              <a:ext uri="{FF2B5EF4-FFF2-40B4-BE49-F238E27FC236}">
                <a16:creationId xmlns:a16="http://schemas.microsoft.com/office/drawing/2014/main" id="{D7FBEC9F-5EDD-8729-8848-AFE3953A5EED}"/>
              </a:ext>
            </a:extLst>
          </p:cNvPr>
          <p:cNvSpPr>
            <a:spLocks noGrp="1"/>
          </p:cNvSpPr>
          <p:nvPr>
            <p:ph type="body" sz="quarter" idx="10"/>
          </p:nvPr>
        </p:nvSpPr>
        <p:spPr>
          <a:xfrm>
            <a:off x="6351439" y="2924827"/>
            <a:ext cx="3692525" cy="3853660"/>
          </a:xfrm>
        </p:spPr>
        <p:txBody>
          <a:bodyPr/>
          <a:lstStyle/>
          <a:p>
            <a:r>
              <a:rPr lang="zh-CN" altLang="en-US"/>
              <a:t>初识</a:t>
            </a:r>
            <a:r>
              <a:rPr lang="en-US" altLang="zh-CN"/>
              <a:t>AI</a:t>
            </a:r>
          </a:p>
          <a:p>
            <a:r>
              <a:rPr lang="zh-CN" altLang="en-US">
                <a:solidFill>
                  <a:schemeClr val="tx1">
                    <a:lumMod val="75000"/>
                  </a:schemeClr>
                </a:solidFill>
              </a:rPr>
              <a:t>大模型部署</a:t>
            </a:r>
            <a:endParaRPr lang="en-US" altLang="zh-CN">
              <a:solidFill>
                <a:schemeClr val="tx1">
                  <a:lumMod val="75000"/>
                </a:schemeClr>
              </a:solidFill>
            </a:endParaRPr>
          </a:p>
          <a:p>
            <a:r>
              <a:rPr lang="zh-CN" altLang="en-US">
                <a:solidFill>
                  <a:srgbClr val="C00000"/>
                </a:solidFill>
              </a:rPr>
              <a:t>大模型调用</a:t>
            </a:r>
            <a:endParaRPr lang="en-US" altLang="zh-CN">
              <a:solidFill>
                <a:srgbClr val="C00000"/>
              </a:solidFill>
            </a:endParaRPr>
          </a:p>
          <a:p>
            <a:pPr lvl="1">
              <a:lnSpc>
                <a:spcPct val="150000"/>
              </a:lnSpc>
              <a:spcBef>
                <a:spcPts val="600"/>
              </a:spcBef>
            </a:pPr>
            <a:r>
              <a:rPr lang="zh-CN" altLang="en-US" sz="1600">
                <a:solidFill>
                  <a:schemeClr val="tx1">
                    <a:lumMod val="75000"/>
                  </a:schemeClr>
                </a:solidFill>
              </a:rPr>
              <a:t>网络基础知识</a:t>
            </a:r>
            <a:endParaRPr lang="en-US" altLang="zh-CN" sz="1600">
              <a:solidFill>
                <a:schemeClr val="tx1">
                  <a:lumMod val="75000"/>
                </a:schemeClr>
              </a:solidFill>
            </a:endParaRPr>
          </a:p>
          <a:p>
            <a:pPr lvl="1">
              <a:lnSpc>
                <a:spcPct val="150000"/>
              </a:lnSpc>
              <a:spcBef>
                <a:spcPts val="600"/>
              </a:spcBef>
            </a:pPr>
            <a:r>
              <a:rPr lang="en-US" altLang="zh-CN" sz="1600">
                <a:solidFill>
                  <a:srgbClr val="C00000"/>
                </a:solidFill>
              </a:rPr>
              <a:t>Apifox</a:t>
            </a:r>
            <a:r>
              <a:rPr lang="zh-CN" altLang="en-US" sz="1600">
                <a:solidFill>
                  <a:srgbClr val="C00000"/>
                </a:solidFill>
              </a:rPr>
              <a:t>测试</a:t>
            </a:r>
            <a:endParaRPr lang="en-US" altLang="zh-CN" sz="1600">
              <a:solidFill>
                <a:srgbClr val="C00000"/>
              </a:solidFill>
            </a:endParaRPr>
          </a:p>
          <a:p>
            <a:pPr lvl="1">
              <a:lnSpc>
                <a:spcPct val="150000"/>
              </a:lnSpc>
              <a:spcBef>
                <a:spcPts val="600"/>
              </a:spcBef>
            </a:pPr>
            <a:r>
              <a:rPr lang="zh-CN" altLang="en-US" sz="1600">
                <a:solidFill>
                  <a:schemeClr val="tx1">
                    <a:lumMod val="75000"/>
                  </a:schemeClr>
                </a:solidFill>
              </a:rPr>
              <a:t>代码调用测试</a:t>
            </a:r>
            <a:endParaRPr lang="en-US" altLang="zh-CN" sz="1600">
              <a:solidFill>
                <a:schemeClr val="tx1">
                  <a:lumMod val="75000"/>
                </a:schemeClr>
              </a:solidFill>
            </a:endParaRPr>
          </a:p>
          <a:p>
            <a:r>
              <a:rPr lang="zh-CN" altLang="en-US"/>
              <a:t>提示词工程</a:t>
            </a:r>
          </a:p>
        </p:txBody>
      </p:sp>
      <p:sp>
        <p:nvSpPr>
          <p:cNvPr id="5" name="文本占位符 4">
            <a:extLst>
              <a:ext uri="{FF2B5EF4-FFF2-40B4-BE49-F238E27FC236}">
                <a16:creationId xmlns:a16="http://schemas.microsoft.com/office/drawing/2014/main" id="{9DB6EC7C-8555-6156-E96E-20C87085C278}"/>
              </a:ext>
            </a:extLst>
          </p:cNvPr>
          <p:cNvSpPr>
            <a:spLocks noGrp="1"/>
          </p:cNvSpPr>
          <p:nvPr>
            <p:ph type="body" sz="quarter" idx="14"/>
          </p:nvPr>
        </p:nvSpPr>
        <p:spPr/>
        <p:txBody>
          <a:bodyPr/>
          <a:lstStyle/>
          <a:p>
            <a:r>
              <a:rPr lang="en-US" altLang="zh-CN"/>
              <a:t>1</a:t>
            </a:r>
            <a:endParaRPr lang="zh-CN" altLang="en-US"/>
          </a:p>
        </p:txBody>
      </p:sp>
    </p:spTree>
    <p:extLst>
      <p:ext uri="{BB962C8B-B14F-4D97-AF65-F5344CB8AC3E}">
        <p14:creationId xmlns:p14="http://schemas.microsoft.com/office/powerpoint/2010/main" val="27811670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50C36-6BA4-FEAD-0B67-24697C15E60D}"/>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BBCBAAF0-06B9-5D6E-420F-B9498E83BE60}"/>
              </a:ext>
            </a:extLst>
          </p:cNvPr>
          <p:cNvSpPr>
            <a:spLocks noGrp="1"/>
          </p:cNvSpPr>
          <p:nvPr>
            <p:ph idx="1"/>
          </p:nvPr>
        </p:nvSpPr>
        <p:spPr>
          <a:xfrm>
            <a:off x="576197" y="956241"/>
            <a:ext cx="11060481" cy="474415"/>
          </a:xfrm>
        </p:spPr>
        <p:txBody>
          <a:bodyPr/>
          <a:lstStyle/>
          <a:p>
            <a:pPr marL="285750" indent="-285750">
              <a:buFont typeface="Wingdings" panose="05000000000000000000" pitchFamily="2" charset="2"/>
              <a:buChar char="l"/>
            </a:pPr>
            <a:r>
              <a:rPr lang="en-US" altLang="zh-CN"/>
              <a:t>Apifox</a:t>
            </a:r>
            <a:r>
              <a:rPr lang="zh-CN" altLang="en-US"/>
              <a:t>是一款</a:t>
            </a:r>
            <a:r>
              <a:rPr lang="en-US" altLang="zh-CN"/>
              <a:t>API</a:t>
            </a:r>
            <a:r>
              <a:rPr lang="zh-CN" altLang="en-US"/>
              <a:t>设计、开发、测试的一体化协作平台，是项目开发中进行</a:t>
            </a:r>
            <a:r>
              <a:rPr lang="en-US" altLang="zh-CN"/>
              <a:t>API</a:t>
            </a:r>
            <a:r>
              <a:rPr lang="zh-CN" altLang="en-US"/>
              <a:t>接口测试的神器。</a:t>
            </a:r>
          </a:p>
        </p:txBody>
      </p:sp>
      <p:sp>
        <p:nvSpPr>
          <p:cNvPr id="5" name="标题 4">
            <a:extLst>
              <a:ext uri="{FF2B5EF4-FFF2-40B4-BE49-F238E27FC236}">
                <a16:creationId xmlns:a16="http://schemas.microsoft.com/office/drawing/2014/main" id="{83CE1E33-BE21-DAED-7702-55B3FB6A270D}"/>
              </a:ext>
            </a:extLst>
          </p:cNvPr>
          <p:cNvSpPr>
            <a:spLocks noGrp="1"/>
          </p:cNvSpPr>
          <p:nvPr>
            <p:ph type="title"/>
          </p:nvPr>
        </p:nvSpPr>
        <p:spPr/>
        <p:txBody>
          <a:bodyPr/>
          <a:lstStyle/>
          <a:p>
            <a:r>
              <a:rPr lang="en-US" altLang="zh-CN"/>
              <a:t>Apifox</a:t>
            </a:r>
            <a:endParaRPr lang="zh-CN" altLang="en-US"/>
          </a:p>
        </p:txBody>
      </p:sp>
      <p:pic>
        <p:nvPicPr>
          <p:cNvPr id="3" name="图片 2" descr="图形用户界面, 应用程序&#10;&#10;AI 生成的内容可能不正确。">
            <a:extLst>
              <a:ext uri="{FF2B5EF4-FFF2-40B4-BE49-F238E27FC236}">
                <a16:creationId xmlns:a16="http://schemas.microsoft.com/office/drawing/2014/main" id="{6414F052-5B66-4299-FF77-33116C685DC3}"/>
              </a:ext>
            </a:extLst>
          </p:cNvPr>
          <p:cNvPicPr>
            <a:picLocks noChangeAspect="1"/>
          </p:cNvPicPr>
          <p:nvPr/>
        </p:nvPicPr>
        <p:blipFill>
          <a:blip r:embed="rId2"/>
          <a:stretch>
            <a:fillRect/>
          </a:stretch>
        </p:blipFill>
        <p:spPr>
          <a:xfrm>
            <a:off x="1006616" y="1525283"/>
            <a:ext cx="10199641" cy="5167617"/>
          </a:xfrm>
          <a:prstGeom prst="rect">
            <a:avLst/>
          </a:prstGeom>
          <a:ln w="3175">
            <a:solidFill>
              <a:schemeClr val="bg1">
                <a:lumMod val="85000"/>
              </a:schemeClr>
            </a:solidFill>
          </a:ln>
        </p:spPr>
      </p:pic>
    </p:spTree>
    <p:extLst>
      <p:ext uri="{BB962C8B-B14F-4D97-AF65-F5344CB8AC3E}">
        <p14:creationId xmlns:p14="http://schemas.microsoft.com/office/powerpoint/2010/main" val="29198705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77E61-33E6-CF69-1CFA-9C538FD8E3DA}"/>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4484BCA7-6DF9-92FB-8C4B-C932C3A307B0}"/>
              </a:ext>
            </a:extLst>
          </p:cNvPr>
          <p:cNvSpPr>
            <a:spLocks noGrp="1"/>
          </p:cNvSpPr>
          <p:nvPr>
            <p:ph type="title"/>
          </p:nvPr>
        </p:nvSpPr>
        <p:spPr/>
        <p:txBody>
          <a:bodyPr/>
          <a:lstStyle/>
          <a:p>
            <a:r>
              <a:rPr lang="en-US" altLang="zh-CN"/>
              <a:t>Apifox</a:t>
            </a:r>
            <a:r>
              <a:rPr lang="zh-CN" altLang="en-US"/>
              <a:t>调用</a:t>
            </a:r>
            <a:r>
              <a:rPr lang="en-US" altLang="zh-CN"/>
              <a:t>DeepSeek</a:t>
            </a:r>
            <a:endParaRPr lang="zh-CN" altLang="en-US"/>
          </a:p>
        </p:txBody>
      </p:sp>
      <p:pic>
        <p:nvPicPr>
          <p:cNvPr id="3" name="图片 2" descr="图形用户界面, 文本, 应用程序, 电子邮件&#10;&#10;AI 生成的内容可能不正确。">
            <a:extLst>
              <a:ext uri="{FF2B5EF4-FFF2-40B4-BE49-F238E27FC236}">
                <a16:creationId xmlns:a16="http://schemas.microsoft.com/office/drawing/2014/main" id="{F1C815A1-9E46-C2A9-9644-FA88CF2D7927}"/>
              </a:ext>
            </a:extLst>
          </p:cNvPr>
          <p:cNvPicPr>
            <a:picLocks noChangeAspect="1"/>
          </p:cNvPicPr>
          <p:nvPr/>
        </p:nvPicPr>
        <p:blipFill>
          <a:blip r:embed="rId2"/>
          <a:stretch>
            <a:fillRect/>
          </a:stretch>
        </p:blipFill>
        <p:spPr>
          <a:xfrm>
            <a:off x="647700" y="1025705"/>
            <a:ext cx="11277062" cy="5495896"/>
          </a:xfrm>
          <a:prstGeom prst="roundRect">
            <a:avLst>
              <a:gd name="adj" fmla="val 1069"/>
            </a:avLst>
          </a:prstGeom>
          <a:ln w="3175">
            <a:solidFill>
              <a:schemeClr val="bg1">
                <a:lumMod val="75000"/>
              </a:schemeClr>
            </a:solidFill>
          </a:ln>
        </p:spPr>
      </p:pic>
      <p:cxnSp>
        <p:nvCxnSpPr>
          <p:cNvPr id="8" name="直接连接符 7">
            <a:extLst>
              <a:ext uri="{FF2B5EF4-FFF2-40B4-BE49-F238E27FC236}">
                <a16:creationId xmlns:a16="http://schemas.microsoft.com/office/drawing/2014/main" id="{8B7BA552-5B0C-B8E0-0526-6D47582B9C09}"/>
              </a:ext>
            </a:extLst>
          </p:cNvPr>
          <p:cNvCxnSpPr>
            <a:cxnSpLocks/>
          </p:cNvCxnSpPr>
          <p:nvPr/>
        </p:nvCxnSpPr>
        <p:spPr>
          <a:xfrm>
            <a:off x="3937000" y="5270500"/>
            <a:ext cx="1885950"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F543CAF8-3AAD-44CF-7BBF-1EE3B9AA08B8}"/>
              </a:ext>
            </a:extLst>
          </p:cNvPr>
          <p:cNvCxnSpPr/>
          <p:nvPr/>
        </p:nvCxnSpPr>
        <p:spPr>
          <a:xfrm flipV="1">
            <a:off x="5819775" y="4819650"/>
            <a:ext cx="0" cy="450850"/>
          </a:xfrm>
          <a:prstGeom prst="straightConnector1">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A712674A-5ED4-0FAE-1858-C40F737C03F3}"/>
              </a:ext>
            </a:extLst>
          </p:cNvPr>
          <p:cNvSpPr txBox="1"/>
          <p:nvPr/>
        </p:nvSpPr>
        <p:spPr>
          <a:xfrm>
            <a:off x="5402373" y="4573705"/>
            <a:ext cx="764953" cy="276999"/>
          </a:xfrm>
          <a:prstGeom prst="rect">
            <a:avLst/>
          </a:prstGeom>
          <a:noFill/>
        </p:spPr>
        <p:txBody>
          <a:bodyPr wrap="none" rtlCol="0">
            <a:spAutoFit/>
          </a:bodyPr>
          <a:lstStyle/>
          <a:p>
            <a:r>
              <a:rPr lang="en-US" altLang="zh-CN" sz="1200">
                <a:solidFill>
                  <a:srgbClr val="C00000"/>
                </a:solidFill>
              </a:rPr>
              <a:t>url</a:t>
            </a:r>
            <a:r>
              <a:rPr lang="zh-CN" altLang="en-US" sz="1200">
                <a:solidFill>
                  <a:srgbClr val="C00000"/>
                </a:solidFill>
              </a:rPr>
              <a:t>地址</a:t>
            </a:r>
          </a:p>
        </p:txBody>
      </p:sp>
      <p:cxnSp>
        <p:nvCxnSpPr>
          <p:cNvPr id="13" name="直接连接符 12">
            <a:extLst>
              <a:ext uri="{FF2B5EF4-FFF2-40B4-BE49-F238E27FC236}">
                <a16:creationId xmlns:a16="http://schemas.microsoft.com/office/drawing/2014/main" id="{6F4D25F4-F267-2179-F3EF-930ECA45AC8F}"/>
              </a:ext>
            </a:extLst>
          </p:cNvPr>
          <p:cNvCxnSpPr>
            <a:cxnSpLocks/>
          </p:cNvCxnSpPr>
          <p:nvPr/>
        </p:nvCxnSpPr>
        <p:spPr>
          <a:xfrm>
            <a:off x="3981450" y="5395910"/>
            <a:ext cx="1365250"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EF74ED71-6D33-CD8A-81C1-D292459FC66C}"/>
              </a:ext>
            </a:extLst>
          </p:cNvPr>
          <p:cNvCxnSpPr>
            <a:cxnSpLocks/>
          </p:cNvCxnSpPr>
          <p:nvPr/>
        </p:nvCxnSpPr>
        <p:spPr>
          <a:xfrm>
            <a:off x="3981450" y="5505446"/>
            <a:ext cx="1838325" cy="0"/>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17" name="矩形: 圆角 16">
            <a:extLst>
              <a:ext uri="{FF2B5EF4-FFF2-40B4-BE49-F238E27FC236}">
                <a16:creationId xmlns:a16="http://schemas.microsoft.com/office/drawing/2014/main" id="{F893493A-FAEB-5A7C-7018-4727C4AE8826}"/>
              </a:ext>
            </a:extLst>
          </p:cNvPr>
          <p:cNvSpPr/>
          <p:nvPr/>
        </p:nvSpPr>
        <p:spPr>
          <a:xfrm>
            <a:off x="3983037" y="5530850"/>
            <a:ext cx="2973387" cy="943287"/>
          </a:xfrm>
          <a:prstGeom prst="roundRect">
            <a:avLst>
              <a:gd name="adj" fmla="val 1697"/>
            </a:avLst>
          </a:prstGeom>
          <a:solidFill>
            <a:srgbClr val="C00000">
              <a:alpha val="10196"/>
            </a:srgbClr>
          </a:solidFill>
          <a:ln w="63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箭头连接符 17">
            <a:extLst>
              <a:ext uri="{FF2B5EF4-FFF2-40B4-BE49-F238E27FC236}">
                <a16:creationId xmlns:a16="http://schemas.microsoft.com/office/drawing/2014/main" id="{875DB44F-8EA8-1D62-14E2-FDFC9C1BD0EC}"/>
              </a:ext>
            </a:extLst>
          </p:cNvPr>
          <p:cNvCxnSpPr>
            <a:cxnSpLocks/>
            <a:stCxn id="17" idx="3"/>
          </p:cNvCxnSpPr>
          <p:nvPr/>
        </p:nvCxnSpPr>
        <p:spPr>
          <a:xfrm>
            <a:off x="6956424" y="6002494"/>
            <a:ext cx="528109" cy="0"/>
          </a:xfrm>
          <a:prstGeom prst="straightConnector1">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4489D47B-8CC7-A0AC-4170-01D0C185DBDF}"/>
              </a:ext>
            </a:extLst>
          </p:cNvPr>
          <p:cNvSpPr txBox="1"/>
          <p:nvPr/>
        </p:nvSpPr>
        <p:spPr>
          <a:xfrm>
            <a:off x="7484533" y="5863993"/>
            <a:ext cx="1495922" cy="276999"/>
          </a:xfrm>
          <a:prstGeom prst="rect">
            <a:avLst/>
          </a:prstGeom>
          <a:noFill/>
        </p:spPr>
        <p:txBody>
          <a:bodyPr wrap="none" rtlCol="0">
            <a:spAutoFit/>
          </a:bodyPr>
          <a:lstStyle/>
          <a:p>
            <a:r>
              <a:rPr lang="zh-CN" altLang="en-US" sz="1200">
                <a:solidFill>
                  <a:srgbClr val="C00000"/>
                </a:solidFill>
              </a:rPr>
              <a:t>请求体</a:t>
            </a:r>
            <a:r>
              <a:rPr lang="en-US" altLang="zh-CN" sz="1200">
                <a:solidFill>
                  <a:srgbClr val="C00000"/>
                </a:solidFill>
              </a:rPr>
              <a:t>(json</a:t>
            </a:r>
            <a:r>
              <a:rPr lang="zh-CN" altLang="en-US" sz="1200">
                <a:solidFill>
                  <a:srgbClr val="C00000"/>
                </a:solidFill>
              </a:rPr>
              <a:t>格式</a:t>
            </a:r>
            <a:r>
              <a:rPr lang="en-US" altLang="zh-CN" sz="1200">
                <a:solidFill>
                  <a:srgbClr val="C00000"/>
                </a:solidFill>
              </a:rPr>
              <a:t>)</a:t>
            </a:r>
            <a:endParaRPr lang="zh-CN" altLang="en-US" sz="1200">
              <a:solidFill>
                <a:srgbClr val="C00000"/>
              </a:solidFill>
            </a:endParaRPr>
          </a:p>
        </p:txBody>
      </p:sp>
      <p:cxnSp>
        <p:nvCxnSpPr>
          <p:cNvPr id="22" name="直接箭头连接符 21">
            <a:extLst>
              <a:ext uri="{FF2B5EF4-FFF2-40B4-BE49-F238E27FC236}">
                <a16:creationId xmlns:a16="http://schemas.microsoft.com/office/drawing/2014/main" id="{E5D1359E-2B17-D280-870A-5D77439DD69A}"/>
              </a:ext>
            </a:extLst>
          </p:cNvPr>
          <p:cNvCxnSpPr>
            <a:cxnSpLocks/>
          </p:cNvCxnSpPr>
          <p:nvPr/>
        </p:nvCxnSpPr>
        <p:spPr>
          <a:xfrm flipV="1">
            <a:off x="5816601" y="5055609"/>
            <a:ext cx="1403877" cy="340301"/>
          </a:xfrm>
          <a:prstGeom prst="straightConnector1">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8FF54DC4-92FE-4711-BD2C-4DB4959530C5}"/>
              </a:ext>
            </a:extLst>
          </p:cNvPr>
          <p:cNvSpPr txBox="1"/>
          <p:nvPr/>
        </p:nvSpPr>
        <p:spPr>
          <a:xfrm>
            <a:off x="7220478" y="4906575"/>
            <a:ext cx="1752403" cy="276999"/>
          </a:xfrm>
          <a:prstGeom prst="rect">
            <a:avLst/>
          </a:prstGeom>
          <a:noFill/>
        </p:spPr>
        <p:txBody>
          <a:bodyPr wrap="none" rtlCol="0">
            <a:spAutoFit/>
          </a:bodyPr>
          <a:lstStyle/>
          <a:p>
            <a:r>
              <a:rPr lang="zh-CN" altLang="en-US" sz="1200">
                <a:solidFill>
                  <a:srgbClr val="C00000"/>
                </a:solidFill>
              </a:rPr>
              <a:t>请求头</a:t>
            </a:r>
            <a:r>
              <a:rPr lang="en-US" altLang="zh-CN" sz="1200">
                <a:solidFill>
                  <a:srgbClr val="C00000"/>
                </a:solidFill>
              </a:rPr>
              <a:t>(key: value)</a:t>
            </a:r>
            <a:endParaRPr lang="zh-CN" altLang="en-US" sz="1200">
              <a:solidFill>
                <a:srgbClr val="C00000"/>
              </a:solidFill>
            </a:endParaRPr>
          </a:p>
        </p:txBody>
      </p:sp>
    </p:spTree>
    <p:extLst>
      <p:ext uri="{BB962C8B-B14F-4D97-AF65-F5344CB8AC3E}">
        <p14:creationId xmlns:p14="http://schemas.microsoft.com/office/powerpoint/2010/main" val="3233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randombar(horizontal)">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500"/>
                                        <p:tgtEl>
                                          <p:spTgt spid="15"/>
                                        </p:tgtEl>
                                      </p:cBhvr>
                                    </p:animEffect>
                                  </p:childTnLst>
                                </p:cTn>
                              </p:par>
                              <p:par>
                                <p:cTn id="20" presetID="22" presetClass="entr" presetSubtype="8"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wipe(left)">
                                      <p:cBhvr>
                                        <p:cTn id="26" dur="500"/>
                                        <p:tgtEl>
                                          <p:spTgt spid="22"/>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randombar(horizontal)">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left)">
                                      <p:cBhvr>
                                        <p:cTn id="38" dur="500"/>
                                        <p:tgtEl>
                                          <p:spTgt spid="18"/>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randombar(horizontal)">
                                      <p:cBhvr>
                                        <p:cTn id="4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animBg="1"/>
      <p:bldP spid="21" grpId="0"/>
      <p:bldP spid="2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41C91-83FC-C550-B07E-32304B1BF360}"/>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6D126444-0A4D-23F9-CB0F-B0BDA0F85F15}"/>
              </a:ext>
            </a:extLst>
          </p:cNvPr>
          <p:cNvSpPr>
            <a:spLocks noGrp="1"/>
          </p:cNvSpPr>
          <p:nvPr>
            <p:ph idx="1"/>
          </p:nvPr>
        </p:nvSpPr>
        <p:spPr>
          <a:xfrm>
            <a:off x="576197" y="956242"/>
            <a:ext cx="11060481" cy="843904"/>
          </a:xfrm>
        </p:spPr>
        <p:txBody>
          <a:bodyPr/>
          <a:lstStyle/>
          <a:p>
            <a:pPr indent="-228600" eaLnBrk="0" fontAlgn="base" hangingPunct="0">
              <a:spcBef>
                <a:spcPct val="0"/>
              </a:spcBef>
              <a:spcAft>
                <a:spcPct val="0"/>
              </a:spcAft>
            </a:pPr>
            <a:r>
              <a:rPr lang="en-US" altLang="zh-CN" b="1"/>
              <a:t>JSON</a:t>
            </a:r>
            <a:r>
              <a:rPr lang="en-US" altLang="zh-CN"/>
              <a:t>(</a:t>
            </a:r>
            <a:r>
              <a:rPr lang="en-US" altLang="zh-CN" b="1"/>
              <a:t>J</a:t>
            </a:r>
            <a:r>
              <a:rPr lang="en-US" altLang="zh-CN"/>
              <a:t>ava</a:t>
            </a:r>
            <a:r>
              <a:rPr lang="en-US" altLang="zh-CN" b="1"/>
              <a:t>S</a:t>
            </a:r>
            <a:r>
              <a:rPr lang="en-US" altLang="zh-CN"/>
              <a:t>cript </a:t>
            </a:r>
            <a:r>
              <a:rPr lang="en-US" altLang="zh-CN" b="1"/>
              <a:t>O</a:t>
            </a:r>
            <a:r>
              <a:rPr lang="en-US" altLang="zh-CN"/>
              <a:t>bject </a:t>
            </a:r>
            <a:r>
              <a:rPr lang="en-US" altLang="zh-CN" b="1"/>
              <a:t>N</a:t>
            </a:r>
            <a:r>
              <a:rPr lang="en-US" altLang="zh-CN"/>
              <a:t>otation)</a:t>
            </a:r>
            <a:r>
              <a:rPr lang="zh-CN" altLang="en-US"/>
              <a:t>是前端的一种对象表示方法。表示形式类似于</a:t>
            </a:r>
            <a:r>
              <a:rPr lang="en-US" altLang="zh-CN"/>
              <a:t>Python</a:t>
            </a:r>
            <a:r>
              <a:rPr lang="zh-CN" altLang="en-US"/>
              <a:t>中的字典，都是</a:t>
            </a:r>
            <a:r>
              <a:rPr lang="en-US" altLang="zh-CN"/>
              <a:t>key:value</a:t>
            </a:r>
            <a:r>
              <a:rPr lang="zh-CN" altLang="en-US"/>
              <a:t>这种形式，不过所有的</a:t>
            </a:r>
            <a:r>
              <a:rPr lang="en-US" altLang="zh-CN"/>
              <a:t>key</a:t>
            </a:r>
            <a:r>
              <a:rPr lang="zh-CN" altLang="en-US"/>
              <a:t>都必须使用双引号引起来 ，值可以是任何类型：</a:t>
            </a:r>
            <a:endParaRPr lang="en-US" altLang="zh-CN"/>
          </a:p>
          <a:p>
            <a:pPr indent="-228600" eaLnBrk="0" fontAlgn="base" hangingPunct="0">
              <a:spcBef>
                <a:spcPct val="0"/>
              </a:spcBef>
              <a:spcAft>
                <a:spcPct val="0"/>
              </a:spcAft>
            </a:pPr>
            <a:endParaRPr lang="zh-CN" altLang="zh-CN"/>
          </a:p>
        </p:txBody>
      </p:sp>
      <p:sp>
        <p:nvSpPr>
          <p:cNvPr id="3" name="标题 2">
            <a:extLst>
              <a:ext uri="{FF2B5EF4-FFF2-40B4-BE49-F238E27FC236}">
                <a16:creationId xmlns:a16="http://schemas.microsoft.com/office/drawing/2014/main" id="{E59E5775-8EB6-E042-0261-E7E1D62D45BC}"/>
              </a:ext>
            </a:extLst>
          </p:cNvPr>
          <p:cNvSpPr>
            <a:spLocks noGrp="1"/>
          </p:cNvSpPr>
          <p:nvPr>
            <p:ph type="title"/>
          </p:nvPr>
        </p:nvSpPr>
        <p:spPr/>
        <p:txBody>
          <a:bodyPr/>
          <a:lstStyle/>
          <a:p>
            <a:r>
              <a:rPr lang="en-US" altLang="zh-CN"/>
              <a:t>Json</a:t>
            </a:r>
            <a:r>
              <a:rPr lang="zh-CN" altLang="en-US"/>
              <a:t>格式</a:t>
            </a:r>
          </a:p>
        </p:txBody>
      </p:sp>
      <p:sp>
        <p:nvSpPr>
          <p:cNvPr id="13" name="文本框 12">
            <a:extLst>
              <a:ext uri="{FF2B5EF4-FFF2-40B4-BE49-F238E27FC236}">
                <a16:creationId xmlns:a16="http://schemas.microsoft.com/office/drawing/2014/main" id="{AE86E31B-C348-5A30-48A9-1B037DFFE59B}"/>
              </a:ext>
            </a:extLst>
          </p:cNvPr>
          <p:cNvSpPr txBox="1"/>
          <p:nvPr/>
        </p:nvSpPr>
        <p:spPr>
          <a:xfrm>
            <a:off x="1001560" y="4067153"/>
            <a:ext cx="7297889" cy="2096984"/>
          </a:xfrm>
          <a:prstGeom prst="rect">
            <a:avLst/>
          </a:prstGeom>
          <a:noFill/>
          <a:ln>
            <a:solidFill>
              <a:schemeClr val="bg1">
                <a:lumMod val="85000"/>
              </a:schemeClr>
            </a:solidFill>
          </a:ln>
        </p:spPr>
        <p:txBody>
          <a:bodyPr wrap="square">
            <a:spAutoFit/>
          </a:bodyPr>
          <a:lstStyle/>
          <a:p>
            <a:pPr lvl="0" eaLnBrk="0" fontAlgn="base" hangingPunct="0">
              <a:lnSpc>
                <a:spcPct val="150000"/>
              </a:lnSpc>
              <a:spcBef>
                <a:spcPts val="600"/>
              </a:spcBef>
              <a:spcAft>
                <a:spcPct val="0"/>
              </a:spcAft>
            </a:pPr>
            <a:r>
              <a:rPr lang="en-US" altLang="zh-CN" sz="1100">
                <a:solidFill>
                  <a:srgbClr val="393A34"/>
                </a:solidFill>
              </a:rPr>
              <a:t>{</a:t>
            </a:r>
            <a:br>
              <a:rPr lang="en-US" altLang="zh-CN" sz="1100">
                <a:solidFill>
                  <a:srgbClr val="393A34"/>
                </a:solidFill>
              </a:rPr>
            </a:br>
            <a:r>
              <a:rPr lang="en-US" altLang="zh-CN" sz="1100">
                <a:solidFill>
                  <a:srgbClr val="393A34"/>
                </a:solidFill>
              </a:rPr>
              <a:t>   </a:t>
            </a:r>
            <a:r>
              <a:rPr lang="en-US" altLang="zh-CN" sz="1100">
                <a:solidFill>
                  <a:srgbClr val="067D17"/>
                </a:solidFill>
              </a:rPr>
              <a:t>"model"</a:t>
            </a:r>
            <a:r>
              <a:rPr lang="en-US" altLang="zh-CN" sz="1100">
                <a:solidFill>
                  <a:srgbClr val="393A34"/>
                </a:solidFill>
              </a:rPr>
              <a:t>: </a:t>
            </a:r>
            <a:r>
              <a:rPr lang="en-US" altLang="zh-CN" sz="1100">
                <a:solidFill>
                  <a:srgbClr val="067D17"/>
                </a:solidFill>
              </a:rPr>
              <a:t>"deepseek-chat"</a:t>
            </a:r>
            <a:r>
              <a:rPr lang="en-US" altLang="zh-CN" sz="1100">
                <a:solidFill>
                  <a:srgbClr val="393A34"/>
                </a:solidFill>
              </a:rPr>
              <a:t>,</a:t>
            </a:r>
            <a:br>
              <a:rPr lang="en-US" altLang="zh-CN" sz="1100">
                <a:solidFill>
                  <a:srgbClr val="393A34"/>
                </a:solidFill>
              </a:rPr>
            </a:br>
            <a:r>
              <a:rPr lang="en-US" altLang="zh-CN" sz="1100">
                <a:solidFill>
                  <a:srgbClr val="393A34"/>
                </a:solidFill>
              </a:rPr>
              <a:t>   </a:t>
            </a:r>
            <a:r>
              <a:rPr lang="en-US" altLang="zh-CN" sz="1100">
                <a:solidFill>
                  <a:srgbClr val="067D17"/>
                </a:solidFill>
              </a:rPr>
              <a:t>"messages"</a:t>
            </a:r>
            <a:r>
              <a:rPr lang="en-US" altLang="zh-CN" sz="1100">
                <a:solidFill>
                  <a:srgbClr val="393A34"/>
                </a:solidFill>
              </a:rPr>
              <a:t>: [</a:t>
            </a:r>
            <a:br>
              <a:rPr lang="en-US" altLang="zh-CN" sz="1100">
                <a:solidFill>
                  <a:srgbClr val="393A34"/>
                </a:solidFill>
              </a:rPr>
            </a:br>
            <a:r>
              <a:rPr lang="en-US" altLang="zh-CN" sz="1100">
                <a:solidFill>
                  <a:srgbClr val="393A34"/>
                </a:solidFill>
              </a:rPr>
              <a:t>      {</a:t>
            </a:r>
            <a:r>
              <a:rPr lang="en-US" altLang="zh-CN" sz="1100">
                <a:solidFill>
                  <a:srgbClr val="067D17"/>
                </a:solidFill>
              </a:rPr>
              <a:t>"role"</a:t>
            </a:r>
            <a:r>
              <a:rPr lang="en-US" altLang="zh-CN" sz="1100">
                <a:solidFill>
                  <a:srgbClr val="393A34"/>
                </a:solidFill>
              </a:rPr>
              <a:t>: </a:t>
            </a:r>
            <a:r>
              <a:rPr lang="en-US" altLang="zh-CN" sz="1100">
                <a:solidFill>
                  <a:srgbClr val="067D17"/>
                </a:solidFill>
              </a:rPr>
              <a:t>"system"</a:t>
            </a:r>
            <a:r>
              <a:rPr lang="en-US" altLang="zh-CN" sz="1100">
                <a:solidFill>
                  <a:srgbClr val="393A34"/>
                </a:solidFill>
              </a:rPr>
              <a:t>, </a:t>
            </a:r>
            <a:r>
              <a:rPr lang="en-US" altLang="zh-CN" sz="1100">
                <a:solidFill>
                  <a:srgbClr val="067D17"/>
                </a:solidFill>
              </a:rPr>
              <a:t>"content"</a:t>
            </a:r>
            <a:r>
              <a:rPr lang="en-US" altLang="zh-CN" sz="1100">
                <a:solidFill>
                  <a:srgbClr val="393A34"/>
                </a:solidFill>
              </a:rPr>
              <a:t>: </a:t>
            </a:r>
            <a:r>
              <a:rPr lang="en-US" altLang="zh-CN" sz="1100">
                <a:solidFill>
                  <a:srgbClr val="067D17"/>
                </a:solidFill>
              </a:rPr>
              <a:t>"You are a helpful assistant."</a:t>
            </a:r>
            <a:r>
              <a:rPr lang="en-US" altLang="zh-CN" sz="1100">
                <a:solidFill>
                  <a:srgbClr val="393A34"/>
                </a:solidFill>
              </a:rPr>
              <a:t>},</a:t>
            </a:r>
            <a:br>
              <a:rPr lang="en-US" altLang="zh-CN" sz="1100">
                <a:solidFill>
                  <a:srgbClr val="393A34"/>
                </a:solidFill>
              </a:rPr>
            </a:br>
            <a:r>
              <a:rPr lang="en-US" altLang="zh-CN" sz="1100">
                <a:solidFill>
                  <a:srgbClr val="393A34"/>
                </a:solidFill>
              </a:rPr>
              <a:t>      {</a:t>
            </a:r>
            <a:r>
              <a:rPr lang="en-US" altLang="zh-CN" sz="1100">
                <a:solidFill>
                  <a:srgbClr val="067D17"/>
                </a:solidFill>
              </a:rPr>
              <a:t>"role"</a:t>
            </a:r>
            <a:r>
              <a:rPr lang="en-US" altLang="zh-CN" sz="1100">
                <a:solidFill>
                  <a:srgbClr val="393A34"/>
                </a:solidFill>
              </a:rPr>
              <a:t>: </a:t>
            </a:r>
            <a:r>
              <a:rPr lang="en-US" altLang="zh-CN" sz="1100">
                <a:solidFill>
                  <a:srgbClr val="067D17"/>
                </a:solidFill>
              </a:rPr>
              <a:t>"user"</a:t>
            </a:r>
            <a:r>
              <a:rPr lang="en-US" altLang="zh-CN" sz="1100">
                <a:solidFill>
                  <a:srgbClr val="393A34"/>
                </a:solidFill>
              </a:rPr>
              <a:t>, </a:t>
            </a:r>
            <a:r>
              <a:rPr lang="en-US" altLang="zh-CN" sz="1100">
                <a:solidFill>
                  <a:srgbClr val="067D17"/>
                </a:solidFill>
              </a:rPr>
              <a:t>"content"</a:t>
            </a:r>
            <a:r>
              <a:rPr lang="en-US" altLang="zh-CN" sz="1100">
                <a:solidFill>
                  <a:srgbClr val="393A34"/>
                </a:solidFill>
              </a:rPr>
              <a:t>: </a:t>
            </a:r>
            <a:r>
              <a:rPr lang="en-US" altLang="zh-CN" sz="1100">
                <a:solidFill>
                  <a:srgbClr val="067D17"/>
                </a:solidFill>
              </a:rPr>
              <a:t>"Hello!"</a:t>
            </a:r>
            <a:r>
              <a:rPr lang="en-US" altLang="zh-CN" sz="1100">
                <a:solidFill>
                  <a:srgbClr val="393A34"/>
                </a:solidFill>
              </a:rPr>
              <a:t>}</a:t>
            </a:r>
            <a:br>
              <a:rPr lang="en-US" altLang="zh-CN" sz="1100">
                <a:solidFill>
                  <a:srgbClr val="393A34"/>
                </a:solidFill>
              </a:rPr>
            </a:br>
            <a:r>
              <a:rPr lang="en-US" altLang="zh-CN" sz="1100">
                <a:solidFill>
                  <a:srgbClr val="393A34"/>
                </a:solidFill>
              </a:rPr>
              <a:t>   ],</a:t>
            </a:r>
            <a:br>
              <a:rPr lang="en-US" altLang="zh-CN" sz="1100">
                <a:solidFill>
                  <a:srgbClr val="393A34"/>
                </a:solidFill>
              </a:rPr>
            </a:br>
            <a:r>
              <a:rPr lang="en-US" altLang="zh-CN" sz="1100">
                <a:solidFill>
                  <a:srgbClr val="393A34"/>
                </a:solidFill>
              </a:rPr>
              <a:t>   </a:t>
            </a:r>
            <a:r>
              <a:rPr lang="en-US" altLang="zh-CN" sz="1100">
                <a:solidFill>
                  <a:srgbClr val="067D17"/>
                </a:solidFill>
              </a:rPr>
              <a:t>"stream"</a:t>
            </a:r>
            <a:r>
              <a:rPr lang="en-US" altLang="zh-CN" sz="1100">
                <a:solidFill>
                  <a:srgbClr val="393A34"/>
                </a:solidFill>
              </a:rPr>
              <a:t>: </a:t>
            </a:r>
            <a:r>
              <a:rPr lang="en-US" altLang="zh-CN" sz="1100">
                <a:solidFill>
                  <a:srgbClr val="7030A0"/>
                </a:solidFill>
              </a:rPr>
              <a:t>false</a:t>
            </a:r>
            <a:br>
              <a:rPr lang="en-US" altLang="zh-CN" sz="1100">
                <a:solidFill>
                  <a:srgbClr val="393A34"/>
                </a:solidFill>
              </a:rPr>
            </a:br>
            <a:r>
              <a:rPr lang="en-US" altLang="zh-CN" sz="1100">
                <a:solidFill>
                  <a:srgbClr val="393A34"/>
                </a:solidFill>
              </a:rPr>
              <a:t>}</a:t>
            </a:r>
            <a:endParaRPr lang="zh-CN" altLang="zh-CN" sz="1400"/>
          </a:p>
        </p:txBody>
      </p:sp>
      <p:sp>
        <p:nvSpPr>
          <p:cNvPr id="14" name="文本框 13">
            <a:extLst>
              <a:ext uri="{FF2B5EF4-FFF2-40B4-BE49-F238E27FC236}">
                <a16:creationId xmlns:a16="http://schemas.microsoft.com/office/drawing/2014/main" id="{795C16E9-CFE7-0493-E2FE-CDC50B5FAF98}"/>
              </a:ext>
            </a:extLst>
          </p:cNvPr>
          <p:cNvSpPr txBox="1"/>
          <p:nvPr/>
        </p:nvSpPr>
        <p:spPr>
          <a:xfrm>
            <a:off x="576196" y="2219166"/>
            <a:ext cx="4935967" cy="421847"/>
          </a:xfrm>
          <a:prstGeom prst="rect">
            <a:avLst/>
          </a:prstGeom>
          <a:noFill/>
        </p:spPr>
        <p:txBody>
          <a:bodyPr wrap="square" anchor="ctr">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kumimoji="0" lang="zh-CN" altLang="en-US" sz="1600" b="1" i="0" u="none" strike="noStrike" kern="1200" cap="none" spc="0" normalizeH="0" baseline="0" noProof="0">
                <a:ln>
                  <a:noFill/>
                </a:ln>
                <a:solidFill>
                  <a:srgbClr val="000000"/>
                </a:solidFill>
                <a:effectLst/>
                <a:uLnTx/>
                <a:uFillTx/>
                <a:latin typeface="Source Code Pro"/>
                <a:ea typeface="阿里巴巴普惠体"/>
                <a:cs typeface="+mn-cs"/>
              </a:rPr>
              <a:t>数字</a:t>
            </a:r>
            <a:r>
              <a:rPr kumimoji="0" lang="zh-CN" altLang="en-US" sz="1600" b="0" i="0" u="none" strike="noStrike" kern="1200" cap="none" spc="0" normalizeH="0" baseline="0" noProof="0">
                <a:ln>
                  <a:noFill/>
                </a:ln>
                <a:solidFill>
                  <a:srgbClr val="000000"/>
                </a:solidFill>
                <a:effectLst/>
                <a:uLnTx/>
                <a:uFillTx/>
                <a:latin typeface="Source Code Pro"/>
                <a:ea typeface="阿里巴巴普惠体"/>
                <a:cs typeface="+mn-cs"/>
              </a:rPr>
              <a:t>：整数和小数都是数字，例如：</a:t>
            </a:r>
            <a:r>
              <a:rPr kumimoji="0" lang="en-US" altLang="zh-CN" sz="1600" b="0" i="0" u="none" strike="noStrike" kern="1200" cap="none" spc="0" normalizeH="0" baseline="0" noProof="0">
                <a:ln>
                  <a:noFill/>
                </a:ln>
                <a:solidFill>
                  <a:srgbClr val="000000"/>
                </a:solidFill>
                <a:effectLst/>
                <a:uLnTx/>
                <a:uFillTx/>
                <a:latin typeface="Source Code Pro"/>
                <a:ea typeface="阿里巴巴普惠体"/>
                <a:cs typeface="+mn-cs"/>
              </a:rPr>
              <a:t>12</a:t>
            </a:r>
            <a:r>
              <a:rPr kumimoji="0" lang="zh-CN" altLang="en-US" sz="1600" b="0" i="0" u="none" strike="noStrike" kern="1200" cap="none" spc="0" normalizeH="0" baseline="0" noProof="0">
                <a:ln>
                  <a:noFill/>
                </a:ln>
                <a:solidFill>
                  <a:srgbClr val="000000"/>
                </a:solidFill>
                <a:effectLst/>
                <a:uLnTx/>
                <a:uFillTx/>
                <a:latin typeface="Source Code Pro"/>
                <a:ea typeface="阿里巴巴普惠体"/>
                <a:cs typeface="+mn-cs"/>
              </a:rPr>
              <a:t>、</a:t>
            </a:r>
            <a:r>
              <a:rPr lang="en-US" altLang="zh-CN" sz="1600"/>
              <a:t>3.14</a:t>
            </a:r>
          </a:p>
        </p:txBody>
      </p:sp>
      <p:sp>
        <p:nvSpPr>
          <p:cNvPr id="15" name="文本框 14">
            <a:extLst>
              <a:ext uri="{FF2B5EF4-FFF2-40B4-BE49-F238E27FC236}">
                <a16:creationId xmlns:a16="http://schemas.microsoft.com/office/drawing/2014/main" id="{1B3EF317-BD35-A75C-8AC7-8310017AEB4C}"/>
              </a:ext>
            </a:extLst>
          </p:cNvPr>
          <p:cNvSpPr txBox="1"/>
          <p:nvPr/>
        </p:nvSpPr>
        <p:spPr>
          <a:xfrm>
            <a:off x="576196" y="2636040"/>
            <a:ext cx="6455613" cy="426142"/>
          </a:xfrm>
          <a:prstGeom prst="rect">
            <a:avLst/>
          </a:prstGeom>
          <a:noFill/>
        </p:spPr>
        <p:txBody>
          <a:bodyPr wrap="square" anchor="ctr">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kumimoji="0" lang="zh-CN" altLang="en-US" sz="1600" b="1" i="0" u="none" strike="noStrike" kern="1200" cap="none" spc="0" normalizeH="0" baseline="0" noProof="0">
                <a:ln>
                  <a:noFill/>
                </a:ln>
                <a:solidFill>
                  <a:srgbClr val="000000"/>
                </a:solidFill>
                <a:effectLst/>
                <a:uLnTx/>
                <a:uFillTx/>
                <a:latin typeface="Source Code Pro"/>
                <a:ea typeface="阿里巴巴普惠体"/>
                <a:cs typeface="+mn-cs"/>
              </a:rPr>
              <a:t>字符串</a:t>
            </a:r>
            <a:r>
              <a:rPr kumimoji="0" lang="zh-CN" altLang="en-US" sz="1600" b="0" i="0" u="none" strike="noStrike" kern="1200" cap="none" spc="0" normalizeH="0" baseline="0" noProof="0">
                <a:ln>
                  <a:noFill/>
                </a:ln>
                <a:solidFill>
                  <a:srgbClr val="000000"/>
                </a:solidFill>
                <a:effectLst/>
                <a:uLnTx/>
                <a:uFillTx/>
                <a:latin typeface="Source Code Pro"/>
                <a:ea typeface="阿里巴巴普惠体"/>
                <a:cs typeface="+mn-cs"/>
              </a:rPr>
              <a:t>：用</a:t>
            </a:r>
            <a:r>
              <a:rPr kumimoji="0" lang="en-US" altLang="zh-CN" sz="1600" b="0" i="0" u="none" strike="noStrike" kern="1200" cap="none" spc="0" normalizeH="0" baseline="0" noProof="0">
                <a:ln>
                  <a:noFill/>
                </a:ln>
                <a:solidFill>
                  <a:srgbClr val="000000"/>
                </a:solidFill>
                <a:effectLst/>
                <a:uLnTx/>
                <a:uFillTx/>
                <a:latin typeface="Source Code Pro"/>
                <a:ea typeface="阿里巴巴普惠体"/>
                <a:cs typeface="+mn-cs"/>
              </a:rPr>
              <a:t>""</a:t>
            </a:r>
            <a:r>
              <a:rPr kumimoji="0" lang="zh-CN" altLang="en-US" sz="1600" b="0" i="0" u="none" strike="noStrike" kern="1200" cap="none" spc="0" normalizeH="0" baseline="0" noProof="0">
                <a:ln>
                  <a:noFill/>
                </a:ln>
                <a:solidFill>
                  <a:srgbClr val="000000"/>
                </a:solidFill>
                <a:effectLst/>
                <a:uLnTx/>
                <a:uFillTx/>
                <a:latin typeface="Source Code Pro"/>
                <a:ea typeface="阿里巴巴普惠体"/>
                <a:cs typeface="+mn-cs"/>
              </a:rPr>
              <a:t>引起来，例如：</a:t>
            </a:r>
            <a:r>
              <a:rPr lang="en-US" altLang="zh-CN" sz="1600"/>
              <a:t>"jack"</a:t>
            </a:r>
          </a:p>
        </p:txBody>
      </p:sp>
      <p:sp>
        <p:nvSpPr>
          <p:cNvPr id="16" name="文本框 15">
            <a:extLst>
              <a:ext uri="{FF2B5EF4-FFF2-40B4-BE49-F238E27FC236}">
                <a16:creationId xmlns:a16="http://schemas.microsoft.com/office/drawing/2014/main" id="{93AB64A7-DD94-33C9-B12B-0B594D33325B}"/>
              </a:ext>
            </a:extLst>
          </p:cNvPr>
          <p:cNvSpPr txBox="1"/>
          <p:nvPr/>
        </p:nvSpPr>
        <p:spPr>
          <a:xfrm>
            <a:off x="576196" y="3055061"/>
            <a:ext cx="5208477" cy="426142"/>
          </a:xfrm>
          <a:prstGeom prst="rect">
            <a:avLst/>
          </a:prstGeom>
          <a:noFill/>
        </p:spPr>
        <p:txBody>
          <a:bodyPr wrap="square" anchor="ctr">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kumimoji="0" lang="zh-CN" altLang="en-US" sz="1600" b="1" i="0" u="none" strike="noStrike" kern="1200" cap="none" spc="0" normalizeH="0" baseline="0" noProof="0">
                <a:ln>
                  <a:noFill/>
                </a:ln>
                <a:solidFill>
                  <a:srgbClr val="000000"/>
                </a:solidFill>
                <a:effectLst/>
                <a:uLnTx/>
                <a:uFillTx/>
                <a:latin typeface="Source Code Pro"/>
                <a:ea typeface="阿里巴巴普惠体"/>
                <a:cs typeface="+mn-cs"/>
              </a:rPr>
              <a:t>布尔</a:t>
            </a:r>
            <a:r>
              <a:rPr kumimoji="0" lang="zh-CN" altLang="en-US" sz="1600" b="0" i="0" u="none" strike="noStrike" kern="1200" cap="none" spc="0" normalizeH="0" baseline="0" noProof="0">
                <a:ln>
                  <a:noFill/>
                </a:ln>
                <a:solidFill>
                  <a:srgbClr val="000000"/>
                </a:solidFill>
                <a:effectLst/>
                <a:uLnTx/>
                <a:uFillTx/>
                <a:latin typeface="Source Code Pro"/>
                <a:ea typeface="阿里巴巴普惠体"/>
                <a:cs typeface="+mn-cs"/>
              </a:rPr>
              <a:t>：有两种值：</a:t>
            </a:r>
            <a:r>
              <a:rPr kumimoji="0" lang="en-US" altLang="zh-CN" sz="1600" b="0" i="0" u="none" strike="noStrike" kern="1200" cap="none" spc="0" normalizeH="0" baseline="0" noProof="0">
                <a:ln>
                  <a:noFill/>
                </a:ln>
                <a:solidFill>
                  <a:srgbClr val="000000"/>
                </a:solidFill>
                <a:effectLst/>
                <a:uLnTx/>
                <a:uFillTx/>
                <a:latin typeface="Source Code Pro"/>
                <a:ea typeface="阿里巴巴普惠体"/>
                <a:cs typeface="+mn-cs"/>
              </a:rPr>
              <a:t>true</a:t>
            </a:r>
            <a:r>
              <a:rPr kumimoji="0" lang="zh-CN" altLang="en-US" sz="1600" b="0" i="0" u="none" strike="noStrike" kern="1200" cap="none" spc="0" normalizeH="0" baseline="0" noProof="0">
                <a:ln>
                  <a:noFill/>
                </a:ln>
                <a:solidFill>
                  <a:srgbClr val="000000"/>
                </a:solidFill>
                <a:effectLst/>
                <a:uLnTx/>
                <a:uFillTx/>
                <a:latin typeface="Source Code Pro"/>
                <a:ea typeface="阿里巴巴普惠体"/>
                <a:cs typeface="+mn-cs"/>
              </a:rPr>
              <a:t>或</a:t>
            </a:r>
            <a:r>
              <a:rPr lang="en-US" altLang="zh-CN" sz="1600"/>
              <a:t>false</a:t>
            </a:r>
          </a:p>
        </p:txBody>
      </p:sp>
      <p:sp>
        <p:nvSpPr>
          <p:cNvPr id="18" name="文本框 17">
            <a:extLst>
              <a:ext uri="{FF2B5EF4-FFF2-40B4-BE49-F238E27FC236}">
                <a16:creationId xmlns:a16="http://schemas.microsoft.com/office/drawing/2014/main" id="{5C6F75A1-768C-9338-DCCE-C6DDCAB52C32}"/>
              </a:ext>
            </a:extLst>
          </p:cNvPr>
          <p:cNvSpPr txBox="1"/>
          <p:nvPr/>
        </p:nvSpPr>
        <p:spPr>
          <a:xfrm>
            <a:off x="576196" y="1797998"/>
            <a:ext cx="8238620" cy="426142"/>
          </a:xfrm>
          <a:prstGeom prst="rect">
            <a:avLst/>
          </a:prstGeom>
          <a:noFill/>
        </p:spPr>
        <p:txBody>
          <a:bodyPr wrap="square" anchor="ctr">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lang="zh-CN" altLang="en-US" sz="1600" b="1" noProof="0">
                <a:solidFill>
                  <a:srgbClr val="000000"/>
                </a:solidFill>
                <a:latin typeface="Source Code Pro"/>
                <a:ea typeface="阿里巴巴普惠体"/>
              </a:rPr>
              <a:t>对象</a:t>
            </a:r>
            <a:r>
              <a:rPr kumimoji="0" lang="zh-CN" altLang="en-US" sz="1600" b="0" i="0" u="none" strike="noStrike" kern="1200" cap="none" spc="0" normalizeH="0" baseline="0" noProof="0">
                <a:ln>
                  <a:noFill/>
                </a:ln>
                <a:solidFill>
                  <a:srgbClr val="000000"/>
                </a:solidFill>
                <a:effectLst/>
                <a:uLnTx/>
                <a:uFillTx/>
                <a:latin typeface="Source Code Pro"/>
                <a:ea typeface="阿里巴巴普惠体"/>
                <a:cs typeface="+mn-cs"/>
              </a:rPr>
              <a:t>：用</a:t>
            </a:r>
            <a:r>
              <a:rPr kumimoji="0" lang="en-US" altLang="zh-CN" sz="1600" b="0" i="0" u="none" strike="noStrike" kern="1200" cap="none" spc="0" normalizeH="0" baseline="0" noProof="0">
                <a:ln>
                  <a:noFill/>
                </a:ln>
                <a:solidFill>
                  <a:srgbClr val="000000"/>
                </a:solidFill>
                <a:effectLst/>
                <a:uLnTx/>
                <a:uFillTx/>
                <a:latin typeface="Source Code Pro"/>
                <a:ea typeface="阿里巴巴普惠体"/>
                <a:cs typeface="+mn-cs"/>
              </a:rPr>
              <a:t>{}</a:t>
            </a:r>
            <a:r>
              <a:rPr kumimoji="0" lang="zh-CN" altLang="en-US" sz="1600" b="0" i="0" u="none" strike="noStrike" kern="1200" cap="none" spc="0" normalizeH="0" baseline="0" noProof="0">
                <a:ln>
                  <a:noFill/>
                </a:ln>
                <a:solidFill>
                  <a:srgbClr val="000000"/>
                </a:solidFill>
                <a:effectLst/>
                <a:uLnTx/>
                <a:uFillTx/>
                <a:latin typeface="Source Code Pro"/>
                <a:ea typeface="阿里巴巴普惠体"/>
                <a:cs typeface="+mn-cs"/>
              </a:rPr>
              <a:t>表示，</a:t>
            </a:r>
            <a:r>
              <a:rPr kumimoji="0" lang="en-US" altLang="zh-CN" sz="1600" b="0" i="0" u="none" strike="noStrike" kern="1200" cap="none" spc="0" normalizeH="0" baseline="0" noProof="0">
                <a:ln>
                  <a:noFill/>
                </a:ln>
                <a:solidFill>
                  <a:srgbClr val="000000"/>
                </a:solidFill>
                <a:effectLst/>
                <a:uLnTx/>
                <a:uFillTx/>
                <a:latin typeface="Source Code Pro"/>
                <a:ea typeface="阿里巴巴普惠体"/>
                <a:cs typeface="+mn-cs"/>
              </a:rPr>
              <a:t>{}</a:t>
            </a:r>
            <a:r>
              <a:rPr kumimoji="0" lang="zh-CN" altLang="en-US" sz="1600" b="0" i="0" u="none" strike="noStrike" kern="1200" cap="none" spc="0" normalizeH="0" baseline="0" noProof="0">
                <a:ln>
                  <a:noFill/>
                </a:ln>
                <a:solidFill>
                  <a:srgbClr val="000000"/>
                </a:solidFill>
                <a:effectLst/>
                <a:uLnTx/>
                <a:uFillTx/>
                <a:latin typeface="Source Code Pro"/>
                <a:ea typeface="阿里巴巴普惠体"/>
                <a:cs typeface="+mn-cs"/>
              </a:rPr>
              <a:t>之间是键值对形式，键是字符串，值可以是任意其它类型</a:t>
            </a:r>
            <a:endParaRPr kumimoji="0" lang="en-US" altLang="zh-CN" sz="1600" b="0" i="0" u="none" strike="noStrike" kern="1200" cap="none" spc="0" normalizeH="0" baseline="0" noProof="0">
              <a:ln>
                <a:noFill/>
              </a:ln>
              <a:solidFill>
                <a:srgbClr val="000000"/>
              </a:solidFill>
              <a:effectLst/>
              <a:uLnTx/>
              <a:uFillTx/>
              <a:latin typeface="Source Code Pro"/>
              <a:ea typeface="阿里巴巴普惠体"/>
              <a:cs typeface="+mn-cs"/>
            </a:endParaRPr>
          </a:p>
        </p:txBody>
      </p:sp>
      <p:sp>
        <p:nvSpPr>
          <p:cNvPr id="19" name="文本框 18">
            <a:extLst>
              <a:ext uri="{FF2B5EF4-FFF2-40B4-BE49-F238E27FC236}">
                <a16:creationId xmlns:a16="http://schemas.microsoft.com/office/drawing/2014/main" id="{BCF6FE11-4AA0-07F5-84A7-3B5E244B9B0F}"/>
              </a:ext>
            </a:extLst>
          </p:cNvPr>
          <p:cNvSpPr txBox="1"/>
          <p:nvPr/>
        </p:nvSpPr>
        <p:spPr>
          <a:xfrm>
            <a:off x="576196" y="3474082"/>
            <a:ext cx="8593907" cy="426142"/>
          </a:xfrm>
          <a:prstGeom prst="rect">
            <a:avLst/>
          </a:prstGeom>
          <a:noFill/>
        </p:spPr>
        <p:txBody>
          <a:bodyPr wrap="square" anchor="ctr">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lang="zh-CN" altLang="en-US" sz="1600" b="1" noProof="0">
                <a:solidFill>
                  <a:srgbClr val="000000"/>
                </a:solidFill>
                <a:latin typeface="Source Code Pro"/>
                <a:ea typeface="阿里巴巴普惠体"/>
              </a:rPr>
              <a:t>列表</a:t>
            </a:r>
            <a:r>
              <a:rPr kumimoji="0" lang="zh-CN" altLang="en-US" sz="1600" b="0" i="0" u="none" strike="noStrike" kern="1200" cap="none" spc="0" normalizeH="0" baseline="0" noProof="0">
                <a:ln>
                  <a:noFill/>
                </a:ln>
                <a:solidFill>
                  <a:srgbClr val="000000"/>
                </a:solidFill>
                <a:effectLst/>
                <a:uLnTx/>
                <a:uFillTx/>
                <a:latin typeface="Source Code Pro"/>
                <a:ea typeface="阿里巴巴普惠体"/>
                <a:cs typeface="+mn-cs"/>
              </a:rPr>
              <a:t>：用</a:t>
            </a:r>
            <a:r>
              <a:rPr kumimoji="0" lang="en-US" altLang="zh-CN" sz="1600" b="0" i="0" u="none" strike="noStrike" kern="1200" cap="none" spc="0" normalizeH="0" baseline="0" noProof="0">
                <a:ln>
                  <a:noFill/>
                </a:ln>
                <a:solidFill>
                  <a:srgbClr val="000000"/>
                </a:solidFill>
                <a:effectLst/>
                <a:uLnTx/>
                <a:uFillTx/>
                <a:latin typeface="Source Code Pro"/>
                <a:ea typeface="阿里巴巴普惠体"/>
                <a:cs typeface="+mn-cs"/>
              </a:rPr>
              <a:t>[]</a:t>
            </a:r>
            <a:r>
              <a:rPr kumimoji="0" lang="zh-CN" altLang="en-US" sz="1600" b="0" i="0" u="none" strike="noStrike" kern="1200" cap="none" spc="0" normalizeH="0" baseline="0" noProof="0">
                <a:ln>
                  <a:noFill/>
                </a:ln>
                <a:solidFill>
                  <a:srgbClr val="000000"/>
                </a:solidFill>
                <a:effectLst/>
                <a:uLnTx/>
                <a:uFillTx/>
                <a:latin typeface="Source Code Pro"/>
                <a:ea typeface="阿里巴巴普惠体"/>
                <a:cs typeface="+mn-cs"/>
              </a:rPr>
              <a:t>表示，</a:t>
            </a:r>
            <a:r>
              <a:rPr kumimoji="0" lang="en-US" altLang="zh-CN" sz="1600" b="0" i="0" u="none" strike="noStrike" kern="1200" cap="none" spc="0" normalizeH="0" baseline="0" noProof="0">
                <a:ln>
                  <a:noFill/>
                </a:ln>
                <a:solidFill>
                  <a:srgbClr val="000000"/>
                </a:solidFill>
                <a:effectLst/>
                <a:uLnTx/>
                <a:uFillTx/>
                <a:latin typeface="Source Code Pro"/>
                <a:ea typeface="阿里巴巴普惠体"/>
                <a:cs typeface="+mn-cs"/>
              </a:rPr>
              <a:t>[]</a:t>
            </a:r>
            <a:r>
              <a:rPr lang="zh-CN" altLang="en-US" sz="1600">
                <a:solidFill>
                  <a:srgbClr val="000000"/>
                </a:solidFill>
                <a:latin typeface="Source Code Pro"/>
                <a:ea typeface="阿里巴巴普惠体"/>
              </a:rPr>
              <a:t>中</a:t>
            </a:r>
            <a:r>
              <a:rPr kumimoji="0" lang="zh-CN" altLang="en-US" sz="1600" b="0" i="0" u="none" strike="noStrike" kern="1200" cap="none" spc="0" normalizeH="0" baseline="0" noProof="0">
                <a:ln>
                  <a:noFill/>
                </a:ln>
                <a:solidFill>
                  <a:srgbClr val="000000"/>
                </a:solidFill>
                <a:effectLst/>
                <a:uLnTx/>
                <a:uFillTx/>
                <a:latin typeface="Source Code Pro"/>
                <a:ea typeface="阿里巴巴普惠体"/>
                <a:cs typeface="+mn-cs"/>
              </a:rPr>
              <a:t>是列表的元素，多个元素以</a:t>
            </a:r>
            <a:r>
              <a:rPr kumimoji="0" lang="en-US" altLang="zh-CN" sz="1600" b="0" i="0" u="none" strike="noStrike" kern="1200" cap="none" spc="0" normalizeH="0" baseline="0" noProof="0">
                <a:ln>
                  <a:noFill/>
                </a:ln>
                <a:solidFill>
                  <a:srgbClr val="000000"/>
                </a:solidFill>
                <a:effectLst/>
                <a:uLnTx/>
                <a:uFillTx/>
                <a:latin typeface="Source Code Pro"/>
                <a:ea typeface="阿里巴巴普惠体"/>
                <a:cs typeface="+mn-cs"/>
              </a:rPr>
              <a:t>,</a:t>
            </a:r>
            <a:r>
              <a:rPr kumimoji="0" lang="zh-CN" altLang="en-US" sz="1600" b="0" i="0" u="none" strike="noStrike" kern="1200" cap="none" spc="0" normalizeH="0" baseline="0" noProof="0">
                <a:ln>
                  <a:noFill/>
                </a:ln>
                <a:solidFill>
                  <a:srgbClr val="000000"/>
                </a:solidFill>
                <a:effectLst/>
                <a:uLnTx/>
                <a:uFillTx/>
                <a:latin typeface="Source Code Pro"/>
                <a:ea typeface="阿里巴巴普惠体"/>
                <a:cs typeface="+mn-cs"/>
              </a:rPr>
              <a:t>分割。</a:t>
            </a:r>
            <a:endParaRPr lang="en-US" altLang="zh-CN" sz="1600"/>
          </a:p>
        </p:txBody>
      </p:sp>
    </p:spTree>
    <p:extLst>
      <p:ext uri="{BB962C8B-B14F-4D97-AF65-F5344CB8AC3E}">
        <p14:creationId xmlns:p14="http://schemas.microsoft.com/office/powerpoint/2010/main" val="175374000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decel="10000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from="0" to="1" calcmode="lin" valueType="num">
                                      <p:cBhvr>
                                        <p:cTn id="7" dur="500" fill="hold">
                                          <p:stCondLst>
                                            <p:cond delay="0"/>
                                          </p:stCondLst>
                                        </p:cTn>
                                        <p:tgtEl>
                                          <p:spTgt spid="13"/>
                                        </p:tgtEl>
                                        <p:attrNameLst>
                                          <p:attrName>style.opacity</p:attrName>
                                        </p:attrNameLst>
                                      </p:cBhvr>
                                    </p:anim>
                                    <p:anim to="" calcmode="lin" valueType="num">
                                      <p:cBhvr>
                                        <p:cTn id="8" dur="500" fill="hold">
                                          <p:stCondLst>
                                            <p:cond delay="0"/>
                                          </p:stCondLst>
                                        </p:cTn>
                                        <p:tgtEl>
                                          <p:spTgt spid="13"/>
                                        </p:tgtEl>
                                        <p:attrNameLst>
                                          <p:attrName>ppt_x</p:attrName>
                                        </p:attrNameLst>
                                      </p:cBhvr>
                                      <p:tavLst>
                                        <p:tav tm="0" fmla="$">
                                          <p:val>
                                            <p:strVal val="#ppt_x+.05"/>
                                          </p:val>
                                        </p:tav>
                                        <p:tav tm="100000" fmla="$">
                                          <p:val>
                                            <p:strVal val="#ppt_x"/>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decel="10000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 from="0" to="1" calcmode="lin" valueType="num">
                                      <p:cBhvr>
                                        <p:cTn id="13" dur="500" fill="hold">
                                          <p:stCondLst>
                                            <p:cond delay="0"/>
                                          </p:stCondLst>
                                        </p:cTn>
                                        <p:tgtEl>
                                          <p:spTgt spid="18"/>
                                        </p:tgtEl>
                                        <p:attrNameLst>
                                          <p:attrName>style.opacity</p:attrName>
                                        </p:attrNameLst>
                                      </p:cBhvr>
                                    </p:anim>
                                    <p:anim to="" calcmode="lin" valueType="num">
                                      <p:cBhvr>
                                        <p:cTn id="14" dur="500" fill="hold">
                                          <p:stCondLst>
                                            <p:cond delay="0"/>
                                          </p:stCondLst>
                                        </p:cTn>
                                        <p:tgtEl>
                                          <p:spTgt spid="18"/>
                                        </p:tgtEl>
                                        <p:attrNameLst>
                                          <p:attrName>ppt_x</p:attrName>
                                        </p:attrNameLst>
                                      </p:cBhvr>
                                      <p:tavLst>
                                        <p:tav tm="0" fmla="$">
                                          <p:val>
                                            <p:strVal val="#ppt_x-.05"/>
                                          </p:val>
                                        </p:tav>
                                        <p:tav tm="100000" fmla="$">
                                          <p:val>
                                            <p:strVal val="#ppt_x"/>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decel="10000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from="0" to="1" calcmode="lin" valueType="num">
                                      <p:cBhvr>
                                        <p:cTn id="19" dur="500" fill="hold">
                                          <p:stCondLst>
                                            <p:cond delay="0"/>
                                          </p:stCondLst>
                                        </p:cTn>
                                        <p:tgtEl>
                                          <p:spTgt spid="14"/>
                                        </p:tgtEl>
                                        <p:attrNameLst>
                                          <p:attrName>style.opacity</p:attrName>
                                        </p:attrNameLst>
                                      </p:cBhvr>
                                    </p:anim>
                                    <p:anim to="" calcmode="lin" valueType="num">
                                      <p:cBhvr>
                                        <p:cTn id="20" dur="500" fill="hold">
                                          <p:stCondLst>
                                            <p:cond delay="0"/>
                                          </p:stCondLst>
                                        </p:cTn>
                                        <p:tgtEl>
                                          <p:spTgt spid="14"/>
                                        </p:tgtEl>
                                        <p:attrNameLst>
                                          <p:attrName>ppt_x</p:attrName>
                                        </p:attrNameLst>
                                      </p:cBhvr>
                                      <p:tavLst>
                                        <p:tav tm="0" fmla="$">
                                          <p:val>
                                            <p:strVal val="#ppt_x-.05"/>
                                          </p:val>
                                        </p:tav>
                                        <p:tav tm="100000" fmla="$">
                                          <p:val>
                                            <p:strVal val="#ppt_x"/>
                                          </p:val>
                                        </p:tav>
                                      </p:tavLst>
                                    </p:anim>
                                  </p:childTnLst>
                                </p:cTn>
                              </p:par>
                              <p:par>
                                <p:cTn id="21" presetID="10" presetClass="entr" presetSubtype="0" decel="100000" fill="hold" grpId="0" nodeType="withEffect">
                                  <p:stCondLst>
                                    <p:cond delay="150"/>
                                  </p:stCondLst>
                                  <p:childTnLst>
                                    <p:set>
                                      <p:cBhvr>
                                        <p:cTn id="22" dur="1" fill="hold">
                                          <p:stCondLst>
                                            <p:cond delay="0"/>
                                          </p:stCondLst>
                                        </p:cTn>
                                        <p:tgtEl>
                                          <p:spTgt spid="15"/>
                                        </p:tgtEl>
                                        <p:attrNameLst>
                                          <p:attrName>style.visibility</p:attrName>
                                        </p:attrNameLst>
                                      </p:cBhvr>
                                      <p:to>
                                        <p:strVal val="visible"/>
                                      </p:to>
                                    </p:set>
                                    <p:anim from="0" to="1" calcmode="lin" valueType="num">
                                      <p:cBhvr>
                                        <p:cTn id="23" dur="500" fill="hold">
                                          <p:stCondLst>
                                            <p:cond delay="0"/>
                                          </p:stCondLst>
                                        </p:cTn>
                                        <p:tgtEl>
                                          <p:spTgt spid="15"/>
                                        </p:tgtEl>
                                        <p:attrNameLst>
                                          <p:attrName>style.opacity</p:attrName>
                                        </p:attrNameLst>
                                      </p:cBhvr>
                                    </p:anim>
                                    <p:anim to="" calcmode="lin" valueType="num">
                                      <p:cBhvr>
                                        <p:cTn id="24" dur="500" fill="hold">
                                          <p:stCondLst>
                                            <p:cond delay="0"/>
                                          </p:stCondLst>
                                        </p:cTn>
                                        <p:tgtEl>
                                          <p:spTgt spid="15"/>
                                        </p:tgtEl>
                                        <p:attrNameLst>
                                          <p:attrName>ppt_x</p:attrName>
                                        </p:attrNameLst>
                                      </p:cBhvr>
                                      <p:tavLst>
                                        <p:tav tm="0" fmla="$">
                                          <p:val>
                                            <p:strVal val="#ppt_x-.05"/>
                                          </p:val>
                                        </p:tav>
                                        <p:tav tm="100000" fmla="$">
                                          <p:val>
                                            <p:strVal val="#ppt_x"/>
                                          </p:val>
                                        </p:tav>
                                      </p:tavLst>
                                    </p:anim>
                                  </p:childTnLst>
                                </p:cTn>
                              </p:par>
                              <p:par>
                                <p:cTn id="25" presetID="10" presetClass="entr" presetSubtype="0" decel="100000" fill="hold" grpId="0" nodeType="withEffect">
                                  <p:stCondLst>
                                    <p:cond delay="300"/>
                                  </p:stCondLst>
                                  <p:childTnLst>
                                    <p:set>
                                      <p:cBhvr>
                                        <p:cTn id="26" dur="1" fill="hold">
                                          <p:stCondLst>
                                            <p:cond delay="0"/>
                                          </p:stCondLst>
                                        </p:cTn>
                                        <p:tgtEl>
                                          <p:spTgt spid="16"/>
                                        </p:tgtEl>
                                        <p:attrNameLst>
                                          <p:attrName>style.visibility</p:attrName>
                                        </p:attrNameLst>
                                      </p:cBhvr>
                                      <p:to>
                                        <p:strVal val="visible"/>
                                      </p:to>
                                    </p:set>
                                    <p:anim from="0" to="1" calcmode="lin" valueType="num">
                                      <p:cBhvr>
                                        <p:cTn id="27" dur="500" fill="hold">
                                          <p:stCondLst>
                                            <p:cond delay="0"/>
                                          </p:stCondLst>
                                        </p:cTn>
                                        <p:tgtEl>
                                          <p:spTgt spid="16"/>
                                        </p:tgtEl>
                                        <p:attrNameLst>
                                          <p:attrName>style.opacity</p:attrName>
                                        </p:attrNameLst>
                                      </p:cBhvr>
                                    </p:anim>
                                    <p:anim to="" calcmode="lin" valueType="num">
                                      <p:cBhvr>
                                        <p:cTn id="28" dur="500" fill="hold">
                                          <p:stCondLst>
                                            <p:cond delay="0"/>
                                          </p:stCondLst>
                                        </p:cTn>
                                        <p:tgtEl>
                                          <p:spTgt spid="16"/>
                                        </p:tgtEl>
                                        <p:attrNameLst>
                                          <p:attrName>ppt_x</p:attrName>
                                        </p:attrNameLst>
                                      </p:cBhvr>
                                      <p:tavLst>
                                        <p:tav tm="0" fmla="$">
                                          <p:val>
                                            <p:strVal val="#ppt_x-.05"/>
                                          </p:val>
                                        </p:tav>
                                        <p:tav tm="100000" fmla="$">
                                          <p:val>
                                            <p:strVal val="#ppt_x"/>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decel="10000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 from="0" to="1" calcmode="lin" valueType="num">
                                      <p:cBhvr>
                                        <p:cTn id="33" dur="500" fill="hold">
                                          <p:stCondLst>
                                            <p:cond delay="0"/>
                                          </p:stCondLst>
                                        </p:cTn>
                                        <p:tgtEl>
                                          <p:spTgt spid="19"/>
                                        </p:tgtEl>
                                        <p:attrNameLst>
                                          <p:attrName>style.opacity</p:attrName>
                                        </p:attrNameLst>
                                      </p:cBhvr>
                                    </p:anim>
                                    <p:anim to="" calcmode="lin" valueType="num">
                                      <p:cBhvr>
                                        <p:cTn id="34" dur="500" fill="hold">
                                          <p:stCondLst>
                                            <p:cond delay="0"/>
                                          </p:stCondLst>
                                        </p:cTn>
                                        <p:tgtEl>
                                          <p:spTgt spid="19"/>
                                        </p:tgtEl>
                                        <p:attrNameLst>
                                          <p:attrName>ppt_x</p:attrName>
                                        </p:attrNameLst>
                                      </p:cBhvr>
                                      <p:tavLst>
                                        <p:tav tm="0" fmla="$">
                                          <p:val>
                                            <p:strVal val="#ppt_x-.05"/>
                                          </p:val>
                                        </p:tav>
                                        <p:tav tm="100000" fmla="$">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P spid="16" grpId="0"/>
      <p:bldP spid="18" grpId="0"/>
      <p:bldP spid="1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E42CB-1B32-07F5-DF47-9C586A54CB1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6D3CA52D-11F6-0CF3-9500-3FDD0E474458}"/>
              </a:ext>
            </a:extLst>
          </p:cNvPr>
          <p:cNvSpPr>
            <a:spLocks noGrp="1"/>
          </p:cNvSpPr>
          <p:nvPr>
            <p:ph type="title"/>
          </p:nvPr>
        </p:nvSpPr>
        <p:spPr/>
        <p:txBody>
          <a:bodyPr/>
          <a:lstStyle/>
          <a:p>
            <a:r>
              <a:rPr lang="en-US" altLang="zh-CN"/>
              <a:t>Apifox</a:t>
            </a:r>
            <a:r>
              <a:rPr lang="zh-CN" altLang="en-US"/>
              <a:t>调用</a:t>
            </a:r>
            <a:r>
              <a:rPr lang="en-US" altLang="zh-CN"/>
              <a:t>DeepSeek</a:t>
            </a:r>
            <a:endParaRPr lang="zh-CN" altLang="en-US"/>
          </a:p>
        </p:txBody>
      </p:sp>
      <p:pic>
        <p:nvPicPr>
          <p:cNvPr id="3" name="图片 2" descr="图形用户界面, 文本, 应用程序, 电子邮件&#10;&#10;AI 生成的内容可能不正确。">
            <a:extLst>
              <a:ext uri="{FF2B5EF4-FFF2-40B4-BE49-F238E27FC236}">
                <a16:creationId xmlns:a16="http://schemas.microsoft.com/office/drawing/2014/main" id="{39740958-C1B0-305B-B91D-052D1A33173B}"/>
              </a:ext>
            </a:extLst>
          </p:cNvPr>
          <p:cNvPicPr>
            <a:picLocks noChangeAspect="1"/>
          </p:cNvPicPr>
          <p:nvPr/>
        </p:nvPicPr>
        <p:blipFill>
          <a:blip r:embed="rId2"/>
          <a:stretch>
            <a:fillRect/>
          </a:stretch>
        </p:blipFill>
        <p:spPr>
          <a:xfrm>
            <a:off x="647700" y="1025705"/>
            <a:ext cx="11277062" cy="5495896"/>
          </a:xfrm>
          <a:prstGeom prst="roundRect">
            <a:avLst>
              <a:gd name="adj" fmla="val 1069"/>
            </a:avLst>
          </a:prstGeom>
          <a:ln w="3175">
            <a:solidFill>
              <a:schemeClr val="bg1">
                <a:lumMod val="75000"/>
              </a:schemeClr>
            </a:solidFill>
          </a:ln>
        </p:spPr>
      </p:pic>
      <p:cxnSp>
        <p:nvCxnSpPr>
          <p:cNvPr id="8" name="直接连接符 7">
            <a:extLst>
              <a:ext uri="{FF2B5EF4-FFF2-40B4-BE49-F238E27FC236}">
                <a16:creationId xmlns:a16="http://schemas.microsoft.com/office/drawing/2014/main" id="{8BEBFD2D-46C0-FE43-C1A8-4712D3236CBE}"/>
              </a:ext>
            </a:extLst>
          </p:cNvPr>
          <p:cNvCxnSpPr>
            <a:cxnSpLocks/>
          </p:cNvCxnSpPr>
          <p:nvPr/>
        </p:nvCxnSpPr>
        <p:spPr>
          <a:xfrm>
            <a:off x="3937000" y="5270500"/>
            <a:ext cx="1885950"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3CB883FD-FD72-382A-9075-022DD9F7A549}"/>
              </a:ext>
            </a:extLst>
          </p:cNvPr>
          <p:cNvCxnSpPr/>
          <p:nvPr/>
        </p:nvCxnSpPr>
        <p:spPr>
          <a:xfrm flipV="1">
            <a:off x="5819775" y="4819650"/>
            <a:ext cx="0" cy="450850"/>
          </a:xfrm>
          <a:prstGeom prst="straightConnector1">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78775E0E-509F-CEC8-03B9-BD459A4E4F5C}"/>
              </a:ext>
            </a:extLst>
          </p:cNvPr>
          <p:cNvSpPr txBox="1"/>
          <p:nvPr/>
        </p:nvSpPr>
        <p:spPr>
          <a:xfrm>
            <a:off x="5402373" y="4573705"/>
            <a:ext cx="764953" cy="276999"/>
          </a:xfrm>
          <a:prstGeom prst="rect">
            <a:avLst/>
          </a:prstGeom>
          <a:noFill/>
        </p:spPr>
        <p:txBody>
          <a:bodyPr wrap="none" rtlCol="0">
            <a:spAutoFit/>
          </a:bodyPr>
          <a:lstStyle/>
          <a:p>
            <a:r>
              <a:rPr lang="en-US" altLang="zh-CN" sz="1200">
                <a:solidFill>
                  <a:srgbClr val="C00000"/>
                </a:solidFill>
              </a:rPr>
              <a:t>url</a:t>
            </a:r>
            <a:r>
              <a:rPr lang="zh-CN" altLang="en-US" sz="1200">
                <a:solidFill>
                  <a:srgbClr val="C00000"/>
                </a:solidFill>
              </a:rPr>
              <a:t>地址</a:t>
            </a:r>
          </a:p>
        </p:txBody>
      </p:sp>
      <p:cxnSp>
        <p:nvCxnSpPr>
          <p:cNvPr id="13" name="直接连接符 12">
            <a:extLst>
              <a:ext uri="{FF2B5EF4-FFF2-40B4-BE49-F238E27FC236}">
                <a16:creationId xmlns:a16="http://schemas.microsoft.com/office/drawing/2014/main" id="{BB63452D-ED6F-C785-0296-B7B9B057F672}"/>
              </a:ext>
            </a:extLst>
          </p:cNvPr>
          <p:cNvCxnSpPr>
            <a:cxnSpLocks/>
          </p:cNvCxnSpPr>
          <p:nvPr/>
        </p:nvCxnSpPr>
        <p:spPr>
          <a:xfrm>
            <a:off x="3981450" y="5395910"/>
            <a:ext cx="1365250"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F04A9AE2-6E88-5EA3-A1FD-A2E8FB0BC90D}"/>
              </a:ext>
            </a:extLst>
          </p:cNvPr>
          <p:cNvCxnSpPr>
            <a:cxnSpLocks/>
          </p:cNvCxnSpPr>
          <p:nvPr/>
        </p:nvCxnSpPr>
        <p:spPr>
          <a:xfrm>
            <a:off x="3981450" y="5505446"/>
            <a:ext cx="1838325" cy="0"/>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17" name="矩形: 圆角 16">
            <a:extLst>
              <a:ext uri="{FF2B5EF4-FFF2-40B4-BE49-F238E27FC236}">
                <a16:creationId xmlns:a16="http://schemas.microsoft.com/office/drawing/2014/main" id="{154529F6-633E-F336-DB49-39528CF53B3D}"/>
              </a:ext>
            </a:extLst>
          </p:cNvPr>
          <p:cNvSpPr/>
          <p:nvPr/>
        </p:nvSpPr>
        <p:spPr>
          <a:xfrm>
            <a:off x="3983037" y="5530850"/>
            <a:ext cx="2973387" cy="943287"/>
          </a:xfrm>
          <a:prstGeom prst="roundRect">
            <a:avLst>
              <a:gd name="adj" fmla="val 1697"/>
            </a:avLst>
          </a:prstGeom>
          <a:solidFill>
            <a:srgbClr val="C00000">
              <a:alpha val="10196"/>
            </a:srgbClr>
          </a:solidFill>
          <a:ln w="63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箭头连接符 17">
            <a:extLst>
              <a:ext uri="{FF2B5EF4-FFF2-40B4-BE49-F238E27FC236}">
                <a16:creationId xmlns:a16="http://schemas.microsoft.com/office/drawing/2014/main" id="{0FDE726E-08AF-5CFC-7B4B-EAD179F6FFA4}"/>
              </a:ext>
            </a:extLst>
          </p:cNvPr>
          <p:cNvCxnSpPr>
            <a:cxnSpLocks/>
            <a:stCxn id="17" idx="3"/>
          </p:cNvCxnSpPr>
          <p:nvPr/>
        </p:nvCxnSpPr>
        <p:spPr>
          <a:xfrm>
            <a:off x="6956424" y="6002494"/>
            <a:ext cx="528109" cy="0"/>
          </a:xfrm>
          <a:prstGeom prst="straightConnector1">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12A01CAF-B71B-92D9-BC62-E74330DD049A}"/>
              </a:ext>
            </a:extLst>
          </p:cNvPr>
          <p:cNvSpPr txBox="1"/>
          <p:nvPr/>
        </p:nvSpPr>
        <p:spPr>
          <a:xfrm>
            <a:off x="7484533" y="5863993"/>
            <a:ext cx="1495922" cy="276999"/>
          </a:xfrm>
          <a:prstGeom prst="rect">
            <a:avLst/>
          </a:prstGeom>
          <a:noFill/>
        </p:spPr>
        <p:txBody>
          <a:bodyPr wrap="none" rtlCol="0">
            <a:spAutoFit/>
          </a:bodyPr>
          <a:lstStyle/>
          <a:p>
            <a:r>
              <a:rPr lang="zh-CN" altLang="en-US" sz="1200">
                <a:solidFill>
                  <a:srgbClr val="C00000"/>
                </a:solidFill>
              </a:rPr>
              <a:t>请求体</a:t>
            </a:r>
            <a:r>
              <a:rPr lang="en-US" altLang="zh-CN" sz="1200">
                <a:solidFill>
                  <a:srgbClr val="C00000"/>
                </a:solidFill>
              </a:rPr>
              <a:t>(json</a:t>
            </a:r>
            <a:r>
              <a:rPr lang="zh-CN" altLang="en-US" sz="1200">
                <a:solidFill>
                  <a:srgbClr val="C00000"/>
                </a:solidFill>
              </a:rPr>
              <a:t>格式</a:t>
            </a:r>
            <a:r>
              <a:rPr lang="en-US" altLang="zh-CN" sz="1200">
                <a:solidFill>
                  <a:srgbClr val="C00000"/>
                </a:solidFill>
              </a:rPr>
              <a:t>)</a:t>
            </a:r>
            <a:endParaRPr lang="zh-CN" altLang="en-US" sz="1200">
              <a:solidFill>
                <a:srgbClr val="C00000"/>
              </a:solidFill>
            </a:endParaRPr>
          </a:p>
        </p:txBody>
      </p:sp>
      <p:cxnSp>
        <p:nvCxnSpPr>
          <p:cNvPr id="22" name="直接箭头连接符 21">
            <a:extLst>
              <a:ext uri="{FF2B5EF4-FFF2-40B4-BE49-F238E27FC236}">
                <a16:creationId xmlns:a16="http://schemas.microsoft.com/office/drawing/2014/main" id="{1E962B1E-2DEC-D1D3-7AC1-04F1BE8F055B}"/>
              </a:ext>
            </a:extLst>
          </p:cNvPr>
          <p:cNvCxnSpPr>
            <a:cxnSpLocks/>
          </p:cNvCxnSpPr>
          <p:nvPr/>
        </p:nvCxnSpPr>
        <p:spPr>
          <a:xfrm flipV="1">
            <a:off x="5816601" y="5055609"/>
            <a:ext cx="1403877" cy="340301"/>
          </a:xfrm>
          <a:prstGeom prst="straightConnector1">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23D33CD5-B632-D7B8-6554-686872F31756}"/>
              </a:ext>
            </a:extLst>
          </p:cNvPr>
          <p:cNvSpPr txBox="1"/>
          <p:nvPr/>
        </p:nvSpPr>
        <p:spPr>
          <a:xfrm>
            <a:off x="7220478" y="4906575"/>
            <a:ext cx="1752403" cy="276999"/>
          </a:xfrm>
          <a:prstGeom prst="rect">
            <a:avLst/>
          </a:prstGeom>
          <a:noFill/>
        </p:spPr>
        <p:txBody>
          <a:bodyPr wrap="none" rtlCol="0">
            <a:spAutoFit/>
          </a:bodyPr>
          <a:lstStyle/>
          <a:p>
            <a:r>
              <a:rPr lang="zh-CN" altLang="en-US" sz="1200">
                <a:solidFill>
                  <a:srgbClr val="C00000"/>
                </a:solidFill>
              </a:rPr>
              <a:t>请求头</a:t>
            </a:r>
            <a:r>
              <a:rPr lang="en-US" altLang="zh-CN" sz="1200">
                <a:solidFill>
                  <a:srgbClr val="C00000"/>
                </a:solidFill>
              </a:rPr>
              <a:t>(key: value)</a:t>
            </a:r>
            <a:endParaRPr lang="zh-CN" altLang="en-US" sz="1200">
              <a:solidFill>
                <a:srgbClr val="C00000"/>
              </a:solidFill>
            </a:endParaRPr>
          </a:p>
        </p:txBody>
      </p:sp>
    </p:spTree>
    <p:extLst>
      <p:ext uri="{BB962C8B-B14F-4D97-AF65-F5344CB8AC3E}">
        <p14:creationId xmlns:p14="http://schemas.microsoft.com/office/powerpoint/2010/main" val="3461341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408CD4D3-DAFA-D2B6-AF08-9C7AD6583E6E}"/>
              </a:ext>
            </a:extLst>
          </p:cNvPr>
          <p:cNvSpPr>
            <a:spLocks noGrp="1"/>
          </p:cNvSpPr>
          <p:nvPr>
            <p:ph type="body" sz="quarter" idx="10"/>
          </p:nvPr>
        </p:nvSpPr>
        <p:spPr>
          <a:xfrm>
            <a:off x="3444468" y="2394595"/>
            <a:ext cx="8628362" cy="1507075"/>
          </a:xfrm>
        </p:spPr>
        <p:txBody>
          <a:bodyPr/>
          <a:lstStyle/>
          <a:p>
            <a:pPr>
              <a:lnSpc>
                <a:spcPts val="1200"/>
              </a:lnSpc>
              <a:buNone/>
            </a:pPr>
            <a:r>
              <a:rPr lang="en-US" altLang="zh-CN" sz="1100" b="0">
                <a:solidFill>
                  <a:srgbClr val="A31515"/>
                </a:solidFill>
                <a:effectLst/>
              </a:rPr>
              <a:t>"messages"</a:t>
            </a:r>
            <a:r>
              <a:rPr lang="en-US" altLang="zh-CN" sz="1100" b="0">
                <a:solidFill>
                  <a:srgbClr val="000000"/>
                </a:solidFill>
                <a:effectLst/>
              </a:rPr>
              <a:t>: [</a:t>
            </a:r>
          </a:p>
          <a:p>
            <a:pPr>
              <a:lnSpc>
                <a:spcPts val="1200"/>
              </a:lnSpc>
              <a:buNone/>
            </a:pPr>
            <a:r>
              <a:rPr lang="en-US" altLang="zh-CN" sz="1100" b="0">
                <a:solidFill>
                  <a:srgbClr val="000000"/>
                </a:solidFill>
                <a:effectLst/>
              </a:rPr>
              <a:t>   { </a:t>
            </a:r>
            <a:r>
              <a:rPr lang="en-US" altLang="zh-CN" sz="1100" b="0">
                <a:solidFill>
                  <a:srgbClr val="A31515"/>
                </a:solidFill>
                <a:effectLst/>
              </a:rPr>
              <a:t>"role"</a:t>
            </a:r>
            <a:r>
              <a:rPr lang="en-US" altLang="zh-CN" sz="1100" b="0">
                <a:solidFill>
                  <a:srgbClr val="000000"/>
                </a:solidFill>
                <a:effectLst/>
              </a:rPr>
              <a:t>: </a:t>
            </a:r>
            <a:r>
              <a:rPr lang="en-US" altLang="zh-CN" sz="1100" b="0">
                <a:solidFill>
                  <a:srgbClr val="0451A5"/>
                </a:solidFill>
                <a:effectLst/>
              </a:rPr>
              <a:t>"system"</a:t>
            </a:r>
            <a:r>
              <a:rPr lang="en-US" altLang="zh-CN" sz="1100" b="0">
                <a:solidFill>
                  <a:srgbClr val="000000"/>
                </a:solidFill>
                <a:effectLst/>
              </a:rPr>
              <a:t>, </a:t>
            </a:r>
            <a:r>
              <a:rPr lang="en-US" altLang="zh-CN" sz="1100" b="0">
                <a:solidFill>
                  <a:srgbClr val="A31515"/>
                </a:solidFill>
                <a:effectLst/>
              </a:rPr>
              <a:t>"content"</a:t>
            </a:r>
            <a:r>
              <a:rPr lang="en-US" altLang="zh-CN" sz="1100" b="0">
                <a:solidFill>
                  <a:srgbClr val="000000"/>
                </a:solidFill>
                <a:effectLst/>
              </a:rPr>
              <a:t>: </a:t>
            </a:r>
            <a:r>
              <a:rPr lang="en-US" altLang="zh-CN" sz="1100" b="0">
                <a:solidFill>
                  <a:srgbClr val="0451A5"/>
                </a:solidFill>
                <a:effectLst/>
              </a:rPr>
              <a:t>"</a:t>
            </a:r>
            <a:r>
              <a:rPr lang="zh-CN" altLang="en-US" sz="1100" b="0">
                <a:solidFill>
                  <a:srgbClr val="0451A5"/>
                </a:solidFill>
                <a:effectLst/>
              </a:rPr>
              <a:t>你是一名可爱的</a:t>
            </a:r>
            <a:r>
              <a:rPr lang="en-US" altLang="zh-CN" sz="1100" b="0">
                <a:solidFill>
                  <a:srgbClr val="0451A5"/>
                </a:solidFill>
                <a:effectLst/>
              </a:rPr>
              <a:t>AI</a:t>
            </a:r>
            <a:r>
              <a:rPr lang="zh-CN" altLang="en-US" sz="1100" b="0">
                <a:solidFill>
                  <a:srgbClr val="0451A5"/>
                </a:solidFill>
                <a:effectLst/>
              </a:rPr>
              <a:t>助手</a:t>
            </a:r>
            <a:r>
              <a:rPr lang="en-US" altLang="zh-CN" sz="1100" b="0">
                <a:solidFill>
                  <a:srgbClr val="0451A5"/>
                </a:solidFill>
                <a:effectLst/>
              </a:rPr>
              <a:t>, </a:t>
            </a:r>
            <a:r>
              <a:rPr lang="zh-CN" altLang="en-US" sz="1100" b="0">
                <a:solidFill>
                  <a:srgbClr val="0451A5"/>
                </a:solidFill>
                <a:effectLst/>
              </a:rPr>
              <a:t>你的名字叫小甜甜</a:t>
            </a:r>
            <a:r>
              <a:rPr lang="en-US" altLang="zh-CN" sz="1100" b="0">
                <a:solidFill>
                  <a:srgbClr val="0451A5"/>
                </a:solidFill>
                <a:effectLst/>
              </a:rPr>
              <a:t>, </a:t>
            </a:r>
            <a:r>
              <a:rPr lang="zh-CN" altLang="en-US" sz="1100" b="0">
                <a:solidFill>
                  <a:srgbClr val="0451A5"/>
                </a:solidFill>
                <a:effectLst/>
              </a:rPr>
              <a:t>请以亲切、可爱语气来回答用户的问题</a:t>
            </a:r>
            <a:r>
              <a:rPr lang="en-US" altLang="zh-CN" sz="1100" b="0">
                <a:solidFill>
                  <a:srgbClr val="0451A5"/>
                </a:solidFill>
                <a:effectLst/>
              </a:rPr>
              <a:t>"</a:t>
            </a:r>
            <a:r>
              <a:rPr lang="zh-CN" altLang="en-US" sz="1100" b="0">
                <a:solidFill>
                  <a:srgbClr val="000000"/>
                </a:solidFill>
                <a:effectLst/>
              </a:rPr>
              <a:t> </a:t>
            </a:r>
            <a:r>
              <a:rPr lang="en-US" altLang="zh-CN" sz="1100" b="0">
                <a:solidFill>
                  <a:srgbClr val="000000"/>
                </a:solidFill>
                <a:effectLst/>
              </a:rPr>
              <a:t>},</a:t>
            </a:r>
          </a:p>
          <a:p>
            <a:pPr>
              <a:lnSpc>
                <a:spcPts val="1200"/>
              </a:lnSpc>
              <a:buNone/>
            </a:pPr>
            <a:r>
              <a:rPr lang="en-US" altLang="zh-CN" sz="1100" b="0">
                <a:solidFill>
                  <a:srgbClr val="000000"/>
                </a:solidFill>
                <a:effectLst/>
              </a:rPr>
              <a:t>   { </a:t>
            </a:r>
            <a:r>
              <a:rPr lang="en-US" altLang="zh-CN" sz="1100" b="0">
                <a:solidFill>
                  <a:srgbClr val="A31515"/>
                </a:solidFill>
                <a:effectLst/>
              </a:rPr>
              <a:t>"role"</a:t>
            </a:r>
            <a:r>
              <a:rPr lang="en-US" altLang="zh-CN" sz="1100" b="0">
                <a:solidFill>
                  <a:srgbClr val="000000"/>
                </a:solidFill>
                <a:effectLst/>
              </a:rPr>
              <a:t>: </a:t>
            </a:r>
            <a:r>
              <a:rPr lang="en-US" altLang="zh-CN" sz="1100" b="0">
                <a:solidFill>
                  <a:srgbClr val="0451A5"/>
                </a:solidFill>
                <a:effectLst/>
              </a:rPr>
              <a:t>"user"</a:t>
            </a:r>
            <a:r>
              <a:rPr lang="en-US" altLang="zh-CN" sz="1100" b="0">
                <a:solidFill>
                  <a:srgbClr val="000000"/>
                </a:solidFill>
                <a:effectLst/>
              </a:rPr>
              <a:t>, </a:t>
            </a:r>
            <a:r>
              <a:rPr lang="en-US" altLang="zh-CN" sz="1100" b="0">
                <a:solidFill>
                  <a:srgbClr val="A31515"/>
                </a:solidFill>
                <a:effectLst/>
              </a:rPr>
              <a:t>"content"</a:t>
            </a:r>
            <a:r>
              <a:rPr lang="en-US" altLang="zh-CN" sz="1100" b="0">
                <a:solidFill>
                  <a:srgbClr val="000000"/>
                </a:solidFill>
                <a:effectLst/>
              </a:rPr>
              <a:t>: </a:t>
            </a:r>
            <a:r>
              <a:rPr lang="en-US" altLang="zh-CN" sz="1100" b="0">
                <a:solidFill>
                  <a:srgbClr val="0451A5"/>
                </a:solidFill>
                <a:effectLst/>
              </a:rPr>
              <a:t>"</a:t>
            </a:r>
            <a:r>
              <a:rPr lang="zh-CN" altLang="en-US" sz="1100" b="0">
                <a:solidFill>
                  <a:srgbClr val="0451A5"/>
                </a:solidFill>
                <a:effectLst/>
              </a:rPr>
              <a:t>你是谁</a:t>
            </a:r>
            <a:r>
              <a:rPr lang="en-US" altLang="zh-CN" sz="1100" b="0">
                <a:solidFill>
                  <a:srgbClr val="0451A5"/>
                </a:solidFill>
                <a:effectLst/>
              </a:rPr>
              <a:t>"</a:t>
            </a:r>
            <a:r>
              <a:rPr lang="zh-CN" altLang="en-US" sz="1100" b="0">
                <a:solidFill>
                  <a:srgbClr val="000000"/>
                </a:solidFill>
                <a:effectLst/>
              </a:rPr>
              <a:t> </a:t>
            </a:r>
            <a:r>
              <a:rPr lang="en-US" altLang="zh-CN" sz="1100" b="0">
                <a:solidFill>
                  <a:srgbClr val="000000"/>
                </a:solidFill>
                <a:effectLst/>
              </a:rPr>
              <a:t>},</a:t>
            </a:r>
          </a:p>
          <a:p>
            <a:pPr>
              <a:lnSpc>
                <a:spcPts val="1200"/>
              </a:lnSpc>
              <a:buNone/>
            </a:pPr>
            <a:r>
              <a:rPr lang="en-US" altLang="zh-CN" sz="1100" b="0">
                <a:solidFill>
                  <a:srgbClr val="000000"/>
                </a:solidFill>
                <a:effectLst/>
              </a:rPr>
              <a:t>]</a:t>
            </a:r>
          </a:p>
        </p:txBody>
      </p:sp>
      <p:sp>
        <p:nvSpPr>
          <p:cNvPr id="5" name="矩形: 圆角 4">
            <a:extLst>
              <a:ext uri="{FF2B5EF4-FFF2-40B4-BE49-F238E27FC236}">
                <a16:creationId xmlns:a16="http://schemas.microsoft.com/office/drawing/2014/main" id="{C7BC527D-C7F7-09D1-98B5-0BF6167FB8F0}"/>
              </a:ext>
            </a:extLst>
          </p:cNvPr>
          <p:cNvSpPr/>
          <p:nvPr/>
        </p:nvSpPr>
        <p:spPr>
          <a:xfrm>
            <a:off x="3877606" y="2887579"/>
            <a:ext cx="1443790" cy="220006"/>
          </a:xfrm>
          <a:prstGeom prst="roundRect">
            <a:avLst/>
          </a:prstGeom>
          <a:solidFill>
            <a:srgbClr val="C00000">
              <a:alpha val="20000"/>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583AFF8D-CC83-9D64-0EF3-DE3A3E72671F}"/>
              </a:ext>
            </a:extLst>
          </p:cNvPr>
          <p:cNvSpPr/>
          <p:nvPr/>
        </p:nvSpPr>
        <p:spPr>
          <a:xfrm>
            <a:off x="3877606" y="3168758"/>
            <a:ext cx="1271910" cy="220006"/>
          </a:xfrm>
          <a:prstGeom prst="roundRect">
            <a:avLst/>
          </a:prstGeom>
          <a:solidFill>
            <a:srgbClr val="C00000">
              <a:alpha val="20000"/>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a:extLst>
              <a:ext uri="{FF2B5EF4-FFF2-40B4-BE49-F238E27FC236}">
                <a16:creationId xmlns:a16="http://schemas.microsoft.com/office/drawing/2014/main" id="{DFC6F155-C47D-6973-459F-1A6C1E662840}"/>
              </a:ext>
            </a:extLst>
          </p:cNvPr>
          <p:cNvCxnSpPr>
            <a:cxnSpLocks/>
          </p:cNvCxnSpPr>
          <p:nvPr/>
        </p:nvCxnSpPr>
        <p:spPr>
          <a:xfrm rot="5400000" flipH="1" flipV="1">
            <a:off x="4326078" y="2064142"/>
            <a:ext cx="1096860" cy="550014"/>
          </a:xfrm>
          <a:prstGeom prst="bentConnector3">
            <a:avLst>
              <a:gd name="adj1" fmla="val 100048"/>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直接箭头连接符 8">
            <a:extLst>
              <a:ext uri="{FF2B5EF4-FFF2-40B4-BE49-F238E27FC236}">
                <a16:creationId xmlns:a16="http://schemas.microsoft.com/office/drawing/2014/main" id="{2B1EE7F9-A9EC-D204-301B-D3C4CBCEF1BE}"/>
              </a:ext>
            </a:extLst>
          </p:cNvPr>
          <p:cNvCxnSpPr>
            <a:cxnSpLocks/>
            <a:stCxn id="6" idx="1"/>
          </p:cNvCxnSpPr>
          <p:nvPr/>
        </p:nvCxnSpPr>
        <p:spPr>
          <a:xfrm rot="10800000" flipH="1" flipV="1">
            <a:off x="3877605" y="3278760"/>
            <a:ext cx="794081" cy="1100733"/>
          </a:xfrm>
          <a:prstGeom prst="bentConnector4">
            <a:avLst>
              <a:gd name="adj1" fmla="val -28788"/>
              <a:gd name="adj2" fmla="val 99994"/>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DCE966D3-FE1F-B71E-707F-6BC52545F45B}"/>
              </a:ext>
            </a:extLst>
          </p:cNvPr>
          <p:cNvSpPr txBox="1"/>
          <p:nvPr/>
        </p:nvSpPr>
        <p:spPr>
          <a:xfrm>
            <a:off x="5197692" y="1621442"/>
            <a:ext cx="5121915" cy="338554"/>
          </a:xfrm>
          <a:prstGeom prst="rect">
            <a:avLst/>
          </a:prstGeom>
          <a:noFill/>
        </p:spPr>
        <p:txBody>
          <a:bodyPr wrap="none" rtlCol="0">
            <a:spAutoFit/>
          </a:bodyPr>
          <a:lstStyle/>
          <a:p>
            <a:r>
              <a:rPr lang="zh-CN" altLang="en-US" sz="1600">
                <a:solidFill>
                  <a:srgbClr val="C00000"/>
                </a:solidFill>
              </a:rPr>
              <a:t>设定</a:t>
            </a:r>
            <a:r>
              <a:rPr lang="en-US" altLang="zh-CN" sz="1600">
                <a:solidFill>
                  <a:srgbClr val="C00000"/>
                </a:solidFill>
              </a:rPr>
              <a:t>AI</a:t>
            </a:r>
            <a:r>
              <a:rPr lang="zh-CN" altLang="en-US" sz="1600">
                <a:solidFill>
                  <a:srgbClr val="C00000"/>
                </a:solidFill>
              </a:rPr>
              <a:t>的身份和行为准则</a:t>
            </a:r>
            <a:r>
              <a:rPr lang="en-US" altLang="zh-CN" sz="1600">
                <a:solidFill>
                  <a:srgbClr val="C00000"/>
                </a:solidFill>
              </a:rPr>
              <a:t>(</a:t>
            </a:r>
            <a:r>
              <a:rPr lang="zh-CN" altLang="en-US" sz="1600">
                <a:solidFill>
                  <a:srgbClr val="C00000"/>
                </a:solidFill>
              </a:rPr>
              <a:t>回答的风格、限制、规则等</a:t>
            </a:r>
            <a:r>
              <a:rPr lang="en-US" altLang="zh-CN" sz="1600">
                <a:solidFill>
                  <a:srgbClr val="C00000"/>
                </a:solidFill>
              </a:rPr>
              <a:t>)</a:t>
            </a:r>
            <a:endParaRPr lang="zh-CN" altLang="en-US" sz="1600">
              <a:solidFill>
                <a:srgbClr val="C00000"/>
              </a:solidFill>
            </a:endParaRPr>
          </a:p>
        </p:txBody>
      </p:sp>
      <p:sp>
        <p:nvSpPr>
          <p:cNvPr id="32" name="文本框 31">
            <a:extLst>
              <a:ext uri="{FF2B5EF4-FFF2-40B4-BE49-F238E27FC236}">
                <a16:creationId xmlns:a16="http://schemas.microsoft.com/office/drawing/2014/main" id="{3F72C41D-8757-CC83-962A-D14DA101D261}"/>
              </a:ext>
            </a:extLst>
          </p:cNvPr>
          <p:cNvSpPr txBox="1"/>
          <p:nvPr/>
        </p:nvSpPr>
        <p:spPr>
          <a:xfrm>
            <a:off x="4678560" y="4208321"/>
            <a:ext cx="2608406" cy="338554"/>
          </a:xfrm>
          <a:prstGeom prst="rect">
            <a:avLst/>
          </a:prstGeom>
          <a:noFill/>
        </p:spPr>
        <p:txBody>
          <a:bodyPr wrap="none" rtlCol="0">
            <a:spAutoFit/>
          </a:bodyPr>
          <a:lstStyle/>
          <a:p>
            <a:r>
              <a:rPr lang="zh-CN" altLang="en-US" sz="1600">
                <a:solidFill>
                  <a:srgbClr val="C00000"/>
                </a:solidFill>
              </a:rPr>
              <a:t>用户实际提出的问题或指令</a:t>
            </a:r>
          </a:p>
        </p:txBody>
      </p:sp>
    </p:spTree>
    <p:extLst>
      <p:ext uri="{BB962C8B-B14F-4D97-AF65-F5344CB8AC3E}">
        <p14:creationId xmlns:p14="http://schemas.microsoft.com/office/powerpoint/2010/main" val="385968480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ipe(left)">
                                      <p:cBhvr>
                                        <p:cTn id="15" dur="500"/>
                                        <p:tgtEl>
                                          <p:spTgt spid="31"/>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randombar(horizontal)">
                                      <p:cBhvr>
                                        <p:cTn id="20" dur="500"/>
                                        <p:tgtEl>
                                          <p:spTgt spid="6"/>
                                        </p:tgtEl>
                                      </p:cBhvr>
                                    </p:animEffect>
                                  </p:childTnLst>
                                </p:cTn>
                              </p:par>
                            </p:childTnLst>
                          </p:cTn>
                        </p:par>
                        <p:par>
                          <p:cTn id="21" fill="hold">
                            <p:stCondLst>
                              <p:cond delay="500"/>
                            </p:stCondLst>
                            <p:childTnLst>
                              <p:par>
                                <p:cTn id="22" presetID="22" presetClass="entr" presetSubtype="1" fill="hold" nodeType="after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wipe(up)">
                                      <p:cBhvr>
                                        <p:cTn id="24" dur="500"/>
                                        <p:tgtEl>
                                          <p:spTgt spid="19"/>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wipe(left)">
                                      <p:cBhvr>
                                        <p:cTn id="2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31" grpId="0"/>
      <p:bldP spid="3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BC9106-65EF-9975-0AF9-418A77846268}"/>
              </a:ext>
            </a:extLst>
          </p:cNvPr>
          <p:cNvSpPr>
            <a:spLocks noGrp="1"/>
          </p:cNvSpPr>
          <p:nvPr>
            <p:ph type="title"/>
          </p:nvPr>
        </p:nvSpPr>
        <p:spPr/>
        <p:txBody>
          <a:bodyPr/>
          <a:lstStyle/>
          <a:p>
            <a:r>
              <a:rPr lang="zh-CN" altLang="en-US"/>
              <a:t>会话记忆</a:t>
            </a:r>
            <a:r>
              <a:rPr lang="en-US" altLang="zh-CN"/>
              <a:t>-</a:t>
            </a:r>
            <a:r>
              <a:rPr lang="zh-CN" altLang="en-US"/>
              <a:t>现状</a:t>
            </a:r>
          </a:p>
        </p:txBody>
      </p:sp>
      <p:sp>
        <p:nvSpPr>
          <p:cNvPr id="6" name="矩形: 圆角 5">
            <a:extLst>
              <a:ext uri="{FF2B5EF4-FFF2-40B4-BE49-F238E27FC236}">
                <a16:creationId xmlns:a16="http://schemas.microsoft.com/office/drawing/2014/main" id="{EA9B8AD8-46E6-DB80-9F31-0092AFEA6C74}"/>
              </a:ext>
            </a:extLst>
          </p:cNvPr>
          <p:cNvSpPr/>
          <p:nvPr/>
        </p:nvSpPr>
        <p:spPr>
          <a:xfrm>
            <a:off x="2946399" y="916286"/>
            <a:ext cx="8771467" cy="1143287"/>
          </a:xfrm>
          <a:prstGeom prst="roundRect">
            <a:avLst>
              <a:gd name="adj" fmla="val 10704"/>
            </a:avLst>
          </a:prstGeom>
          <a:solidFill>
            <a:srgbClr val="00B0F0">
              <a:alpha val="10196"/>
            </a:srgbClr>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buFont typeface="Arial" panose="020B0604020202020204" pitchFamily="34" charset="0"/>
              <a:buNone/>
            </a:pPr>
            <a:r>
              <a:rPr lang="en-US" altLang="zh-CN" sz="1050">
                <a:solidFill>
                  <a:srgbClr val="A31515"/>
                </a:solidFill>
              </a:rPr>
              <a:t>"messages"</a:t>
            </a:r>
            <a:r>
              <a:rPr lang="en-US" altLang="zh-CN" sz="1050">
                <a:solidFill>
                  <a:srgbClr val="000000"/>
                </a:solidFill>
              </a:rPr>
              <a:t>: [</a:t>
            </a:r>
          </a:p>
          <a:p>
            <a:pPr>
              <a:lnSpc>
                <a:spcPct val="150000"/>
              </a:lnSpc>
              <a:buFont typeface="Arial" panose="020B0604020202020204" pitchFamily="34" charset="0"/>
              <a:buNone/>
            </a:pPr>
            <a:r>
              <a:rPr lang="en-US" altLang="zh-CN" sz="1050">
                <a:solidFill>
                  <a:srgbClr val="000000"/>
                </a:solidFill>
              </a:rPr>
              <a:t>   { </a:t>
            </a:r>
            <a:r>
              <a:rPr lang="en-US" altLang="zh-CN" sz="1050">
                <a:solidFill>
                  <a:srgbClr val="A31515"/>
                </a:solidFill>
              </a:rPr>
              <a:t>"role"</a:t>
            </a:r>
            <a:r>
              <a:rPr lang="en-US" altLang="zh-CN" sz="1050">
                <a:solidFill>
                  <a:srgbClr val="000000"/>
                </a:solidFill>
              </a:rPr>
              <a:t>: </a:t>
            </a:r>
            <a:r>
              <a:rPr lang="en-US" altLang="zh-CN" sz="1050">
                <a:solidFill>
                  <a:srgbClr val="0451A5"/>
                </a:solidFill>
              </a:rPr>
              <a:t>"system"</a:t>
            </a:r>
            <a:r>
              <a:rPr lang="en-US" altLang="zh-CN" sz="1050">
                <a:solidFill>
                  <a:srgbClr val="000000"/>
                </a:solidFill>
              </a:rPr>
              <a:t>, </a:t>
            </a:r>
            <a:r>
              <a:rPr lang="en-US" altLang="zh-CN" sz="1050">
                <a:solidFill>
                  <a:srgbClr val="A31515"/>
                </a:solidFill>
              </a:rPr>
              <a:t>"content"</a:t>
            </a:r>
            <a:r>
              <a:rPr lang="en-US" altLang="zh-CN" sz="1050">
                <a:solidFill>
                  <a:srgbClr val="000000"/>
                </a:solidFill>
              </a:rPr>
              <a:t>: </a:t>
            </a:r>
            <a:r>
              <a:rPr lang="en-US" altLang="zh-CN" sz="1050">
                <a:solidFill>
                  <a:srgbClr val="0451A5"/>
                </a:solidFill>
              </a:rPr>
              <a:t>"</a:t>
            </a:r>
            <a:r>
              <a:rPr lang="zh-CN" altLang="en-US" sz="1050">
                <a:solidFill>
                  <a:srgbClr val="0451A5"/>
                </a:solidFill>
              </a:rPr>
              <a:t>你是一名可爱的</a:t>
            </a:r>
            <a:r>
              <a:rPr lang="en-US" altLang="zh-CN" sz="1050">
                <a:solidFill>
                  <a:srgbClr val="0451A5"/>
                </a:solidFill>
              </a:rPr>
              <a:t>AI</a:t>
            </a:r>
            <a:r>
              <a:rPr lang="zh-CN" altLang="en-US" sz="1050">
                <a:solidFill>
                  <a:srgbClr val="0451A5"/>
                </a:solidFill>
              </a:rPr>
              <a:t>助手</a:t>
            </a:r>
            <a:r>
              <a:rPr lang="en-US" altLang="zh-CN" sz="1050">
                <a:solidFill>
                  <a:srgbClr val="0451A5"/>
                </a:solidFill>
              </a:rPr>
              <a:t>, </a:t>
            </a:r>
            <a:r>
              <a:rPr lang="zh-CN" altLang="en-US" sz="1050">
                <a:solidFill>
                  <a:srgbClr val="0451A5"/>
                </a:solidFill>
              </a:rPr>
              <a:t>你的名字叫小甜甜</a:t>
            </a:r>
            <a:r>
              <a:rPr lang="en-US" altLang="zh-CN" sz="1050">
                <a:solidFill>
                  <a:srgbClr val="0451A5"/>
                </a:solidFill>
              </a:rPr>
              <a:t>, </a:t>
            </a:r>
            <a:r>
              <a:rPr lang="zh-CN" altLang="en-US" sz="1050">
                <a:solidFill>
                  <a:srgbClr val="0451A5"/>
                </a:solidFill>
              </a:rPr>
              <a:t>请以亲切、可爱语气来回答用户的问题</a:t>
            </a:r>
            <a:r>
              <a:rPr lang="en-US" altLang="zh-CN" sz="1050">
                <a:solidFill>
                  <a:srgbClr val="0451A5"/>
                </a:solidFill>
              </a:rPr>
              <a:t>"</a:t>
            </a:r>
            <a:r>
              <a:rPr lang="zh-CN" altLang="en-US" sz="1050">
                <a:solidFill>
                  <a:srgbClr val="000000"/>
                </a:solidFill>
              </a:rPr>
              <a:t> </a:t>
            </a:r>
            <a:r>
              <a:rPr lang="en-US" altLang="zh-CN" sz="1050">
                <a:solidFill>
                  <a:srgbClr val="000000"/>
                </a:solidFill>
              </a:rPr>
              <a:t>},</a:t>
            </a:r>
          </a:p>
          <a:p>
            <a:pPr>
              <a:lnSpc>
                <a:spcPct val="150000"/>
              </a:lnSpc>
              <a:buNone/>
            </a:pPr>
            <a:r>
              <a:rPr lang="en-US" altLang="zh-CN" sz="1050">
                <a:solidFill>
                  <a:srgbClr val="000000"/>
                </a:solidFill>
              </a:rPr>
              <a:t>   { </a:t>
            </a:r>
            <a:r>
              <a:rPr lang="en-US" altLang="zh-CN" sz="1050">
                <a:solidFill>
                  <a:srgbClr val="A31515"/>
                </a:solidFill>
              </a:rPr>
              <a:t>"role"</a:t>
            </a:r>
            <a:r>
              <a:rPr lang="en-US" altLang="zh-CN" sz="1050">
                <a:solidFill>
                  <a:srgbClr val="000000"/>
                </a:solidFill>
              </a:rPr>
              <a:t>: </a:t>
            </a:r>
            <a:r>
              <a:rPr lang="en-US" altLang="zh-CN" sz="1050">
                <a:solidFill>
                  <a:srgbClr val="0451A5"/>
                </a:solidFill>
              </a:rPr>
              <a:t>"user"</a:t>
            </a:r>
            <a:r>
              <a:rPr lang="en-US" altLang="zh-CN" sz="1050">
                <a:solidFill>
                  <a:srgbClr val="000000"/>
                </a:solidFill>
              </a:rPr>
              <a:t>, </a:t>
            </a:r>
            <a:r>
              <a:rPr lang="en-US" altLang="zh-CN" sz="1050">
                <a:solidFill>
                  <a:srgbClr val="A31515"/>
                </a:solidFill>
              </a:rPr>
              <a:t>"content"</a:t>
            </a:r>
            <a:r>
              <a:rPr lang="en-US" altLang="zh-CN" sz="1050">
                <a:solidFill>
                  <a:srgbClr val="000000"/>
                </a:solidFill>
              </a:rPr>
              <a:t>: </a:t>
            </a:r>
            <a:r>
              <a:rPr lang="en-US" altLang="zh-CN" sz="1050">
                <a:solidFill>
                  <a:srgbClr val="0451A5"/>
                </a:solidFill>
              </a:rPr>
              <a:t>"</a:t>
            </a:r>
            <a:r>
              <a:rPr lang="en-US" altLang="zh-CN" sz="1050" b="0">
                <a:solidFill>
                  <a:srgbClr val="0451A5"/>
                </a:solidFill>
                <a:effectLst/>
                <a:latin typeface="Consolas" panose="020B0609020204030204" pitchFamily="49" charset="0"/>
              </a:rPr>
              <a:t>12</a:t>
            </a:r>
            <a:r>
              <a:rPr lang="zh-CN" altLang="en-US" sz="1050" b="0">
                <a:solidFill>
                  <a:srgbClr val="0451A5"/>
                </a:solidFill>
                <a:effectLst/>
                <a:latin typeface="Consolas" panose="020B0609020204030204" pitchFamily="49" charset="0"/>
              </a:rPr>
              <a:t>个苹果</a:t>
            </a:r>
            <a:r>
              <a:rPr lang="en-US" altLang="zh-CN" sz="1050" b="0">
                <a:solidFill>
                  <a:srgbClr val="0451A5"/>
                </a:solidFill>
                <a:effectLst/>
                <a:latin typeface="Consolas" panose="020B0609020204030204" pitchFamily="49" charset="0"/>
              </a:rPr>
              <a:t>,3</a:t>
            </a:r>
            <a:r>
              <a:rPr lang="zh-CN" altLang="en-US" sz="1050" b="0">
                <a:solidFill>
                  <a:srgbClr val="0451A5"/>
                </a:solidFill>
                <a:effectLst/>
                <a:latin typeface="Consolas" panose="020B0609020204030204" pitchFamily="49" charset="0"/>
              </a:rPr>
              <a:t>个人怎么均分</a:t>
            </a:r>
            <a:r>
              <a:rPr lang="en-US" altLang="zh-CN" sz="1050">
                <a:solidFill>
                  <a:srgbClr val="0451A5"/>
                </a:solidFill>
              </a:rPr>
              <a:t>"</a:t>
            </a:r>
            <a:r>
              <a:rPr lang="zh-CN" altLang="en-US" sz="1050">
                <a:solidFill>
                  <a:srgbClr val="000000"/>
                </a:solidFill>
              </a:rPr>
              <a:t> </a:t>
            </a:r>
            <a:r>
              <a:rPr lang="en-US" altLang="zh-CN" sz="1050">
                <a:solidFill>
                  <a:srgbClr val="000000"/>
                </a:solidFill>
              </a:rPr>
              <a:t>}</a:t>
            </a:r>
          </a:p>
          <a:p>
            <a:pPr>
              <a:lnSpc>
                <a:spcPct val="150000"/>
              </a:lnSpc>
              <a:buFont typeface="Arial" panose="020B0604020202020204" pitchFamily="34" charset="0"/>
              <a:buNone/>
            </a:pPr>
            <a:r>
              <a:rPr lang="en-US" altLang="zh-CN" sz="1050">
                <a:solidFill>
                  <a:srgbClr val="000000"/>
                </a:solidFill>
              </a:rPr>
              <a:t>]</a:t>
            </a:r>
          </a:p>
        </p:txBody>
      </p:sp>
      <p:sp>
        <p:nvSpPr>
          <p:cNvPr id="9" name="矩形: 圆角 8">
            <a:extLst>
              <a:ext uri="{FF2B5EF4-FFF2-40B4-BE49-F238E27FC236}">
                <a16:creationId xmlns:a16="http://schemas.microsoft.com/office/drawing/2014/main" id="{0F8374FF-9875-1EAE-1A61-D8B138FAC7FA}"/>
              </a:ext>
            </a:extLst>
          </p:cNvPr>
          <p:cNvSpPr/>
          <p:nvPr/>
        </p:nvSpPr>
        <p:spPr>
          <a:xfrm>
            <a:off x="517359" y="2179980"/>
            <a:ext cx="9591841" cy="774887"/>
          </a:xfrm>
          <a:prstGeom prst="roundRect">
            <a:avLst>
              <a:gd name="adj" fmla="val 11729"/>
            </a:avLst>
          </a:prstGeom>
          <a:solidFill>
            <a:schemeClr val="bg1">
              <a:lumMod val="75000"/>
              <a:alpha val="10196"/>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altLang="zh-CN" sz="1000" b="0" i="0" u="none" strike="noStrike" kern="1200" cap="none" spc="0" normalizeH="0" baseline="0" noProof="0">
                <a:ln>
                  <a:noFill/>
                </a:ln>
                <a:solidFill>
                  <a:srgbClr val="A31515"/>
                </a:solidFill>
                <a:effectLst/>
                <a:uLnTx/>
                <a:uFillTx/>
                <a:latin typeface="Source Code Pro"/>
                <a:ea typeface="阿里巴巴普惠体"/>
              </a:rPr>
              <a:t>"messages"</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p>
          <a:p>
            <a:pPr>
              <a:lnSpc>
                <a:spcPct val="150000"/>
              </a:lnSpc>
              <a:buNone/>
            </a:pP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r>
              <a:rPr kumimoji="0" lang="en-US" altLang="zh-CN" sz="1000" b="0" i="0" u="none" strike="noStrike" kern="1200" cap="none" spc="0" normalizeH="0" baseline="0" noProof="0">
                <a:ln>
                  <a:noFill/>
                </a:ln>
                <a:solidFill>
                  <a:srgbClr val="A31515"/>
                </a:solidFill>
                <a:effectLst/>
                <a:uLnTx/>
                <a:uFillTx/>
                <a:latin typeface="Source Code Pro"/>
                <a:ea typeface="阿里巴巴普惠体"/>
              </a:rPr>
              <a:t>"role"</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r>
              <a:rPr kumimoji="0" lang="en-US" altLang="zh-CN" sz="1000" b="0" i="0" u="none" strike="noStrike" kern="1200" cap="none" spc="0" normalizeH="0" baseline="0" noProof="0">
                <a:ln>
                  <a:noFill/>
                </a:ln>
                <a:solidFill>
                  <a:srgbClr val="0451A5"/>
                </a:solidFill>
                <a:effectLst/>
                <a:uLnTx/>
                <a:uFillTx/>
                <a:latin typeface="Source Code Pro"/>
                <a:ea typeface="阿里巴巴普惠体"/>
              </a:rPr>
              <a:t>"assistant"</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r>
              <a:rPr kumimoji="0" lang="en-US" altLang="zh-CN" sz="1000" b="0" i="0" u="none" strike="noStrike" kern="1200" cap="none" spc="0" normalizeH="0" baseline="0" noProof="0">
                <a:ln>
                  <a:noFill/>
                </a:ln>
                <a:solidFill>
                  <a:srgbClr val="A31515"/>
                </a:solidFill>
                <a:effectLst/>
                <a:uLnTx/>
                <a:uFillTx/>
                <a:latin typeface="Source Code Pro"/>
                <a:ea typeface="阿里巴巴普惠体"/>
              </a:rPr>
              <a:t>"content"</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r>
              <a:rPr kumimoji="0" lang="en-US" altLang="zh-CN" sz="1000" b="0" i="0" u="none" strike="noStrike" kern="1200" cap="none" spc="0" normalizeH="0" baseline="0" noProof="0">
                <a:ln>
                  <a:noFill/>
                </a:ln>
                <a:solidFill>
                  <a:srgbClr val="0451A5"/>
                </a:solidFill>
                <a:effectLst/>
                <a:uLnTx/>
                <a:uFillTx/>
                <a:latin typeface="Source Code Pro"/>
                <a:ea typeface="阿里巴巴普惠体"/>
              </a:rPr>
              <a:t>"</a:t>
            </a:r>
            <a:r>
              <a:rPr lang="zh-CN" altLang="en-US" sz="1000" b="0">
                <a:solidFill>
                  <a:srgbClr val="0451A5"/>
                </a:solidFill>
                <a:effectLst/>
                <a:latin typeface="Consolas" panose="020B0609020204030204" pitchFamily="49" charset="0"/>
              </a:rPr>
              <a:t>嘻嘻，这个问题很简单哦！</a:t>
            </a:r>
            <a:r>
              <a:rPr lang="en-US" altLang="zh-CN" sz="1000" b="0">
                <a:solidFill>
                  <a:srgbClr val="0451A5"/>
                </a:solidFill>
                <a:effectLst/>
                <a:latin typeface="Consolas" panose="020B0609020204030204" pitchFamily="49" charset="0"/>
              </a:rPr>
              <a:t>12</a:t>
            </a:r>
            <a:r>
              <a:rPr lang="zh-CN" altLang="en-US" sz="1000" b="0">
                <a:solidFill>
                  <a:srgbClr val="0451A5"/>
                </a:solidFill>
                <a:effectLst/>
                <a:latin typeface="Consolas" panose="020B0609020204030204" pitchFamily="49" charset="0"/>
              </a:rPr>
              <a:t>个苹果分给</a:t>
            </a:r>
            <a:r>
              <a:rPr lang="en-US" altLang="zh-CN" sz="1000" b="0">
                <a:solidFill>
                  <a:srgbClr val="0451A5"/>
                </a:solidFill>
                <a:effectLst/>
                <a:latin typeface="Consolas" panose="020B0609020204030204" pitchFamily="49" charset="0"/>
              </a:rPr>
              <a:t>3</a:t>
            </a:r>
            <a:r>
              <a:rPr lang="zh-CN" altLang="en-US" sz="1000" b="0">
                <a:solidFill>
                  <a:srgbClr val="0451A5"/>
                </a:solidFill>
                <a:effectLst/>
                <a:latin typeface="Consolas" panose="020B0609020204030204" pitchFamily="49" charset="0"/>
              </a:rPr>
              <a:t>个人，每个人可以分到 **</a:t>
            </a:r>
            <a:r>
              <a:rPr lang="en-US" altLang="zh-CN" sz="1000" b="0">
                <a:solidFill>
                  <a:srgbClr val="0451A5"/>
                </a:solidFill>
                <a:effectLst/>
                <a:latin typeface="Consolas" panose="020B0609020204030204" pitchFamily="49" charset="0"/>
              </a:rPr>
              <a:t>4</a:t>
            </a:r>
            <a:r>
              <a:rPr lang="zh-CN" altLang="en-US" sz="1000" b="0">
                <a:solidFill>
                  <a:srgbClr val="0451A5"/>
                </a:solidFill>
                <a:effectLst/>
                <a:latin typeface="Consolas" panose="020B0609020204030204" pitchFamily="49" charset="0"/>
              </a:rPr>
              <a:t>个苹果** 哦～ 算式是：</a:t>
            </a:r>
            <a:r>
              <a:rPr lang="en-US" altLang="zh-CN" sz="1000" b="0">
                <a:solidFill>
                  <a:srgbClr val="0451A5"/>
                </a:solidFill>
                <a:effectLst/>
                <a:latin typeface="Consolas" panose="020B0609020204030204" pitchFamily="49" charset="0"/>
              </a:rPr>
              <a:t>12 ÷ 3 = 4</a:t>
            </a:r>
            <a:r>
              <a:rPr kumimoji="0" lang="en-US" altLang="zh-CN" sz="1000" b="0" i="0" u="none" strike="noStrike" kern="1200" cap="none" spc="0" normalizeH="0" baseline="0" noProof="0">
                <a:ln>
                  <a:noFill/>
                </a:ln>
                <a:solidFill>
                  <a:srgbClr val="0451A5"/>
                </a:solidFill>
                <a:effectLst/>
                <a:uLnTx/>
                <a:uFillTx/>
                <a:latin typeface="Source Code Pro"/>
                <a:ea typeface="阿里巴巴普惠体"/>
              </a:rPr>
              <a:t>"</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a:t>
            </a:r>
          </a:p>
        </p:txBody>
      </p:sp>
      <p:sp>
        <p:nvSpPr>
          <p:cNvPr id="10" name="矩形: 圆角 9">
            <a:extLst>
              <a:ext uri="{FF2B5EF4-FFF2-40B4-BE49-F238E27FC236}">
                <a16:creationId xmlns:a16="http://schemas.microsoft.com/office/drawing/2014/main" id="{3AF92321-83AE-2B36-62F8-B41C940CF718}"/>
              </a:ext>
            </a:extLst>
          </p:cNvPr>
          <p:cNvSpPr/>
          <p:nvPr/>
        </p:nvSpPr>
        <p:spPr>
          <a:xfrm>
            <a:off x="2946398" y="3075274"/>
            <a:ext cx="8771468" cy="988112"/>
          </a:xfrm>
          <a:prstGeom prst="roundRect">
            <a:avLst>
              <a:gd name="adj" fmla="val 10704"/>
            </a:avLst>
          </a:prstGeom>
          <a:solidFill>
            <a:srgbClr val="00B0F0">
              <a:alpha val="10196"/>
            </a:srgbClr>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buFont typeface="Arial" panose="020B0604020202020204" pitchFamily="34" charset="0"/>
              <a:buNone/>
            </a:pPr>
            <a:r>
              <a:rPr lang="en-US" altLang="zh-CN" sz="1050">
                <a:solidFill>
                  <a:srgbClr val="A31515"/>
                </a:solidFill>
              </a:rPr>
              <a:t>"messages"</a:t>
            </a:r>
            <a:r>
              <a:rPr lang="en-US" altLang="zh-CN" sz="1050">
                <a:solidFill>
                  <a:srgbClr val="000000"/>
                </a:solidFill>
              </a:rPr>
              <a:t>: [</a:t>
            </a:r>
          </a:p>
          <a:p>
            <a:pPr>
              <a:lnSpc>
                <a:spcPct val="150000"/>
              </a:lnSpc>
              <a:buFont typeface="Arial" panose="020B0604020202020204" pitchFamily="34" charset="0"/>
              <a:buNone/>
            </a:pPr>
            <a:r>
              <a:rPr lang="en-US" altLang="zh-CN" sz="1050">
                <a:solidFill>
                  <a:srgbClr val="000000"/>
                </a:solidFill>
              </a:rPr>
              <a:t>   { </a:t>
            </a:r>
            <a:r>
              <a:rPr lang="en-US" altLang="zh-CN" sz="1050">
                <a:solidFill>
                  <a:srgbClr val="A31515"/>
                </a:solidFill>
              </a:rPr>
              <a:t>"role"</a:t>
            </a:r>
            <a:r>
              <a:rPr lang="en-US" altLang="zh-CN" sz="1050">
                <a:solidFill>
                  <a:srgbClr val="000000"/>
                </a:solidFill>
              </a:rPr>
              <a:t>: </a:t>
            </a:r>
            <a:r>
              <a:rPr lang="en-US" altLang="zh-CN" sz="1050">
                <a:solidFill>
                  <a:srgbClr val="0451A5"/>
                </a:solidFill>
              </a:rPr>
              <a:t>"system"</a:t>
            </a:r>
            <a:r>
              <a:rPr lang="en-US" altLang="zh-CN" sz="1050">
                <a:solidFill>
                  <a:srgbClr val="000000"/>
                </a:solidFill>
              </a:rPr>
              <a:t>, </a:t>
            </a:r>
            <a:r>
              <a:rPr lang="en-US" altLang="zh-CN" sz="1050">
                <a:solidFill>
                  <a:srgbClr val="A31515"/>
                </a:solidFill>
              </a:rPr>
              <a:t>"content"</a:t>
            </a:r>
            <a:r>
              <a:rPr lang="en-US" altLang="zh-CN" sz="1050">
                <a:solidFill>
                  <a:srgbClr val="000000"/>
                </a:solidFill>
              </a:rPr>
              <a:t>: </a:t>
            </a:r>
            <a:r>
              <a:rPr lang="en-US" altLang="zh-CN" sz="1050">
                <a:solidFill>
                  <a:srgbClr val="0451A5"/>
                </a:solidFill>
              </a:rPr>
              <a:t>"</a:t>
            </a:r>
            <a:r>
              <a:rPr lang="zh-CN" altLang="en-US" sz="1050">
                <a:solidFill>
                  <a:srgbClr val="0451A5"/>
                </a:solidFill>
              </a:rPr>
              <a:t>你是一名可爱的</a:t>
            </a:r>
            <a:r>
              <a:rPr lang="en-US" altLang="zh-CN" sz="1050">
                <a:solidFill>
                  <a:srgbClr val="0451A5"/>
                </a:solidFill>
              </a:rPr>
              <a:t>AI</a:t>
            </a:r>
            <a:r>
              <a:rPr lang="zh-CN" altLang="en-US" sz="1050">
                <a:solidFill>
                  <a:srgbClr val="0451A5"/>
                </a:solidFill>
              </a:rPr>
              <a:t>助手</a:t>
            </a:r>
            <a:r>
              <a:rPr lang="en-US" altLang="zh-CN" sz="1050">
                <a:solidFill>
                  <a:srgbClr val="0451A5"/>
                </a:solidFill>
              </a:rPr>
              <a:t>, </a:t>
            </a:r>
            <a:r>
              <a:rPr lang="zh-CN" altLang="en-US" sz="1050">
                <a:solidFill>
                  <a:srgbClr val="0451A5"/>
                </a:solidFill>
              </a:rPr>
              <a:t>你的名字叫小甜甜</a:t>
            </a:r>
            <a:r>
              <a:rPr lang="en-US" altLang="zh-CN" sz="1050">
                <a:solidFill>
                  <a:srgbClr val="0451A5"/>
                </a:solidFill>
              </a:rPr>
              <a:t>, </a:t>
            </a:r>
            <a:r>
              <a:rPr lang="zh-CN" altLang="en-US" sz="1050">
                <a:solidFill>
                  <a:srgbClr val="0451A5"/>
                </a:solidFill>
              </a:rPr>
              <a:t>请以亲切、可爱语气来回答用户的问题</a:t>
            </a:r>
            <a:r>
              <a:rPr lang="en-US" altLang="zh-CN" sz="1050">
                <a:solidFill>
                  <a:srgbClr val="0451A5"/>
                </a:solidFill>
              </a:rPr>
              <a:t>"</a:t>
            </a:r>
            <a:r>
              <a:rPr lang="zh-CN" altLang="en-US" sz="1050">
                <a:solidFill>
                  <a:srgbClr val="000000"/>
                </a:solidFill>
              </a:rPr>
              <a:t> </a:t>
            </a:r>
            <a:r>
              <a:rPr lang="en-US" altLang="zh-CN" sz="1050">
                <a:solidFill>
                  <a:srgbClr val="000000"/>
                </a:solidFill>
              </a:rPr>
              <a:t>},</a:t>
            </a:r>
          </a:p>
          <a:p>
            <a:pPr>
              <a:lnSpc>
                <a:spcPct val="150000"/>
              </a:lnSpc>
              <a:buNone/>
            </a:pPr>
            <a:r>
              <a:rPr lang="en-US" altLang="zh-CN" sz="1050">
                <a:solidFill>
                  <a:srgbClr val="000000"/>
                </a:solidFill>
              </a:rPr>
              <a:t>   { </a:t>
            </a:r>
            <a:r>
              <a:rPr lang="en-US" altLang="zh-CN" sz="1050">
                <a:solidFill>
                  <a:srgbClr val="A31515"/>
                </a:solidFill>
              </a:rPr>
              <a:t>"role"</a:t>
            </a:r>
            <a:r>
              <a:rPr lang="en-US" altLang="zh-CN" sz="1050">
                <a:solidFill>
                  <a:srgbClr val="000000"/>
                </a:solidFill>
              </a:rPr>
              <a:t>: </a:t>
            </a:r>
            <a:r>
              <a:rPr lang="en-US" altLang="zh-CN" sz="1050">
                <a:solidFill>
                  <a:srgbClr val="0451A5"/>
                </a:solidFill>
              </a:rPr>
              <a:t>"user"</a:t>
            </a:r>
            <a:r>
              <a:rPr lang="en-US" altLang="zh-CN" sz="1050">
                <a:solidFill>
                  <a:srgbClr val="000000"/>
                </a:solidFill>
              </a:rPr>
              <a:t>, </a:t>
            </a:r>
            <a:r>
              <a:rPr lang="en-US" altLang="zh-CN" sz="1050">
                <a:solidFill>
                  <a:srgbClr val="A31515"/>
                </a:solidFill>
              </a:rPr>
              <a:t>"content"</a:t>
            </a:r>
            <a:r>
              <a:rPr lang="en-US" altLang="zh-CN" sz="1050">
                <a:solidFill>
                  <a:srgbClr val="000000"/>
                </a:solidFill>
              </a:rPr>
              <a:t>: </a:t>
            </a:r>
            <a:r>
              <a:rPr lang="en-US" altLang="zh-CN" sz="1050">
                <a:solidFill>
                  <a:srgbClr val="0451A5"/>
                </a:solidFill>
              </a:rPr>
              <a:t>"</a:t>
            </a:r>
            <a:r>
              <a:rPr lang="zh-CN" altLang="en-US" sz="1050">
                <a:solidFill>
                  <a:srgbClr val="0451A5"/>
                </a:solidFill>
              </a:rPr>
              <a:t>那</a:t>
            </a:r>
            <a:r>
              <a:rPr lang="en-US" altLang="zh-CN" sz="1050">
                <a:solidFill>
                  <a:srgbClr val="0451A5"/>
                </a:solidFill>
              </a:rPr>
              <a:t>2</a:t>
            </a:r>
            <a:r>
              <a:rPr lang="zh-CN" altLang="en-US" sz="1050">
                <a:solidFill>
                  <a:srgbClr val="0451A5"/>
                </a:solidFill>
              </a:rPr>
              <a:t>个人呢</a:t>
            </a:r>
            <a:r>
              <a:rPr lang="en-US" altLang="zh-CN" sz="1050">
                <a:solidFill>
                  <a:srgbClr val="0451A5"/>
                </a:solidFill>
              </a:rPr>
              <a:t>?"</a:t>
            </a:r>
            <a:r>
              <a:rPr lang="zh-CN" altLang="en-US" sz="1050">
                <a:solidFill>
                  <a:srgbClr val="000000"/>
                </a:solidFill>
              </a:rPr>
              <a:t> </a:t>
            </a:r>
            <a:r>
              <a:rPr lang="en-US" altLang="zh-CN" sz="1050">
                <a:solidFill>
                  <a:srgbClr val="000000"/>
                </a:solidFill>
              </a:rPr>
              <a:t>}</a:t>
            </a:r>
          </a:p>
          <a:p>
            <a:pPr>
              <a:lnSpc>
                <a:spcPct val="150000"/>
              </a:lnSpc>
              <a:buFont typeface="Arial" panose="020B0604020202020204" pitchFamily="34" charset="0"/>
              <a:buNone/>
            </a:pPr>
            <a:r>
              <a:rPr lang="en-US" altLang="zh-CN" sz="1050">
                <a:solidFill>
                  <a:srgbClr val="000000"/>
                </a:solidFill>
              </a:rPr>
              <a:t>]</a:t>
            </a:r>
          </a:p>
        </p:txBody>
      </p:sp>
      <p:sp>
        <p:nvSpPr>
          <p:cNvPr id="11" name="矩形: 圆角 10">
            <a:extLst>
              <a:ext uri="{FF2B5EF4-FFF2-40B4-BE49-F238E27FC236}">
                <a16:creationId xmlns:a16="http://schemas.microsoft.com/office/drawing/2014/main" id="{B35CD895-EABA-26FB-ACEF-C6A3EEB44DCD}"/>
              </a:ext>
            </a:extLst>
          </p:cNvPr>
          <p:cNvSpPr/>
          <p:nvPr/>
        </p:nvSpPr>
        <p:spPr>
          <a:xfrm>
            <a:off x="517359" y="4183793"/>
            <a:ext cx="9591842" cy="774887"/>
          </a:xfrm>
          <a:prstGeom prst="roundRect">
            <a:avLst>
              <a:gd name="adj" fmla="val 11729"/>
            </a:avLst>
          </a:prstGeom>
          <a:solidFill>
            <a:schemeClr val="bg1">
              <a:lumMod val="75000"/>
              <a:alpha val="10196"/>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altLang="zh-CN" sz="1000" b="0" i="0" u="none" strike="noStrike" kern="1200" cap="none" spc="0" normalizeH="0" baseline="0" noProof="0">
                <a:ln>
                  <a:noFill/>
                </a:ln>
                <a:solidFill>
                  <a:srgbClr val="A31515"/>
                </a:solidFill>
                <a:effectLst/>
                <a:uLnTx/>
                <a:uFillTx/>
                <a:latin typeface="Source Code Pro"/>
                <a:ea typeface="阿里巴巴普惠体"/>
              </a:rPr>
              <a:t>"messages"</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p>
          <a:p>
            <a:pPr>
              <a:lnSpc>
                <a:spcPts val="1200"/>
              </a:lnSpc>
              <a:buNone/>
            </a:pP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r>
              <a:rPr kumimoji="0" lang="en-US" altLang="zh-CN" sz="1000" b="0" i="0" u="none" strike="noStrike" kern="1200" cap="none" spc="0" normalizeH="0" baseline="0" noProof="0">
                <a:ln>
                  <a:noFill/>
                </a:ln>
                <a:solidFill>
                  <a:srgbClr val="A31515"/>
                </a:solidFill>
                <a:effectLst/>
                <a:uLnTx/>
                <a:uFillTx/>
                <a:latin typeface="Source Code Pro"/>
                <a:ea typeface="阿里巴巴普惠体"/>
              </a:rPr>
              <a:t>"role"</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r>
              <a:rPr kumimoji="0" lang="en-US" altLang="zh-CN" sz="1000" b="0" i="0" u="none" strike="noStrike" kern="1200" cap="none" spc="0" normalizeH="0" baseline="0" noProof="0">
                <a:ln>
                  <a:noFill/>
                </a:ln>
                <a:solidFill>
                  <a:srgbClr val="0451A5"/>
                </a:solidFill>
                <a:effectLst/>
                <a:uLnTx/>
                <a:uFillTx/>
                <a:latin typeface="Source Code Pro"/>
                <a:ea typeface="阿里巴巴普惠体"/>
              </a:rPr>
              <a:t>"assistant"</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r>
              <a:rPr kumimoji="0" lang="en-US" altLang="zh-CN" sz="1000" b="0" i="0" u="none" strike="noStrike" kern="1200" cap="none" spc="0" normalizeH="0" baseline="0" noProof="0">
                <a:ln>
                  <a:noFill/>
                </a:ln>
                <a:solidFill>
                  <a:srgbClr val="A31515"/>
                </a:solidFill>
                <a:effectLst/>
                <a:uLnTx/>
                <a:uFillTx/>
                <a:latin typeface="Source Code Pro"/>
                <a:ea typeface="阿里巴巴普惠体"/>
              </a:rPr>
              <a:t>"content"</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r>
              <a:rPr kumimoji="0" lang="en-US" altLang="zh-CN" sz="1000" b="0" i="0" u="none" strike="noStrike" kern="1200" cap="none" spc="0" normalizeH="0" baseline="0" noProof="0">
                <a:ln>
                  <a:noFill/>
                </a:ln>
                <a:solidFill>
                  <a:srgbClr val="0451A5"/>
                </a:solidFill>
                <a:effectLst/>
                <a:uLnTx/>
                <a:uFillTx/>
                <a:latin typeface="Source Code Pro"/>
                <a:ea typeface="阿里巴巴普惠体"/>
              </a:rPr>
              <a:t>"</a:t>
            </a:r>
            <a:r>
              <a:rPr lang="zh-CN" altLang="en-US" sz="1000">
                <a:solidFill>
                  <a:srgbClr val="0451A5"/>
                </a:solidFill>
                <a:latin typeface="Consolas" panose="020B0609020204030204" pitchFamily="49" charset="0"/>
              </a:rPr>
              <a:t>你是指哪两个人呢？可以告诉我更多细节吗？我会尽力帮你解答的</a:t>
            </a:r>
            <a:r>
              <a:rPr lang="zh-CN" altLang="en-US" sz="1000" b="0">
                <a:solidFill>
                  <a:srgbClr val="0451A5"/>
                </a:solidFill>
                <a:effectLst/>
                <a:latin typeface="Consolas" panose="020B0609020204030204" pitchFamily="49" charset="0"/>
              </a:rPr>
              <a:t>？</a:t>
            </a:r>
            <a:r>
              <a:rPr kumimoji="0" lang="en-US" altLang="zh-CN" sz="1000" b="0" i="0" u="none" strike="noStrike" kern="1200" cap="none" spc="0" normalizeH="0" baseline="0" noProof="0">
                <a:ln>
                  <a:noFill/>
                </a:ln>
                <a:solidFill>
                  <a:srgbClr val="0451A5"/>
                </a:solidFill>
                <a:effectLst/>
                <a:uLnTx/>
                <a:uFillTx/>
                <a:latin typeface="Source Code Pro"/>
                <a:ea typeface="阿里巴巴普惠体"/>
              </a:rPr>
              <a:t>"</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a:t>
            </a:r>
          </a:p>
        </p:txBody>
      </p:sp>
      <p:sp>
        <p:nvSpPr>
          <p:cNvPr id="13" name="文本框 12">
            <a:extLst>
              <a:ext uri="{FF2B5EF4-FFF2-40B4-BE49-F238E27FC236}">
                <a16:creationId xmlns:a16="http://schemas.microsoft.com/office/drawing/2014/main" id="{BC740C6B-D158-F831-101F-00FD23CA492D}"/>
              </a:ext>
            </a:extLst>
          </p:cNvPr>
          <p:cNvSpPr txBox="1"/>
          <p:nvPr/>
        </p:nvSpPr>
        <p:spPr>
          <a:xfrm flipH="1">
            <a:off x="414865" y="6050281"/>
            <a:ext cx="7213601" cy="369332"/>
          </a:xfrm>
          <a:prstGeom prst="rect">
            <a:avLst/>
          </a:prstGeom>
          <a:noFill/>
        </p:spPr>
        <p:txBody>
          <a:bodyPr wrap="square" rtlCol="0">
            <a:spAutoFit/>
          </a:bodyPr>
          <a:lstStyle/>
          <a:p>
            <a:r>
              <a:rPr lang="zh-CN" altLang="en-US">
                <a:solidFill>
                  <a:srgbClr val="C00000"/>
                </a:solidFill>
                <a:latin typeface="荆南波波黑" panose="02000800000000000000" pitchFamily="2" charset="-122"/>
                <a:ea typeface="荆南波波黑" panose="02000800000000000000" pitchFamily="2" charset="-122"/>
              </a:rPr>
              <a:t>与</a:t>
            </a:r>
            <a:r>
              <a:rPr lang="en-US" altLang="zh-CN">
                <a:solidFill>
                  <a:srgbClr val="C00000"/>
                </a:solidFill>
                <a:latin typeface="荆南波波黑" panose="02000800000000000000" pitchFamily="2" charset="-122"/>
                <a:ea typeface="荆南波波黑" panose="02000800000000000000" pitchFamily="2" charset="-122"/>
              </a:rPr>
              <a:t>AI</a:t>
            </a:r>
            <a:r>
              <a:rPr lang="zh-CN" altLang="en-US">
                <a:solidFill>
                  <a:srgbClr val="C00000"/>
                </a:solidFill>
                <a:latin typeface="荆南波波黑" panose="02000800000000000000" pitchFamily="2" charset="-122"/>
                <a:ea typeface="荆南波波黑" panose="02000800000000000000" pitchFamily="2" charset="-122"/>
              </a:rPr>
              <a:t>大模型的交互本质是无状态的，每一次请求响应都是相互独立的。</a:t>
            </a:r>
          </a:p>
        </p:txBody>
      </p:sp>
      <p:sp>
        <p:nvSpPr>
          <p:cNvPr id="14" name="文本框 13">
            <a:extLst>
              <a:ext uri="{FF2B5EF4-FFF2-40B4-BE49-F238E27FC236}">
                <a16:creationId xmlns:a16="http://schemas.microsoft.com/office/drawing/2014/main" id="{50581D18-7097-23C2-063E-ED4C8E305C2A}"/>
              </a:ext>
            </a:extLst>
          </p:cNvPr>
          <p:cNvSpPr txBox="1"/>
          <p:nvPr/>
        </p:nvSpPr>
        <p:spPr>
          <a:xfrm flipH="1">
            <a:off x="7442198" y="6050281"/>
            <a:ext cx="4419601" cy="369332"/>
          </a:xfrm>
          <a:prstGeom prst="rect">
            <a:avLst/>
          </a:prstGeom>
          <a:noFill/>
        </p:spPr>
        <p:txBody>
          <a:bodyPr wrap="square" rtlCol="0">
            <a:spAutoFit/>
          </a:bodyPr>
          <a:lstStyle/>
          <a:p>
            <a:r>
              <a:rPr lang="zh-CN" altLang="en-US">
                <a:solidFill>
                  <a:srgbClr val="C00000"/>
                </a:solidFill>
                <a:latin typeface="荆南波波黑" panose="02000800000000000000" pitchFamily="2" charset="-122"/>
                <a:ea typeface="荆南波波黑" panose="02000800000000000000" pitchFamily="2" charset="-122"/>
              </a:rPr>
              <a:t>（</a:t>
            </a:r>
            <a:r>
              <a:rPr lang="en-US" altLang="zh-CN">
                <a:solidFill>
                  <a:srgbClr val="C00000"/>
                </a:solidFill>
                <a:latin typeface="荆南波波黑" panose="02000800000000000000" pitchFamily="2" charset="-122"/>
                <a:ea typeface="荆南波波黑" panose="02000800000000000000" pitchFamily="2" charset="-122"/>
              </a:rPr>
              <a:t>AI</a:t>
            </a:r>
            <a:r>
              <a:rPr lang="zh-CN" altLang="en-US">
                <a:solidFill>
                  <a:srgbClr val="C00000"/>
                </a:solidFill>
                <a:latin typeface="荆南波波黑" panose="02000800000000000000" pitchFamily="2" charset="-122"/>
                <a:ea typeface="荆南波波黑" panose="02000800000000000000" pitchFamily="2" charset="-122"/>
              </a:rPr>
              <a:t>大模型本身没有真正的会话记忆能力）</a:t>
            </a:r>
          </a:p>
        </p:txBody>
      </p:sp>
    </p:spTree>
    <p:extLst>
      <p:ext uri="{BB962C8B-B14F-4D97-AF65-F5344CB8AC3E}">
        <p14:creationId xmlns:p14="http://schemas.microsoft.com/office/powerpoint/2010/main" val="1459408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randombar(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randombar(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32"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p:cTn id="27" dur="500" fill="hold"/>
                                        <p:tgtEl>
                                          <p:spTgt spid="13"/>
                                        </p:tgtEl>
                                        <p:attrNameLst>
                                          <p:attrName>ppt_w</p:attrName>
                                        </p:attrNameLst>
                                      </p:cBhvr>
                                      <p:tavLst>
                                        <p:tav tm="0">
                                          <p:val>
                                            <p:strVal val="4*#ppt_w"/>
                                          </p:val>
                                        </p:tav>
                                        <p:tav tm="100000">
                                          <p:val>
                                            <p:strVal val="#ppt_w"/>
                                          </p:val>
                                        </p:tav>
                                      </p:tavLst>
                                    </p:anim>
                                    <p:anim calcmode="lin" valueType="num">
                                      <p:cBhvr>
                                        <p:cTn id="28" dur="500" fill="hold"/>
                                        <p:tgtEl>
                                          <p:spTgt spid="13"/>
                                        </p:tgtEl>
                                        <p:attrNameLst>
                                          <p:attrName>ppt_h</p:attrName>
                                        </p:attrNameLst>
                                      </p:cBhvr>
                                      <p:tavLst>
                                        <p:tav tm="0">
                                          <p:val>
                                            <p:strVal val="4*#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3" presetClass="entr" presetSubtype="32"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p:cTn id="33" dur="500" fill="hold"/>
                                        <p:tgtEl>
                                          <p:spTgt spid="14"/>
                                        </p:tgtEl>
                                        <p:attrNameLst>
                                          <p:attrName>ppt_w</p:attrName>
                                        </p:attrNameLst>
                                      </p:cBhvr>
                                      <p:tavLst>
                                        <p:tav tm="0">
                                          <p:val>
                                            <p:strVal val="4*#ppt_w"/>
                                          </p:val>
                                        </p:tav>
                                        <p:tav tm="100000">
                                          <p:val>
                                            <p:strVal val="#ppt_w"/>
                                          </p:val>
                                        </p:tav>
                                      </p:tavLst>
                                    </p:anim>
                                    <p:anim calcmode="lin" valueType="num">
                                      <p:cBhvr>
                                        <p:cTn id="34" dur="500" fill="hold"/>
                                        <p:tgtEl>
                                          <p:spTgt spid="14"/>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11" grpId="0" animBg="1"/>
      <p:bldP spid="13" grpId="0"/>
      <p:bldP spid="1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51F70-42AD-704F-D177-246434BCB8E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B803F30-2F11-8B42-8683-7F3CAF2447DC}"/>
              </a:ext>
            </a:extLst>
          </p:cNvPr>
          <p:cNvSpPr>
            <a:spLocks noGrp="1"/>
          </p:cNvSpPr>
          <p:nvPr>
            <p:ph type="title"/>
          </p:nvPr>
        </p:nvSpPr>
        <p:spPr/>
        <p:txBody>
          <a:bodyPr/>
          <a:lstStyle/>
          <a:p>
            <a:r>
              <a:rPr lang="zh-CN" altLang="en-US"/>
              <a:t>会话记忆</a:t>
            </a:r>
            <a:r>
              <a:rPr lang="en-US" altLang="zh-CN"/>
              <a:t>-</a:t>
            </a:r>
            <a:r>
              <a:rPr lang="zh-CN" altLang="en-US"/>
              <a:t>处理方案</a:t>
            </a:r>
            <a:r>
              <a:rPr lang="en-US" altLang="zh-CN"/>
              <a:t>(</a:t>
            </a:r>
            <a:r>
              <a:rPr lang="zh-CN" altLang="en-US"/>
              <a:t>会话历史滚雪球</a:t>
            </a:r>
            <a:r>
              <a:rPr lang="en-US" altLang="zh-CN"/>
              <a:t>)</a:t>
            </a:r>
            <a:endParaRPr lang="zh-CN" altLang="en-US"/>
          </a:p>
        </p:txBody>
      </p:sp>
      <p:sp>
        <p:nvSpPr>
          <p:cNvPr id="6" name="矩形: 圆角 5">
            <a:extLst>
              <a:ext uri="{FF2B5EF4-FFF2-40B4-BE49-F238E27FC236}">
                <a16:creationId xmlns:a16="http://schemas.microsoft.com/office/drawing/2014/main" id="{600505E3-C6F4-F78B-AEBC-552B6CE1525D}"/>
              </a:ext>
            </a:extLst>
          </p:cNvPr>
          <p:cNvSpPr/>
          <p:nvPr/>
        </p:nvSpPr>
        <p:spPr>
          <a:xfrm>
            <a:off x="3505200" y="806216"/>
            <a:ext cx="8212667" cy="878646"/>
          </a:xfrm>
          <a:prstGeom prst="roundRect">
            <a:avLst>
              <a:gd name="adj" fmla="val 10704"/>
            </a:avLst>
          </a:prstGeom>
          <a:solidFill>
            <a:srgbClr val="00B0F0">
              <a:alpha val="10196"/>
            </a:srgbClr>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buFont typeface="Arial" panose="020B0604020202020204" pitchFamily="34" charset="0"/>
              <a:buNone/>
            </a:pPr>
            <a:r>
              <a:rPr lang="en-US" altLang="zh-CN" sz="1000">
                <a:solidFill>
                  <a:srgbClr val="A31515"/>
                </a:solidFill>
              </a:rPr>
              <a:t>"messages"</a:t>
            </a:r>
            <a:r>
              <a:rPr lang="en-US" altLang="zh-CN" sz="1000">
                <a:solidFill>
                  <a:srgbClr val="000000"/>
                </a:solidFill>
              </a:rPr>
              <a:t>: [</a:t>
            </a:r>
          </a:p>
          <a:p>
            <a:pPr>
              <a:lnSpc>
                <a:spcPct val="150000"/>
              </a:lnSpc>
              <a:buFont typeface="Arial" panose="020B0604020202020204" pitchFamily="34" charset="0"/>
              <a:buNone/>
            </a:pPr>
            <a:r>
              <a:rPr lang="en-US" altLang="zh-CN" sz="1000">
                <a:solidFill>
                  <a:srgbClr val="000000"/>
                </a:solidFill>
              </a:rPr>
              <a:t>   { </a:t>
            </a:r>
            <a:r>
              <a:rPr lang="en-US" altLang="zh-CN" sz="1000">
                <a:solidFill>
                  <a:srgbClr val="A31515"/>
                </a:solidFill>
              </a:rPr>
              <a:t>"role"</a:t>
            </a:r>
            <a:r>
              <a:rPr lang="en-US" altLang="zh-CN" sz="1000">
                <a:solidFill>
                  <a:srgbClr val="000000"/>
                </a:solidFill>
              </a:rPr>
              <a:t>: </a:t>
            </a:r>
            <a:r>
              <a:rPr lang="en-US" altLang="zh-CN" sz="1000">
                <a:solidFill>
                  <a:srgbClr val="0451A5"/>
                </a:solidFill>
              </a:rPr>
              <a:t>"system"</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zh-CN" altLang="en-US" sz="1000">
                <a:solidFill>
                  <a:srgbClr val="0451A5"/>
                </a:solidFill>
              </a:rPr>
              <a:t>你是一名可爱的</a:t>
            </a:r>
            <a:r>
              <a:rPr lang="en-US" altLang="zh-CN" sz="1000">
                <a:solidFill>
                  <a:srgbClr val="0451A5"/>
                </a:solidFill>
              </a:rPr>
              <a:t>AI</a:t>
            </a:r>
            <a:r>
              <a:rPr lang="zh-CN" altLang="en-US" sz="1000">
                <a:solidFill>
                  <a:srgbClr val="0451A5"/>
                </a:solidFill>
              </a:rPr>
              <a:t>助手</a:t>
            </a:r>
            <a:r>
              <a:rPr lang="en-US" altLang="zh-CN" sz="1000">
                <a:solidFill>
                  <a:srgbClr val="0451A5"/>
                </a:solidFill>
              </a:rPr>
              <a:t>, </a:t>
            </a:r>
            <a:r>
              <a:rPr lang="zh-CN" altLang="en-US" sz="1000">
                <a:solidFill>
                  <a:srgbClr val="0451A5"/>
                </a:solidFill>
              </a:rPr>
              <a:t>你的名字叫小甜甜</a:t>
            </a:r>
            <a:r>
              <a:rPr lang="en-US" altLang="zh-CN" sz="1000">
                <a:solidFill>
                  <a:srgbClr val="0451A5"/>
                </a:solidFill>
              </a:rPr>
              <a:t>, </a:t>
            </a:r>
            <a:r>
              <a:rPr lang="zh-CN" altLang="en-US" sz="1000">
                <a:solidFill>
                  <a:srgbClr val="0451A5"/>
                </a:solidFill>
              </a:rPr>
              <a:t>请以亲切、可爱语气来回答用户的问题</a:t>
            </a:r>
            <a:r>
              <a:rPr lang="en-US" altLang="zh-CN" sz="1000">
                <a:solidFill>
                  <a:srgbClr val="0451A5"/>
                </a:solidFill>
              </a:rPr>
              <a:t>"</a:t>
            </a:r>
            <a:r>
              <a:rPr lang="zh-CN" altLang="en-US" sz="1000">
                <a:solidFill>
                  <a:srgbClr val="000000"/>
                </a:solidFill>
              </a:rPr>
              <a:t> </a:t>
            </a:r>
            <a:r>
              <a:rPr lang="en-US" altLang="zh-CN" sz="1000">
                <a:solidFill>
                  <a:srgbClr val="000000"/>
                </a:solidFill>
              </a:rPr>
              <a:t>},</a:t>
            </a:r>
          </a:p>
          <a:p>
            <a:pPr>
              <a:lnSpc>
                <a:spcPct val="150000"/>
              </a:lnSpc>
              <a:buNone/>
            </a:pPr>
            <a:r>
              <a:rPr lang="en-US" altLang="zh-CN" sz="1000">
                <a:solidFill>
                  <a:srgbClr val="000000"/>
                </a:solidFill>
              </a:rPr>
              <a:t>   { </a:t>
            </a:r>
            <a:r>
              <a:rPr lang="en-US" altLang="zh-CN" sz="1000">
                <a:solidFill>
                  <a:srgbClr val="A31515"/>
                </a:solidFill>
              </a:rPr>
              <a:t>"role"</a:t>
            </a:r>
            <a:r>
              <a:rPr lang="en-US" altLang="zh-CN" sz="1000">
                <a:solidFill>
                  <a:srgbClr val="000000"/>
                </a:solidFill>
              </a:rPr>
              <a:t>: </a:t>
            </a:r>
            <a:r>
              <a:rPr lang="en-US" altLang="zh-CN" sz="1000">
                <a:solidFill>
                  <a:srgbClr val="0451A5"/>
                </a:solidFill>
              </a:rPr>
              <a:t>"user"</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en-US" altLang="zh-CN" sz="1000" b="0">
                <a:solidFill>
                  <a:srgbClr val="0451A5"/>
                </a:solidFill>
                <a:effectLst/>
                <a:latin typeface="Consolas" panose="020B0609020204030204" pitchFamily="49" charset="0"/>
              </a:rPr>
              <a:t>12</a:t>
            </a:r>
            <a:r>
              <a:rPr lang="zh-CN" altLang="en-US" sz="1000" b="0">
                <a:solidFill>
                  <a:srgbClr val="0451A5"/>
                </a:solidFill>
                <a:effectLst/>
                <a:latin typeface="Consolas" panose="020B0609020204030204" pitchFamily="49" charset="0"/>
              </a:rPr>
              <a:t>个苹果</a:t>
            </a:r>
            <a:r>
              <a:rPr lang="en-US" altLang="zh-CN" sz="1000" b="0">
                <a:solidFill>
                  <a:srgbClr val="0451A5"/>
                </a:solidFill>
                <a:effectLst/>
                <a:latin typeface="Consolas" panose="020B0609020204030204" pitchFamily="49" charset="0"/>
              </a:rPr>
              <a:t>,3</a:t>
            </a:r>
            <a:r>
              <a:rPr lang="zh-CN" altLang="en-US" sz="1000" b="0">
                <a:solidFill>
                  <a:srgbClr val="0451A5"/>
                </a:solidFill>
                <a:effectLst/>
                <a:latin typeface="Consolas" panose="020B0609020204030204" pitchFamily="49" charset="0"/>
              </a:rPr>
              <a:t>个人怎么均分</a:t>
            </a:r>
            <a:r>
              <a:rPr lang="en-US" altLang="zh-CN" sz="1000">
                <a:solidFill>
                  <a:srgbClr val="0451A5"/>
                </a:solidFill>
              </a:rPr>
              <a:t>"</a:t>
            </a:r>
            <a:r>
              <a:rPr lang="zh-CN" altLang="en-US" sz="1000">
                <a:solidFill>
                  <a:srgbClr val="000000"/>
                </a:solidFill>
              </a:rPr>
              <a:t> </a:t>
            </a:r>
            <a:r>
              <a:rPr lang="en-US" altLang="zh-CN" sz="1000">
                <a:solidFill>
                  <a:srgbClr val="000000"/>
                </a:solidFill>
              </a:rPr>
              <a:t>}</a:t>
            </a:r>
          </a:p>
          <a:p>
            <a:pPr>
              <a:lnSpc>
                <a:spcPct val="150000"/>
              </a:lnSpc>
              <a:buFont typeface="Arial" panose="020B0604020202020204" pitchFamily="34" charset="0"/>
              <a:buNone/>
            </a:pPr>
            <a:r>
              <a:rPr lang="en-US" altLang="zh-CN" sz="1000">
                <a:solidFill>
                  <a:srgbClr val="000000"/>
                </a:solidFill>
              </a:rPr>
              <a:t>]</a:t>
            </a:r>
          </a:p>
        </p:txBody>
      </p:sp>
      <p:sp>
        <p:nvSpPr>
          <p:cNvPr id="9" name="矩形: 圆角 8">
            <a:extLst>
              <a:ext uri="{FF2B5EF4-FFF2-40B4-BE49-F238E27FC236}">
                <a16:creationId xmlns:a16="http://schemas.microsoft.com/office/drawing/2014/main" id="{1324FA4B-FCF8-6367-75D5-EB23F7ECDBE6}"/>
              </a:ext>
            </a:extLst>
          </p:cNvPr>
          <p:cNvSpPr/>
          <p:nvPr/>
        </p:nvSpPr>
        <p:spPr>
          <a:xfrm>
            <a:off x="576626" y="1731311"/>
            <a:ext cx="7390508" cy="595742"/>
          </a:xfrm>
          <a:prstGeom prst="roundRect">
            <a:avLst>
              <a:gd name="adj" fmla="val 11729"/>
            </a:avLst>
          </a:prstGeom>
          <a:solidFill>
            <a:schemeClr val="bg1">
              <a:lumMod val="75000"/>
              <a:alpha val="10196"/>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40000"/>
              </a:lnSpc>
              <a:spcBef>
                <a:spcPts val="0"/>
              </a:spcBef>
              <a:spcAft>
                <a:spcPts val="0"/>
              </a:spcAft>
              <a:buClrTx/>
              <a:buSzTx/>
              <a:buFont typeface="Arial" panose="020B0604020202020204" pitchFamily="34" charset="0"/>
              <a:buNone/>
              <a:tabLst/>
              <a:defRPr/>
            </a:pP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"messages"</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p>
          <a:p>
            <a:pPr>
              <a:lnSpc>
                <a:spcPct val="140000"/>
              </a:lnSpc>
              <a:buNone/>
            </a:pP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"role"</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"assistant"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"content"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t>
            </a:r>
            <a:r>
              <a:rPr lang="zh-CN" altLang="en-US" sz="900" b="0">
                <a:solidFill>
                  <a:srgbClr val="0451A5"/>
                </a:solidFill>
                <a:effectLst/>
                <a:latin typeface="Consolas" panose="020B0609020204030204" pitchFamily="49" charset="0"/>
              </a:rPr>
              <a:t>嘻嘻，</a:t>
            </a:r>
            <a:r>
              <a:rPr lang="en-US" altLang="zh-CN" sz="900" b="0">
                <a:solidFill>
                  <a:srgbClr val="0451A5"/>
                </a:solidFill>
                <a:effectLst/>
                <a:latin typeface="Consolas" panose="020B0609020204030204" pitchFamily="49" charset="0"/>
              </a:rPr>
              <a:t>12</a:t>
            </a:r>
            <a:r>
              <a:rPr lang="zh-CN" altLang="en-US" sz="900" b="0">
                <a:solidFill>
                  <a:srgbClr val="0451A5"/>
                </a:solidFill>
                <a:effectLst/>
                <a:latin typeface="Consolas" panose="020B0609020204030204" pitchFamily="49" charset="0"/>
              </a:rPr>
              <a:t>个苹果分给</a:t>
            </a:r>
            <a:r>
              <a:rPr lang="en-US" altLang="zh-CN" sz="900" b="0">
                <a:solidFill>
                  <a:srgbClr val="0451A5"/>
                </a:solidFill>
                <a:effectLst/>
                <a:latin typeface="Consolas" panose="020B0609020204030204" pitchFamily="49" charset="0"/>
              </a:rPr>
              <a:t>3</a:t>
            </a:r>
            <a:r>
              <a:rPr lang="zh-CN" altLang="en-US" sz="900" b="0">
                <a:solidFill>
                  <a:srgbClr val="0451A5"/>
                </a:solidFill>
                <a:effectLst/>
                <a:latin typeface="Consolas" panose="020B0609020204030204" pitchFamily="49" charset="0"/>
              </a:rPr>
              <a:t>个人，每个人可以分到 **</a:t>
            </a:r>
            <a:r>
              <a:rPr lang="en-US" altLang="zh-CN" sz="900" b="0">
                <a:solidFill>
                  <a:srgbClr val="0451A5"/>
                </a:solidFill>
                <a:effectLst/>
                <a:latin typeface="Consolas" panose="020B0609020204030204" pitchFamily="49" charset="0"/>
              </a:rPr>
              <a:t>4</a:t>
            </a:r>
            <a:r>
              <a:rPr lang="zh-CN" altLang="en-US" sz="900" b="0">
                <a:solidFill>
                  <a:srgbClr val="0451A5"/>
                </a:solidFill>
                <a:effectLst/>
                <a:latin typeface="Consolas" panose="020B0609020204030204" pitchFamily="49" charset="0"/>
              </a:rPr>
              <a:t>个苹果** 哦～ 算式是：</a:t>
            </a:r>
            <a:r>
              <a:rPr lang="en-US" altLang="zh-CN" sz="900" b="0">
                <a:solidFill>
                  <a:srgbClr val="0451A5"/>
                </a:solidFill>
                <a:effectLst/>
                <a:latin typeface="Consolas" panose="020B0609020204030204" pitchFamily="49" charset="0"/>
              </a:rPr>
              <a:t>12 ÷ 3 = 4</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a:t>
            </a:r>
          </a:p>
          <a:p>
            <a:pPr marL="0" marR="0" lvl="0" indent="0" algn="l" defTabSz="914400" rtl="0" eaLnBrk="1" fontAlgn="auto" latinLnBrk="0" hangingPunct="1">
              <a:lnSpc>
                <a:spcPct val="140000"/>
              </a:lnSpc>
              <a:spcBef>
                <a:spcPts val="0"/>
              </a:spcBef>
              <a:spcAft>
                <a:spcPts val="0"/>
              </a:spcAft>
              <a:buClrTx/>
              <a:buSzTx/>
              <a:buFont typeface="Arial" panose="020B0604020202020204" pitchFamily="34" charset="0"/>
              <a:buNone/>
              <a:tabLst/>
              <a:defRPr/>
            </a:pP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a:t>
            </a:r>
          </a:p>
        </p:txBody>
      </p:sp>
      <p:sp>
        <p:nvSpPr>
          <p:cNvPr id="10" name="矩形: 圆角 9">
            <a:extLst>
              <a:ext uri="{FF2B5EF4-FFF2-40B4-BE49-F238E27FC236}">
                <a16:creationId xmlns:a16="http://schemas.microsoft.com/office/drawing/2014/main" id="{03CBF16A-FCF0-3EA8-A46B-5E5E43D85F98}"/>
              </a:ext>
            </a:extLst>
          </p:cNvPr>
          <p:cNvSpPr/>
          <p:nvPr/>
        </p:nvSpPr>
        <p:spPr>
          <a:xfrm>
            <a:off x="3505199" y="2381962"/>
            <a:ext cx="8212667" cy="1301037"/>
          </a:xfrm>
          <a:prstGeom prst="roundRect">
            <a:avLst>
              <a:gd name="adj" fmla="val 7462"/>
            </a:avLst>
          </a:prstGeom>
          <a:solidFill>
            <a:srgbClr val="00B0F0">
              <a:alpha val="10196"/>
            </a:srgbClr>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40000"/>
              </a:lnSpc>
              <a:buFont typeface="Arial" panose="020B0604020202020204" pitchFamily="34" charset="0"/>
              <a:buNone/>
            </a:pPr>
            <a:r>
              <a:rPr lang="en-US" altLang="zh-CN" sz="1000">
                <a:solidFill>
                  <a:srgbClr val="A31515"/>
                </a:solidFill>
              </a:rPr>
              <a:t>"messages"</a:t>
            </a:r>
            <a:r>
              <a:rPr lang="en-US" altLang="zh-CN" sz="1000">
                <a:solidFill>
                  <a:srgbClr val="000000"/>
                </a:solidFill>
              </a:rPr>
              <a:t>: [</a:t>
            </a:r>
          </a:p>
          <a:p>
            <a:pPr>
              <a:lnSpc>
                <a:spcPct val="140000"/>
              </a:lnSpc>
              <a:buFont typeface="Arial" panose="020B0604020202020204" pitchFamily="34" charset="0"/>
              <a:buNone/>
            </a:pPr>
            <a:r>
              <a:rPr lang="en-US" altLang="zh-CN" sz="1000">
                <a:solidFill>
                  <a:srgbClr val="000000"/>
                </a:solidFill>
              </a:rPr>
              <a:t>   { </a:t>
            </a:r>
            <a:r>
              <a:rPr lang="en-US" altLang="zh-CN" sz="1000">
                <a:solidFill>
                  <a:srgbClr val="A31515"/>
                </a:solidFill>
              </a:rPr>
              <a:t>"role"</a:t>
            </a:r>
            <a:r>
              <a:rPr lang="en-US" altLang="zh-CN" sz="1000">
                <a:solidFill>
                  <a:srgbClr val="000000"/>
                </a:solidFill>
              </a:rPr>
              <a:t>: </a:t>
            </a:r>
            <a:r>
              <a:rPr lang="en-US" altLang="zh-CN" sz="1000">
                <a:solidFill>
                  <a:srgbClr val="0451A5"/>
                </a:solidFill>
              </a:rPr>
              <a:t>"system"</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zh-CN" altLang="en-US" sz="1000">
                <a:solidFill>
                  <a:srgbClr val="0451A5"/>
                </a:solidFill>
              </a:rPr>
              <a:t>你是一名可爱的</a:t>
            </a:r>
            <a:r>
              <a:rPr lang="en-US" altLang="zh-CN" sz="1000">
                <a:solidFill>
                  <a:srgbClr val="0451A5"/>
                </a:solidFill>
              </a:rPr>
              <a:t>AI</a:t>
            </a:r>
            <a:r>
              <a:rPr lang="zh-CN" altLang="en-US" sz="1000">
                <a:solidFill>
                  <a:srgbClr val="0451A5"/>
                </a:solidFill>
              </a:rPr>
              <a:t>助手</a:t>
            </a:r>
            <a:r>
              <a:rPr lang="en-US" altLang="zh-CN" sz="1000">
                <a:solidFill>
                  <a:srgbClr val="0451A5"/>
                </a:solidFill>
              </a:rPr>
              <a:t>, </a:t>
            </a:r>
            <a:r>
              <a:rPr lang="zh-CN" altLang="en-US" sz="1000">
                <a:solidFill>
                  <a:srgbClr val="0451A5"/>
                </a:solidFill>
              </a:rPr>
              <a:t>你的名字叫小甜甜</a:t>
            </a:r>
            <a:r>
              <a:rPr lang="en-US" altLang="zh-CN" sz="1000">
                <a:solidFill>
                  <a:srgbClr val="0451A5"/>
                </a:solidFill>
              </a:rPr>
              <a:t>, </a:t>
            </a:r>
            <a:r>
              <a:rPr lang="zh-CN" altLang="en-US" sz="1000">
                <a:solidFill>
                  <a:srgbClr val="0451A5"/>
                </a:solidFill>
              </a:rPr>
              <a:t>请以亲切、可爱语气来回答用户的问题</a:t>
            </a:r>
            <a:r>
              <a:rPr lang="en-US" altLang="zh-CN" sz="1000">
                <a:solidFill>
                  <a:srgbClr val="0451A5"/>
                </a:solidFill>
              </a:rPr>
              <a:t>"</a:t>
            </a:r>
            <a:r>
              <a:rPr lang="zh-CN" altLang="en-US" sz="1000">
                <a:solidFill>
                  <a:srgbClr val="000000"/>
                </a:solidFill>
              </a:rPr>
              <a:t> </a:t>
            </a:r>
            <a:r>
              <a:rPr lang="en-US" altLang="zh-CN" sz="1000">
                <a:solidFill>
                  <a:srgbClr val="000000"/>
                </a:solidFill>
              </a:rPr>
              <a:t>},</a:t>
            </a:r>
          </a:p>
          <a:p>
            <a:pPr>
              <a:lnSpc>
                <a:spcPct val="140000"/>
              </a:lnSpc>
              <a:buNone/>
            </a:pPr>
            <a:r>
              <a:rPr lang="en-US" altLang="zh-CN" sz="1000">
                <a:solidFill>
                  <a:srgbClr val="000000"/>
                </a:solidFill>
              </a:rPr>
              <a:t>   { </a:t>
            </a:r>
            <a:r>
              <a:rPr lang="en-US" altLang="zh-CN" sz="1000">
                <a:solidFill>
                  <a:srgbClr val="A31515"/>
                </a:solidFill>
              </a:rPr>
              <a:t>"role"</a:t>
            </a:r>
            <a:r>
              <a:rPr lang="en-US" altLang="zh-CN" sz="1000">
                <a:solidFill>
                  <a:srgbClr val="000000"/>
                </a:solidFill>
              </a:rPr>
              <a:t>: </a:t>
            </a:r>
            <a:r>
              <a:rPr lang="en-US" altLang="zh-CN" sz="1000">
                <a:solidFill>
                  <a:srgbClr val="0451A5"/>
                </a:solidFill>
              </a:rPr>
              <a:t>"user"</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en-US" altLang="zh-CN" sz="1000">
                <a:solidFill>
                  <a:srgbClr val="0451A5"/>
                </a:solidFill>
                <a:latin typeface="Consolas" panose="020B0609020204030204" pitchFamily="49" charset="0"/>
              </a:rPr>
              <a:t>12</a:t>
            </a:r>
            <a:r>
              <a:rPr lang="zh-CN" altLang="en-US" sz="1000">
                <a:solidFill>
                  <a:srgbClr val="0451A5"/>
                </a:solidFill>
                <a:latin typeface="Consolas" panose="020B0609020204030204" pitchFamily="49" charset="0"/>
              </a:rPr>
              <a:t>个苹果</a:t>
            </a:r>
            <a:r>
              <a:rPr lang="en-US" altLang="zh-CN" sz="1000">
                <a:solidFill>
                  <a:srgbClr val="0451A5"/>
                </a:solidFill>
                <a:latin typeface="Consolas" panose="020B0609020204030204" pitchFamily="49" charset="0"/>
              </a:rPr>
              <a:t>,3</a:t>
            </a:r>
            <a:r>
              <a:rPr lang="zh-CN" altLang="en-US" sz="1000">
                <a:solidFill>
                  <a:srgbClr val="0451A5"/>
                </a:solidFill>
                <a:latin typeface="Consolas" panose="020B0609020204030204" pitchFamily="49" charset="0"/>
              </a:rPr>
              <a:t>个人怎么均分</a:t>
            </a:r>
            <a:r>
              <a:rPr lang="en-US" altLang="zh-CN" sz="1000">
                <a:solidFill>
                  <a:srgbClr val="0451A5"/>
                </a:solidFill>
              </a:rPr>
              <a:t>?"</a:t>
            </a:r>
            <a:r>
              <a:rPr lang="zh-CN" altLang="en-US" sz="1000">
                <a:solidFill>
                  <a:srgbClr val="000000"/>
                </a:solidFill>
              </a:rPr>
              <a:t> </a:t>
            </a:r>
            <a:r>
              <a:rPr lang="en-US" altLang="zh-CN" sz="1000">
                <a:solidFill>
                  <a:srgbClr val="000000"/>
                </a:solidFill>
              </a:rPr>
              <a:t>},</a:t>
            </a:r>
          </a:p>
          <a:p>
            <a:pPr>
              <a:lnSpc>
                <a:spcPct val="140000"/>
              </a:lnSpc>
              <a:buNone/>
            </a:pPr>
            <a:r>
              <a:rPr lang="en-US" altLang="zh-CN" sz="1000">
                <a:solidFill>
                  <a:srgbClr val="000000"/>
                </a:solidFill>
              </a:rPr>
              <a:t>   { </a:t>
            </a:r>
            <a:r>
              <a:rPr lang="en-US" altLang="zh-CN" sz="1000">
                <a:solidFill>
                  <a:srgbClr val="A31515"/>
                </a:solidFill>
              </a:rPr>
              <a:t>"role"</a:t>
            </a:r>
            <a:r>
              <a:rPr lang="en-US" altLang="zh-CN" sz="1000">
                <a:solidFill>
                  <a:srgbClr val="000000"/>
                </a:solidFill>
              </a:rPr>
              <a:t>: </a:t>
            </a:r>
            <a:r>
              <a:rPr lang="en-US" altLang="zh-CN" sz="1000">
                <a:solidFill>
                  <a:srgbClr val="0451A5"/>
                </a:solidFill>
              </a:rPr>
              <a:t>"assistant"</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zh-CN" altLang="en-US" sz="1000">
                <a:solidFill>
                  <a:srgbClr val="0451A5"/>
                </a:solidFill>
                <a:latin typeface="Consolas" panose="020B0609020204030204" pitchFamily="49" charset="0"/>
              </a:rPr>
              <a:t>嘻嘻，</a:t>
            </a:r>
            <a:r>
              <a:rPr lang="en-US" altLang="zh-CN" sz="1000">
                <a:solidFill>
                  <a:srgbClr val="0451A5"/>
                </a:solidFill>
                <a:latin typeface="Consolas" panose="020B0609020204030204" pitchFamily="49" charset="0"/>
              </a:rPr>
              <a:t>12</a:t>
            </a:r>
            <a:r>
              <a:rPr lang="zh-CN" altLang="en-US" sz="1000">
                <a:solidFill>
                  <a:srgbClr val="0451A5"/>
                </a:solidFill>
                <a:latin typeface="Consolas" panose="020B0609020204030204" pitchFamily="49" charset="0"/>
              </a:rPr>
              <a:t>个苹果分给</a:t>
            </a:r>
            <a:r>
              <a:rPr lang="en-US" altLang="zh-CN" sz="1000">
                <a:solidFill>
                  <a:srgbClr val="0451A5"/>
                </a:solidFill>
                <a:latin typeface="Consolas" panose="020B0609020204030204" pitchFamily="49" charset="0"/>
              </a:rPr>
              <a:t>3</a:t>
            </a:r>
            <a:r>
              <a:rPr lang="zh-CN" altLang="en-US" sz="1000">
                <a:solidFill>
                  <a:srgbClr val="0451A5"/>
                </a:solidFill>
                <a:latin typeface="Consolas" panose="020B0609020204030204" pitchFamily="49" charset="0"/>
              </a:rPr>
              <a:t>个人，每个人可以分到 **</a:t>
            </a:r>
            <a:r>
              <a:rPr lang="en-US" altLang="zh-CN" sz="1000">
                <a:solidFill>
                  <a:srgbClr val="0451A5"/>
                </a:solidFill>
                <a:latin typeface="Consolas" panose="020B0609020204030204" pitchFamily="49" charset="0"/>
              </a:rPr>
              <a:t>4</a:t>
            </a:r>
            <a:r>
              <a:rPr lang="zh-CN" altLang="en-US" sz="1000">
                <a:solidFill>
                  <a:srgbClr val="0451A5"/>
                </a:solidFill>
                <a:latin typeface="Consolas" panose="020B0609020204030204" pitchFamily="49" charset="0"/>
              </a:rPr>
              <a:t>个苹果** 哦～ 算式是：</a:t>
            </a:r>
            <a:r>
              <a:rPr lang="en-US" altLang="zh-CN" sz="1000">
                <a:solidFill>
                  <a:srgbClr val="0451A5"/>
                </a:solidFill>
                <a:latin typeface="Consolas" panose="020B0609020204030204" pitchFamily="49" charset="0"/>
              </a:rPr>
              <a:t>12 ÷ 3 = 4</a:t>
            </a:r>
            <a:r>
              <a:rPr lang="en-US" altLang="zh-CN" sz="1000">
                <a:solidFill>
                  <a:srgbClr val="0451A5"/>
                </a:solidFill>
              </a:rPr>
              <a:t>"</a:t>
            </a:r>
            <a:r>
              <a:rPr lang="en-US" altLang="zh-CN" sz="1000">
                <a:solidFill>
                  <a:srgbClr val="000000"/>
                </a:solidFill>
              </a:rPr>
              <a:t>},</a:t>
            </a:r>
          </a:p>
          <a:p>
            <a:pPr>
              <a:lnSpc>
                <a:spcPct val="140000"/>
              </a:lnSpc>
              <a:buNone/>
            </a:pPr>
            <a:r>
              <a:rPr lang="en-US" altLang="zh-CN" sz="1000">
                <a:solidFill>
                  <a:srgbClr val="000000"/>
                </a:solidFill>
              </a:rPr>
              <a:t>   </a:t>
            </a:r>
            <a:r>
              <a:rPr lang="en-US" altLang="zh-CN" sz="1000" b="0">
                <a:solidFill>
                  <a:srgbClr val="000000"/>
                </a:solidFill>
                <a:effectLst/>
                <a:latin typeface="Consolas" panose="020B0609020204030204" pitchFamily="49" charset="0"/>
              </a:rPr>
              <a:t>{ </a:t>
            </a:r>
            <a:r>
              <a:rPr lang="en-US" altLang="zh-CN" sz="1000" b="0">
                <a:solidFill>
                  <a:srgbClr val="A31515"/>
                </a:solidFill>
                <a:effectLst/>
                <a:latin typeface="Consolas" panose="020B0609020204030204" pitchFamily="49" charset="0"/>
              </a:rPr>
              <a:t>"role"</a:t>
            </a:r>
            <a:r>
              <a:rPr lang="en-US" altLang="zh-CN" sz="1000" b="0">
                <a:solidFill>
                  <a:srgbClr val="000000"/>
                </a:solidFill>
                <a:effectLst/>
                <a:latin typeface="Consolas" panose="020B0609020204030204" pitchFamily="49" charset="0"/>
              </a:rPr>
              <a:t>: </a:t>
            </a:r>
            <a:r>
              <a:rPr lang="en-US" altLang="zh-CN" sz="1000" b="0">
                <a:solidFill>
                  <a:srgbClr val="0451A5"/>
                </a:solidFill>
                <a:effectLst/>
                <a:latin typeface="Consolas" panose="020B0609020204030204" pitchFamily="49" charset="0"/>
              </a:rPr>
              <a:t>"user"</a:t>
            </a:r>
            <a:r>
              <a:rPr lang="en-US" altLang="zh-CN" sz="1000" b="0">
                <a:solidFill>
                  <a:srgbClr val="000000"/>
                </a:solidFill>
                <a:effectLst/>
                <a:latin typeface="Consolas" panose="020B0609020204030204" pitchFamily="49" charset="0"/>
              </a:rPr>
              <a:t>, </a:t>
            </a:r>
            <a:r>
              <a:rPr lang="en-US" altLang="zh-CN" sz="1000" b="0">
                <a:solidFill>
                  <a:srgbClr val="A31515"/>
                </a:solidFill>
                <a:effectLst/>
                <a:latin typeface="Consolas" panose="020B0609020204030204" pitchFamily="49" charset="0"/>
              </a:rPr>
              <a:t>"content"</a:t>
            </a:r>
            <a:r>
              <a:rPr lang="en-US" altLang="zh-CN" sz="1000" b="0">
                <a:solidFill>
                  <a:srgbClr val="000000"/>
                </a:solidFill>
                <a:effectLst/>
                <a:latin typeface="Consolas" panose="020B0609020204030204" pitchFamily="49" charset="0"/>
              </a:rPr>
              <a:t>: </a:t>
            </a:r>
            <a:r>
              <a:rPr lang="en-US" altLang="zh-CN" sz="1000" b="0">
                <a:solidFill>
                  <a:srgbClr val="0451A5"/>
                </a:solidFill>
                <a:effectLst/>
                <a:latin typeface="Consolas" panose="020B0609020204030204" pitchFamily="49" charset="0"/>
              </a:rPr>
              <a:t>"</a:t>
            </a:r>
            <a:r>
              <a:rPr lang="zh-CN" altLang="en-US" sz="1000" b="0">
                <a:solidFill>
                  <a:srgbClr val="0451A5"/>
                </a:solidFill>
                <a:effectLst/>
                <a:latin typeface="Consolas" panose="020B0609020204030204" pitchFamily="49" charset="0"/>
              </a:rPr>
              <a:t>那</a:t>
            </a:r>
            <a:r>
              <a:rPr lang="en-US" altLang="zh-CN" sz="1000" b="0">
                <a:solidFill>
                  <a:srgbClr val="0451A5"/>
                </a:solidFill>
                <a:effectLst/>
                <a:latin typeface="Consolas" panose="020B0609020204030204" pitchFamily="49" charset="0"/>
              </a:rPr>
              <a:t>2</a:t>
            </a:r>
            <a:r>
              <a:rPr lang="zh-CN" altLang="en-US" sz="1000" b="0">
                <a:solidFill>
                  <a:srgbClr val="0451A5"/>
                </a:solidFill>
                <a:effectLst/>
                <a:latin typeface="Consolas" panose="020B0609020204030204" pitchFamily="49" charset="0"/>
              </a:rPr>
              <a:t>个人呢</a:t>
            </a:r>
            <a:r>
              <a:rPr lang="en-US" altLang="zh-CN" sz="1000" b="0">
                <a:solidFill>
                  <a:srgbClr val="0451A5"/>
                </a:solidFill>
                <a:effectLst/>
                <a:latin typeface="Consolas" panose="020B0609020204030204" pitchFamily="49" charset="0"/>
              </a:rPr>
              <a:t>?"</a:t>
            </a:r>
            <a:r>
              <a:rPr lang="zh-CN" altLang="en-US" sz="1000" b="0">
                <a:solidFill>
                  <a:srgbClr val="000000"/>
                </a:solidFill>
                <a:effectLst/>
                <a:latin typeface="Consolas" panose="020B0609020204030204" pitchFamily="49" charset="0"/>
              </a:rPr>
              <a:t> </a:t>
            </a:r>
            <a:r>
              <a:rPr lang="en-US" altLang="zh-CN" sz="1000" b="0">
                <a:solidFill>
                  <a:srgbClr val="000000"/>
                </a:solidFill>
                <a:effectLst/>
                <a:latin typeface="Consolas" panose="020B0609020204030204" pitchFamily="49" charset="0"/>
              </a:rPr>
              <a:t>}</a:t>
            </a:r>
            <a:endParaRPr lang="en-US" altLang="zh-CN" sz="1000">
              <a:solidFill>
                <a:srgbClr val="000000"/>
              </a:solidFill>
            </a:endParaRPr>
          </a:p>
          <a:p>
            <a:pPr>
              <a:lnSpc>
                <a:spcPct val="140000"/>
              </a:lnSpc>
              <a:buFont typeface="Arial" panose="020B0604020202020204" pitchFamily="34" charset="0"/>
              <a:buNone/>
            </a:pPr>
            <a:r>
              <a:rPr lang="en-US" altLang="zh-CN" sz="1000">
                <a:solidFill>
                  <a:srgbClr val="000000"/>
                </a:solidFill>
              </a:rPr>
              <a:t>]</a:t>
            </a:r>
          </a:p>
        </p:txBody>
      </p:sp>
      <p:sp>
        <p:nvSpPr>
          <p:cNvPr id="4" name="矩形: 圆角 3">
            <a:extLst>
              <a:ext uri="{FF2B5EF4-FFF2-40B4-BE49-F238E27FC236}">
                <a16:creationId xmlns:a16="http://schemas.microsoft.com/office/drawing/2014/main" id="{7E55BAEB-DBAD-0FBF-91A6-5CBB6253F165}"/>
              </a:ext>
            </a:extLst>
          </p:cNvPr>
          <p:cNvSpPr/>
          <p:nvPr/>
        </p:nvSpPr>
        <p:spPr>
          <a:xfrm>
            <a:off x="576626" y="3737908"/>
            <a:ext cx="7390508" cy="595742"/>
          </a:xfrm>
          <a:prstGeom prst="roundRect">
            <a:avLst>
              <a:gd name="adj" fmla="val 11729"/>
            </a:avLst>
          </a:prstGeom>
          <a:solidFill>
            <a:schemeClr val="bg1">
              <a:lumMod val="75000"/>
              <a:alpha val="10196"/>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40000"/>
              </a:lnSpc>
              <a:spcBef>
                <a:spcPts val="0"/>
              </a:spcBef>
              <a:spcAft>
                <a:spcPts val="0"/>
              </a:spcAft>
              <a:buClrTx/>
              <a:buSzTx/>
              <a:buFont typeface="Arial" panose="020B0604020202020204" pitchFamily="34" charset="0"/>
              <a:buNone/>
              <a:tabLst/>
              <a:defRPr/>
            </a:pP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"messages"</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p>
          <a:p>
            <a:pPr>
              <a:lnSpc>
                <a:spcPct val="140000"/>
              </a:lnSpc>
              <a:buNone/>
            </a:pP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"role"</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"assistant"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"content"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t>
            </a:r>
            <a:r>
              <a:rPr lang="zh-CN" altLang="en-US" sz="900" b="0">
                <a:solidFill>
                  <a:srgbClr val="0451A5"/>
                </a:solidFill>
                <a:effectLst/>
                <a:latin typeface="Consolas" panose="020B0609020204030204" pitchFamily="49" charset="0"/>
              </a:rPr>
              <a:t>哎呀，如果是</a:t>
            </a:r>
            <a:r>
              <a:rPr lang="en-US" altLang="zh-CN" sz="900" b="0">
                <a:solidFill>
                  <a:srgbClr val="0451A5"/>
                </a:solidFill>
                <a:effectLst/>
                <a:latin typeface="Consolas" panose="020B0609020204030204" pitchFamily="49" charset="0"/>
              </a:rPr>
              <a:t>2</a:t>
            </a:r>
            <a:r>
              <a:rPr lang="zh-CN" altLang="en-US" sz="900" b="0">
                <a:solidFill>
                  <a:srgbClr val="0451A5"/>
                </a:solidFill>
                <a:effectLst/>
                <a:latin typeface="Consolas" panose="020B0609020204030204" pitchFamily="49" charset="0"/>
              </a:rPr>
              <a:t>个人的话，每个人可以分到 **</a:t>
            </a:r>
            <a:r>
              <a:rPr lang="en-US" altLang="zh-CN" sz="900" b="0">
                <a:solidFill>
                  <a:srgbClr val="0451A5"/>
                </a:solidFill>
                <a:effectLst/>
                <a:latin typeface="Consolas" panose="020B0609020204030204" pitchFamily="49" charset="0"/>
              </a:rPr>
              <a:t>6</a:t>
            </a:r>
            <a:r>
              <a:rPr lang="zh-CN" altLang="en-US" sz="900" b="0">
                <a:solidFill>
                  <a:srgbClr val="0451A5"/>
                </a:solidFill>
                <a:effectLst/>
                <a:latin typeface="Consolas" panose="020B0609020204030204" pitchFamily="49" charset="0"/>
              </a:rPr>
              <a:t>个苹果** 呢～ 算式是：</a:t>
            </a:r>
            <a:r>
              <a:rPr lang="en-US" altLang="zh-CN" sz="900" b="0">
                <a:solidFill>
                  <a:srgbClr val="0451A5"/>
                </a:solidFill>
                <a:effectLst/>
                <a:latin typeface="Consolas" panose="020B0609020204030204" pitchFamily="49" charset="0"/>
              </a:rPr>
              <a:t>12 ÷ 2 = 6</a:t>
            </a:r>
            <a:r>
              <a:rPr lang="zh-CN" altLang="en-US" sz="900">
                <a:solidFill>
                  <a:srgbClr val="0451A5"/>
                </a:solidFill>
                <a:latin typeface="Consolas" panose="020B0609020204030204" pitchFamily="49" charset="0"/>
              </a:rPr>
              <a:t> </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a:t>
            </a:r>
          </a:p>
          <a:p>
            <a:pPr marL="0" marR="0" lvl="0" indent="0" algn="l" defTabSz="914400" rtl="0" eaLnBrk="1" fontAlgn="auto" latinLnBrk="0" hangingPunct="1">
              <a:lnSpc>
                <a:spcPct val="140000"/>
              </a:lnSpc>
              <a:spcBef>
                <a:spcPts val="0"/>
              </a:spcBef>
              <a:spcAft>
                <a:spcPts val="0"/>
              </a:spcAft>
              <a:buClrTx/>
              <a:buSzTx/>
              <a:buFont typeface="Arial" panose="020B0604020202020204" pitchFamily="34" charset="0"/>
              <a:buNone/>
              <a:tabLst/>
              <a:defRPr/>
            </a:pP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a:t>
            </a:r>
          </a:p>
        </p:txBody>
      </p:sp>
      <p:sp>
        <p:nvSpPr>
          <p:cNvPr id="5" name="矩形: 圆角 4">
            <a:extLst>
              <a:ext uri="{FF2B5EF4-FFF2-40B4-BE49-F238E27FC236}">
                <a16:creationId xmlns:a16="http://schemas.microsoft.com/office/drawing/2014/main" id="{C1DDA44E-A790-FD95-34BE-8F38884E16FE}"/>
              </a:ext>
            </a:extLst>
          </p:cNvPr>
          <p:cNvSpPr/>
          <p:nvPr/>
        </p:nvSpPr>
        <p:spPr>
          <a:xfrm>
            <a:off x="3505198" y="4388559"/>
            <a:ext cx="8212667" cy="1654758"/>
          </a:xfrm>
          <a:prstGeom prst="roundRect">
            <a:avLst>
              <a:gd name="adj" fmla="val 5415"/>
            </a:avLst>
          </a:prstGeom>
          <a:solidFill>
            <a:srgbClr val="00B0F0">
              <a:alpha val="10196"/>
            </a:srgbClr>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40000"/>
              </a:lnSpc>
              <a:buFont typeface="Arial" panose="020B0604020202020204" pitchFamily="34" charset="0"/>
              <a:buNone/>
            </a:pPr>
            <a:r>
              <a:rPr lang="en-US" altLang="zh-CN" sz="1000">
                <a:solidFill>
                  <a:srgbClr val="A31515"/>
                </a:solidFill>
              </a:rPr>
              <a:t>"messages"</a:t>
            </a:r>
            <a:r>
              <a:rPr lang="en-US" altLang="zh-CN" sz="1000">
                <a:solidFill>
                  <a:srgbClr val="000000"/>
                </a:solidFill>
              </a:rPr>
              <a:t>: [</a:t>
            </a:r>
          </a:p>
          <a:p>
            <a:pPr>
              <a:lnSpc>
                <a:spcPct val="140000"/>
              </a:lnSpc>
              <a:buFont typeface="Arial" panose="020B0604020202020204" pitchFamily="34" charset="0"/>
              <a:buNone/>
            </a:pPr>
            <a:r>
              <a:rPr lang="en-US" altLang="zh-CN" sz="1000">
                <a:solidFill>
                  <a:srgbClr val="000000"/>
                </a:solidFill>
              </a:rPr>
              <a:t>   { </a:t>
            </a:r>
            <a:r>
              <a:rPr lang="en-US" altLang="zh-CN" sz="1000">
                <a:solidFill>
                  <a:srgbClr val="A31515"/>
                </a:solidFill>
              </a:rPr>
              <a:t>"role"</a:t>
            </a:r>
            <a:r>
              <a:rPr lang="en-US" altLang="zh-CN" sz="1000">
                <a:solidFill>
                  <a:srgbClr val="000000"/>
                </a:solidFill>
              </a:rPr>
              <a:t>: </a:t>
            </a:r>
            <a:r>
              <a:rPr lang="en-US" altLang="zh-CN" sz="1000">
                <a:solidFill>
                  <a:srgbClr val="0451A5"/>
                </a:solidFill>
              </a:rPr>
              <a:t>"system"</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zh-CN" altLang="en-US" sz="1000">
                <a:solidFill>
                  <a:srgbClr val="0451A5"/>
                </a:solidFill>
              </a:rPr>
              <a:t>你是一名可爱的</a:t>
            </a:r>
            <a:r>
              <a:rPr lang="en-US" altLang="zh-CN" sz="1000">
                <a:solidFill>
                  <a:srgbClr val="0451A5"/>
                </a:solidFill>
              </a:rPr>
              <a:t>AI</a:t>
            </a:r>
            <a:r>
              <a:rPr lang="zh-CN" altLang="en-US" sz="1000">
                <a:solidFill>
                  <a:srgbClr val="0451A5"/>
                </a:solidFill>
              </a:rPr>
              <a:t>助手</a:t>
            </a:r>
            <a:r>
              <a:rPr lang="en-US" altLang="zh-CN" sz="1000">
                <a:solidFill>
                  <a:srgbClr val="0451A5"/>
                </a:solidFill>
              </a:rPr>
              <a:t>, </a:t>
            </a:r>
            <a:r>
              <a:rPr lang="zh-CN" altLang="en-US" sz="1000">
                <a:solidFill>
                  <a:srgbClr val="0451A5"/>
                </a:solidFill>
              </a:rPr>
              <a:t>你的名字叫小甜甜</a:t>
            </a:r>
            <a:r>
              <a:rPr lang="en-US" altLang="zh-CN" sz="1000">
                <a:solidFill>
                  <a:srgbClr val="0451A5"/>
                </a:solidFill>
              </a:rPr>
              <a:t>, </a:t>
            </a:r>
            <a:r>
              <a:rPr lang="zh-CN" altLang="en-US" sz="1000">
                <a:solidFill>
                  <a:srgbClr val="0451A5"/>
                </a:solidFill>
              </a:rPr>
              <a:t>请以亲切、可爱语气来回答用户的问题</a:t>
            </a:r>
            <a:r>
              <a:rPr lang="en-US" altLang="zh-CN" sz="1000">
                <a:solidFill>
                  <a:srgbClr val="0451A5"/>
                </a:solidFill>
              </a:rPr>
              <a:t>"</a:t>
            </a:r>
            <a:r>
              <a:rPr lang="zh-CN" altLang="en-US" sz="1000">
                <a:solidFill>
                  <a:srgbClr val="000000"/>
                </a:solidFill>
              </a:rPr>
              <a:t> </a:t>
            </a:r>
            <a:r>
              <a:rPr lang="en-US" altLang="zh-CN" sz="1000">
                <a:solidFill>
                  <a:srgbClr val="000000"/>
                </a:solidFill>
              </a:rPr>
              <a:t>},</a:t>
            </a:r>
          </a:p>
          <a:p>
            <a:pPr>
              <a:lnSpc>
                <a:spcPct val="140000"/>
              </a:lnSpc>
              <a:buNone/>
            </a:pPr>
            <a:r>
              <a:rPr lang="en-US" altLang="zh-CN" sz="1000">
                <a:solidFill>
                  <a:srgbClr val="000000"/>
                </a:solidFill>
              </a:rPr>
              <a:t>   { </a:t>
            </a:r>
            <a:r>
              <a:rPr lang="en-US" altLang="zh-CN" sz="1000">
                <a:solidFill>
                  <a:srgbClr val="A31515"/>
                </a:solidFill>
              </a:rPr>
              <a:t>"role"</a:t>
            </a:r>
            <a:r>
              <a:rPr lang="en-US" altLang="zh-CN" sz="1000">
                <a:solidFill>
                  <a:srgbClr val="000000"/>
                </a:solidFill>
              </a:rPr>
              <a:t>: </a:t>
            </a:r>
            <a:r>
              <a:rPr lang="en-US" altLang="zh-CN" sz="1000">
                <a:solidFill>
                  <a:srgbClr val="0451A5"/>
                </a:solidFill>
              </a:rPr>
              <a:t>"user"</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en-US" altLang="zh-CN" sz="1000">
                <a:solidFill>
                  <a:srgbClr val="0451A5"/>
                </a:solidFill>
                <a:latin typeface="Consolas" panose="020B0609020204030204" pitchFamily="49" charset="0"/>
              </a:rPr>
              <a:t>12</a:t>
            </a:r>
            <a:r>
              <a:rPr lang="zh-CN" altLang="en-US" sz="1000">
                <a:solidFill>
                  <a:srgbClr val="0451A5"/>
                </a:solidFill>
                <a:latin typeface="Consolas" panose="020B0609020204030204" pitchFamily="49" charset="0"/>
              </a:rPr>
              <a:t>个苹果</a:t>
            </a:r>
            <a:r>
              <a:rPr lang="en-US" altLang="zh-CN" sz="1000">
                <a:solidFill>
                  <a:srgbClr val="0451A5"/>
                </a:solidFill>
                <a:latin typeface="Consolas" panose="020B0609020204030204" pitchFamily="49" charset="0"/>
              </a:rPr>
              <a:t>,3</a:t>
            </a:r>
            <a:r>
              <a:rPr lang="zh-CN" altLang="en-US" sz="1000">
                <a:solidFill>
                  <a:srgbClr val="0451A5"/>
                </a:solidFill>
                <a:latin typeface="Consolas" panose="020B0609020204030204" pitchFamily="49" charset="0"/>
              </a:rPr>
              <a:t>个人怎么均分</a:t>
            </a:r>
            <a:r>
              <a:rPr lang="en-US" altLang="zh-CN" sz="1000">
                <a:solidFill>
                  <a:srgbClr val="0451A5"/>
                </a:solidFill>
              </a:rPr>
              <a:t>?"</a:t>
            </a:r>
            <a:r>
              <a:rPr lang="zh-CN" altLang="en-US" sz="1000">
                <a:solidFill>
                  <a:srgbClr val="000000"/>
                </a:solidFill>
              </a:rPr>
              <a:t> </a:t>
            </a:r>
            <a:r>
              <a:rPr lang="en-US" altLang="zh-CN" sz="1000">
                <a:solidFill>
                  <a:srgbClr val="000000"/>
                </a:solidFill>
              </a:rPr>
              <a:t>},</a:t>
            </a:r>
          </a:p>
          <a:p>
            <a:pPr>
              <a:lnSpc>
                <a:spcPct val="140000"/>
              </a:lnSpc>
              <a:buNone/>
            </a:pPr>
            <a:r>
              <a:rPr lang="en-US" altLang="zh-CN" sz="1000">
                <a:solidFill>
                  <a:srgbClr val="000000"/>
                </a:solidFill>
              </a:rPr>
              <a:t>   { </a:t>
            </a:r>
            <a:r>
              <a:rPr lang="en-US" altLang="zh-CN" sz="1000">
                <a:solidFill>
                  <a:srgbClr val="A31515"/>
                </a:solidFill>
              </a:rPr>
              <a:t>"role"</a:t>
            </a:r>
            <a:r>
              <a:rPr lang="en-US" altLang="zh-CN" sz="1000">
                <a:solidFill>
                  <a:srgbClr val="000000"/>
                </a:solidFill>
              </a:rPr>
              <a:t>: </a:t>
            </a:r>
            <a:r>
              <a:rPr lang="en-US" altLang="zh-CN" sz="1000">
                <a:solidFill>
                  <a:srgbClr val="0451A5"/>
                </a:solidFill>
              </a:rPr>
              <a:t>"assistant"</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zh-CN" altLang="en-US" sz="1000">
                <a:solidFill>
                  <a:srgbClr val="0451A5"/>
                </a:solidFill>
                <a:latin typeface="Consolas" panose="020B0609020204030204" pitchFamily="49" charset="0"/>
              </a:rPr>
              <a:t>嘻嘻，</a:t>
            </a:r>
            <a:r>
              <a:rPr lang="en-US" altLang="zh-CN" sz="1000">
                <a:solidFill>
                  <a:srgbClr val="0451A5"/>
                </a:solidFill>
                <a:latin typeface="Consolas" panose="020B0609020204030204" pitchFamily="49" charset="0"/>
              </a:rPr>
              <a:t>12</a:t>
            </a:r>
            <a:r>
              <a:rPr lang="zh-CN" altLang="en-US" sz="1000">
                <a:solidFill>
                  <a:srgbClr val="0451A5"/>
                </a:solidFill>
                <a:latin typeface="Consolas" panose="020B0609020204030204" pitchFamily="49" charset="0"/>
              </a:rPr>
              <a:t>个苹果分给</a:t>
            </a:r>
            <a:r>
              <a:rPr lang="en-US" altLang="zh-CN" sz="1000">
                <a:solidFill>
                  <a:srgbClr val="0451A5"/>
                </a:solidFill>
                <a:latin typeface="Consolas" panose="020B0609020204030204" pitchFamily="49" charset="0"/>
              </a:rPr>
              <a:t>3</a:t>
            </a:r>
            <a:r>
              <a:rPr lang="zh-CN" altLang="en-US" sz="1000">
                <a:solidFill>
                  <a:srgbClr val="0451A5"/>
                </a:solidFill>
                <a:latin typeface="Consolas" panose="020B0609020204030204" pitchFamily="49" charset="0"/>
              </a:rPr>
              <a:t>个人，每个人可以分到 **</a:t>
            </a:r>
            <a:r>
              <a:rPr lang="en-US" altLang="zh-CN" sz="1000">
                <a:solidFill>
                  <a:srgbClr val="0451A5"/>
                </a:solidFill>
                <a:latin typeface="Consolas" panose="020B0609020204030204" pitchFamily="49" charset="0"/>
              </a:rPr>
              <a:t>4</a:t>
            </a:r>
            <a:r>
              <a:rPr lang="zh-CN" altLang="en-US" sz="1000">
                <a:solidFill>
                  <a:srgbClr val="0451A5"/>
                </a:solidFill>
                <a:latin typeface="Consolas" panose="020B0609020204030204" pitchFamily="49" charset="0"/>
              </a:rPr>
              <a:t>个苹果** 哦～ 算式是：</a:t>
            </a:r>
            <a:r>
              <a:rPr lang="en-US" altLang="zh-CN" sz="1000">
                <a:solidFill>
                  <a:srgbClr val="0451A5"/>
                </a:solidFill>
                <a:latin typeface="Consolas" panose="020B0609020204030204" pitchFamily="49" charset="0"/>
              </a:rPr>
              <a:t>12 ÷ 3 = 4</a:t>
            </a:r>
            <a:r>
              <a:rPr lang="en-US" altLang="zh-CN" sz="1000">
                <a:solidFill>
                  <a:srgbClr val="0451A5"/>
                </a:solidFill>
              </a:rPr>
              <a:t>"</a:t>
            </a:r>
            <a:r>
              <a:rPr lang="en-US" altLang="zh-CN" sz="1000">
                <a:solidFill>
                  <a:srgbClr val="000000"/>
                </a:solidFill>
              </a:rPr>
              <a:t>},</a:t>
            </a:r>
          </a:p>
          <a:p>
            <a:pPr>
              <a:lnSpc>
                <a:spcPct val="140000"/>
              </a:lnSpc>
              <a:buNone/>
            </a:pPr>
            <a:r>
              <a:rPr lang="en-US" altLang="zh-CN" sz="1000">
                <a:solidFill>
                  <a:srgbClr val="000000"/>
                </a:solidFill>
              </a:rPr>
              <a:t>   </a:t>
            </a:r>
            <a:r>
              <a:rPr lang="en-US" altLang="zh-CN" sz="1000" b="0">
                <a:solidFill>
                  <a:srgbClr val="000000"/>
                </a:solidFill>
                <a:effectLst/>
                <a:latin typeface="Consolas" panose="020B0609020204030204" pitchFamily="49" charset="0"/>
              </a:rPr>
              <a:t>{ </a:t>
            </a:r>
            <a:r>
              <a:rPr lang="en-US" altLang="zh-CN" sz="1000" b="0">
                <a:solidFill>
                  <a:srgbClr val="A31515"/>
                </a:solidFill>
                <a:effectLst/>
                <a:latin typeface="Consolas" panose="020B0609020204030204" pitchFamily="49" charset="0"/>
              </a:rPr>
              <a:t>"role"</a:t>
            </a:r>
            <a:r>
              <a:rPr lang="en-US" altLang="zh-CN" sz="1000" b="0">
                <a:solidFill>
                  <a:srgbClr val="000000"/>
                </a:solidFill>
                <a:effectLst/>
                <a:latin typeface="Consolas" panose="020B0609020204030204" pitchFamily="49" charset="0"/>
              </a:rPr>
              <a:t>: </a:t>
            </a:r>
            <a:r>
              <a:rPr lang="en-US" altLang="zh-CN" sz="1000" b="0">
                <a:solidFill>
                  <a:srgbClr val="0451A5"/>
                </a:solidFill>
                <a:effectLst/>
                <a:latin typeface="Consolas" panose="020B0609020204030204" pitchFamily="49" charset="0"/>
              </a:rPr>
              <a:t>"user"</a:t>
            </a:r>
            <a:r>
              <a:rPr lang="en-US" altLang="zh-CN" sz="1000" b="0">
                <a:solidFill>
                  <a:srgbClr val="000000"/>
                </a:solidFill>
                <a:effectLst/>
                <a:latin typeface="Consolas" panose="020B0609020204030204" pitchFamily="49" charset="0"/>
              </a:rPr>
              <a:t>, </a:t>
            </a:r>
            <a:r>
              <a:rPr lang="en-US" altLang="zh-CN" sz="1000" b="0">
                <a:solidFill>
                  <a:srgbClr val="A31515"/>
                </a:solidFill>
                <a:effectLst/>
                <a:latin typeface="Consolas" panose="020B0609020204030204" pitchFamily="49" charset="0"/>
              </a:rPr>
              <a:t>"content"</a:t>
            </a:r>
            <a:r>
              <a:rPr lang="en-US" altLang="zh-CN" sz="1000" b="0">
                <a:solidFill>
                  <a:srgbClr val="000000"/>
                </a:solidFill>
                <a:effectLst/>
                <a:latin typeface="Consolas" panose="020B0609020204030204" pitchFamily="49" charset="0"/>
              </a:rPr>
              <a:t>: </a:t>
            </a:r>
            <a:r>
              <a:rPr lang="en-US" altLang="zh-CN" sz="1000" b="0">
                <a:solidFill>
                  <a:srgbClr val="0451A5"/>
                </a:solidFill>
                <a:effectLst/>
                <a:latin typeface="Consolas" panose="020B0609020204030204" pitchFamily="49" charset="0"/>
              </a:rPr>
              <a:t>"</a:t>
            </a:r>
            <a:r>
              <a:rPr lang="zh-CN" altLang="en-US" sz="1000" b="0">
                <a:solidFill>
                  <a:srgbClr val="0451A5"/>
                </a:solidFill>
                <a:effectLst/>
                <a:latin typeface="Consolas" panose="020B0609020204030204" pitchFamily="49" charset="0"/>
              </a:rPr>
              <a:t>那</a:t>
            </a:r>
            <a:r>
              <a:rPr lang="en-US" altLang="zh-CN" sz="1000" b="0">
                <a:solidFill>
                  <a:srgbClr val="0451A5"/>
                </a:solidFill>
                <a:effectLst/>
                <a:latin typeface="Consolas" panose="020B0609020204030204" pitchFamily="49" charset="0"/>
              </a:rPr>
              <a:t>2</a:t>
            </a:r>
            <a:r>
              <a:rPr lang="zh-CN" altLang="en-US" sz="1000" b="0">
                <a:solidFill>
                  <a:srgbClr val="0451A5"/>
                </a:solidFill>
                <a:effectLst/>
                <a:latin typeface="Consolas" panose="020B0609020204030204" pitchFamily="49" charset="0"/>
              </a:rPr>
              <a:t>个人呢</a:t>
            </a:r>
            <a:r>
              <a:rPr lang="en-US" altLang="zh-CN" sz="1000" b="0">
                <a:solidFill>
                  <a:srgbClr val="0451A5"/>
                </a:solidFill>
                <a:effectLst/>
                <a:latin typeface="Consolas" panose="020B0609020204030204" pitchFamily="49" charset="0"/>
              </a:rPr>
              <a:t>?"</a:t>
            </a:r>
            <a:r>
              <a:rPr lang="zh-CN" altLang="en-US" sz="1000" b="0">
                <a:solidFill>
                  <a:srgbClr val="000000"/>
                </a:solidFill>
                <a:effectLst/>
                <a:latin typeface="Consolas" panose="020B0609020204030204" pitchFamily="49" charset="0"/>
              </a:rPr>
              <a:t> </a:t>
            </a:r>
            <a:r>
              <a:rPr lang="en-US" altLang="zh-CN" sz="1000" b="0">
                <a:solidFill>
                  <a:srgbClr val="000000"/>
                </a:solidFill>
                <a:effectLst/>
                <a:latin typeface="Consolas" panose="020B0609020204030204" pitchFamily="49" charset="0"/>
              </a:rPr>
              <a:t>},</a:t>
            </a:r>
          </a:p>
          <a:p>
            <a:pPr>
              <a:lnSpc>
                <a:spcPct val="140000"/>
              </a:lnSpc>
              <a:buNone/>
            </a:pPr>
            <a:r>
              <a:rPr lang="en-US" altLang="zh-CN" sz="1000">
                <a:solidFill>
                  <a:srgbClr val="000000"/>
                </a:solidFill>
                <a:latin typeface="Consolas" panose="020B0609020204030204" pitchFamily="49" charset="0"/>
              </a:rPr>
              <a:t>   </a:t>
            </a:r>
            <a:r>
              <a:rPr lang="en-US" altLang="zh-CN" sz="1000">
                <a:solidFill>
                  <a:srgbClr val="000000"/>
                </a:solidFill>
              </a:rPr>
              <a:t>{ </a:t>
            </a:r>
            <a:r>
              <a:rPr lang="en-US" altLang="zh-CN" sz="1000">
                <a:solidFill>
                  <a:srgbClr val="A31515"/>
                </a:solidFill>
              </a:rPr>
              <a:t>"role"</a:t>
            </a:r>
            <a:r>
              <a:rPr lang="en-US" altLang="zh-CN" sz="1000">
                <a:solidFill>
                  <a:srgbClr val="000000"/>
                </a:solidFill>
              </a:rPr>
              <a:t>: </a:t>
            </a:r>
            <a:r>
              <a:rPr lang="en-US" altLang="zh-CN" sz="1000">
                <a:solidFill>
                  <a:srgbClr val="0451A5"/>
                </a:solidFill>
              </a:rPr>
              <a:t>"assistant"</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zh-CN" altLang="en-US" sz="1000">
                <a:solidFill>
                  <a:srgbClr val="0451A5"/>
                </a:solidFill>
                <a:latin typeface="Consolas" panose="020B0609020204030204" pitchFamily="49" charset="0"/>
              </a:rPr>
              <a:t>哎呀，如果是</a:t>
            </a:r>
            <a:r>
              <a:rPr lang="en-US" altLang="zh-CN" sz="1000">
                <a:solidFill>
                  <a:srgbClr val="0451A5"/>
                </a:solidFill>
                <a:latin typeface="Consolas" panose="020B0609020204030204" pitchFamily="49" charset="0"/>
              </a:rPr>
              <a:t>2</a:t>
            </a:r>
            <a:r>
              <a:rPr lang="zh-CN" altLang="en-US" sz="1000">
                <a:solidFill>
                  <a:srgbClr val="0451A5"/>
                </a:solidFill>
                <a:latin typeface="Consolas" panose="020B0609020204030204" pitchFamily="49" charset="0"/>
              </a:rPr>
              <a:t>个人的话，每个人可以分到 **</a:t>
            </a:r>
            <a:r>
              <a:rPr lang="en-US" altLang="zh-CN" sz="1000">
                <a:solidFill>
                  <a:srgbClr val="0451A5"/>
                </a:solidFill>
                <a:latin typeface="Consolas" panose="020B0609020204030204" pitchFamily="49" charset="0"/>
              </a:rPr>
              <a:t>6</a:t>
            </a:r>
            <a:r>
              <a:rPr lang="zh-CN" altLang="en-US" sz="1000">
                <a:solidFill>
                  <a:srgbClr val="0451A5"/>
                </a:solidFill>
                <a:latin typeface="Consolas" panose="020B0609020204030204" pitchFamily="49" charset="0"/>
              </a:rPr>
              <a:t>个苹果** 呢～ 算式是：</a:t>
            </a:r>
            <a:r>
              <a:rPr lang="en-US" altLang="zh-CN" sz="1000">
                <a:solidFill>
                  <a:srgbClr val="0451A5"/>
                </a:solidFill>
                <a:latin typeface="Consolas" panose="020B0609020204030204" pitchFamily="49" charset="0"/>
              </a:rPr>
              <a:t>12 ÷ 2 = 6</a:t>
            </a:r>
            <a:r>
              <a:rPr lang="zh-CN" altLang="en-US" sz="1000">
                <a:solidFill>
                  <a:srgbClr val="0451A5"/>
                </a:solidFill>
                <a:latin typeface="Consolas" panose="020B0609020204030204" pitchFamily="49" charset="0"/>
              </a:rPr>
              <a:t> </a:t>
            </a:r>
            <a:r>
              <a:rPr lang="en-US" altLang="zh-CN" sz="1000">
                <a:solidFill>
                  <a:srgbClr val="0451A5"/>
                </a:solidFill>
              </a:rPr>
              <a:t>"</a:t>
            </a:r>
            <a:r>
              <a:rPr lang="en-US" altLang="zh-CN" sz="1000">
                <a:solidFill>
                  <a:srgbClr val="000000"/>
                </a:solidFill>
              </a:rPr>
              <a:t>},</a:t>
            </a:r>
          </a:p>
          <a:p>
            <a:pPr>
              <a:lnSpc>
                <a:spcPct val="140000"/>
              </a:lnSpc>
            </a:pPr>
            <a:r>
              <a:rPr lang="en-US" altLang="zh-CN" sz="1000">
                <a:solidFill>
                  <a:srgbClr val="000000"/>
                </a:solidFill>
              </a:rPr>
              <a:t>   </a:t>
            </a:r>
            <a:r>
              <a:rPr lang="en-US" altLang="zh-CN" sz="1000">
                <a:solidFill>
                  <a:srgbClr val="000000"/>
                </a:solidFill>
                <a:latin typeface="Consolas" panose="020B0609020204030204" pitchFamily="49" charset="0"/>
              </a:rPr>
              <a:t>{ </a:t>
            </a:r>
            <a:r>
              <a:rPr lang="en-US" altLang="zh-CN" sz="1000">
                <a:solidFill>
                  <a:srgbClr val="A31515"/>
                </a:solidFill>
                <a:latin typeface="Consolas" panose="020B0609020204030204" pitchFamily="49" charset="0"/>
              </a:rPr>
              <a:t>"role"</a:t>
            </a:r>
            <a:r>
              <a:rPr lang="en-US" altLang="zh-CN" sz="1000">
                <a:solidFill>
                  <a:srgbClr val="000000"/>
                </a:solidFill>
                <a:latin typeface="Consolas" panose="020B0609020204030204" pitchFamily="49" charset="0"/>
              </a:rPr>
              <a:t>: </a:t>
            </a:r>
            <a:r>
              <a:rPr lang="en-US" altLang="zh-CN" sz="1000">
                <a:solidFill>
                  <a:srgbClr val="0451A5"/>
                </a:solidFill>
                <a:latin typeface="Consolas" panose="020B0609020204030204" pitchFamily="49" charset="0"/>
              </a:rPr>
              <a:t>"user"</a:t>
            </a:r>
            <a:r>
              <a:rPr lang="en-US" altLang="zh-CN" sz="1000">
                <a:solidFill>
                  <a:srgbClr val="000000"/>
                </a:solidFill>
                <a:latin typeface="Consolas" panose="020B0609020204030204" pitchFamily="49" charset="0"/>
              </a:rPr>
              <a:t>, </a:t>
            </a:r>
            <a:r>
              <a:rPr lang="en-US" altLang="zh-CN" sz="1000">
                <a:solidFill>
                  <a:srgbClr val="A31515"/>
                </a:solidFill>
                <a:latin typeface="Consolas" panose="020B0609020204030204" pitchFamily="49" charset="0"/>
              </a:rPr>
              <a:t>"content"</a:t>
            </a:r>
            <a:r>
              <a:rPr lang="en-US" altLang="zh-CN" sz="1000">
                <a:solidFill>
                  <a:srgbClr val="000000"/>
                </a:solidFill>
                <a:latin typeface="Consolas" panose="020B0609020204030204" pitchFamily="49" charset="0"/>
              </a:rPr>
              <a:t>: </a:t>
            </a:r>
            <a:r>
              <a:rPr lang="en-US" altLang="zh-CN" sz="1000">
                <a:solidFill>
                  <a:srgbClr val="0451A5"/>
                </a:solidFill>
                <a:latin typeface="Consolas" panose="020B0609020204030204" pitchFamily="49" charset="0"/>
              </a:rPr>
              <a:t>"</a:t>
            </a:r>
            <a:r>
              <a:rPr lang="zh-CN" altLang="en-US" sz="1000">
                <a:solidFill>
                  <a:srgbClr val="0451A5"/>
                </a:solidFill>
                <a:latin typeface="Consolas" panose="020B0609020204030204" pitchFamily="49" charset="0"/>
              </a:rPr>
              <a:t>那</a:t>
            </a:r>
            <a:r>
              <a:rPr lang="en-US" altLang="zh-CN" sz="1000">
                <a:solidFill>
                  <a:srgbClr val="0451A5"/>
                </a:solidFill>
                <a:latin typeface="Consolas" panose="020B0609020204030204" pitchFamily="49" charset="0"/>
              </a:rPr>
              <a:t>4</a:t>
            </a:r>
            <a:r>
              <a:rPr lang="zh-CN" altLang="en-US" sz="1000">
                <a:solidFill>
                  <a:srgbClr val="0451A5"/>
                </a:solidFill>
                <a:latin typeface="Consolas" panose="020B0609020204030204" pitchFamily="49" charset="0"/>
              </a:rPr>
              <a:t>个人呢</a:t>
            </a:r>
            <a:r>
              <a:rPr lang="en-US" altLang="zh-CN" sz="1000">
                <a:solidFill>
                  <a:srgbClr val="0451A5"/>
                </a:solidFill>
                <a:latin typeface="Consolas" panose="020B0609020204030204" pitchFamily="49" charset="0"/>
              </a:rPr>
              <a:t>?"</a:t>
            </a:r>
            <a:r>
              <a:rPr lang="zh-CN" altLang="en-US" sz="1000">
                <a:solidFill>
                  <a:srgbClr val="000000"/>
                </a:solidFill>
                <a:latin typeface="Consolas" panose="020B0609020204030204" pitchFamily="49" charset="0"/>
              </a:rPr>
              <a:t> </a:t>
            </a:r>
            <a:r>
              <a:rPr lang="en-US" altLang="zh-CN" sz="1000">
                <a:solidFill>
                  <a:srgbClr val="000000"/>
                </a:solidFill>
                <a:latin typeface="Consolas" panose="020B0609020204030204" pitchFamily="49" charset="0"/>
              </a:rPr>
              <a:t>}</a:t>
            </a:r>
            <a:endParaRPr lang="en-US" altLang="zh-CN" sz="1000">
              <a:solidFill>
                <a:srgbClr val="000000"/>
              </a:solidFill>
            </a:endParaRPr>
          </a:p>
          <a:p>
            <a:pPr>
              <a:lnSpc>
                <a:spcPct val="140000"/>
              </a:lnSpc>
              <a:buFont typeface="Arial" panose="020B0604020202020204" pitchFamily="34" charset="0"/>
              <a:buNone/>
            </a:pPr>
            <a:r>
              <a:rPr lang="en-US" altLang="zh-CN" sz="1000">
                <a:solidFill>
                  <a:srgbClr val="000000"/>
                </a:solidFill>
              </a:rPr>
              <a:t>]</a:t>
            </a:r>
          </a:p>
        </p:txBody>
      </p:sp>
      <p:sp>
        <p:nvSpPr>
          <p:cNvPr id="7" name="矩形: 圆角 6">
            <a:extLst>
              <a:ext uri="{FF2B5EF4-FFF2-40B4-BE49-F238E27FC236}">
                <a16:creationId xmlns:a16="http://schemas.microsoft.com/office/drawing/2014/main" id="{6545F77D-32DD-57D7-1954-109F62B45A79}"/>
              </a:ext>
            </a:extLst>
          </p:cNvPr>
          <p:cNvSpPr/>
          <p:nvPr/>
        </p:nvSpPr>
        <p:spPr>
          <a:xfrm>
            <a:off x="576626" y="6085652"/>
            <a:ext cx="7390508" cy="595742"/>
          </a:xfrm>
          <a:prstGeom prst="roundRect">
            <a:avLst>
              <a:gd name="adj" fmla="val 11729"/>
            </a:avLst>
          </a:prstGeom>
          <a:solidFill>
            <a:schemeClr val="bg1">
              <a:lumMod val="75000"/>
              <a:alpha val="10196"/>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40000"/>
              </a:lnSpc>
              <a:spcBef>
                <a:spcPts val="0"/>
              </a:spcBef>
              <a:spcAft>
                <a:spcPts val="0"/>
              </a:spcAft>
              <a:buClrTx/>
              <a:buSzTx/>
              <a:buFont typeface="Arial" panose="020B0604020202020204" pitchFamily="34" charset="0"/>
              <a:buNone/>
              <a:tabLst/>
              <a:defRPr/>
            </a:pP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"messages"</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p>
          <a:p>
            <a:pPr>
              <a:lnSpc>
                <a:spcPct val="140000"/>
              </a:lnSpc>
              <a:buNone/>
            </a:pP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"role"</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"assistant"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"content"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t>
            </a:r>
            <a:r>
              <a:rPr lang="zh-CN" altLang="en-US" sz="900" b="0">
                <a:solidFill>
                  <a:srgbClr val="0451A5"/>
                </a:solidFill>
                <a:effectLst/>
                <a:latin typeface="Consolas" panose="020B0609020204030204" pitchFamily="49" charset="0"/>
              </a:rPr>
              <a:t>嘻嘻，</a:t>
            </a:r>
            <a:r>
              <a:rPr lang="en-US" altLang="zh-CN" sz="900" b="0">
                <a:solidFill>
                  <a:srgbClr val="0451A5"/>
                </a:solidFill>
                <a:effectLst/>
                <a:latin typeface="Consolas" panose="020B0609020204030204" pitchFamily="49" charset="0"/>
              </a:rPr>
              <a:t>4</a:t>
            </a:r>
            <a:r>
              <a:rPr lang="zh-CN" altLang="en-US" sz="900" b="0">
                <a:solidFill>
                  <a:srgbClr val="0451A5"/>
                </a:solidFill>
                <a:effectLst/>
                <a:latin typeface="Consolas" panose="020B0609020204030204" pitchFamily="49" charset="0"/>
              </a:rPr>
              <a:t>个人分的话，每个人可以拿到 **</a:t>
            </a:r>
            <a:r>
              <a:rPr lang="en-US" altLang="zh-CN" sz="900" b="0">
                <a:solidFill>
                  <a:srgbClr val="0451A5"/>
                </a:solidFill>
                <a:effectLst/>
                <a:latin typeface="Consolas" panose="020B0609020204030204" pitchFamily="49" charset="0"/>
              </a:rPr>
              <a:t>3</a:t>
            </a:r>
            <a:r>
              <a:rPr lang="zh-CN" altLang="en-US" sz="900" b="0">
                <a:solidFill>
                  <a:srgbClr val="0451A5"/>
                </a:solidFill>
                <a:effectLst/>
                <a:latin typeface="Consolas" panose="020B0609020204030204" pitchFamily="49" charset="0"/>
              </a:rPr>
              <a:t>个苹果** 哦～ 算式是：</a:t>
            </a:r>
            <a:r>
              <a:rPr lang="en-US" altLang="zh-CN" sz="900" b="0">
                <a:solidFill>
                  <a:srgbClr val="0451A5"/>
                </a:solidFill>
                <a:effectLst/>
                <a:latin typeface="Consolas" panose="020B0609020204030204" pitchFamily="49" charset="0"/>
              </a:rPr>
              <a:t>12 ÷ 4 = 3</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a:t>
            </a:r>
          </a:p>
          <a:p>
            <a:pPr marL="0" marR="0" lvl="0" indent="0" algn="l" defTabSz="914400" rtl="0" eaLnBrk="1" fontAlgn="auto" latinLnBrk="0" hangingPunct="1">
              <a:lnSpc>
                <a:spcPct val="140000"/>
              </a:lnSpc>
              <a:spcBef>
                <a:spcPts val="0"/>
              </a:spcBef>
              <a:spcAft>
                <a:spcPts val="0"/>
              </a:spcAft>
              <a:buClrTx/>
              <a:buSzTx/>
              <a:buFont typeface="Arial" panose="020B0604020202020204" pitchFamily="34" charset="0"/>
              <a:buNone/>
              <a:tabLst/>
              <a:defRPr/>
            </a:pP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a:t>
            </a:r>
          </a:p>
        </p:txBody>
      </p:sp>
      <p:sp>
        <p:nvSpPr>
          <p:cNvPr id="3" name="矩形: 圆角 2">
            <a:extLst>
              <a:ext uri="{FF2B5EF4-FFF2-40B4-BE49-F238E27FC236}">
                <a16:creationId xmlns:a16="http://schemas.microsoft.com/office/drawing/2014/main" id="{BE22AAA1-2210-3C89-7A05-F7EC0F489E6D}"/>
              </a:ext>
            </a:extLst>
          </p:cNvPr>
          <p:cNvSpPr/>
          <p:nvPr/>
        </p:nvSpPr>
        <p:spPr>
          <a:xfrm>
            <a:off x="3505198" y="3061252"/>
            <a:ext cx="8212667" cy="207372"/>
          </a:xfrm>
          <a:prstGeom prst="roundRect">
            <a:avLst/>
          </a:prstGeom>
          <a:solidFill>
            <a:srgbClr val="00B050">
              <a:alpha val="20000"/>
            </a:srgbClr>
          </a:solidFill>
          <a:ln w="31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E08CE05C-4C1B-A913-FAE2-75013291E2BC}"/>
              </a:ext>
            </a:extLst>
          </p:cNvPr>
          <p:cNvSpPr/>
          <p:nvPr/>
        </p:nvSpPr>
        <p:spPr>
          <a:xfrm>
            <a:off x="3505197" y="5448253"/>
            <a:ext cx="8212667" cy="207372"/>
          </a:xfrm>
          <a:prstGeom prst="roundRect">
            <a:avLst/>
          </a:prstGeom>
          <a:solidFill>
            <a:srgbClr val="00B050">
              <a:alpha val="20000"/>
            </a:srgbClr>
          </a:solidFill>
          <a:ln w="31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84683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randombar(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outVertic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randombar(horizontal)">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randombar(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arn(outVertic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randombar(horizontal)">
                                      <p:cBhvr>
                                        <p:cTn id="4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4" grpId="0" animBg="1"/>
      <p:bldP spid="5" grpId="0" animBg="1"/>
      <p:bldP spid="7" grpId="0" animBg="1"/>
      <p:bldP spid="3" grpId="0" animBg="1"/>
      <p:bldP spid="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1D92A-8562-9A42-6912-0C802454B35F}"/>
            </a:ext>
          </a:extLst>
        </p:cNvPr>
        <p:cNvGrpSpPr/>
        <p:nvPr/>
      </p:nvGrpSpPr>
      <p:grpSpPr>
        <a:xfrm>
          <a:off x="0" y="0"/>
          <a:ext cx="0" cy="0"/>
          <a:chOff x="0" y="0"/>
          <a:chExt cx="0" cy="0"/>
        </a:xfrm>
      </p:grpSpPr>
      <p:sp>
        <p:nvSpPr>
          <p:cNvPr id="3" name="文本占位符 2">
            <a:extLst>
              <a:ext uri="{FF2B5EF4-FFF2-40B4-BE49-F238E27FC236}">
                <a16:creationId xmlns:a16="http://schemas.microsoft.com/office/drawing/2014/main" id="{3E412512-F295-3D57-FBF3-7AD89BA2736F}"/>
              </a:ext>
            </a:extLst>
          </p:cNvPr>
          <p:cNvSpPr>
            <a:spLocks noGrp="1"/>
          </p:cNvSpPr>
          <p:nvPr>
            <p:ph type="body" sz="quarter" idx="10"/>
          </p:nvPr>
        </p:nvSpPr>
        <p:spPr>
          <a:xfrm>
            <a:off x="3444469" y="2532099"/>
            <a:ext cx="8628362" cy="1507075"/>
          </a:xfrm>
        </p:spPr>
        <p:txBody>
          <a:bodyPr/>
          <a:lstStyle/>
          <a:p>
            <a:pPr>
              <a:lnSpc>
                <a:spcPts val="1200"/>
              </a:lnSpc>
              <a:buNone/>
            </a:pPr>
            <a:r>
              <a:rPr lang="en-US" altLang="zh-CN" sz="1100" b="0">
                <a:solidFill>
                  <a:srgbClr val="A31515"/>
                </a:solidFill>
                <a:effectLst/>
              </a:rPr>
              <a:t>"messages"</a:t>
            </a:r>
            <a:r>
              <a:rPr lang="en-US" altLang="zh-CN" sz="1100" b="0">
                <a:solidFill>
                  <a:srgbClr val="000000"/>
                </a:solidFill>
                <a:effectLst/>
              </a:rPr>
              <a:t>: [</a:t>
            </a:r>
          </a:p>
          <a:p>
            <a:pPr>
              <a:lnSpc>
                <a:spcPts val="1200"/>
              </a:lnSpc>
              <a:buNone/>
            </a:pPr>
            <a:r>
              <a:rPr lang="en-US" altLang="zh-CN" sz="1100" b="0">
                <a:solidFill>
                  <a:srgbClr val="000000"/>
                </a:solidFill>
                <a:effectLst/>
              </a:rPr>
              <a:t>   { </a:t>
            </a:r>
            <a:r>
              <a:rPr lang="en-US" altLang="zh-CN" sz="1100" b="0">
                <a:solidFill>
                  <a:srgbClr val="A31515"/>
                </a:solidFill>
                <a:effectLst/>
              </a:rPr>
              <a:t>"role"</a:t>
            </a:r>
            <a:r>
              <a:rPr lang="en-US" altLang="zh-CN" sz="1100" b="0">
                <a:solidFill>
                  <a:srgbClr val="000000"/>
                </a:solidFill>
                <a:effectLst/>
              </a:rPr>
              <a:t>: </a:t>
            </a:r>
            <a:r>
              <a:rPr lang="en-US" altLang="zh-CN" sz="1100" b="0">
                <a:solidFill>
                  <a:srgbClr val="0451A5"/>
                </a:solidFill>
                <a:effectLst/>
              </a:rPr>
              <a:t>"system"</a:t>
            </a:r>
            <a:r>
              <a:rPr lang="en-US" altLang="zh-CN" sz="1100" b="0">
                <a:solidFill>
                  <a:srgbClr val="000000"/>
                </a:solidFill>
                <a:effectLst/>
              </a:rPr>
              <a:t>, </a:t>
            </a:r>
            <a:r>
              <a:rPr lang="en-US" altLang="zh-CN" sz="1100" b="0">
                <a:solidFill>
                  <a:srgbClr val="A31515"/>
                </a:solidFill>
                <a:effectLst/>
              </a:rPr>
              <a:t>"content"</a:t>
            </a:r>
            <a:r>
              <a:rPr lang="en-US" altLang="zh-CN" sz="1100" b="0">
                <a:solidFill>
                  <a:srgbClr val="000000"/>
                </a:solidFill>
                <a:effectLst/>
              </a:rPr>
              <a:t>: </a:t>
            </a:r>
            <a:r>
              <a:rPr lang="en-US" altLang="zh-CN" sz="1100" b="0">
                <a:solidFill>
                  <a:srgbClr val="0451A5"/>
                </a:solidFill>
                <a:effectLst/>
              </a:rPr>
              <a:t>"</a:t>
            </a:r>
            <a:r>
              <a:rPr lang="zh-CN" altLang="en-US" sz="1100" b="0">
                <a:solidFill>
                  <a:srgbClr val="0451A5"/>
                </a:solidFill>
                <a:effectLst/>
              </a:rPr>
              <a:t>你是一名可爱的</a:t>
            </a:r>
            <a:r>
              <a:rPr lang="en-US" altLang="zh-CN" sz="1100" b="0">
                <a:solidFill>
                  <a:srgbClr val="0451A5"/>
                </a:solidFill>
                <a:effectLst/>
              </a:rPr>
              <a:t>AI</a:t>
            </a:r>
            <a:r>
              <a:rPr lang="zh-CN" altLang="en-US" sz="1100" b="0">
                <a:solidFill>
                  <a:srgbClr val="0451A5"/>
                </a:solidFill>
                <a:effectLst/>
              </a:rPr>
              <a:t>助手</a:t>
            </a:r>
            <a:r>
              <a:rPr lang="en-US" altLang="zh-CN" sz="1100" b="0">
                <a:solidFill>
                  <a:srgbClr val="0451A5"/>
                </a:solidFill>
                <a:effectLst/>
              </a:rPr>
              <a:t>, </a:t>
            </a:r>
            <a:r>
              <a:rPr lang="zh-CN" altLang="en-US" sz="1100" b="0">
                <a:solidFill>
                  <a:srgbClr val="0451A5"/>
                </a:solidFill>
                <a:effectLst/>
              </a:rPr>
              <a:t>你的名字叫小甜甜</a:t>
            </a:r>
            <a:r>
              <a:rPr lang="en-US" altLang="zh-CN" sz="1100" b="0">
                <a:solidFill>
                  <a:srgbClr val="0451A5"/>
                </a:solidFill>
                <a:effectLst/>
              </a:rPr>
              <a:t>, </a:t>
            </a:r>
            <a:r>
              <a:rPr lang="zh-CN" altLang="en-US" sz="1100" b="0">
                <a:solidFill>
                  <a:srgbClr val="0451A5"/>
                </a:solidFill>
                <a:effectLst/>
              </a:rPr>
              <a:t>请以亲切、可爱语气来回答用户的问题</a:t>
            </a:r>
            <a:r>
              <a:rPr lang="en-US" altLang="zh-CN" sz="1100" b="0">
                <a:solidFill>
                  <a:srgbClr val="0451A5"/>
                </a:solidFill>
                <a:effectLst/>
              </a:rPr>
              <a:t>"</a:t>
            </a:r>
            <a:r>
              <a:rPr lang="zh-CN" altLang="en-US" sz="1100" b="0">
                <a:solidFill>
                  <a:srgbClr val="000000"/>
                </a:solidFill>
                <a:effectLst/>
              </a:rPr>
              <a:t> </a:t>
            </a:r>
            <a:r>
              <a:rPr lang="en-US" altLang="zh-CN" sz="1100" b="0">
                <a:solidFill>
                  <a:srgbClr val="000000"/>
                </a:solidFill>
                <a:effectLst/>
              </a:rPr>
              <a:t>},</a:t>
            </a:r>
          </a:p>
          <a:p>
            <a:pPr>
              <a:lnSpc>
                <a:spcPts val="1200"/>
              </a:lnSpc>
              <a:buNone/>
            </a:pPr>
            <a:r>
              <a:rPr lang="en-US" altLang="zh-CN" sz="1100" b="0">
                <a:solidFill>
                  <a:srgbClr val="000000"/>
                </a:solidFill>
                <a:effectLst/>
              </a:rPr>
              <a:t>   { </a:t>
            </a:r>
            <a:r>
              <a:rPr lang="en-US" altLang="zh-CN" sz="1100" b="0">
                <a:solidFill>
                  <a:srgbClr val="A31515"/>
                </a:solidFill>
                <a:effectLst/>
              </a:rPr>
              <a:t>"role"</a:t>
            </a:r>
            <a:r>
              <a:rPr lang="en-US" altLang="zh-CN" sz="1100" b="0">
                <a:solidFill>
                  <a:srgbClr val="000000"/>
                </a:solidFill>
                <a:effectLst/>
              </a:rPr>
              <a:t>: </a:t>
            </a:r>
            <a:r>
              <a:rPr lang="en-US" altLang="zh-CN" sz="1100" b="0">
                <a:solidFill>
                  <a:srgbClr val="0451A5"/>
                </a:solidFill>
                <a:effectLst/>
              </a:rPr>
              <a:t>"user"</a:t>
            </a:r>
            <a:r>
              <a:rPr lang="en-US" altLang="zh-CN" sz="1100" b="0">
                <a:solidFill>
                  <a:srgbClr val="000000"/>
                </a:solidFill>
                <a:effectLst/>
              </a:rPr>
              <a:t>, </a:t>
            </a:r>
            <a:r>
              <a:rPr lang="en-US" altLang="zh-CN" sz="1100" b="0">
                <a:solidFill>
                  <a:srgbClr val="A31515"/>
                </a:solidFill>
                <a:effectLst/>
              </a:rPr>
              <a:t>"content"</a:t>
            </a:r>
            <a:r>
              <a:rPr lang="en-US" altLang="zh-CN" sz="1100" b="0">
                <a:solidFill>
                  <a:srgbClr val="000000"/>
                </a:solidFill>
                <a:effectLst/>
              </a:rPr>
              <a:t>: </a:t>
            </a:r>
            <a:r>
              <a:rPr lang="en-US" altLang="zh-CN" sz="1100" b="0">
                <a:solidFill>
                  <a:srgbClr val="0451A5"/>
                </a:solidFill>
                <a:effectLst/>
              </a:rPr>
              <a:t>"</a:t>
            </a:r>
            <a:r>
              <a:rPr lang="zh-CN" altLang="en-US" sz="1100" b="0">
                <a:solidFill>
                  <a:srgbClr val="0451A5"/>
                </a:solidFill>
                <a:effectLst/>
              </a:rPr>
              <a:t>你是谁</a:t>
            </a:r>
            <a:r>
              <a:rPr lang="en-US" altLang="zh-CN" sz="1100" b="0">
                <a:solidFill>
                  <a:srgbClr val="0451A5"/>
                </a:solidFill>
                <a:effectLst/>
              </a:rPr>
              <a:t>"</a:t>
            </a:r>
            <a:r>
              <a:rPr lang="zh-CN" altLang="en-US" sz="1100" b="0">
                <a:solidFill>
                  <a:srgbClr val="000000"/>
                </a:solidFill>
                <a:effectLst/>
              </a:rPr>
              <a:t> </a:t>
            </a:r>
            <a:r>
              <a:rPr lang="en-US" altLang="zh-CN" sz="1100" b="0">
                <a:solidFill>
                  <a:srgbClr val="000000"/>
                </a:solidFill>
                <a:effectLst/>
              </a:rPr>
              <a:t>},</a:t>
            </a:r>
          </a:p>
          <a:p>
            <a:pPr>
              <a:lnSpc>
                <a:spcPts val="1200"/>
              </a:lnSpc>
              <a:buNone/>
            </a:pPr>
            <a:r>
              <a:rPr lang="en-US" altLang="zh-CN" sz="1100" b="0">
                <a:solidFill>
                  <a:srgbClr val="000000"/>
                </a:solidFill>
                <a:effectLst/>
              </a:rPr>
              <a:t>   {</a:t>
            </a:r>
            <a:r>
              <a:rPr lang="en-US" altLang="zh-CN" sz="1100" b="0">
                <a:solidFill>
                  <a:srgbClr val="A31515"/>
                </a:solidFill>
                <a:effectLst/>
              </a:rPr>
              <a:t>"role"</a:t>
            </a:r>
            <a:r>
              <a:rPr lang="en-US" altLang="zh-CN" sz="1100" b="0">
                <a:solidFill>
                  <a:srgbClr val="000000"/>
                </a:solidFill>
                <a:effectLst/>
              </a:rPr>
              <a:t>: </a:t>
            </a:r>
            <a:r>
              <a:rPr lang="en-US" altLang="zh-CN" sz="1100" b="0">
                <a:solidFill>
                  <a:srgbClr val="0451A5"/>
                </a:solidFill>
                <a:effectLst/>
              </a:rPr>
              <a:t>"assistant"</a:t>
            </a:r>
            <a:r>
              <a:rPr lang="en-US" altLang="zh-CN" sz="1100" b="0">
                <a:solidFill>
                  <a:srgbClr val="000000"/>
                </a:solidFill>
                <a:effectLst/>
              </a:rPr>
              <a:t>, </a:t>
            </a:r>
            <a:r>
              <a:rPr lang="en-US" altLang="zh-CN" sz="1100" b="0">
                <a:solidFill>
                  <a:srgbClr val="A31515"/>
                </a:solidFill>
                <a:effectLst/>
              </a:rPr>
              <a:t>"content"</a:t>
            </a:r>
            <a:r>
              <a:rPr lang="en-US" altLang="zh-CN" sz="1100" b="0">
                <a:solidFill>
                  <a:srgbClr val="000000"/>
                </a:solidFill>
                <a:effectLst/>
              </a:rPr>
              <a:t>: </a:t>
            </a:r>
            <a:r>
              <a:rPr lang="en-US" altLang="zh-CN" sz="1100" b="0">
                <a:solidFill>
                  <a:srgbClr val="0451A5"/>
                </a:solidFill>
                <a:effectLst/>
              </a:rPr>
              <a:t>"</a:t>
            </a:r>
            <a:r>
              <a:rPr lang="zh-CN" altLang="en-US" sz="1100" b="0">
                <a:solidFill>
                  <a:srgbClr val="0451A5"/>
                </a:solidFill>
                <a:effectLst/>
              </a:rPr>
              <a:t>我是小甜甜呀！一个可爱又贴心的</a:t>
            </a:r>
            <a:r>
              <a:rPr lang="en-US" altLang="zh-CN" sz="1100" b="0">
                <a:solidFill>
                  <a:srgbClr val="0451A5"/>
                </a:solidFill>
                <a:effectLst/>
              </a:rPr>
              <a:t>AI</a:t>
            </a:r>
            <a:r>
              <a:rPr lang="zh-CN" altLang="en-US" sz="1100" b="0">
                <a:solidFill>
                  <a:srgbClr val="0451A5"/>
                </a:solidFill>
                <a:effectLst/>
              </a:rPr>
              <a:t>助手，随时准备帮你解决问题或者陪你聊天哦😊</a:t>
            </a:r>
            <a:r>
              <a:rPr lang="en-US" altLang="zh-CN" sz="1100" b="0">
                <a:solidFill>
                  <a:srgbClr val="0451A5"/>
                </a:solidFill>
                <a:effectLst/>
              </a:rPr>
              <a:t>"</a:t>
            </a:r>
            <a:r>
              <a:rPr lang="en-US" altLang="zh-CN" sz="1100" b="0">
                <a:solidFill>
                  <a:srgbClr val="000000"/>
                </a:solidFill>
                <a:effectLst/>
              </a:rPr>
              <a:t>}</a:t>
            </a:r>
          </a:p>
          <a:p>
            <a:pPr>
              <a:lnSpc>
                <a:spcPts val="1200"/>
              </a:lnSpc>
              <a:buNone/>
            </a:pPr>
            <a:r>
              <a:rPr lang="en-US" altLang="zh-CN" sz="1100" b="0">
                <a:solidFill>
                  <a:srgbClr val="000000"/>
                </a:solidFill>
                <a:effectLst/>
              </a:rPr>
              <a:t>]</a:t>
            </a:r>
          </a:p>
        </p:txBody>
      </p:sp>
      <p:sp>
        <p:nvSpPr>
          <p:cNvPr id="5" name="矩形: 圆角 4">
            <a:extLst>
              <a:ext uri="{FF2B5EF4-FFF2-40B4-BE49-F238E27FC236}">
                <a16:creationId xmlns:a16="http://schemas.microsoft.com/office/drawing/2014/main" id="{5F53C5F4-8586-398C-C54B-B8C8640406E4}"/>
              </a:ext>
            </a:extLst>
          </p:cNvPr>
          <p:cNvSpPr/>
          <p:nvPr/>
        </p:nvSpPr>
        <p:spPr>
          <a:xfrm>
            <a:off x="3877606" y="2887579"/>
            <a:ext cx="1443790" cy="220006"/>
          </a:xfrm>
          <a:prstGeom prst="roundRect">
            <a:avLst/>
          </a:prstGeom>
          <a:solidFill>
            <a:srgbClr val="C00000">
              <a:alpha val="20000"/>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C8A1BD9E-6288-37FC-F824-E7A86E95D65E}"/>
              </a:ext>
            </a:extLst>
          </p:cNvPr>
          <p:cNvSpPr/>
          <p:nvPr/>
        </p:nvSpPr>
        <p:spPr>
          <a:xfrm>
            <a:off x="3877606" y="3168758"/>
            <a:ext cx="1271910" cy="220006"/>
          </a:xfrm>
          <a:prstGeom prst="roundRect">
            <a:avLst/>
          </a:prstGeom>
          <a:solidFill>
            <a:srgbClr val="C00000">
              <a:alpha val="20000"/>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EC8B5D46-EBD1-1CE2-318A-4DD35AE58FA5}"/>
              </a:ext>
            </a:extLst>
          </p:cNvPr>
          <p:cNvSpPr/>
          <p:nvPr/>
        </p:nvSpPr>
        <p:spPr>
          <a:xfrm>
            <a:off x="3870730" y="3447907"/>
            <a:ext cx="1601919" cy="220006"/>
          </a:xfrm>
          <a:prstGeom prst="roundRect">
            <a:avLst/>
          </a:prstGeom>
          <a:solidFill>
            <a:srgbClr val="C00000">
              <a:alpha val="20000"/>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a:extLst>
              <a:ext uri="{FF2B5EF4-FFF2-40B4-BE49-F238E27FC236}">
                <a16:creationId xmlns:a16="http://schemas.microsoft.com/office/drawing/2014/main" id="{19ABE42E-EF87-E513-8B3D-707A277EA5A9}"/>
              </a:ext>
            </a:extLst>
          </p:cNvPr>
          <p:cNvCxnSpPr>
            <a:cxnSpLocks/>
          </p:cNvCxnSpPr>
          <p:nvPr/>
        </p:nvCxnSpPr>
        <p:spPr>
          <a:xfrm rot="5400000" flipH="1" flipV="1">
            <a:off x="4326078" y="2064142"/>
            <a:ext cx="1096860" cy="550014"/>
          </a:xfrm>
          <a:prstGeom prst="bentConnector3">
            <a:avLst>
              <a:gd name="adj1" fmla="val 100048"/>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直接箭头连接符 8">
            <a:extLst>
              <a:ext uri="{FF2B5EF4-FFF2-40B4-BE49-F238E27FC236}">
                <a16:creationId xmlns:a16="http://schemas.microsoft.com/office/drawing/2014/main" id="{CCB700C6-E297-CEA4-2123-30224F6218BE}"/>
              </a:ext>
            </a:extLst>
          </p:cNvPr>
          <p:cNvCxnSpPr>
            <a:cxnSpLocks/>
            <a:stCxn id="6" idx="1"/>
          </p:cNvCxnSpPr>
          <p:nvPr/>
        </p:nvCxnSpPr>
        <p:spPr>
          <a:xfrm rot="10800000" flipH="1" flipV="1">
            <a:off x="3877605" y="3278760"/>
            <a:ext cx="794081" cy="1100733"/>
          </a:xfrm>
          <a:prstGeom prst="bentConnector4">
            <a:avLst>
              <a:gd name="adj1" fmla="val -28788"/>
              <a:gd name="adj2" fmla="val 99994"/>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8">
            <a:extLst>
              <a:ext uri="{FF2B5EF4-FFF2-40B4-BE49-F238E27FC236}">
                <a16:creationId xmlns:a16="http://schemas.microsoft.com/office/drawing/2014/main" id="{75A2CB9F-61F1-AB39-188D-7FF1BF3CD8B4}"/>
              </a:ext>
            </a:extLst>
          </p:cNvPr>
          <p:cNvCxnSpPr>
            <a:cxnSpLocks/>
            <a:stCxn id="7" idx="1"/>
          </p:cNvCxnSpPr>
          <p:nvPr/>
        </p:nvCxnSpPr>
        <p:spPr>
          <a:xfrm rot="10800000" flipH="1" flipV="1">
            <a:off x="3870730" y="3557910"/>
            <a:ext cx="800956" cy="481264"/>
          </a:xfrm>
          <a:prstGeom prst="bentConnector3">
            <a:avLst>
              <a:gd name="adj1" fmla="val -13213"/>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6EC8857A-FA12-94CC-B1A7-F261BD8545EB}"/>
              </a:ext>
            </a:extLst>
          </p:cNvPr>
          <p:cNvSpPr txBox="1"/>
          <p:nvPr/>
        </p:nvSpPr>
        <p:spPr>
          <a:xfrm>
            <a:off x="5197692" y="1621442"/>
            <a:ext cx="5121915" cy="338554"/>
          </a:xfrm>
          <a:prstGeom prst="rect">
            <a:avLst/>
          </a:prstGeom>
          <a:noFill/>
        </p:spPr>
        <p:txBody>
          <a:bodyPr wrap="none" rtlCol="0">
            <a:spAutoFit/>
          </a:bodyPr>
          <a:lstStyle/>
          <a:p>
            <a:r>
              <a:rPr lang="zh-CN" altLang="en-US" sz="1600">
                <a:solidFill>
                  <a:srgbClr val="C00000"/>
                </a:solidFill>
              </a:rPr>
              <a:t>设定</a:t>
            </a:r>
            <a:r>
              <a:rPr lang="en-US" altLang="zh-CN" sz="1600">
                <a:solidFill>
                  <a:srgbClr val="C00000"/>
                </a:solidFill>
              </a:rPr>
              <a:t>AI</a:t>
            </a:r>
            <a:r>
              <a:rPr lang="zh-CN" altLang="en-US" sz="1600">
                <a:solidFill>
                  <a:srgbClr val="C00000"/>
                </a:solidFill>
              </a:rPr>
              <a:t>的身份和行为准则</a:t>
            </a:r>
            <a:r>
              <a:rPr lang="en-US" altLang="zh-CN" sz="1600">
                <a:solidFill>
                  <a:srgbClr val="C00000"/>
                </a:solidFill>
              </a:rPr>
              <a:t>(</a:t>
            </a:r>
            <a:r>
              <a:rPr lang="zh-CN" altLang="en-US" sz="1600">
                <a:solidFill>
                  <a:srgbClr val="C00000"/>
                </a:solidFill>
              </a:rPr>
              <a:t>回答的风格、限制、规则等</a:t>
            </a:r>
            <a:r>
              <a:rPr lang="en-US" altLang="zh-CN" sz="1600">
                <a:solidFill>
                  <a:srgbClr val="C00000"/>
                </a:solidFill>
              </a:rPr>
              <a:t>)</a:t>
            </a:r>
            <a:endParaRPr lang="zh-CN" altLang="en-US" sz="1600">
              <a:solidFill>
                <a:srgbClr val="C00000"/>
              </a:solidFill>
            </a:endParaRPr>
          </a:p>
        </p:txBody>
      </p:sp>
      <p:sp>
        <p:nvSpPr>
          <p:cNvPr id="32" name="文本框 31">
            <a:extLst>
              <a:ext uri="{FF2B5EF4-FFF2-40B4-BE49-F238E27FC236}">
                <a16:creationId xmlns:a16="http://schemas.microsoft.com/office/drawing/2014/main" id="{6101C715-C9CD-AF10-7468-8F2712FB3D32}"/>
              </a:ext>
            </a:extLst>
          </p:cNvPr>
          <p:cNvSpPr txBox="1"/>
          <p:nvPr/>
        </p:nvSpPr>
        <p:spPr>
          <a:xfrm>
            <a:off x="4678560" y="4208321"/>
            <a:ext cx="2608406" cy="338554"/>
          </a:xfrm>
          <a:prstGeom prst="rect">
            <a:avLst/>
          </a:prstGeom>
          <a:noFill/>
        </p:spPr>
        <p:txBody>
          <a:bodyPr wrap="none" rtlCol="0">
            <a:spAutoFit/>
          </a:bodyPr>
          <a:lstStyle/>
          <a:p>
            <a:r>
              <a:rPr lang="zh-CN" altLang="en-US" sz="1600">
                <a:solidFill>
                  <a:srgbClr val="C00000"/>
                </a:solidFill>
              </a:rPr>
              <a:t>用户实际提出的问题或指令</a:t>
            </a:r>
          </a:p>
        </p:txBody>
      </p:sp>
      <p:sp>
        <p:nvSpPr>
          <p:cNvPr id="33" name="文本框 32">
            <a:extLst>
              <a:ext uri="{FF2B5EF4-FFF2-40B4-BE49-F238E27FC236}">
                <a16:creationId xmlns:a16="http://schemas.microsoft.com/office/drawing/2014/main" id="{23CE89CF-4D18-0553-0135-E5B37ABB52BF}"/>
              </a:ext>
            </a:extLst>
          </p:cNvPr>
          <p:cNvSpPr txBox="1"/>
          <p:nvPr/>
        </p:nvSpPr>
        <p:spPr>
          <a:xfrm>
            <a:off x="4678560" y="3854116"/>
            <a:ext cx="1968809" cy="338554"/>
          </a:xfrm>
          <a:prstGeom prst="rect">
            <a:avLst/>
          </a:prstGeom>
          <a:noFill/>
        </p:spPr>
        <p:txBody>
          <a:bodyPr wrap="none" rtlCol="0">
            <a:spAutoFit/>
          </a:bodyPr>
          <a:lstStyle/>
          <a:p>
            <a:r>
              <a:rPr lang="en-US" altLang="zh-CN" sz="1600">
                <a:solidFill>
                  <a:srgbClr val="C00000"/>
                </a:solidFill>
              </a:rPr>
              <a:t>AI</a:t>
            </a:r>
            <a:r>
              <a:rPr lang="zh-CN" altLang="en-US" sz="1600">
                <a:solidFill>
                  <a:srgbClr val="C00000"/>
                </a:solidFill>
              </a:rPr>
              <a:t>模型的回复</a:t>
            </a:r>
            <a:r>
              <a:rPr lang="en-US" altLang="zh-CN" sz="1600">
                <a:solidFill>
                  <a:srgbClr val="C00000"/>
                </a:solidFill>
              </a:rPr>
              <a:t>/</a:t>
            </a:r>
            <a:r>
              <a:rPr lang="zh-CN" altLang="en-US" sz="1600">
                <a:solidFill>
                  <a:srgbClr val="C00000"/>
                </a:solidFill>
              </a:rPr>
              <a:t>响应</a:t>
            </a:r>
          </a:p>
        </p:txBody>
      </p:sp>
    </p:spTree>
    <p:extLst>
      <p:ext uri="{BB962C8B-B14F-4D97-AF65-F5344CB8AC3E}">
        <p14:creationId xmlns:p14="http://schemas.microsoft.com/office/powerpoint/2010/main" val="326646713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ipe(left)">
                                      <p:cBhvr>
                                        <p:cTn id="15" dur="500"/>
                                        <p:tgtEl>
                                          <p:spTgt spid="31"/>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randombar(horizontal)">
                                      <p:cBhvr>
                                        <p:cTn id="20" dur="500"/>
                                        <p:tgtEl>
                                          <p:spTgt spid="6"/>
                                        </p:tgtEl>
                                      </p:cBhvr>
                                    </p:animEffect>
                                  </p:childTnLst>
                                </p:cTn>
                              </p:par>
                            </p:childTnLst>
                          </p:cTn>
                        </p:par>
                        <p:par>
                          <p:cTn id="21" fill="hold">
                            <p:stCondLst>
                              <p:cond delay="500"/>
                            </p:stCondLst>
                            <p:childTnLst>
                              <p:par>
                                <p:cTn id="22" presetID="22" presetClass="entr" presetSubtype="1" fill="hold" nodeType="after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wipe(up)">
                                      <p:cBhvr>
                                        <p:cTn id="24" dur="500"/>
                                        <p:tgtEl>
                                          <p:spTgt spid="19"/>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wipe(left)">
                                      <p:cBhvr>
                                        <p:cTn id="28" dur="500"/>
                                        <p:tgtEl>
                                          <p:spTgt spid="32"/>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randombar(horizontal)">
                                      <p:cBhvr>
                                        <p:cTn id="33" dur="500"/>
                                        <p:tgtEl>
                                          <p:spTgt spid="7"/>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500"/>
                                        <p:tgtEl>
                                          <p:spTgt spid="23"/>
                                        </p:tgtEl>
                                      </p:cBhvr>
                                    </p:animEffect>
                                  </p:childTnLst>
                                </p:cTn>
                              </p:par>
                            </p:childTnLst>
                          </p:cTn>
                        </p:par>
                        <p:par>
                          <p:cTn id="38" fill="hold">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wipe(left)">
                                      <p:cBhvr>
                                        <p:cTn id="4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31" grpId="0"/>
      <p:bldP spid="32" grpId="0"/>
      <p:bldP spid="3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B8232-9B8C-74D1-D256-4A502A05EAE1}"/>
            </a:ext>
          </a:extLst>
        </p:cNvPr>
        <p:cNvGrpSpPr/>
        <p:nvPr/>
      </p:nvGrpSpPr>
      <p:grpSpPr>
        <a:xfrm>
          <a:off x="0" y="0"/>
          <a:ext cx="0" cy="0"/>
          <a:chOff x="0" y="0"/>
          <a:chExt cx="0" cy="0"/>
        </a:xfrm>
      </p:grpSpPr>
      <p:sp>
        <p:nvSpPr>
          <p:cNvPr id="4" name="!!文本框 9">
            <a:extLst>
              <a:ext uri="{FF2B5EF4-FFF2-40B4-BE49-F238E27FC236}">
                <a16:creationId xmlns:a16="http://schemas.microsoft.com/office/drawing/2014/main" id="{A75385A4-A912-C9DA-53A8-7504AB87BC93}"/>
              </a:ext>
            </a:extLst>
          </p:cNvPr>
          <p:cNvSpPr>
            <a:spLocks noGrp="1"/>
          </p:cNvSpPr>
          <p:nvPr>
            <p:ph type="body" sz="quarter" idx="11"/>
          </p:nvPr>
        </p:nvSpPr>
        <p:spPr/>
        <p:txBody>
          <a:bodyPr/>
          <a:lstStyle/>
          <a:p>
            <a:r>
              <a:rPr lang="en-US" altLang="zh-CN"/>
              <a:t>AI</a:t>
            </a:r>
            <a:r>
              <a:rPr lang="zh-CN" altLang="en-US"/>
              <a:t>应用</a:t>
            </a:r>
            <a:r>
              <a:rPr lang="en-US" altLang="zh-CN"/>
              <a:t>-</a:t>
            </a:r>
            <a:r>
              <a:rPr lang="zh-CN" altLang="en-US"/>
              <a:t>基础</a:t>
            </a:r>
          </a:p>
        </p:txBody>
      </p:sp>
      <p:sp>
        <p:nvSpPr>
          <p:cNvPr id="3" name="文本占位符 2">
            <a:extLst>
              <a:ext uri="{FF2B5EF4-FFF2-40B4-BE49-F238E27FC236}">
                <a16:creationId xmlns:a16="http://schemas.microsoft.com/office/drawing/2014/main" id="{92498B92-3D8B-7D23-451E-EC09F5F4B1A3}"/>
              </a:ext>
            </a:extLst>
          </p:cNvPr>
          <p:cNvSpPr>
            <a:spLocks noGrp="1"/>
          </p:cNvSpPr>
          <p:nvPr>
            <p:ph type="body" sz="quarter" idx="10"/>
          </p:nvPr>
        </p:nvSpPr>
        <p:spPr>
          <a:xfrm>
            <a:off x="6351439" y="2924827"/>
            <a:ext cx="3692525" cy="3853660"/>
          </a:xfrm>
        </p:spPr>
        <p:txBody>
          <a:bodyPr/>
          <a:lstStyle/>
          <a:p>
            <a:r>
              <a:rPr lang="zh-CN" altLang="en-US">
                <a:solidFill>
                  <a:schemeClr val="tx1">
                    <a:lumMod val="75000"/>
                  </a:schemeClr>
                </a:solidFill>
              </a:rPr>
              <a:t>大模型部署</a:t>
            </a:r>
            <a:endParaRPr lang="en-US" altLang="zh-CN">
              <a:solidFill>
                <a:schemeClr val="tx1">
                  <a:lumMod val="75000"/>
                </a:schemeClr>
              </a:solidFill>
            </a:endParaRPr>
          </a:p>
          <a:p>
            <a:r>
              <a:rPr lang="zh-CN" altLang="en-US">
                <a:solidFill>
                  <a:srgbClr val="C00000"/>
                </a:solidFill>
              </a:rPr>
              <a:t>大模型调用</a:t>
            </a:r>
            <a:endParaRPr lang="en-US" altLang="zh-CN">
              <a:solidFill>
                <a:srgbClr val="C00000"/>
              </a:solidFill>
            </a:endParaRPr>
          </a:p>
          <a:p>
            <a:pPr lvl="1">
              <a:lnSpc>
                <a:spcPct val="150000"/>
              </a:lnSpc>
              <a:spcBef>
                <a:spcPts val="600"/>
              </a:spcBef>
            </a:pPr>
            <a:r>
              <a:rPr lang="zh-CN" altLang="en-US" sz="1600">
                <a:solidFill>
                  <a:schemeClr val="tx1">
                    <a:lumMod val="75000"/>
                  </a:schemeClr>
                </a:solidFill>
              </a:rPr>
              <a:t>网络基础知识</a:t>
            </a:r>
            <a:endParaRPr lang="en-US" altLang="zh-CN" sz="1600">
              <a:solidFill>
                <a:schemeClr val="tx1">
                  <a:lumMod val="75000"/>
                </a:schemeClr>
              </a:solidFill>
            </a:endParaRPr>
          </a:p>
          <a:p>
            <a:pPr lvl="1">
              <a:lnSpc>
                <a:spcPct val="150000"/>
              </a:lnSpc>
              <a:spcBef>
                <a:spcPts val="600"/>
              </a:spcBef>
            </a:pPr>
            <a:r>
              <a:rPr lang="en-US" altLang="zh-CN" sz="1600">
                <a:solidFill>
                  <a:schemeClr val="tx1">
                    <a:lumMod val="75000"/>
                  </a:schemeClr>
                </a:solidFill>
              </a:rPr>
              <a:t>Apifox</a:t>
            </a:r>
            <a:r>
              <a:rPr lang="zh-CN" altLang="en-US" sz="1600">
                <a:solidFill>
                  <a:schemeClr val="tx1">
                    <a:lumMod val="75000"/>
                  </a:schemeClr>
                </a:solidFill>
              </a:rPr>
              <a:t>测试</a:t>
            </a:r>
            <a:endParaRPr lang="en-US" altLang="zh-CN" sz="1600">
              <a:solidFill>
                <a:schemeClr val="tx1">
                  <a:lumMod val="75000"/>
                </a:schemeClr>
              </a:solidFill>
            </a:endParaRPr>
          </a:p>
          <a:p>
            <a:pPr lvl="1">
              <a:lnSpc>
                <a:spcPct val="150000"/>
              </a:lnSpc>
              <a:spcBef>
                <a:spcPts val="600"/>
              </a:spcBef>
            </a:pPr>
            <a:r>
              <a:rPr lang="zh-CN" altLang="en-US" sz="1600">
                <a:solidFill>
                  <a:srgbClr val="C00000"/>
                </a:solidFill>
              </a:rPr>
              <a:t>代码调用测试</a:t>
            </a:r>
            <a:endParaRPr lang="en-US" altLang="zh-CN" sz="1600">
              <a:solidFill>
                <a:srgbClr val="C00000"/>
              </a:solidFill>
            </a:endParaRPr>
          </a:p>
          <a:p>
            <a:r>
              <a:rPr lang="zh-CN" altLang="en-US"/>
              <a:t>提示词工程</a:t>
            </a:r>
          </a:p>
        </p:txBody>
      </p:sp>
      <p:sp>
        <p:nvSpPr>
          <p:cNvPr id="5" name="文本占位符 4">
            <a:extLst>
              <a:ext uri="{FF2B5EF4-FFF2-40B4-BE49-F238E27FC236}">
                <a16:creationId xmlns:a16="http://schemas.microsoft.com/office/drawing/2014/main" id="{F6B5274E-2629-8405-7860-8DE328D57857}"/>
              </a:ext>
            </a:extLst>
          </p:cNvPr>
          <p:cNvSpPr>
            <a:spLocks noGrp="1"/>
          </p:cNvSpPr>
          <p:nvPr>
            <p:ph type="body" sz="quarter" idx="14"/>
          </p:nvPr>
        </p:nvSpPr>
        <p:spPr/>
        <p:txBody>
          <a:bodyPr/>
          <a:lstStyle/>
          <a:p>
            <a:r>
              <a:rPr lang="en-US" altLang="zh-CN"/>
              <a:t>1</a:t>
            </a:r>
            <a:endParaRPr lang="zh-CN" altLang="en-US"/>
          </a:p>
        </p:txBody>
      </p:sp>
    </p:spTree>
    <p:extLst>
      <p:ext uri="{BB962C8B-B14F-4D97-AF65-F5344CB8AC3E}">
        <p14:creationId xmlns:p14="http://schemas.microsoft.com/office/powerpoint/2010/main" val="19613567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5814A-9022-9CE4-4DEB-3321FAC94F2F}"/>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A5883470-6AB3-C3C5-B9A5-6E36B3CBB434}"/>
              </a:ext>
            </a:extLst>
          </p:cNvPr>
          <p:cNvSpPr>
            <a:spLocks noGrp="1"/>
          </p:cNvSpPr>
          <p:nvPr>
            <p:ph type="title"/>
          </p:nvPr>
        </p:nvSpPr>
        <p:spPr/>
        <p:txBody>
          <a:bodyPr/>
          <a:lstStyle/>
          <a:p>
            <a:r>
              <a:rPr lang="zh-CN" altLang="en-US"/>
              <a:t>调用</a:t>
            </a:r>
            <a:r>
              <a:rPr lang="en-US" altLang="zh-CN"/>
              <a:t>DeepSeek</a:t>
            </a:r>
            <a:endParaRPr lang="zh-CN" altLang="en-US"/>
          </a:p>
        </p:txBody>
      </p:sp>
      <p:pic>
        <p:nvPicPr>
          <p:cNvPr id="3" name="图片 2" descr="图形用户界面, 文本, 应用程序, 电子邮件&#10;&#10;AI 生成的内容可能不正确。">
            <a:extLst>
              <a:ext uri="{FF2B5EF4-FFF2-40B4-BE49-F238E27FC236}">
                <a16:creationId xmlns:a16="http://schemas.microsoft.com/office/drawing/2014/main" id="{695583F1-121B-88D1-351B-8B0AE5ADD7AA}"/>
              </a:ext>
            </a:extLst>
          </p:cNvPr>
          <p:cNvPicPr>
            <a:picLocks noChangeAspect="1"/>
          </p:cNvPicPr>
          <p:nvPr/>
        </p:nvPicPr>
        <p:blipFill>
          <a:blip r:embed="rId2"/>
          <a:stretch>
            <a:fillRect/>
          </a:stretch>
        </p:blipFill>
        <p:spPr>
          <a:xfrm>
            <a:off x="688839" y="896953"/>
            <a:ext cx="10142551" cy="5873078"/>
          </a:xfrm>
          <a:prstGeom prst="rect">
            <a:avLst/>
          </a:prstGeom>
        </p:spPr>
      </p:pic>
      <p:sp>
        <p:nvSpPr>
          <p:cNvPr id="4" name="矩形: 圆角 3">
            <a:extLst>
              <a:ext uri="{FF2B5EF4-FFF2-40B4-BE49-F238E27FC236}">
                <a16:creationId xmlns:a16="http://schemas.microsoft.com/office/drawing/2014/main" id="{0D5AA1EE-1EA3-37EB-9DBE-C864A7440BA5}"/>
              </a:ext>
            </a:extLst>
          </p:cNvPr>
          <p:cNvSpPr/>
          <p:nvPr/>
        </p:nvSpPr>
        <p:spPr>
          <a:xfrm>
            <a:off x="3829878" y="2849218"/>
            <a:ext cx="795131" cy="404192"/>
          </a:xfrm>
          <a:prstGeom prst="roundRect">
            <a:avLst/>
          </a:prstGeom>
          <a:solidFill>
            <a:srgbClr val="00B0F0">
              <a:alpha val="20000"/>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D9255320-E119-F919-A114-4FD97DAF7AF1}"/>
              </a:ext>
            </a:extLst>
          </p:cNvPr>
          <p:cNvSpPr/>
          <p:nvPr/>
        </p:nvSpPr>
        <p:spPr>
          <a:xfrm>
            <a:off x="3498574" y="3849757"/>
            <a:ext cx="1736035" cy="231914"/>
          </a:xfrm>
          <a:prstGeom prst="roundRect">
            <a:avLst/>
          </a:prstGeom>
          <a:solidFill>
            <a:srgbClr val="00B0F0">
              <a:alpha val="20000"/>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a:extLst>
              <a:ext uri="{FF2B5EF4-FFF2-40B4-BE49-F238E27FC236}">
                <a16:creationId xmlns:a16="http://schemas.microsoft.com/office/drawing/2014/main" id="{8014616E-9014-6071-D47B-D25D04B222D8}"/>
              </a:ext>
            </a:extLst>
          </p:cNvPr>
          <p:cNvCxnSpPr>
            <a:stCxn id="7" idx="3"/>
          </p:cNvCxnSpPr>
          <p:nvPr/>
        </p:nvCxnSpPr>
        <p:spPr>
          <a:xfrm flipV="1">
            <a:off x="5234609" y="3953933"/>
            <a:ext cx="2004391" cy="11781"/>
          </a:xfrm>
          <a:prstGeom prst="straightConnector1">
            <a:avLst/>
          </a:prstGeom>
          <a:ln w="1270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C08241C0-1B9F-5427-08AC-296E162182DE}"/>
              </a:ext>
            </a:extLst>
          </p:cNvPr>
          <p:cNvSpPr txBox="1"/>
          <p:nvPr/>
        </p:nvSpPr>
        <p:spPr>
          <a:xfrm>
            <a:off x="7239000" y="3800044"/>
            <a:ext cx="3711272" cy="307777"/>
          </a:xfrm>
          <a:prstGeom prst="rect">
            <a:avLst/>
          </a:prstGeom>
          <a:noFill/>
        </p:spPr>
        <p:txBody>
          <a:bodyPr wrap="none" rtlCol="0">
            <a:spAutoFit/>
          </a:bodyPr>
          <a:lstStyle/>
          <a:p>
            <a:r>
              <a:rPr lang="zh-CN" altLang="en-US" sz="1400">
                <a:solidFill>
                  <a:srgbClr val="00B0F0"/>
                </a:solidFill>
              </a:rPr>
              <a:t>并不是官方提供的标准库，而是第三方提供的</a:t>
            </a:r>
          </a:p>
        </p:txBody>
      </p:sp>
    </p:spTree>
    <p:extLst>
      <p:ext uri="{BB962C8B-B14F-4D97-AF65-F5344CB8AC3E}">
        <p14:creationId xmlns:p14="http://schemas.microsoft.com/office/powerpoint/2010/main" val="1455318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decel="5000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00" fill="hold"/>
                                        <p:tgtEl>
                                          <p:spTgt spid="4"/>
                                        </p:tgtEl>
                                        <p:attrNameLst>
                                          <p:attrName>ppt_w</p:attrName>
                                        </p:attrNameLst>
                                      </p:cBhvr>
                                      <p:tavLst>
                                        <p:tav tm="0">
                                          <p:val>
                                            <p:strVal val="0"/>
                                          </p:val>
                                        </p:tav>
                                        <p:tav tm="100000">
                                          <p:val>
                                            <p:strVal val="#ppt_w"/>
                                          </p:val>
                                        </p:tav>
                                      </p:tavLst>
                                    </p:anim>
                                    <p:anim calcmode="lin" valueType="num">
                                      <p:cBhvr>
                                        <p:cTn id="8" dur="200" fill="hold"/>
                                        <p:tgtEl>
                                          <p:spTgt spid="4"/>
                                        </p:tgtEl>
                                        <p:attrNameLst>
                                          <p:attrName>ppt_h</p:attrName>
                                        </p:attrNameLst>
                                      </p:cBhvr>
                                      <p:tavLst>
                                        <p:tav tm="0">
                                          <p:val>
                                            <p:strVal val="0"/>
                                          </p:val>
                                        </p:tav>
                                        <p:tav tm="100000">
                                          <p:val>
                                            <p:strVal val="#ppt_h"/>
                                          </p:val>
                                        </p:tav>
                                      </p:tavLst>
                                    </p:anim>
                                    <p:animScale>
                                      <p:cBhvr>
                                        <p:cTn id="9" dur="100" autoRev="1" fill="hold">
                                          <p:stCondLst>
                                            <p:cond delay="200"/>
                                          </p:stCondLst>
                                        </p:cTn>
                                        <p:tgtEl>
                                          <p:spTgt spid="4"/>
                                        </p:tgtEl>
                                      </p:cBhvr>
                                      <p:from x="100000" y="100000"/>
                                      <p:to x="110000" y="110000"/>
                                    </p:animScale>
                                    <p:animScale>
                                      <p:cBhvr>
                                        <p:cTn id="10" dur="100" autoRev="1" fill="hold">
                                          <p:stCondLst>
                                            <p:cond delay="400"/>
                                          </p:stCondLst>
                                        </p:cTn>
                                        <p:tgtEl>
                                          <p:spTgt spid="4"/>
                                        </p:tgtEl>
                                      </p:cBhvr>
                                      <p:from x="100000" y="100000"/>
                                      <p:to x="90000" y="90000"/>
                                    </p:animScale>
                                  </p:childTnLst>
                                </p:cTn>
                              </p:par>
                            </p:childTnLst>
                          </p:cTn>
                        </p:par>
                      </p:childTnLst>
                    </p:cTn>
                  </p:par>
                  <p:par>
                    <p:cTn id="11" fill="hold">
                      <p:stCondLst>
                        <p:cond delay="indefinite"/>
                      </p:stCondLst>
                      <p:childTnLst>
                        <p:par>
                          <p:cTn id="12" fill="hold">
                            <p:stCondLst>
                              <p:cond delay="0"/>
                            </p:stCondLst>
                            <p:childTnLst>
                              <p:par>
                                <p:cTn id="13" presetID="53" presetClass="entr" presetSubtype="16" decel="5000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200" fill="hold"/>
                                        <p:tgtEl>
                                          <p:spTgt spid="7"/>
                                        </p:tgtEl>
                                        <p:attrNameLst>
                                          <p:attrName>ppt_w</p:attrName>
                                        </p:attrNameLst>
                                      </p:cBhvr>
                                      <p:tavLst>
                                        <p:tav tm="0">
                                          <p:val>
                                            <p:strVal val="0"/>
                                          </p:val>
                                        </p:tav>
                                        <p:tav tm="100000">
                                          <p:val>
                                            <p:strVal val="#ppt_w"/>
                                          </p:val>
                                        </p:tav>
                                      </p:tavLst>
                                    </p:anim>
                                    <p:anim calcmode="lin" valueType="num">
                                      <p:cBhvr>
                                        <p:cTn id="16" dur="200" fill="hold"/>
                                        <p:tgtEl>
                                          <p:spTgt spid="7"/>
                                        </p:tgtEl>
                                        <p:attrNameLst>
                                          <p:attrName>ppt_h</p:attrName>
                                        </p:attrNameLst>
                                      </p:cBhvr>
                                      <p:tavLst>
                                        <p:tav tm="0">
                                          <p:val>
                                            <p:strVal val="0"/>
                                          </p:val>
                                        </p:tav>
                                        <p:tav tm="100000">
                                          <p:val>
                                            <p:strVal val="#ppt_h"/>
                                          </p:val>
                                        </p:tav>
                                      </p:tavLst>
                                    </p:anim>
                                    <p:animScale>
                                      <p:cBhvr>
                                        <p:cTn id="17" dur="100" autoRev="1" fill="hold">
                                          <p:stCondLst>
                                            <p:cond delay="200"/>
                                          </p:stCondLst>
                                        </p:cTn>
                                        <p:tgtEl>
                                          <p:spTgt spid="7"/>
                                        </p:tgtEl>
                                      </p:cBhvr>
                                      <p:from x="100000" y="100000"/>
                                      <p:to x="110000" y="110000"/>
                                    </p:animScale>
                                    <p:animScale>
                                      <p:cBhvr>
                                        <p:cTn id="18" dur="100" autoRev="1" fill="hold">
                                          <p:stCondLst>
                                            <p:cond delay="400"/>
                                          </p:stCondLst>
                                        </p:cTn>
                                        <p:tgtEl>
                                          <p:spTgt spid="7"/>
                                        </p:tgtEl>
                                      </p:cBhvr>
                                      <p:from x="100000" y="100000"/>
                                      <p:to x="90000" y="90000"/>
                                    </p:animScale>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par>
                          <p:cTn id="24" fill="hold">
                            <p:stCondLst>
                              <p:cond delay="500"/>
                            </p:stCondLst>
                            <p:childTnLst>
                              <p:par>
                                <p:cTn id="25" presetID="14" presetClass="entr" presetSubtype="10"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randombar(horizontal)">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47CA6-20A3-9982-0E68-3989E58D9E68}"/>
            </a:ext>
          </a:extLst>
        </p:cNvPr>
        <p:cNvGrpSpPr/>
        <p:nvPr/>
      </p:nvGrpSpPr>
      <p:grpSpPr>
        <a:xfrm>
          <a:off x="0" y="0"/>
          <a:ext cx="0" cy="0"/>
          <a:chOff x="0" y="0"/>
          <a:chExt cx="0" cy="0"/>
        </a:xfrm>
      </p:grpSpPr>
      <p:sp>
        <p:nvSpPr>
          <p:cNvPr id="17" name="矩形: 圆角 16">
            <a:extLst>
              <a:ext uri="{FF2B5EF4-FFF2-40B4-BE49-F238E27FC236}">
                <a16:creationId xmlns:a16="http://schemas.microsoft.com/office/drawing/2014/main" id="{C7DF2551-0792-F425-9523-2F9B0539EE93}"/>
              </a:ext>
            </a:extLst>
          </p:cNvPr>
          <p:cNvSpPr/>
          <p:nvPr/>
        </p:nvSpPr>
        <p:spPr>
          <a:xfrm>
            <a:off x="814274" y="3300968"/>
            <a:ext cx="2387613" cy="1579429"/>
          </a:xfrm>
          <a:prstGeom prst="roundRect">
            <a:avLst>
              <a:gd name="adj" fmla="val 3933"/>
            </a:avLst>
          </a:prstGeom>
          <a:solidFill>
            <a:schemeClr val="bg1">
              <a:lumMod val="75000"/>
              <a:alpha val="10196"/>
            </a:schemeClr>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4">
            <a:extLst>
              <a:ext uri="{FF2B5EF4-FFF2-40B4-BE49-F238E27FC236}">
                <a16:creationId xmlns:a16="http://schemas.microsoft.com/office/drawing/2014/main" id="{4A8AAC52-5C28-ADAE-D61D-B6F914683E4B}"/>
              </a:ext>
            </a:extLst>
          </p:cNvPr>
          <p:cNvSpPr>
            <a:spLocks noGrp="1"/>
          </p:cNvSpPr>
          <p:nvPr>
            <p:ph type="title"/>
          </p:nvPr>
        </p:nvSpPr>
        <p:spPr/>
        <p:txBody>
          <a:bodyPr/>
          <a:lstStyle/>
          <a:p>
            <a:r>
              <a:rPr lang="zh-CN" altLang="en-US"/>
              <a:t>调用</a:t>
            </a:r>
            <a:r>
              <a:rPr lang="en-US" altLang="zh-CN"/>
              <a:t>DeepSeek</a:t>
            </a:r>
            <a:endParaRPr lang="zh-CN" altLang="en-US"/>
          </a:p>
        </p:txBody>
      </p:sp>
      <p:pic>
        <p:nvPicPr>
          <p:cNvPr id="2" name="图片 1" descr="电脑萤幕&#10;&#10;AI 生成的内容可能不正确。">
            <a:extLst>
              <a:ext uri="{FF2B5EF4-FFF2-40B4-BE49-F238E27FC236}">
                <a16:creationId xmlns:a16="http://schemas.microsoft.com/office/drawing/2014/main" id="{DDE4EC92-9140-370A-84E3-0555FEC339C8}"/>
              </a:ext>
            </a:extLst>
          </p:cNvPr>
          <p:cNvPicPr>
            <a:picLocks noChangeAspect="1"/>
          </p:cNvPicPr>
          <p:nvPr/>
        </p:nvPicPr>
        <p:blipFill>
          <a:blip r:embed="rId2"/>
          <a:stretch>
            <a:fillRect/>
          </a:stretch>
        </p:blipFill>
        <p:spPr>
          <a:xfrm>
            <a:off x="1357750" y="2347839"/>
            <a:ext cx="994370" cy="843135"/>
          </a:xfrm>
          <a:prstGeom prst="rect">
            <a:avLst/>
          </a:prstGeom>
        </p:spPr>
      </p:pic>
      <p:sp>
        <p:nvSpPr>
          <p:cNvPr id="18" name="矩形: 圆角 17">
            <a:extLst>
              <a:ext uri="{FF2B5EF4-FFF2-40B4-BE49-F238E27FC236}">
                <a16:creationId xmlns:a16="http://schemas.microsoft.com/office/drawing/2014/main" id="{1121AA17-A000-3622-E635-6D130550A2CD}"/>
              </a:ext>
            </a:extLst>
          </p:cNvPr>
          <p:cNvSpPr/>
          <p:nvPr/>
        </p:nvSpPr>
        <p:spPr>
          <a:xfrm>
            <a:off x="8719195" y="1348924"/>
            <a:ext cx="2737019" cy="2832950"/>
          </a:xfrm>
          <a:prstGeom prst="roundRect">
            <a:avLst>
              <a:gd name="adj" fmla="val 3933"/>
            </a:avLst>
          </a:prstGeom>
          <a:solidFill>
            <a:schemeClr val="bg1">
              <a:lumMod val="75000"/>
              <a:alpha val="10196"/>
            </a:schemeClr>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400">
              <a:latin typeface="荆南波波黑" panose="02000800000000000000" pitchFamily="2" charset="-122"/>
              <a:ea typeface="荆南波波黑" panose="02000800000000000000" pitchFamily="2" charset="-122"/>
            </a:endParaRPr>
          </a:p>
          <a:p>
            <a:pPr algn="ctr"/>
            <a:endParaRPr lang="en-US" altLang="zh-CN" sz="1400">
              <a:latin typeface="荆南波波黑" panose="02000800000000000000" pitchFamily="2" charset="-122"/>
              <a:ea typeface="荆南波波黑" panose="02000800000000000000" pitchFamily="2" charset="-122"/>
            </a:endParaRPr>
          </a:p>
          <a:p>
            <a:pPr algn="ctr"/>
            <a:endParaRPr lang="en-US" altLang="zh-CN" sz="1400">
              <a:latin typeface="荆南波波黑" panose="02000800000000000000" pitchFamily="2" charset="-122"/>
              <a:ea typeface="荆南波波黑" panose="02000800000000000000" pitchFamily="2" charset="-122"/>
            </a:endParaRPr>
          </a:p>
          <a:p>
            <a:pPr algn="ctr"/>
            <a:endParaRPr lang="en-US" altLang="zh-CN" sz="1400">
              <a:latin typeface="荆南波波黑" panose="02000800000000000000" pitchFamily="2" charset="-122"/>
              <a:ea typeface="荆南波波黑" panose="02000800000000000000" pitchFamily="2" charset="-122"/>
            </a:endParaRPr>
          </a:p>
          <a:p>
            <a:pPr algn="ctr"/>
            <a:endParaRPr lang="en-US" altLang="zh-CN" sz="1400">
              <a:latin typeface="荆南波波黑" panose="02000800000000000000" pitchFamily="2" charset="-122"/>
              <a:ea typeface="荆南波波黑" panose="02000800000000000000" pitchFamily="2" charset="-122"/>
            </a:endParaRPr>
          </a:p>
          <a:p>
            <a:pPr algn="ctr"/>
            <a:endParaRPr lang="en-US" altLang="zh-CN" sz="1400">
              <a:latin typeface="荆南波波黑" panose="02000800000000000000" pitchFamily="2" charset="-122"/>
              <a:ea typeface="荆南波波黑" panose="02000800000000000000" pitchFamily="2" charset="-122"/>
            </a:endParaRPr>
          </a:p>
          <a:p>
            <a:pPr algn="ctr"/>
            <a:endParaRPr lang="en-US" altLang="zh-CN" sz="1400">
              <a:latin typeface="荆南波波黑" panose="02000800000000000000" pitchFamily="2" charset="-122"/>
              <a:ea typeface="荆南波波黑" panose="02000800000000000000" pitchFamily="2" charset="-122"/>
            </a:endParaRPr>
          </a:p>
          <a:p>
            <a:pPr algn="ctr"/>
            <a:endParaRPr lang="en-US" altLang="zh-CN" sz="1400">
              <a:latin typeface="荆南波波黑" panose="02000800000000000000" pitchFamily="2" charset="-122"/>
              <a:ea typeface="荆南波波黑" panose="02000800000000000000" pitchFamily="2" charset="-122"/>
            </a:endParaRPr>
          </a:p>
          <a:p>
            <a:pPr algn="ctr"/>
            <a:endParaRPr lang="en-US" altLang="zh-CN" sz="1400">
              <a:latin typeface="荆南波波黑" panose="02000800000000000000" pitchFamily="2" charset="-122"/>
              <a:ea typeface="荆南波波黑" panose="02000800000000000000" pitchFamily="2" charset="-122"/>
            </a:endParaRPr>
          </a:p>
          <a:p>
            <a:pPr algn="ctr"/>
            <a:endParaRPr lang="en-US" altLang="zh-CN" sz="1400">
              <a:solidFill>
                <a:schemeClr val="tx1">
                  <a:lumMod val="50000"/>
                </a:schemeClr>
              </a:solidFill>
              <a:latin typeface="荆南波波黑" panose="02000800000000000000" pitchFamily="2" charset="-122"/>
              <a:ea typeface="荆南波波黑" panose="02000800000000000000" pitchFamily="2" charset="-122"/>
            </a:endParaRPr>
          </a:p>
          <a:p>
            <a:pPr algn="ctr"/>
            <a:endParaRPr lang="en-US" altLang="zh-CN" sz="1400">
              <a:solidFill>
                <a:schemeClr val="tx1">
                  <a:lumMod val="50000"/>
                </a:schemeClr>
              </a:solidFill>
              <a:latin typeface="荆南波波黑" panose="02000800000000000000" pitchFamily="2" charset="-122"/>
              <a:ea typeface="荆南波波黑" panose="02000800000000000000" pitchFamily="2" charset="-122"/>
            </a:endParaRPr>
          </a:p>
          <a:p>
            <a:pPr algn="ctr"/>
            <a:endParaRPr lang="en-US" altLang="zh-CN" sz="1400">
              <a:solidFill>
                <a:schemeClr val="tx1">
                  <a:lumMod val="50000"/>
                </a:schemeClr>
              </a:solidFill>
              <a:latin typeface="荆南波波黑" panose="02000800000000000000" pitchFamily="2" charset="-122"/>
              <a:ea typeface="荆南波波黑" panose="02000800000000000000" pitchFamily="2" charset="-122"/>
            </a:endParaRPr>
          </a:p>
          <a:p>
            <a:pPr algn="ctr"/>
            <a:r>
              <a:rPr lang="en-US" altLang="zh-CN" sz="1400">
                <a:solidFill>
                  <a:schemeClr val="tx1">
                    <a:lumMod val="50000"/>
                  </a:schemeClr>
                </a:solidFill>
                <a:latin typeface="荆南波波黑" panose="02000800000000000000" pitchFamily="2" charset="-122"/>
                <a:ea typeface="荆南波波黑" panose="02000800000000000000" pitchFamily="2" charset="-122"/>
              </a:rPr>
              <a:t>PyPI(</a:t>
            </a:r>
            <a:r>
              <a:rPr lang="zh-CN" altLang="en-US" sz="1400">
                <a:solidFill>
                  <a:schemeClr val="tx1">
                    <a:lumMod val="50000"/>
                  </a:schemeClr>
                </a:solidFill>
                <a:latin typeface="荆南波波黑" panose="02000800000000000000" pitchFamily="2" charset="-122"/>
                <a:ea typeface="荆南波波黑" panose="02000800000000000000" pitchFamily="2" charset="-122"/>
              </a:rPr>
              <a:t>仓库</a:t>
            </a:r>
            <a:r>
              <a:rPr lang="en-US" altLang="zh-CN" sz="1400">
                <a:solidFill>
                  <a:schemeClr val="tx1">
                    <a:lumMod val="50000"/>
                  </a:schemeClr>
                </a:solidFill>
                <a:latin typeface="荆南波波黑" panose="02000800000000000000" pitchFamily="2" charset="-122"/>
                <a:ea typeface="荆南波波黑" panose="02000800000000000000" pitchFamily="2" charset="-122"/>
              </a:rPr>
              <a:t>)</a:t>
            </a:r>
            <a:endParaRPr lang="zh-CN" altLang="en-US" sz="1400">
              <a:solidFill>
                <a:schemeClr val="tx1">
                  <a:lumMod val="50000"/>
                </a:schemeClr>
              </a:solidFill>
              <a:latin typeface="荆南波波黑" panose="02000800000000000000" pitchFamily="2" charset="-122"/>
              <a:ea typeface="荆南波波黑" panose="02000800000000000000" pitchFamily="2" charset="-122"/>
            </a:endParaRPr>
          </a:p>
        </p:txBody>
      </p:sp>
      <p:grpSp>
        <p:nvGrpSpPr>
          <p:cNvPr id="20" name="组合 19">
            <a:extLst>
              <a:ext uri="{FF2B5EF4-FFF2-40B4-BE49-F238E27FC236}">
                <a16:creationId xmlns:a16="http://schemas.microsoft.com/office/drawing/2014/main" id="{D52877F8-C6E1-9B91-4F0D-8AD4187B21FF}"/>
              </a:ext>
            </a:extLst>
          </p:cNvPr>
          <p:cNvGrpSpPr/>
          <p:nvPr/>
        </p:nvGrpSpPr>
        <p:grpSpPr>
          <a:xfrm>
            <a:off x="8895178" y="1541831"/>
            <a:ext cx="487476" cy="563048"/>
            <a:chOff x="4313331" y="3230219"/>
            <a:chExt cx="2967241" cy="3442047"/>
          </a:xfrm>
        </p:grpSpPr>
        <p:grpSp>
          <p:nvGrpSpPr>
            <p:cNvPr id="24" name="组合 23">
              <a:extLst>
                <a:ext uri="{FF2B5EF4-FFF2-40B4-BE49-F238E27FC236}">
                  <a16:creationId xmlns:a16="http://schemas.microsoft.com/office/drawing/2014/main" id="{09DBD900-9EDD-97C1-F74C-77791BDD2EAE}"/>
                </a:ext>
              </a:extLst>
            </p:cNvPr>
            <p:cNvGrpSpPr/>
            <p:nvPr/>
          </p:nvGrpSpPr>
          <p:grpSpPr>
            <a:xfrm>
              <a:off x="4313331" y="3230219"/>
              <a:ext cx="2967241" cy="3442047"/>
              <a:chOff x="2883349" y="3111062"/>
              <a:chExt cx="3280482" cy="3622047"/>
            </a:xfrm>
          </p:grpSpPr>
          <p:sp>
            <p:nvSpPr>
              <p:cNvPr id="26" name="任意多边形: 形状 25">
                <a:extLst>
                  <a:ext uri="{FF2B5EF4-FFF2-40B4-BE49-F238E27FC236}">
                    <a16:creationId xmlns:a16="http://schemas.microsoft.com/office/drawing/2014/main" id="{026704E0-A227-D2BB-E7BB-3EB01D23044F}"/>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openai</a:t>
                </a:r>
                <a:endParaRPr lang="zh-CN" altLang="en-US" sz="800">
                  <a:solidFill>
                    <a:schemeClr val="tx1">
                      <a:lumMod val="50000"/>
                    </a:schemeClr>
                  </a:solidFill>
                </a:endParaRPr>
              </a:p>
            </p:txBody>
          </p:sp>
          <p:sp>
            <p:nvSpPr>
              <p:cNvPr id="27" name="任意多边形: 形状 26">
                <a:extLst>
                  <a:ext uri="{FF2B5EF4-FFF2-40B4-BE49-F238E27FC236}">
                    <a16:creationId xmlns:a16="http://schemas.microsoft.com/office/drawing/2014/main" id="{34AB22A5-E023-64B5-A348-7FA274005BD9}"/>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sp>
          <p:nvSpPr>
            <p:cNvPr id="25" name="文本框 24">
              <a:extLst>
                <a:ext uri="{FF2B5EF4-FFF2-40B4-BE49-F238E27FC236}">
                  <a16:creationId xmlns:a16="http://schemas.microsoft.com/office/drawing/2014/main" id="{8AC772C6-FB20-3B91-08C4-94B0A02356F4}"/>
                </a:ext>
              </a:extLst>
            </p:cNvPr>
            <p:cNvSpPr txBox="1"/>
            <p:nvPr/>
          </p:nvSpPr>
          <p:spPr>
            <a:xfrm>
              <a:off x="4532120" y="3486871"/>
              <a:ext cx="2463497" cy="1922675"/>
            </a:xfrm>
            <a:prstGeom prst="rect">
              <a:avLst/>
            </a:prstGeom>
            <a:noFill/>
          </p:spPr>
          <p:txBody>
            <a:bodyPr wrap="square" rtlCol="0">
              <a:spAutoFit/>
            </a:bodyPr>
            <a:lstStyle/>
            <a:p>
              <a:pPr>
                <a:lnSpc>
                  <a:spcPct val="150000"/>
                </a:lnSpc>
                <a:buNone/>
              </a:pPr>
              <a:endParaRPr lang="en-US" altLang="zh-CN" sz="1050">
                <a:solidFill>
                  <a:srgbClr val="080808"/>
                </a:solidFill>
                <a:effectLst/>
                <a:latin typeface="Fira Code" panose="020B0809050000020004" pitchFamily="49" charset="0"/>
              </a:endParaRPr>
            </a:p>
          </p:txBody>
        </p:sp>
      </p:grpSp>
      <p:grpSp>
        <p:nvGrpSpPr>
          <p:cNvPr id="28" name="组合 27">
            <a:extLst>
              <a:ext uri="{FF2B5EF4-FFF2-40B4-BE49-F238E27FC236}">
                <a16:creationId xmlns:a16="http://schemas.microsoft.com/office/drawing/2014/main" id="{A1A2E431-0AC6-D17D-BE36-B0A69C24305D}"/>
              </a:ext>
            </a:extLst>
          </p:cNvPr>
          <p:cNvGrpSpPr/>
          <p:nvPr/>
        </p:nvGrpSpPr>
        <p:grpSpPr>
          <a:xfrm>
            <a:off x="9538181" y="1544033"/>
            <a:ext cx="487476" cy="563048"/>
            <a:chOff x="4313331" y="3230219"/>
            <a:chExt cx="2967241" cy="3442047"/>
          </a:xfrm>
        </p:grpSpPr>
        <p:grpSp>
          <p:nvGrpSpPr>
            <p:cNvPr id="29" name="组合 28">
              <a:extLst>
                <a:ext uri="{FF2B5EF4-FFF2-40B4-BE49-F238E27FC236}">
                  <a16:creationId xmlns:a16="http://schemas.microsoft.com/office/drawing/2014/main" id="{812138EC-0870-32F2-0682-E9CE4FCC69A8}"/>
                </a:ext>
              </a:extLst>
            </p:cNvPr>
            <p:cNvGrpSpPr/>
            <p:nvPr/>
          </p:nvGrpSpPr>
          <p:grpSpPr>
            <a:xfrm>
              <a:off x="4313331" y="3230219"/>
              <a:ext cx="2967241" cy="3442047"/>
              <a:chOff x="2883349" y="3111062"/>
              <a:chExt cx="3280482" cy="3622047"/>
            </a:xfrm>
          </p:grpSpPr>
          <p:sp>
            <p:nvSpPr>
              <p:cNvPr id="31" name="任意多边形: 形状 30">
                <a:extLst>
                  <a:ext uri="{FF2B5EF4-FFF2-40B4-BE49-F238E27FC236}">
                    <a16:creationId xmlns:a16="http://schemas.microsoft.com/office/drawing/2014/main" id="{A90C9766-FA39-42A2-7137-85CD1021D29E}"/>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requests</a:t>
                </a:r>
                <a:endParaRPr lang="zh-CN" altLang="en-US" sz="800">
                  <a:solidFill>
                    <a:schemeClr val="tx1">
                      <a:lumMod val="50000"/>
                    </a:schemeClr>
                  </a:solidFill>
                </a:endParaRPr>
              </a:p>
            </p:txBody>
          </p:sp>
          <p:sp>
            <p:nvSpPr>
              <p:cNvPr id="32" name="任意多边形: 形状 31">
                <a:extLst>
                  <a:ext uri="{FF2B5EF4-FFF2-40B4-BE49-F238E27FC236}">
                    <a16:creationId xmlns:a16="http://schemas.microsoft.com/office/drawing/2014/main" id="{B98266B8-3A0C-3955-97DC-2D96C1D2AD8D}"/>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sp>
          <p:nvSpPr>
            <p:cNvPr id="30" name="文本框 29">
              <a:extLst>
                <a:ext uri="{FF2B5EF4-FFF2-40B4-BE49-F238E27FC236}">
                  <a16:creationId xmlns:a16="http://schemas.microsoft.com/office/drawing/2014/main" id="{03504530-7FBB-6539-3E00-F572E739F757}"/>
                </a:ext>
              </a:extLst>
            </p:cNvPr>
            <p:cNvSpPr txBox="1"/>
            <p:nvPr/>
          </p:nvSpPr>
          <p:spPr>
            <a:xfrm>
              <a:off x="4532120" y="3486871"/>
              <a:ext cx="2463497" cy="1922675"/>
            </a:xfrm>
            <a:prstGeom prst="rect">
              <a:avLst/>
            </a:prstGeom>
            <a:noFill/>
          </p:spPr>
          <p:txBody>
            <a:bodyPr wrap="square" rtlCol="0">
              <a:spAutoFit/>
            </a:bodyPr>
            <a:lstStyle/>
            <a:p>
              <a:pPr>
                <a:lnSpc>
                  <a:spcPct val="150000"/>
                </a:lnSpc>
                <a:buNone/>
              </a:pPr>
              <a:endParaRPr lang="en-US" altLang="zh-CN" sz="1050">
                <a:solidFill>
                  <a:srgbClr val="080808"/>
                </a:solidFill>
                <a:effectLst/>
                <a:latin typeface="Fira Code" panose="020B0809050000020004" pitchFamily="49" charset="0"/>
              </a:endParaRPr>
            </a:p>
          </p:txBody>
        </p:sp>
      </p:grpSp>
      <p:grpSp>
        <p:nvGrpSpPr>
          <p:cNvPr id="34" name="组合 33">
            <a:extLst>
              <a:ext uri="{FF2B5EF4-FFF2-40B4-BE49-F238E27FC236}">
                <a16:creationId xmlns:a16="http://schemas.microsoft.com/office/drawing/2014/main" id="{397BF550-24CD-1C34-3FE8-CD46615F976D}"/>
              </a:ext>
            </a:extLst>
          </p:cNvPr>
          <p:cNvGrpSpPr/>
          <p:nvPr/>
        </p:nvGrpSpPr>
        <p:grpSpPr>
          <a:xfrm>
            <a:off x="10171324" y="1541831"/>
            <a:ext cx="487476" cy="563048"/>
            <a:chOff x="2883349" y="3111062"/>
            <a:chExt cx="3280482" cy="3622047"/>
          </a:xfrm>
        </p:grpSpPr>
        <p:sp>
          <p:nvSpPr>
            <p:cNvPr id="36" name="任意多边形: 形状 35">
              <a:extLst>
                <a:ext uri="{FF2B5EF4-FFF2-40B4-BE49-F238E27FC236}">
                  <a16:creationId xmlns:a16="http://schemas.microsoft.com/office/drawing/2014/main" id="{FBB88F2D-267C-4DB7-8711-D7A6321DF89E}"/>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numpy</a:t>
              </a:r>
              <a:endParaRPr lang="zh-CN" altLang="en-US" sz="800">
                <a:solidFill>
                  <a:schemeClr val="tx1">
                    <a:lumMod val="50000"/>
                  </a:schemeClr>
                </a:solidFill>
              </a:endParaRPr>
            </a:p>
          </p:txBody>
        </p:sp>
        <p:sp>
          <p:nvSpPr>
            <p:cNvPr id="37" name="任意多边形: 形状 36">
              <a:extLst>
                <a:ext uri="{FF2B5EF4-FFF2-40B4-BE49-F238E27FC236}">
                  <a16:creationId xmlns:a16="http://schemas.microsoft.com/office/drawing/2014/main" id="{3597D7A7-6E6C-DA19-1871-C6F7B715BA7F}"/>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38" name="组合 37">
            <a:extLst>
              <a:ext uri="{FF2B5EF4-FFF2-40B4-BE49-F238E27FC236}">
                <a16:creationId xmlns:a16="http://schemas.microsoft.com/office/drawing/2014/main" id="{831A5980-B0F7-8FEC-234A-BEE9C4159FB9}"/>
              </a:ext>
            </a:extLst>
          </p:cNvPr>
          <p:cNvGrpSpPr/>
          <p:nvPr/>
        </p:nvGrpSpPr>
        <p:grpSpPr>
          <a:xfrm>
            <a:off x="10800698" y="1583814"/>
            <a:ext cx="487476" cy="563048"/>
            <a:chOff x="2883349" y="3111062"/>
            <a:chExt cx="3280482" cy="3622047"/>
          </a:xfrm>
        </p:grpSpPr>
        <p:sp>
          <p:nvSpPr>
            <p:cNvPr id="39" name="任意多边形: 形状 38">
              <a:extLst>
                <a:ext uri="{FF2B5EF4-FFF2-40B4-BE49-F238E27FC236}">
                  <a16:creationId xmlns:a16="http://schemas.microsoft.com/office/drawing/2014/main" id="{2CBFBD74-4E7D-DDB0-41A1-7702572C94EF}"/>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scipy</a:t>
              </a:r>
              <a:endParaRPr lang="zh-CN" altLang="en-US" sz="800">
                <a:solidFill>
                  <a:schemeClr val="tx1">
                    <a:lumMod val="50000"/>
                  </a:schemeClr>
                </a:solidFill>
              </a:endParaRPr>
            </a:p>
          </p:txBody>
        </p:sp>
        <p:sp>
          <p:nvSpPr>
            <p:cNvPr id="40" name="任意多边形: 形状 39">
              <a:extLst>
                <a:ext uri="{FF2B5EF4-FFF2-40B4-BE49-F238E27FC236}">
                  <a16:creationId xmlns:a16="http://schemas.microsoft.com/office/drawing/2014/main" id="{F6A2A2A1-2B9E-CBD8-4954-69705F9C1362}"/>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45" name="组合 44">
            <a:extLst>
              <a:ext uri="{FF2B5EF4-FFF2-40B4-BE49-F238E27FC236}">
                <a16:creationId xmlns:a16="http://schemas.microsoft.com/office/drawing/2014/main" id="{C7BFD669-3C40-DD1A-CDBC-DA6228EC8163}"/>
              </a:ext>
            </a:extLst>
          </p:cNvPr>
          <p:cNvGrpSpPr/>
          <p:nvPr/>
        </p:nvGrpSpPr>
        <p:grpSpPr>
          <a:xfrm>
            <a:off x="8901269" y="2306759"/>
            <a:ext cx="487476" cy="563048"/>
            <a:chOff x="2883349" y="3111062"/>
            <a:chExt cx="3280482" cy="3622047"/>
          </a:xfrm>
        </p:grpSpPr>
        <p:sp>
          <p:nvSpPr>
            <p:cNvPr id="47" name="任意多边形: 形状 46">
              <a:extLst>
                <a:ext uri="{FF2B5EF4-FFF2-40B4-BE49-F238E27FC236}">
                  <a16:creationId xmlns:a16="http://schemas.microsoft.com/office/drawing/2014/main" id="{F3CA988D-43B2-5BF0-DBAA-CF8FE4DAF3B2}"/>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flask</a:t>
              </a:r>
              <a:endParaRPr lang="zh-CN" altLang="en-US" sz="800">
                <a:solidFill>
                  <a:schemeClr val="tx1">
                    <a:lumMod val="50000"/>
                  </a:schemeClr>
                </a:solidFill>
              </a:endParaRPr>
            </a:p>
          </p:txBody>
        </p:sp>
        <p:sp>
          <p:nvSpPr>
            <p:cNvPr id="48" name="任意多边形: 形状 47">
              <a:extLst>
                <a:ext uri="{FF2B5EF4-FFF2-40B4-BE49-F238E27FC236}">
                  <a16:creationId xmlns:a16="http://schemas.microsoft.com/office/drawing/2014/main" id="{30874C5C-7748-B8C9-390B-F67A3A920255}"/>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50" name="组合 49">
            <a:extLst>
              <a:ext uri="{FF2B5EF4-FFF2-40B4-BE49-F238E27FC236}">
                <a16:creationId xmlns:a16="http://schemas.microsoft.com/office/drawing/2014/main" id="{4BD7946E-93BE-5D91-BBD0-CFB5004FEC4A}"/>
              </a:ext>
            </a:extLst>
          </p:cNvPr>
          <p:cNvGrpSpPr/>
          <p:nvPr/>
        </p:nvGrpSpPr>
        <p:grpSpPr>
          <a:xfrm>
            <a:off x="9534412" y="2308961"/>
            <a:ext cx="487476" cy="563048"/>
            <a:chOff x="2883349" y="3111062"/>
            <a:chExt cx="3280482" cy="3622047"/>
          </a:xfrm>
        </p:grpSpPr>
        <p:sp>
          <p:nvSpPr>
            <p:cNvPr id="52" name="任意多边形: 形状 51">
              <a:extLst>
                <a:ext uri="{FF2B5EF4-FFF2-40B4-BE49-F238E27FC236}">
                  <a16:creationId xmlns:a16="http://schemas.microsoft.com/office/drawing/2014/main" id="{EFA139AF-BD18-70B5-9490-95635A5921D5}"/>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matplotlib</a:t>
              </a:r>
              <a:endParaRPr lang="zh-CN" altLang="en-US" sz="800">
                <a:solidFill>
                  <a:schemeClr val="tx1">
                    <a:lumMod val="50000"/>
                  </a:schemeClr>
                </a:solidFill>
              </a:endParaRPr>
            </a:p>
          </p:txBody>
        </p:sp>
        <p:sp>
          <p:nvSpPr>
            <p:cNvPr id="53" name="任意多边形: 形状 52">
              <a:extLst>
                <a:ext uri="{FF2B5EF4-FFF2-40B4-BE49-F238E27FC236}">
                  <a16:creationId xmlns:a16="http://schemas.microsoft.com/office/drawing/2014/main" id="{A1FCE0BF-BF3E-B1BF-5EB0-1E612C31CC08}"/>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54" name="组合 53">
            <a:extLst>
              <a:ext uri="{FF2B5EF4-FFF2-40B4-BE49-F238E27FC236}">
                <a16:creationId xmlns:a16="http://schemas.microsoft.com/office/drawing/2014/main" id="{5202B5D1-CE5C-E504-6753-9B37F90EB362}"/>
              </a:ext>
            </a:extLst>
          </p:cNvPr>
          <p:cNvGrpSpPr/>
          <p:nvPr/>
        </p:nvGrpSpPr>
        <p:grpSpPr>
          <a:xfrm>
            <a:off x="10167555" y="2306759"/>
            <a:ext cx="487476" cy="563048"/>
            <a:chOff x="2883349" y="3111062"/>
            <a:chExt cx="3280482" cy="3622047"/>
          </a:xfrm>
        </p:grpSpPr>
        <p:sp>
          <p:nvSpPr>
            <p:cNvPr id="55" name="任意多边形: 形状 54">
              <a:extLst>
                <a:ext uri="{FF2B5EF4-FFF2-40B4-BE49-F238E27FC236}">
                  <a16:creationId xmlns:a16="http://schemas.microsoft.com/office/drawing/2014/main" id="{542D44A0-6884-C48D-690F-75DE7EB80655}"/>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pandas</a:t>
              </a:r>
              <a:endParaRPr lang="zh-CN" altLang="en-US" sz="800">
                <a:solidFill>
                  <a:schemeClr val="tx1">
                    <a:lumMod val="50000"/>
                  </a:schemeClr>
                </a:solidFill>
              </a:endParaRPr>
            </a:p>
          </p:txBody>
        </p:sp>
        <p:sp>
          <p:nvSpPr>
            <p:cNvPr id="56" name="任意多边形: 形状 55">
              <a:extLst>
                <a:ext uri="{FF2B5EF4-FFF2-40B4-BE49-F238E27FC236}">
                  <a16:creationId xmlns:a16="http://schemas.microsoft.com/office/drawing/2014/main" id="{D84EEA0D-C972-4548-0081-C45A3F9C65DD}"/>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57" name="组合 56">
            <a:extLst>
              <a:ext uri="{FF2B5EF4-FFF2-40B4-BE49-F238E27FC236}">
                <a16:creationId xmlns:a16="http://schemas.microsoft.com/office/drawing/2014/main" id="{6EBCABCA-D605-DB69-CBD1-47F5ECE31459}"/>
              </a:ext>
            </a:extLst>
          </p:cNvPr>
          <p:cNvGrpSpPr/>
          <p:nvPr/>
        </p:nvGrpSpPr>
        <p:grpSpPr>
          <a:xfrm>
            <a:off x="10796929" y="2348742"/>
            <a:ext cx="487476" cy="563048"/>
            <a:chOff x="2883349" y="3111062"/>
            <a:chExt cx="3280482" cy="3622047"/>
          </a:xfrm>
        </p:grpSpPr>
        <p:sp>
          <p:nvSpPr>
            <p:cNvPr id="58" name="任意多边形: 形状 57">
              <a:extLst>
                <a:ext uri="{FF2B5EF4-FFF2-40B4-BE49-F238E27FC236}">
                  <a16:creationId xmlns:a16="http://schemas.microsoft.com/office/drawing/2014/main" id="{D9BBD5B7-3834-146E-B838-013D4D92D5C5}"/>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streamlit</a:t>
              </a:r>
              <a:endParaRPr lang="zh-CN" altLang="en-US" sz="800">
                <a:solidFill>
                  <a:schemeClr val="tx1">
                    <a:lumMod val="50000"/>
                  </a:schemeClr>
                </a:solidFill>
              </a:endParaRPr>
            </a:p>
          </p:txBody>
        </p:sp>
        <p:sp>
          <p:nvSpPr>
            <p:cNvPr id="59" name="任意多边形: 形状 58">
              <a:extLst>
                <a:ext uri="{FF2B5EF4-FFF2-40B4-BE49-F238E27FC236}">
                  <a16:creationId xmlns:a16="http://schemas.microsoft.com/office/drawing/2014/main" id="{E959DA98-A723-0E64-2AA7-ABE2D61F0879}"/>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61" name="组合 60">
            <a:extLst>
              <a:ext uri="{FF2B5EF4-FFF2-40B4-BE49-F238E27FC236}">
                <a16:creationId xmlns:a16="http://schemas.microsoft.com/office/drawing/2014/main" id="{A9711973-E5BC-9A2C-29F1-75A55FB83562}"/>
              </a:ext>
            </a:extLst>
          </p:cNvPr>
          <p:cNvGrpSpPr/>
          <p:nvPr/>
        </p:nvGrpSpPr>
        <p:grpSpPr>
          <a:xfrm>
            <a:off x="8901269" y="3078822"/>
            <a:ext cx="487476" cy="563048"/>
            <a:chOff x="2883349" y="3111062"/>
            <a:chExt cx="3280482" cy="3622047"/>
          </a:xfrm>
        </p:grpSpPr>
        <p:sp>
          <p:nvSpPr>
            <p:cNvPr id="63" name="任意多边形: 形状 62">
              <a:extLst>
                <a:ext uri="{FF2B5EF4-FFF2-40B4-BE49-F238E27FC236}">
                  <a16:creationId xmlns:a16="http://schemas.microsoft.com/office/drawing/2014/main" id="{B74D8382-D491-ED3E-09C0-E2E9E2A037F2}"/>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fastapi</a:t>
              </a:r>
              <a:endParaRPr lang="zh-CN" altLang="en-US" sz="800">
                <a:solidFill>
                  <a:schemeClr val="tx1">
                    <a:lumMod val="50000"/>
                  </a:schemeClr>
                </a:solidFill>
              </a:endParaRPr>
            </a:p>
          </p:txBody>
        </p:sp>
        <p:sp>
          <p:nvSpPr>
            <p:cNvPr id="64" name="任意多边形: 形状 63">
              <a:extLst>
                <a:ext uri="{FF2B5EF4-FFF2-40B4-BE49-F238E27FC236}">
                  <a16:creationId xmlns:a16="http://schemas.microsoft.com/office/drawing/2014/main" id="{E82F0964-647F-485B-C67D-5BDBDA6498B7}"/>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66" name="组合 65">
            <a:extLst>
              <a:ext uri="{FF2B5EF4-FFF2-40B4-BE49-F238E27FC236}">
                <a16:creationId xmlns:a16="http://schemas.microsoft.com/office/drawing/2014/main" id="{9F629B1E-8488-EFCE-B6D0-804800B0CF2C}"/>
              </a:ext>
            </a:extLst>
          </p:cNvPr>
          <p:cNvGrpSpPr/>
          <p:nvPr/>
        </p:nvGrpSpPr>
        <p:grpSpPr>
          <a:xfrm>
            <a:off x="9534412" y="3081024"/>
            <a:ext cx="487476" cy="563048"/>
            <a:chOff x="2883349" y="3111062"/>
            <a:chExt cx="3280482" cy="3622047"/>
          </a:xfrm>
        </p:grpSpPr>
        <p:sp>
          <p:nvSpPr>
            <p:cNvPr id="68" name="任意多边形: 形状 67">
              <a:extLst>
                <a:ext uri="{FF2B5EF4-FFF2-40B4-BE49-F238E27FC236}">
                  <a16:creationId xmlns:a16="http://schemas.microsoft.com/office/drawing/2014/main" id="{F62CAAB3-9FF6-C6CF-F04D-850BE890E583}"/>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buNone/>
              </a:pPr>
              <a:r>
                <a:rPr lang="en-US" altLang="zh-CN" sz="800">
                  <a:solidFill>
                    <a:srgbClr val="080808"/>
                  </a:solidFill>
                  <a:effectLst/>
                  <a:latin typeface="Fira Code" panose="020B0809050000020004" pitchFamily="49" charset="0"/>
                </a:rPr>
                <a:t>pylab</a:t>
              </a:r>
            </a:p>
            <a:p>
              <a:pPr algn="ctr"/>
              <a:endParaRPr lang="zh-CN" altLang="en-US" sz="800">
                <a:solidFill>
                  <a:schemeClr val="tx1">
                    <a:lumMod val="50000"/>
                  </a:schemeClr>
                </a:solidFill>
              </a:endParaRPr>
            </a:p>
          </p:txBody>
        </p:sp>
        <p:sp>
          <p:nvSpPr>
            <p:cNvPr id="69" name="任意多边形: 形状 68">
              <a:extLst>
                <a:ext uri="{FF2B5EF4-FFF2-40B4-BE49-F238E27FC236}">
                  <a16:creationId xmlns:a16="http://schemas.microsoft.com/office/drawing/2014/main" id="{479B03EF-E002-1965-13C1-F346F78F5FDD}"/>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70" name="组合 69">
            <a:extLst>
              <a:ext uri="{FF2B5EF4-FFF2-40B4-BE49-F238E27FC236}">
                <a16:creationId xmlns:a16="http://schemas.microsoft.com/office/drawing/2014/main" id="{B1724E9A-F2A8-4933-06E4-7C5B3CF68D4B}"/>
              </a:ext>
            </a:extLst>
          </p:cNvPr>
          <p:cNvGrpSpPr/>
          <p:nvPr/>
        </p:nvGrpSpPr>
        <p:grpSpPr>
          <a:xfrm>
            <a:off x="10167555" y="3078822"/>
            <a:ext cx="487476" cy="563048"/>
            <a:chOff x="2883349" y="3111062"/>
            <a:chExt cx="3280482" cy="3622047"/>
          </a:xfrm>
        </p:grpSpPr>
        <p:sp>
          <p:nvSpPr>
            <p:cNvPr id="71" name="任意多边形: 形状 70">
              <a:extLst>
                <a:ext uri="{FF2B5EF4-FFF2-40B4-BE49-F238E27FC236}">
                  <a16:creationId xmlns:a16="http://schemas.microsoft.com/office/drawing/2014/main" id="{F8A6AA24-1B5D-4F3A-0B76-03E1D1884EA2}"/>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lxml</a:t>
              </a:r>
              <a:endParaRPr lang="zh-CN" altLang="en-US" sz="800">
                <a:solidFill>
                  <a:schemeClr val="tx1">
                    <a:lumMod val="50000"/>
                  </a:schemeClr>
                </a:solidFill>
              </a:endParaRPr>
            </a:p>
          </p:txBody>
        </p:sp>
        <p:sp>
          <p:nvSpPr>
            <p:cNvPr id="72" name="任意多边形: 形状 71">
              <a:extLst>
                <a:ext uri="{FF2B5EF4-FFF2-40B4-BE49-F238E27FC236}">
                  <a16:creationId xmlns:a16="http://schemas.microsoft.com/office/drawing/2014/main" id="{D36700E8-8BAD-0825-66D2-BB8658013916}"/>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73" name="组合 72">
            <a:extLst>
              <a:ext uri="{FF2B5EF4-FFF2-40B4-BE49-F238E27FC236}">
                <a16:creationId xmlns:a16="http://schemas.microsoft.com/office/drawing/2014/main" id="{294D65E3-BE87-1FA7-DE15-F8A5883D9C5D}"/>
              </a:ext>
            </a:extLst>
          </p:cNvPr>
          <p:cNvGrpSpPr/>
          <p:nvPr/>
        </p:nvGrpSpPr>
        <p:grpSpPr>
          <a:xfrm>
            <a:off x="10796929" y="3120805"/>
            <a:ext cx="487476" cy="563048"/>
            <a:chOff x="2883349" y="3111062"/>
            <a:chExt cx="3280482" cy="3622047"/>
          </a:xfrm>
        </p:grpSpPr>
        <p:sp>
          <p:nvSpPr>
            <p:cNvPr id="74" name="任意多边形: 形状 73">
              <a:extLst>
                <a:ext uri="{FF2B5EF4-FFF2-40B4-BE49-F238E27FC236}">
                  <a16:creationId xmlns:a16="http://schemas.microsoft.com/office/drawing/2014/main" id="{E6F9CEBD-7964-9649-8A64-E6D353B0CB4C}"/>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a:t>
              </a:r>
              <a:endParaRPr lang="zh-CN" altLang="en-US" sz="800">
                <a:solidFill>
                  <a:schemeClr val="tx1">
                    <a:lumMod val="50000"/>
                  </a:schemeClr>
                </a:solidFill>
              </a:endParaRPr>
            </a:p>
          </p:txBody>
        </p:sp>
        <p:sp>
          <p:nvSpPr>
            <p:cNvPr id="75" name="任意多边形: 形状 74">
              <a:extLst>
                <a:ext uri="{FF2B5EF4-FFF2-40B4-BE49-F238E27FC236}">
                  <a16:creationId xmlns:a16="http://schemas.microsoft.com/office/drawing/2014/main" id="{40248996-7F4D-B72F-F5F9-B7B4CE677464}"/>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77" name="组合 76">
            <a:extLst>
              <a:ext uri="{FF2B5EF4-FFF2-40B4-BE49-F238E27FC236}">
                <a16:creationId xmlns:a16="http://schemas.microsoft.com/office/drawing/2014/main" id="{E036BC4B-7079-6582-B2BF-D69B9CC841AB}"/>
              </a:ext>
            </a:extLst>
          </p:cNvPr>
          <p:cNvGrpSpPr/>
          <p:nvPr/>
        </p:nvGrpSpPr>
        <p:grpSpPr>
          <a:xfrm>
            <a:off x="907595" y="3434766"/>
            <a:ext cx="487476" cy="563048"/>
            <a:chOff x="2883349" y="3111062"/>
            <a:chExt cx="3280482" cy="3622047"/>
          </a:xfrm>
        </p:grpSpPr>
        <p:sp>
          <p:nvSpPr>
            <p:cNvPr id="79" name="任意多边形: 形状 78">
              <a:extLst>
                <a:ext uri="{FF2B5EF4-FFF2-40B4-BE49-F238E27FC236}">
                  <a16:creationId xmlns:a16="http://schemas.microsoft.com/office/drawing/2014/main" id="{51F0E28E-1A09-1741-8EC2-3D501E1A17B5}"/>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accent3">
                <a:lumMod val="40000"/>
                <a:lumOff val="6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time</a:t>
              </a:r>
              <a:endParaRPr lang="zh-CN" altLang="en-US" sz="800">
                <a:solidFill>
                  <a:schemeClr val="tx1">
                    <a:lumMod val="50000"/>
                  </a:schemeClr>
                </a:solidFill>
              </a:endParaRPr>
            </a:p>
          </p:txBody>
        </p:sp>
        <p:sp>
          <p:nvSpPr>
            <p:cNvPr id="80" name="任意多边形: 形状 79">
              <a:extLst>
                <a:ext uri="{FF2B5EF4-FFF2-40B4-BE49-F238E27FC236}">
                  <a16:creationId xmlns:a16="http://schemas.microsoft.com/office/drawing/2014/main" id="{BDF7EAB0-1CBE-2F30-76AC-18E4D6D40C94}"/>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solidFill>
              <a:schemeClr val="accent3">
                <a:lumMod val="60000"/>
                <a:lumOff val="40000"/>
              </a:schemeClr>
            </a:soli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81" name="组合 80">
            <a:extLst>
              <a:ext uri="{FF2B5EF4-FFF2-40B4-BE49-F238E27FC236}">
                <a16:creationId xmlns:a16="http://schemas.microsoft.com/office/drawing/2014/main" id="{956598F3-83E6-7398-8470-C2ED3D6EBCF8}"/>
              </a:ext>
            </a:extLst>
          </p:cNvPr>
          <p:cNvGrpSpPr/>
          <p:nvPr/>
        </p:nvGrpSpPr>
        <p:grpSpPr>
          <a:xfrm>
            <a:off x="1481168" y="3434766"/>
            <a:ext cx="487476" cy="563048"/>
            <a:chOff x="2883349" y="3111062"/>
            <a:chExt cx="3280482" cy="3622047"/>
          </a:xfrm>
        </p:grpSpPr>
        <p:sp>
          <p:nvSpPr>
            <p:cNvPr id="82" name="任意多边形: 形状 81">
              <a:extLst>
                <a:ext uri="{FF2B5EF4-FFF2-40B4-BE49-F238E27FC236}">
                  <a16:creationId xmlns:a16="http://schemas.microsoft.com/office/drawing/2014/main" id="{5BB4DEFF-9ECA-E99A-DEE2-25575E970C67}"/>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accent3">
                <a:lumMod val="40000"/>
                <a:lumOff val="6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math</a:t>
              </a:r>
              <a:endParaRPr lang="zh-CN" altLang="en-US" sz="800">
                <a:solidFill>
                  <a:schemeClr val="tx1">
                    <a:lumMod val="50000"/>
                  </a:schemeClr>
                </a:solidFill>
              </a:endParaRPr>
            </a:p>
          </p:txBody>
        </p:sp>
        <p:sp>
          <p:nvSpPr>
            <p:cNvPr id="83" name="任意多边形: 形状 82">
              <a:extLst>
                <a:ext uri="{FF2B5EF4-FFF2-40B4-BE49-F238E27FC236}">
                  <a16:creationId xmlns:a16="http://schemas.microsoft.com/office/drawing/2014/main" id="{F2DE4F01-22EF-04B7-DC1F-0869AB0979A6}"/>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solidFill>
              <a:schemeClr val="accent3">
                <a:lumMod val="60000"/>
                <a:lumOff val="40000"/>
              </a:schemeClr>
            </a:soli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84" name="组合 83">
            <a:extLst>
              <a:ext uri="{FF2B5EF4-FFF2-40B4-BE49-F238E27FC236}">
                <a16:creationId xmlns:a16="http://schemas.microsoft.com/office/drawing/2014/main" id="{60CF7B8D-A78C-00FC-B51E-B5E4F6FAA9D4}"/>
              </a:ext>
            </a:extLst>
          </p:cNvPr>
          <p:cNvGrpSpPr/>
          <p:nvPr/>
        </p:nvGrpSpPr>
        <p:grpSpPr>
          <a:xfrm>
            <a:off x="2054741" y="3453368"/>
            <a:ext cx="487476" cy="544446"/>
            <a:chOff x="2883349" y="3111062"/>
            <a:chExt cx="3280482" cy="3622047"/>
          </a:xfrm>
        </p:grpSpPr>
        <p:sp>
          <p:nvSpPr>
            <p:cNvPr id="85" name="任意多边形: 形状 84">
              <a:extLst>
                <a:ext uri="{FF2B5EF4-FFF2-40B4-BE49-F238E27FC236}">
                  <a16:creationId xmlns:a16="http://schemas.microsoft.com/office/drawing/2014/main" id="{B856354B-3431-B588-1257-12C044F1D52E}"/>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accent3">
                <a:lumMod val="40000"/>
                <a:lumOff val="6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random</a:t>
              </a:r>
              <a:endParaRPr lang="zh-CN" altLang="en-US" sz="800">
                <a:solidFill>
                  <a:schemeClr val="tx1">
                    <a:lumMod val="50000"/>
                  </a:schemeClr>
                </a:solidFill>
              </a:endParaRPr>
            </a:p>
          </p:txBody>
        </p:sp>
        <p:sp>
          <p:nvSpPr>
            <p:cNvPr id="86" name="任意多边形: 形状 85">
              <a:extLst>
                <a:ext uri="{FF2B5EF4-FFF2-40B4-BE49-F238E27FC236}">
                  <a16:creationId xmlns:a16="http://schemas.microsoft.com/office/drawing/2014/main" id="{1F50527B-154A-50B9-E452-016302101707}"/>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solidFill>
              <a:schemeClr val="accent3">
                <a:lumMod val="60000"/>
                <a:lumOff val="40000"/>
              </a:schemeClr>
            </a:soli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87" name="组合 86">
            <a:extLst>
              <a:ext uri="{FF2B5EF4-FFF2-40B4-BE49-F238E27FC236}">
                <a16:creationId xmlns:a16="http://schemas.microsoft.com/office/drawing/2014/main" id="{699B3E5E-47C6-AA17-3214-7DC7C6379111}"/>
              </a:ext>
            </a:extLst>
          </p:cNvPr>
          <p:cNvGrpSpPr/>
          <p:nvPr/>
        </p:nvGrpSpPr>
        <p:grpSpPr>
          <a:xfrm>
            <a:off x="2628314" y="3459736"/>
            <a:ext cx="487476" cy="544446"/>
            <a:chOff x="2883349" y="3111062"/>
            <a:chExt cx="3280482" cy="3622047"/>
          </a:xfrm>
        </p:grpSpPr>
        <p:sp>
          <p:nvSpPr>
            <p:cNvPr id="88" name="任意多边形: 形状 87">
              <a:extLst>
                <a:ext uri="{FF2B5EF4-FFF2-40B4-BE49-F238E27FC236}">
                  <a16:creationId xmlns:a16="http://schemas.microsoft.com/office/drawing/2014/main" id="{2BA66A13-FEAC-5AA8-12E2-93DD9A3B33F4}"/>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accent3">
                <a:lumMod val="40000"/>
                <a:lumOff val="6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csv</a:t>
              </a:r>
              <a:endParaRPr lang="zh-CN" altLang="en-US" sz="800">
                <a:solidFill>
                  <a:schemeClr val="tx1">
                    <a:lumMod val="50000"/>
                  </a:schemeClr>
                </a:solidFill>
              </a:endParaRPr>
            </a:p>
          </p:txBody>
        </p:sp>
        <p:sp>
          <p:nvSpPr>
            <p:cNvPr id="89" name="任意多边形: 形状 88">
              <a:extLst>
                <a:ext uri="{FF2B5EF4-FFF2-40B4-BE49-F238E27FC236}">
                  <a16:creationId xmlns:a16="http://schemas.microsoft.com/office/drawing/2014/main" id="{6DCC30D2-FA79-130F-1438-01D6515176BD}"/>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solidFill>
              <a:schemeClr val="accent3">
                <a:lumMod val="60000"/>
                <a:lumOff val="40000"/>
              </a:schemeClr>
            </a:soli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90" name="组合 89">
            <a:extLst>
              <a:ext uri="{FF2B5EF4-FFF2-40B4-BE49-F238E27FC236}">
                <a16:creationId xmlns:a16="http://schemas.microsoft.com/office/drawing/2014/main" id="{F6A116C9-0181-8040-3D30-289E9214BEFF}"/>
              </a:ext>
            </a:extLst>
          </p:cNvPr>
          <p:cNvGrpSpPr/>
          <p:nvPr/>
        </p:nvGrpSpPr>
        <p:grpSpPr>
          <a:xfrm>
            <a:off x="907595" y="4125217"/>
            <a:ext cx="487476" cy="563048"/>
            <a:chOff x="2883349" y="3111062"/>
            <a:chExt cx="3280482" cy="3622047"/>
          </a:xfrm>
        </p:grpSpPr>
        <p:sp>
          <p:nvSpPr>
            <p:cNvPr id="91" name="任意多边形: 形状 90">
              <a:extLst>
                <a:ext uri="{FF2B5EF4-FFF2-40B4-BE49-F238E27FC236}">
                  <a16:creationId xmlns:a16="http://schemas.microsoft.com/office/drawing/2014/main" id="{BA91F38C-417B-FBBF-DD8F-B37EE97EFCEC}"/>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accent3">
                <a:lumMod val="40000"/>
                <a:lumOff val="6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re</a:t>
              </a:r>
              <a:endParaRPr lang="zh-CN" altLang="en-US" sz="800">
                <a:solidFill>
                  <a:schemeClr val="tx1">
                    <a:lumMod val="50000"/>
                  </a:schemeClr>
                </a:solidFill>
              </a:endParaRPr>
            </a:p>
          </p:txBody>
        </p:sp>
        <p:sp>
          <p:nvSpPr>
            <p:cNvPr id="92" name="任意多边形: 形状 91">
              <a:extLst>
                <a:ext uri="{FF2B5EF4-FFF2-40B4-BE49-F238E27FC236}">
                  <a16:creationId xmlns:a16="http://schemas.microsoft.com/office/drawing/2014/main" id="{646EF568-E334-8E9E-668E-FBE5A3B41ED6}"/>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solidFill>
              <a:schemeClr val="accent3">
                <a:lumMod val="60000"/>
                <a:lumOff val="40000"/>
              </a:schemeClr>
            </a:soli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93" name="组合 92">
            <a:extLst>
              <a:ext uri="{FF2B5EF4-FFF2-40B4-BE49-F238E27FC236}">
                <a16:creationId xmlns:a16="http://schemas.microsoft.com/office/drawing/2014/main" id="{3CA84973-7719-7D09-1796-6AB59294D560}"/>
              </a:ext>
            </a:extLst>
          </p:cNvPr>
          <p:cNvGrpSpPr/>
          <p:nvPr/>
        </p:nvGrpSpPr>
        <p:grpSpPr>
          <a:xfrm>
            <a:off x="1481168" y="4125217"/>
            <a:ext cx="487476" cy="563048"/>
            <a:chOff x="2883349" y="3111062"/>
            <a:chExt cx="3280482" cy="3622047"/>
          </a:xfrm>
        </p:grpSpPr>
        <p:sp>
          <p:nvSpPr>
            <p:cNvPr id="94" name="任意多边形: 形状 93">
              <a:extLst>
                <a:ext uri="{FF2B5EF4-FFF2-40B4-BE49-F238E27FC236}">
                  <a16:creationId xmlns:a16="http://schemas.microsoft.com/office/drawing/2014/main" id="{D38E47AC-131B-7CF9-CA74-6CFDF5BA6549}"/>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accent3">
                <a:lumMod val="40000"/>
                <a:lumOff val="6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gzip</a:t>
              </a:r>
              <a:endParaRPr lang="zh-CN" altLang="en-US" sz="800">
                <a:solidFill>
                  <a:schemeClr val="tx1">
                    <a:lumMod val="50000"/>
                  </a:schemeClr>
                </a:solidFill>
              </a:endParaRPr>
            </a:p>
          </p:txBody>
        </p:sp>
        <p:sp>
          <p:nvSpPr>
            <p:cNvPr id="95" name="任意多边形: 形状 94">
              <a:extLst>
                <a:ext uri="{FF2B5EF4-FFF2-40B4-BE49-F238E27FC236}">
                  <a16:creationId xmlns:a16="http://schemas.microsoft.com/office/drawing/2014/main" id="{6C68A3BE-CB03-5D14-E228-6E9CB85373AA}"/>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solidFill>
              <a:schemeClr val="accent3">
                <a:lumMod val="60000"/>
                <a:lumOff val="40000"/>
              </a:schemeClr>
            </a:soli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96" name="组合 95">
            <a:extLst>
              <a:ext uri="{FF2B5EF4-FFF2-40B4-BE49-F238E27FC236}">
                <a16:creationId xmlns:a16="http://schemas.microsoft.com/office/drawing/2014/main" id="{01A839CE-9437-1BA5-543E-E11B247D0982}"/>
              </a:ext>
            </a:extLst>
          </p:cNvPr>
          <p:cNvGrpSpPr/>
          <p:nvPr/>
        </p:nvGrpSpPr>
        <p:grpSpPr>
          <a:xfrm>
            <a:off x="2054741" y="4143819"/>
            <a:ext cx="487476" cy="544446"/>
            <a:chOff x="2883349" y="3111062"/>
            <a:chExt cx="3280482" cy="3622047"/>
          </a:xfrm>
        </p:grpSpPr>
        <p:sp>
          <p:nvSpPr>
            <p:cNvPr id="97" name="任意多边形: 形状 96">
              <a:extLst>
                <a:ext uri="{FF2B5EF4-FFF2-40B4-BE49-F238E27FC236}">
                  <a16:creationId xmlns:a16="http://schemas.microsoft.com/office/drawing/2014/main" id="{7042F5CB-CA93-1AC5-8746-F12A5BFACED0}"/>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accent3">
                <a:lumMod val="40000"/>
                <a:lumOff val="6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socket</a:t>
              </a:r>
              <a:endParaRPr lang="zh-CN" altLang="en-US" sz="800">
                <a:solidFill>
                  <a:schemeClr val="tx1">
                    <a:lumMod val="50000"/>
                  </a:schemeClr>
                </a:solidFill>
              </a:endParaRPr>
            </a:p>
          </p:txBody>
        </p:sp>
        <p:sp>
          <p:nvSpPr>
            <p:cNvPr id="98" name="任意多边形: 形状 97">
              <a:extLst>
                <a:ext uri="{FF2B5EF4-FFF2-40B4-BE49-F238E27FC236}">
                  <a16:creationId xmlns:a16="http://schemas.microsoft.com/office/drawing/2014/main" id="{D43F8BA3-392E-DE36-A7C5-1A22C00ED2C7}"/>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solidFill>
              <a:schemeClr val="accent3">
                <a:lumMod val="60000"/>
                <a:lumOff val="40000"/>
              </a:schemeClr>
            </a:soli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99" name="组合 98">
            <a:extLst>
              <a:ext uri="{FF2B5EF4-FFF2-40B4-BE49-F238E27FC236}">
                <a16:creationId xmlns:a16="http://schemas.microsoft.com/office/drawing/2014/main" id="{7FDAD979-8AE8-00CD-6E50-6C197BD07AAD}"/>
              </a:ext>
            </a:extLst>
          </p:cNvPr>
          <p:cNvGrpSpPr/>
          <p:nvPr/>
        </p:nvGrpSpPr>
        <p:grpSpPr>
          <a:xfrm>
            <a:off x="2628314" y="4150187"/>
            <a:ext cx="487476" cy="544446"/>
            <a:chOff x="2883349" y="3111062"/>
            <a:chExt cx="3280482" cy="3622047"/>
          </a:xfrm>
        </p:grpSpPr>
        <p:sp>
          <p:nvSpPr>
            <p:cNvPr id="100" name="任意多边形: 形状 99">
              <a:extLst>
                <a:ext uri="{FF2B5EF4-FFF2-40B4-BE49-F238E27FC236}">
                  <a16:creationId xmlns:a16="http://schemas.microsoft.com/office/drawing/2014/main" id="{7BBFD114-8BF8-468F-509A-4B8E432B04A5}"/>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accent3">
                <a:lumMod val="40000"/>
                <a:lumOff val="6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a:t>
              </a:r>
              <a:endParaRPr lang="zh-CN" altLang="en-US" sz="800">
                <a:solidFill>
                  <a:schemeClr val="tx1">
                    <a:lumMod val="50000"/>
                  </a:schemeClr>
                </a:solidFill>
              </a:endParaRPr>
            </a:p>
          </p:txBody>
        </p:sp>
        <p:sp>
          <p:nvSpPr>
            <p:cNvPr id="101" name="任意多边形: 形状 100">
              <a:extLst>
                <a:ext uri="{FF2B5EF4-FFF2-40B4-BE49-F238E27FC236}">
                  <a16:creationId xmlns:a16="http://schemas.microsoft.com/office/drawing/2014/main" id="{24B1263E-FA26-853A-8D29-A711C011C7A5}"/>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solidFill>
              <a:schemeClr val="accent3">
                <a:lumMod val="60000"/>
                <a:lumOff val="40000"/>
              </a:schemeClr>
            </a:soli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cxnSp>
        <p:nvCxnSpPr>
          <p:cNvPr id="103" name="直接箭头连接符 102">
            <a:extLst>
              <a:ext uri="{FF2B5EF4-FFF2-40B4-BE49-F238E27FC236}">
                <a16:creationId xmlns:a16="http://schemas.microsoft.com/office/drawing/2014/main" id="{382D6CE4-15BD-09A3-2DDB-838CF49E2E11}"/>
              </a:ext>
            </a:extLst>
          </p:cNvPr>
          <p:cNvCxnSpPr>
            <a:cxnSpLocks/>
          </p:cNvCxnSpPr>
          <p:nvPr/>
        </p:nvCxnSpPr>
        <p:spPr>
          <a:xfrm flipV="1">
            <a:off x="2352120" y="2709772"/>
            <a:ext cx="6275045" cy="1"/>
          </a:xfrm>
          <a:prstGeom prst="straightConnector1">
            <a:avLst/>
          </a:prstGeom>
          <a:ln w="12700">
            <a:solidFill>
              <a:schemeClr val="bg1">
                <a:lumMod val="50000"/>
              </a:schemeClr>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05" name="文本框 104">
            <a:extLst>
              <a:ext uri="{FF2B5EF4-FFF2-40B4-BE49-F238E27FC236}">
                <a16:creationId xmlns:a16="http://schemas.microsoft.com/office/drawing/2014/main" id="{F6E95792-F69A-C173-F314-E718FD98E98B}"/>
              </a:ext>
            </a:extLst>
          </p:cNvPr>
          <p:cNvSpPr txBox="1"/>
          <p:nvPr/>
        </p:nvSpPr>
        <p:spPr>
          <a:xfrm>
            <a:off x="4238333" y="2432773"/>
            <a:ext cx="2416046" cy="276999"/>
          </a:xfrm>
          <a:prstGeom prst="rect">
            <a:avLst/>
          </a:prstGeom>
          <a:noFill/>
        </p:spPr>
        <p:txBody>
          <a:bodyPr wrap="none" rtlCol="0">
            <a:spAutoFit/>
          </a:bodyPr>
          <a:lstStyle/>
          <a:p>
            <a:r>
              <a:rPr lang="en-US" altLang="zh-CN" sz="1200"/>
              <a:t>pip(pip3) install openai</a:t>
            </a:r>
            <a:endParaRPr lang="zh-CN" altLang="en-US" sz="1200"/>
          </a:p>
        </p:txBody>
      </p:sp>
      <p:grpSp>
        <p:nvGrpSpPr>
          <p:cNvPr id="106" name="组合 105">
            <a:extLst>
              <a:ext uri="{FF2B5EF4-FFF2-40B4-BE49-F238E27FC236}">
                <a16:creationId xmlns:a16="http://schemas.microsoft.com/office/drawing/2014/main" id="{4099AE42-20C4-62D5-853D-EC41C585008D}"/>
              </a:ext>
            </a:extLst>
          </p:cNvPr>
          <p:cNvGrpSpPr/>
          <p:nvPr/>
        </p:nvGrpSpPr>
        <p:grpSpPr>
          <a:xfrm>
            <a:off x="814274" y="5719320"/>
            <a:ext cx="10364010" cy="348335"/>
            <a:chOff x="4685665" y="1834757"/>
            <a:chExt cx="10435208" cy="348335"/>
          </a:xfrm>
        </p:grpSpPr>
        <p:sp>
          <p:nvSpPr>
            <p:cNvPr id="107" name="ComponentBackground2">
              <a:extLst>
                <a:ext uri="{FF2B5EF4-FFF2-40B4-BE49-F238E27FC236}">
                  <a16:creationId xmlns:a16="http://schemas.microsoft.com/office/drawing/2014/main" id="{A19E3B18-7F44-8925-B513-4EEEBB823413}"/>
                </a:ext>
              </a:extLst>
            </p:cNvPr>
            <p:cNvSpPr>
              <a:spLocks/>
            </p:cNvSpPr>
            <p:nvPr/>
          </p:nvSpPr>
          <p:spPr>
            <a:xfrm>
              <a:off x="4708525" y="1834757"/>
              <a:ext cx="10412348" cy="348335"/>
            </a:xfrm>
            <a:prstGeom prst="roundRect">
              <a:avLst>
                <a:gd name="adj" fmla="val 11490"/>
              </a:avLst>
            </a:prstGeom>
            <a:solidFill>
              <a:srgbClr val="000000">
                <a:alpha val="5000"/>
              </a:srgbClr>
            </a:solidFill>
            <a:ln w="12700" cap="flat" cmpd="sng" algn="ctr">
              <a:noFill/>
              <a:prstDash val="solid"/>
              <a:miter lim="800000"/>
            </a:ln>
            <a:effectLst/>
          </p:spPr>
          <p:txBody>
            <a:bodyPr lIns="180000" rIns="180000" rtlCol="0" anchor="ctr"/>
            <a:lstStyle/>
            <a:p>
              <a:pPr lvl="0">
                <a:defRPr/>
              </a:pPr>
              <a:r>
                <a:rPr kumimoji="1" lang="en-US" altLang="zh-CN" sz="1200" b="1" kern="0">
                  <a:solidFill>
                    <a:schemeClr val="tx1">
                      <a:lumMod val="50000"/>
                    </a:schemeClr>
                  </a:solidFill>
                  <a:ea typeface="微软雅黑"/>
                </a:rPr>
                <a:t>PyPI</a:t>
              </a:r>
              <a:r>
                <a:rPr kumimoji="1" lang="zh-CN" altLang="en-US" sz="1200" b="1" kern="0">
                  <a:solidFill>
                    <a:schemeClr val="tx1">
                      <a:lumMod val="50000"/>
                    </a:schemeClr>
                  </a:solidFill>
                  <a:ea typeface="微软雅黑"/>
                </a:rPr>
                <a:t>：</a:t>
              </a:r>
              <a:r>
                <a:rPr kumimoji="1" lang="zh-CN" altLang="en-US" sz="1200" kern="0">
                  <a:solidFill>
                    <a:schemeClr val="tx1">
                      <a:lumMod val="50000"/>
                    </a:schemeClr>
                  </a:solidFill>
                  <a:ea typeface="微软雅黑"/>
                </a:rPr>
                <a:t>全程为 </a:t>
              </a:r>
              <a:r>
                <a:rPr kumimoji="1" lang="en-US" altLang="zh-CN" sz="1200" kern="0">
                  <a:solidFill>
                    <a:schemeClr val="tx1">
                      <a:lumMod val="50000"/>
                    </a:schemeClr>
                  </a:solidFill>
                  <a:ea typeface="微软雅黑"/>
                </a:rPr>
                <a:t>Python</a:t>
              </a:r>
              <a:r>
                <a:rPr kumimoji="1" lang="zh-CN" altLang="en-US" sz="1200" kern="0">
                  <a:solidFill>
                    <a:schemeClr val="tx1">
                      <a:lumMod val="50000"/>
                    </a:schemeClr>
                  </a:solidFill>
                  <a:ea typeface="微软雅黑"/>
                </a:rPr>
                <a:t> </a:t>
              </a:r>
              <a:r>
                <a:rPr kumimoji="1" lang="en-US" altLang="zh-CN" sz="1200" kern="0">
                  <a:solidFill>
                    <a:schemeClr val="tx1">
                      <a:lumMod val="50000"/>
                    </a:schemeClr>
                  </a:solidFill>
                  <a:ea typeface="微软雅黑"/>
                </a:rPr>
                <a:t>Package</a:t>
              </a:r>
              <a:r>
                <a:rPr kumimoji="1" lang="zh-CN" altLang="en-US" sz="1200" kern="0">
                  <a:solidFill>
                    <a:schemeClr val="tx1">
                      <a:lumMod val="50000"/>
                    </a:schemeClr>
                  </a:solidFill>
                  <a:ea typeface="微软雅黑"/>
                </a:rPr>
                <a:t> </a:t>
              </a:r>
              <a:r>
                <a:rPr kumimoji="1" lang="en-US" altLang="zh-CN" sz="1200" kern="0">
                  <a:solidFill>
                    <a:schemeClr val="tx1">
                      <a:lumMod val="50000"/>
                    </a:schemeClr>
                  </a:solidFill>
                  <a:ea typeface="微软雅黑"/>
                </a:rPr>
                <a:t>Index</a:t>
              </a:r>
              <a:r>
                <a:rPr kumimoji="1" lang="zh-CN" altLang="en-US" sz="1200" kern="0">
                  <a:solidFill>
                    <a:schemeClr val="tx1">
                      <a:lumMod val="50000"/>
                    </a:schemeClr>
                  </a:solidFill>
                  <a:ea typeface="微软雅黑"/>
                </a:rPr>
                <a:t>，是由</a:t>
              </a:r>
              <a:r>
                <a:rPr kumimoji="1" lang="en-US" altLang="zh-CN" sz="1200" kern="0">
                  <a:solidFill>
                    <a:schemeClr val="tx1">
                      <a:lumMod val="50000"/>
                    </a:schemeClr>
                  </a:solidFill>
                  <a:ea typeface="微软雅黑"/>
                </a:rPr>
                <a:t>Python</a:t>
              </a:r>
              <a:r>
                <a:rPr kumimoji="1" lang="zh-CN" altLang="en-US" sz="1200" kern="0">
                  <a:solidFill>
                    <a:schemeClr val="tx1">
                      <a:lumMod val="50000"/>
                    </a:schemeClr>
                  </a:solidFill>
                  <a:ea typeface="微软雅黑"/>
                </a:rPr>
                <a:t>官方和社区共同维护的</a:t>
              </a:r>
              <a:r>
                <a:rPr kumimoji="1" lang="en-US" altLang="zh-CN" sz="1200" kern="0">
                  <a:solidFill>
                    <a:schemeClr val="tx1">
                      <a:lumMod val="50000"/>
                    </a:schemeClr>
                  </a:solidFill>
                  <a:ea typeface="微软雅黑"/>
                </a:rPr>
                <a:t>Python</a:t>
              </a:r>
              <a:r>
                <a:rPr kumimoji="1" lang="zh-CN" altLang="en-US" sz="1200" kern="0">
                  <a:solidFill>
                    <a:schemeClr val="tx1">
                      <a:lumMod val="50000"/>
                    </a:schemeClr>
                  </a:solidFill>
                  <a:ea typeface="微软雅黑"/>
                </a:rPr>
                <a:t>第三方软件包的官方仓库 。</a:t>
              </a:r>
              <a:endParaRPr kumimoji="1" lang="zh-CN" altLang="en-US" sz="1200" i="0" u="none" strike="noStrike" kern="0" cap="none" spc="0" normalizeH="0" baseline="0" noProof="0">
                <a:ln>
                  <a:noFill/>
                </a:ln>
                <a:solidFill>
                  <a:srgbClr val="000000"/>
                </a:solidFill>
                <a:effectLst/>
                <a:uLnTx/>
                <a:uFillTx/>
                <a:ea typeface="微软雅黑"/>
                <a:cs typeface="+mn-cs"/>
              </a:endParaRPr>
            </a:p>
          </p:txBody>
        </p:sp>
        <p:sp>
          <p:nvSpPr>
            <p:cNvPr id="108" name="Shape2">
              <a:extLst>
                <a:ext uri="{FF2B5EF4-FFF2-40B4-BE49-F238E27FC236}">
                  <a16:creationId xmlns:a16="http://schemas.microsoft.com/office/drawing/2014/main" id="{41926A5E-58C8-FDD6-6ABE-F0677C7A6ED3}"/>
                </a:ext>
              </a:extLst>
            </p:cNvPr>
            <p:cNvSpPr/>
            <p:nvPr/>
          </p:nvSpPr>
          <p:spPr>
            <a:xfrm>
              <a:off x="4685665" y="1860105"/>
              <a:ext cx="45719" cy="303939"/>
            </a:xfrm>
            <a:prstGeom prst="roundRect">
              <a:avLst>
                <a:gd name="adj" fmla="val 50000"/>
              </a:avLst>
            </a:prstGeom>
            <a:solidFill>
              <a:srgbClr val="00B0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ea typeface="微软雅黑"/>
                <a:cs typeface="+mn-cs"/>
              </a:endParaRPr>
            </a:p>
          </p:txBody>
        </p:sp>
      </p:grpSp>
      <p:grpSp>
        <p:nvGrpSpPr>
          <p:cNvPr id="109" name="组合 108">
            <a:extLst>
              <a:ext uri="{FF2B5EF4-FFF2-40B4-BE49-F238E27FC236}">
                <a16:creationId xmlns:a16="http://schemas.microsoft.com/office/drawing/2014/main" id="{FCE13A04-4906-151B-9537-46C3AD8706CA}"/>
              </a:ext>
            </a:extLst>
          </p:cNvPr>
          <p:cNvGrpSpPr/>
          <p:nvPr/>
        </p:nvGrpSpPr>
        <p:grpSpPr>
          <a:xfrm>
            <a:off x="814274" y="6232079"/>
            <a:ext cx="10364010" cy="348335"/>
            <a:chOff x="4685665" y="1834757"/>
            <a:chExt cx="10435208" cy="348335"/>
          </a:xfrm>
        </p:grpSpPr>
        <p:sp>
          <p:nvSpPr>
            <p:cNvPr id="110" name="ComponentBackground2">
              <a:extLst>
                <a:ext uri="{FF2B5EF4-FFF2-40B4-BE49-F238E27FC236}">
                  <a16:creationId xmlns:a16="http://schemas.microsoft.com/office/drawing/2014/main" id="{866E80A8-8354-1EA2-EDE0-832227BA86F4}"/>
                </a:ext>
              </a:extLst>
            </p:cNvPr>
            <p:cNvSpPr>
              <a:spLocks/>
            </p:cNvSpPr>
            <p:nvPr/>
          </p:nvSpPr>
          <p:spPr>
            <a:xfrm>
              <a:off x="4708525" y="1834757"/>
              <a:ext cx="10412348" cy="348335"/>
            </a:xfrm>
            <a:prstGeom prst="roundRect">
              <a:avLst>
                <a:gd name="adj" fmla="val 11490"/>
              </a:avLst>
            </a:prstGeom>
            <a:solidFill>
              <a:srgbClr val="000000">
                <a:alpha val="5000"/>
              </a:srgbClr>
            </a:solidFill>
            <a:ln w="12700" cap="flat" cmpd="sng" algn="ctr">
              <a:noFill/>
              <a:prstDash val="solid"/>
              <a:miter lim="800000"/>
            </a:ln>
            <a:effectLst/>
          </p:spPr>
          <p:txBody>
            <a:bodyPr lIns="180000" rIns="180000" rtlCol="0" anchor="ctr"/>
            <a:lstStyle/>
            <a:p>
              <a:pPr lvl="0">
                <a:defRPr/>
              </a:pPr>
              <a:r>
                <a:rPr kumimoji="1" lang="en-US" altLang="zh-CN" sz="1200" b="1" kern="0">
                  <a:solidFill>
                    <a:schemeClr val="tx1">
                      <a:lumMod val="50000"/>
                    </a:schemeClr>
                  </a:solidFill>
                  <a:ea typeface="微软雅黑"/>
                </a:rPr>
                <a:t>pip</a:t>
              </a:r>
              <a:r>
                <a:rPr kumimoji="1" lang="zh-CN" altLang="en-US" sz="1200" b="1" kern="0">
                  <a:solidFill>
                    <a:schemeClr val="tx1">
                      <a:lumMod val="50000"/>
                    </a:schemeClr>
                  </a:solidFill>
                  <a:ea typeface="微软雅黑"/>
                </a:rPr>
                <a:t>：</a:t>
              </a:r>
              <a:r>
                <a:rPr kumimoji="1" lang="en-US" altLang="zh-CN" sz="1200" kern="0">
                  <a:solidFill>
                    <a:schemeClr val="tx1">
                      <a:lumMod val="50000"/>
                    </a:schemeClr>
                  </a:solidFill>
                  <a:ea typeface="微软雅黑"/>
                </a:rPr>
                <a:t>pip</a:t>
              </a:r>
              <a:r>
                <a:rPr kumimoji="1" lang="zh-CN" altLang="en-US" sz="1200" kern="0">
                  <a:solidFill>
                    <a:schemeClr val="tx1">
                      <a:lumMod val="50000"/>
                    </a:schemeClr>
                  </a:solidFill>
                  <a:ea typeface="微软雅黑"/>
                </a:rPr>
                <a:t>是</a:t>
              </a:r>
              <a:r>
                <a:rPr kumimoji="1" lang="en-US" altLang="zh-CN" sz="1200" kern="0">
                  <a:solidFill>
                    <a:schemeClr val="tx1">
                      <a:lumMod val="50000"/>
                    </a:schemeClr>
                  </a:solidFill>
                  <a:ea typeface="微软雅黑"/>
                </a:rPr>
                <a:t>Python</a:t>
              </a:r>
              <a:r>
                <a:rPr kumimoji="1" lang="zh-CN" altLang="en-US" sz="1200" kern="0">
                  <a:solidFill>
                    <a:schemeClr val="tx1">
                      <a:lumMod val="50000"/>
                    </a:schemeClr>
                  </a:solidFill>
                  <a:ea typeface="微软雅黑"/>
                </a:rPr>
                <a:t>官方提供的</a:t>
              </a:r>
              <a:r>
                <a:rPr kumimoji="1" lang="en-US" altLang="zh-CN" sz="1200" kern="0">
                  <a:solidFill>
                    <a:schemeClr val="tx1">
                      <a:lumMod val="50000"/>
                    </a:schemeClr>
                  </a:solidFill>
                  <a:ea typeface="微软雅黑"/>
                </a:rPr>
                <a:t>Python</a:t>
              </a:r>
              <a:r>
                <a:rPr kumimoji="1" lang="zh-CN" altLang="en-US" sz="1200" kern="0">
                  <a:solidFill>
                    <a:schemeClr val="tx1">
                      <a:lumMod val="50000"/>
                    </a:schemeClr>
                  </a:solidFill>
                  <a:ea typeface="微软雅黑"/>
                </a:rPr>
                <a:t>包的管理工具，提供了对</a:t>
              </a:r>
              <a:r>
                <a:rPr kumimoji="1" lang="en-US" altLang="zh-CN" sz="1200" kern="0">
                  <a:solidFill>
                    <a:schemeClr val="tx1">
                      <a:lumMod val="50000"/>
                    </a:schemeClr>
                  </a:solidFill>
                  <a:ea typeface="微软雅黑"/>
                </a:rPr>
                <a:t>Python</a:t>
              </a:r>
              <a:r>
                <a:rPr kumimoji="1" lang="zh-CN" altLang="en-US" sz="1200" kern="0">
                  <a:solidFill>
                    <a:schemeClr val="tx1">
                      <a:lumMod val="50000"/>
                    </a:schemeClr>
                  </a:solidFill>
                  <a:ea typeface="微软雅黑"/>
                </a:rPr>
                <a:t>包的查找、下载、安装、卸载等功能 。</a:t>
              </a:r>
              <a:endParaRPr kumimoji="1" lang="zh-CN" altLang="en-US" sz="1200" i="0" u="none" strike="noStrike" kern="0" cap="none" spc="0" normalizeH="0" baseline="0" noProof="0">
                <a:ln>
                  <a:noFill/>
                </a:ln>
                <a:solidFill>
                  <a:srgbClr val="000000"/>
                </a:solidFill>
                <a:effectLst/>
                <a:uLnTx/>
                <a:uFillTx/>
                <a:ea typeface="微软雅黑"/>
                <a:cs typeface="+mn-cs"/>
              </a:endParaRPr>
            </a:p>
          </p:txBody>
        </p:sp>
        <p:sp>
          <p:nvSpPr>
            <p:cNvPr id="111" name="Shape2">
              <a:extLst>
                <a:ext uri="{FF2B5EF4-FFF2-40B4-BE49-F238E27FC236}">
                  <a16:creationId xmlns:a16="http://schemas.microsoft.com/office/drawing/2014/main" id="{2755E449-F23E-3FD5-5CEE-D7BBEDF0726E}"/>
                </a:ext>
              </a:extLst>
            </p:cNvPr>
            <p:cNvSpPr/>
            <p:nvPr/>
          </p:nvSpPr>
          <p:spPr>
            <a:xfrm>
              <a:off x="4685665" y="1860105"/>
              <a:ext cx="45719" cy="303939"/>
            </a:xfrm>
            <a:prstGeom prst="roundRect">
              <a:avLst>
                <a:gd name="adj" fmla="val 50000"/>
              </a:avLst>
            </a:prstGeom>
            <a:solidFill>
              <a:srgbClr val="00B0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ea typeface="微软雅黑"/>
                <a:cs typeface="+mn-cs"/>
              </a:endParaRPr>
            </a:p>
          </p:txBody>
        </p:sp>
      </p:grpSp>
      <p:grpSp>
        <p:nvGrpSpPr>
          <p:cNvPr id="112" name="组合 111">
            <a:extLst>
              <a:ext uri="{FF2B5EF4-FFF2-40B4-BE49-F238E27FC236}">
                <a16:creationId xmlns:a16="http://schemas.microsoft.com/office/drawing/2014/main" id="{737826D1-BB52-B027-E5F7-6650B584D14C}"/>
              </a:ext>
            </a:extLst>
          </p:cNvPr>
          <p:cNvGrpSpPr/>
          <p:nvPr/>
        </p:nvGrpSpPr>
        <p:grpSpPr>
          <a:xfrm>
            <a:off x="8895178" y="1541831"/>
            <a:ext cx="487476" cy="563048"/>
            <a:chOff x="4313331" y="3230219"/>
            <a:chExt cx="2967241" cy="3442047"/>
          </a:xfrm>
        </p:grpSpPr>
        <p:grpSp>
          <p:nvGrpSpPr>
            <p:cNvPr id="113" name="组合 112">
              <a:extLst>
                <a:ext uri="{FF2B5EF4-FFF2-40B4-BE49-F238E27FC236}">
                  <a16:creationId xmlns:a16="http://schemas.microsoft.com/office/drawing/2014/main" id="{8D8CCD21-5DFE-D763-3D61-54A796412BFC}"/>
                </a:ext>
              </a:extLst>
            </p:cNvPr>
            <p:cNvGrpSpPr/>
            <p:nvPr/>
          </p:nvGrpSpPr>
          <p:grpSpPr>
            <a:xfrm>
              <a:off x="4313331" y="3230219"/>
              <a:ext cx="2967241" cy="3442047"/>
              <a:chOff x="2883349" y="3111062"/>
              <a:chExt cx="3280482" cy="3622047"/>
            </a:xfrm>
          </p:grpSpPr>
          <p:sp>
            <p:nvSpPr>
              <p:cNvPr id="115" name="任意多边形: 形状 114">
                <a:extLst>
                  <a:ext uri="{FF2B5EF4-FFF2-40B4-BE49-F238E27FC236}">
                    <a16:creationId xmlns:a16="http://schemas.microsoft.com/office/drawing/2014/main" id="{AB186A8E-F6DE-019D-C00E-B00BDD349E49}"/>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openai</a:t>
                </a:r>
                <a:endParaRPr lang="zh-CN" altLang="en-US" sz="800">
                  <a:solidFill>
                    <a:schemeClr val="tx1">
                      <a:lumMod val="50000"/>
                    </a:schemeClr>
                  </a:solidFill>
                </a:endParaRPr>
              </a:p>
            </p:txBody>
          </p:sp>
          <p:sp>
            <p:nvSpPr>
              <p:cNvPr id="116" name="任意多边形: 形状 115">
                <a:extLst>
                  <a:ext uri="{FF2B5EF4-FFF2-40B4-BE49-F238E27FC236}">
                    <a16:creationId xmlns:a16="http://schemas.microsoft.com/office/drawing/2014/main" id="{B2DDB64D-CF0B-C753-2EE9-28B86CFB94C4}"/>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sp>
          <p:nvSpPr>
            <p:cNvPr id="114" name="文本框 113">
              <a:extLst>
                <a:ext uri="{FF2B5EF4-FFF2-40B4-BE49-F238E27FC236}">
                  <a16:creationId xmlns:a16="http://schemas.microsoft.com/office/drawing/2014/main" id="{A8D4D4CB-7FFB-E65E-1173-27ADC888D88E}"/>
                </a:ext>
              </a:extLst>
            </p:cNvPr>
            <p:cNvSpPr txBox="1"/>
            <p:nvPr/>
          </p:nvSpPr>
          <p:spPr>
            <a:xfrm>
              <a:off x="4532120" y="3486871"/>
              <a:ext cx="2463497" cy="1922675"/>
            </a:xfrm>
            <a:prstGeom prst="rect">
              <a:avLst/>
            </a:prstGeom>
            <a:noFill/>
          </p:spPr>
          <p:txBody>
            <a:bodyPr wrap="square" rtlCol="0">
              <a:spAutoFit/>
            </a:bodyPr>
            <a:lstStyle/>
            <a:p>
              <a:pPr>
                <a:lnSpc>
                  <a:spcPct val="150000"/>
                </a:lnSpc>
                <a:buNone/>
              </a:pPr>
              <a:endParaRPr lang="en-US" altLang="zh-CN" sz="1050">
                <a:solidFill>
                  <a:srgbClr val="080808"/>
                </a:solidFill>
                <a:effectLst/>
                <a:latin typeface="Fira Code" panose="020B0809050000020004" pitchFamily="49" charset="0"/>
              </a:endParaRPr>
            </a:p>
          </p:txBody>
        </p:sp>
      </p:grpSp>
    </p:spTree>
    <p:extLst>
      <p:ext uri="{BB962C8B-B14F-4D97-AF65-F5344CB8AC3E}">
        <p14:creationId xmlns:p14="http://schemas.microsoft.com/office/powerpoint/2010/main" val="3662529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decel="50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 fill="hold"/>
                                        <p:tgtEl>
                                          <p:spTgt spid="2"/>
                                        </p:tgtEl>
                                        <p:attrNameLst>
                                          <p:attrName>ppt_w</p:attrName>
                                        </p:attrNameLst>
                                      </p:cBhvr>
                                      <p:tavLst>
                                        <p:tav tm="0">
                                          <p:val>
                                            <p:strVal val="0"/>
                                          </p:val>
                                        </p:tav>
                                        <p:tav tm="100000">
                                          <p:val>
                                            <p:strVal val="#ppt_w"/>
                                          </p:val>
                                        </p:tav>
                                      </p:tavLst>
                                    </p:anim>
                                    <p:anim calcmode="lin" valueType="num">
                                      <p:cBhvr>
                                        <p:cTn id="8" dur="200" fill="hold"/>
                                        <p:tgtEl>
                                          <p:spTgt spid="2"/>
                                        </p:tgtEl>
                                        <p:attrNameLst>
                                          <p:attrName>ppt_h</p:attrName>
                                        </p:attrNameLst>
                                      </p:cBhvr>
                                      <p:tavLst>
                                        <p:tav tm="0">
                                          <p:val>
                                            <p:strVal val="0"/>
                                          </p:val>
                                        </p:tav>
                                        <p:tav tm="100000">
                                          <p:val>
                                            <p:strVal val="#ppt_h"/>
                                          </p:val>
                                        </p:tav>
                                      </p:tavLst>
                                    </p:anim>
                                    <p:animScale>
                                      <p:cBhvr>
                                        <p:cTn id="9" dur="100" autoRev="1" fill="hold">
                                          <p:stCondLst>
                                            <p:cond delay="200"/>
                                          </p:stCondLst>
                                        </p:cTn>
                                        <p:tgtEl>
                                          <p:spTgt spid="2"/>
                                        </p:tgtEl>
                                      </p:cBhvr>
                                      <p:from x="100000" y="100000"/>
                                      <p:to x="110000" y="110000"/>
                                    </p:animScale>
                                    <p:animScale>
                                      <p:cBhvr>
                                        <p:cTn id="10" dur="100" autoRev="1" fill="hold">
                                          <p:stCondLst>
                                            <p:cond delay="400"/>
                                          </p:stCondLst>
                                        </p:cTn>
                                        <p:tgtEl>
                                          <p:spTgt spid="2"/>
                                        </p:tgtEl>
                                      </p:cBhvr>
                                      <p:from x="100000" y="100000"/>
                                      <p:to x="90000" y="90000"/>
                                    </p:animScale>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p:cTn id="15" dur="500" fill="hold"/>
                                        <p:tgtEl>
                                          <p:spTgt spid="17"/>
                                        </p:tgtEl>
                                        <p:attrNameLst>
                                          <p:attrName>ppt_w</p:attrName>
                                        </p:attrNameLst>
                                      </p:cBhvr>
                                      <p:tavLst>
                                        <p:tav tm="0">
                                          <p:val>
                                            <p:fltVal val="0"/>
                                          </p:val>
                                        </p:tav>
                                        <p:tav tm="100000">
                                          <p:val>
                                            <p:strVal val="#ppt_w"/>
                                          </p:val>
                                        </p:tav>
                                      </p:tavLst>
                                    </p:anim>
                                    <p:anim calcmode="lin" valueType="num">
                                      <p:cBhvr>
                                        <p:cTn id="16" dur="500" fill="hold"/>
                                        <p:tgtEl>
                                          <p:spTgt spid="17"/>
                                        </p:tgtEl>
                                        <p:attrNameLst>
                                          <p:attrName>ppt_h</p:attrName>
                                        </p:attrNameLst>
                                      </p:cBhvr>
                                      <p:tavLst>
                                        <p:tav tm="0">
                                          <p:val>
                                            <p:fltVal val="0"/>
                                          </p:val>
                                        </p:tav>
                                        <p:tav tm="100000">
                                          <p:val>
                                            <p:strVal val="#ppt_h"/>
                                          </p:val>
                                        </p:tav>
                                      </p:tavLst>
                                    </p:anim>
                                    <p:animEffect transition="in" filter="fade">
                                      <p:cBhvr>
                                        <p:cTn id="17" dur="500"/>
                                        <p:tgtEl>
                                          <p:spTgt spid="17"/>
                                        </p:tgtEl>
                                      </p:cBhvr>
                                    </p:animEffect>
                                  </p:childTnLst>
                                </p:cTn>
                              </p:par>
                              <p:par>
                                <p:cTn id="18" presetID="53" presetClass="entr" presetSubtype="16" fill="hold" nodeType="withEffect">
                                  <p:stCondLst>
                                    <p:cond delay="0"/>
                                  </p:stCondLst>
                                  <p:childTnLst>
                                    <p:set>
                                      <p:cBhvr>
                                        <p:cTn id="19" dur="1" fill="hold">
                                          <p:stCondLst>
                                            <p:cond delay="0"/>
                                          </p:stCondLst>
                                        </p:cTn>
                                        <p:tgtEl>
                                          <p:spTgt spid="77"/>
                                        </p:tgtEl>
                                        <p:attrNameLst>
                                          <p:attrName>style.visibility</p:attrName>
                                        </p:attrNameLst>
                                      </p:cBhvr>
                                      <p:to>
                                        <p:strVal val="visible"/>
                                      </p:to>
                                    </p:set>
                                    <p:anim calcmode="lin" valueType="num">
                                      <p:cBhvr>
                                        <p:cTn id="20" dur="500" fill="hold"/>
                                        <p:tgtEl>
                                          <p:spTgt spid="77"/>
                                        </p:tgtEl>
                                        <p:attrNameLst>
                                          <p:attrName>ppt_w</p:attrName>
                                        </p:attrNameLst>
                                      </p:cBhvr>
                                      <p:tavLst>
                                        <p:tav tm="0">
                                          <p:val>
                                            <p:fltVal val="0"/>
                                          </p:val>
                                        </p:tav>
                                        <p:tav tm="100000">
                                          <p:val>
                                            <p:strVal val="#ppt_w"/>
                                          </p:val>
                                        </p:tav>
                                      </p:tavLst>
                                    </p:anim>
                                    <p:anim calcmode="lin" valueType="num">
                                      <p:cBhvr>
                                        <p:cTn id="21" dur="500" fill="hold"/>
                                        <p:tgtEl>
                                          <p:spTgt spid="77"/>
                                        </p:tgtEl>
                                        <p:attrNameLst>
                                          <p:attrName>ppt_h</p:attrName>
                                        </p:attrNameLst>
                                      </p:cBhvr>
                                      <p:tavLst>
                                        <p:tav tm="0">
                                          <p:val>
                                            <p:fltVal val="0"/>
                                          </p:val>
                                        </p:tav>
                                        <p:tav tm="100000">
                                          <p:val>
                                            <p:strVal val="#ppt_h"/>
                                          </p:val>
                                        </p:tav>
                                      </p:tavLst>
                                    </p:anim>
                                    <p:animEffect transition="in" filter="fade">
                                      <p:cBhvr>
                                        <p:cTn id="22" dur="500"/>
                                        <p:tgtEl>
                                          <p:spTgt spid="77"/>
                                        </p:tgtEl>
                                      </p:cBhvr>
                                    </p:animEffect>
                                  </p:childTnLst>
                                </p:cTn>
                              </p:par>
                              <p:par>
                                <p:cTn id="23" presetID="53" presetClass="entr" presetSubtype="16" fill="hold" nodeType="withEffect">
                                  <p:stCondLst>
                                    <p:cond delay="0"/>
                                  </p:stCondLst>
                                  <p:childTnLst>
                                    <p:set>
                                      <p:cBhvr>
                                        <p:cTn id="24" dur="1" fill="hold">
                                          <p:stCondLst>
                                            <p:cond delay="0"/>
                                          </p:stCondLst>
                                        </p:cTn>
                                        <p:tgtEl>
                                          <p:spTgt spid="81"/>
                                        </p:tgtEl>
                                        <p:attrNameLst>
                                          <p:attrName>style.visibility</p:attrName>
                                        </p:attrNameLst>
                                      </p:cBhvr>
                                      <p:to>
                                        <p:strVal val="visible"/>
                                      </p:to>
                                    </p:set>
                                    <p:anim calcmode="lin" valueType="num">
                                      <p:cBhvr>
                                        <p:cTn id="25" dur="500" fill="hold"/>
                                        <p:tgtEl>
                                          <p:spTgt spid="81"/>
                                        </p:tgtEl>
                                        <p:attrNameLst>
                                          <p:attrName>ppt_w</p:attrName>
                                        </p:attrNameLst>
                                      </p:cBhvr>
                                      <p:tavLst>
                                        <p:tav tm="0">
                                          <p:val>
                                            <p:fltVal val="0"/>
                                          </p:val>
                                        </p:tav>
                                        <p:tav tm="100000">
                                          <p:val>
                                            <p:strVal val="#ppt_w"/>
                                          </p:val>
                                        </p:tav>
                                      </p:tavLst>
                                    </p:anim>
                                    <p:anim calcmode="lin" valueType="num">
                                      <p:cBhvr>
                                        <p:cTn id="26" dur="500" fill="hold"/>
                                        <p:tgtEl>
                                          <p:spTgt spid="81"/>
                                        </p:tgtEl>
                                        <p:attrNameLst>
                                          <p:attrName>ppt_h</p:attrName>
                                        </p:attrNameLst>
                                      </p:cBhvr>
                                      <p:tavLst>
                                        <p:tav tm="0">
                                          <p:val>
                                            <p:fltVal val="0"/>
                                          </p:val>
                                        </p:tav>
                                        <p:tav tm="100000">
                                          <p:val>
                                            <p:strVal val="#ppt_h"/>
                                          </p:val>
                                        </p:tav>
                                      </p:tavLst>
                                    </p:anim>
                                    <p:animEffect transition="in" filter="fade">
                                      <p:cBhvr>
                                        <p:cTn id="27" dur="500"/>
                                        <p:tgtEl>
                                          <p:spTgt spid="81"/>
                                        </p:tgtEl>
                                      </p:cBhvr>
                                    </p:animEffect>
                                  </p:childTnLst>
                                </p:cTn>
                              </p:par>
                              <p:par>
                                <p:cTn id="28" presetID="53" presetClass="entr" presetSubtype="16" fill="hold" nodeType="withEffect">
                                  <p:stCondLst>
                                    <p:cond delay="0"/>
                                  </p:stCondLst>
                                  <p:childTnLst>
                                    <p:set>
                                      <p:cBhvr>
                                        <p:cTn id="29" dur="1" fill="hold">
                                          <p:stCondLst>
                                            <p:cond delay="0"/>
                                          </p:stCondLst>
                                        </p:cTn>
                                        <p:tgtEl>
                                          <p:spTgt spid="84"/>
                                        </p:tgtEl>
                                        <p:attrNameLst>
                                          <p:attrName>style.visibility</p:attrName>
                                        </p:attrNameLst>
                                      </p:cBhvr>
                                      <p:to>
                                        <p:strVal val="visible"/>
                                      </p:to>
                                    </p:set>
                                    <p:anim calcmode="lin" valueType="num">
                                      <p:cBhvr>
                                        <p:cTn id="30" dur="500" fill="hold"/>
                                        <p:tgtEl>
                                          <p:spTgt spid="84"/>
                                        </p:tgtEl>
                                        <p:attrNameLst>
                                          <p:attrName>ppt_w</p:attrName>
                                        </p:attrNameLst>
                                      </p:cBhvr>
                                      <p:tavLst>
                                        <p:tav tm="0">
                                          <p:val>
                                            <p:fltVal val="0"/>
                                          </p:val>
                                        </p:tav>
                                        <p:tav tm="100000">
                                          <p:val>
                                            <p:strVal val="#ppt_w"/>
                                          </p:val>
                                        </p:tav>
                                      </p:tavLst>
                                    </p:anim>
                                    <p:anim calcmode="lin" valueType="num">
                                      <p:cBhvr>
                                        <p:cTn id="31" dur="500" fill="hold"/>
                                        <p:tgtEl>
                                          <p:spTgt spid="84"/>
                                        </p:tgtEl>
                                        <p:attrNameLst>
                                          <p:attrName>ppt_h</p:attrName>
                                        </p:attrNameLst>
                                      </p:cBhvr>
                                      <p:tavLst>
                                        <p:tav tm="0">
                                          <p:val>
                                            <p:fltVal val="0"/>
                                          </p:val>
                                        </p:tav>
                                        <p:tav tm="100000">
                                          <p:val>
                                            <p:strVal val="#ppt_h"/>
                                          </p:val>
                                        </p:tav>
                                      </p:tavLst>
                                    </p:anim>
                                    <p:animEffect transition="in" filter="fade">
                                      <p:cBhvr>
                                        <p:cTn id="32" dur="500"/>
                                        <p:tgtEl>
                                          <p:spTgt spid="84"/>
                                        </p:tgtEl>
                                      </p:cBhvr>
                                    </p:animEffect>
                                  </p:childTnLst>
                                </p:cTn>
                              </p:par>
                              <p:par>
                                <p:cTn id="33" presetID="53" presetClass="entr" presetSubtype="16" fill="hold" nodeType="withEffect">
                                  <p:stCondLst>
                                    <p:cond delay="0"/>
                                  </p:stCondLst>
                                  <p:childTnLst>
                                    <p:set>
                                      <p:cBhvr>
                                        <p:cTn id="34" dur="1" fill="hold">
                                          <p:stCondLst>
                                            <p:cond delay="0"/>
                                          </p:stCondLst>
                                        </p:cTn>
                                        <p:tgtEl>
                                          <p:spTgt spid="87"/>
                                        </p:tgtEl>
                                        <p:attrNameLst>
                                          <p:attrName>style.visibility</p:attrName>
                                        </p:attrNameLst>
                                      </p:cBhvr>
                                      <p:to>
                                        <p:strVal val="visible"/>
                                      </p:to>
                                    </p:set>
                                    <p:anim calcmode="lin" valueType="num">
                                      <p:cBhvr>
                                        <p:cTn id="35" dur="500" fill="hold"/>
                                        <p:tgtEl>
                                          <p:spTgt spid="87"/>
                                        </p:tgtEl>
                                        <p:attrNameLst>
                                          <p:attrName>ppt_w</p:attrName>
                                        </p:attrNameLst>
                                      </p:cBhvr>
                                      <p:tavLst>
                                        <p:tav tm="0">
                                          <p:val>
                                            <p:fltVal val="0"/>
                                          </p:val>
                                        </p:tav>
                                        <p:tav tm="100000">
                                          <p:val>
                                            <p:strVal val="#ppt_w"/>
                                          </p:val>
                                        </p:tav>
                                      </p:tavLst>
                                    </p:anim>
                                    <p:anim calcmode="lin" valueType="num">
                                      <p:cBhvr>
                                        <p:cTn id="36" dur="500" fill="hold"/>
                                        <p:tgtEl>
                                          <p:spTgt spid="87"/>
                                        </p:tgtEl>
                                        <p:attrNameLst>
                                          <p:attrName>ppt_h</p:attrName>
                                        </p:attrNameLst>
                                      </p:cBhvr>
                                      <p:tavLst>
                                        <p:tav tm="0">
                                          <p:val>
                                            <p:fltVal val="0"/>
                                          </p:val>
                                        </p:tav>
                                        <p:tav tm="100000">
                                          <p:val>
                                            <p:strVal val="#ppt_h"/>
                                          </p:val>
                                        </p:tav>
                                      </p:tavLst>
                                    </p:anim>
                                    <p:animEffect transition="in" filter="fade">
                                      <p:cBhvr>
                                        <p:cTn id="37" dur="500"/>
                                        <p:tgtEl>
                                          <p:spTgt spid="87"/>
                                        </p:tgtEl>
                                      </p:cBhvr>
                                    </p:animEffect>
                                  </p:childTnLst>
                                </p:cTn>
                              </p:par>
                              <p:par>
                                <p:cTn id="38" presetID="53" presetClass="entr" presetSubtype="16" fill="hold" nodeType="withEffect">
                                  <p:stCondLst>
                                    <p:cond delay="0"/>
                                  </p:stCondLst>
                                  <p:childTnLst>
                                    <p:set>
                                      <p:cBhvr>
                                        <p:cTn id="39" dur="1" fill="hold">
                                          <p:stCondLst>
                                            <p:cond delay="0"/>
                                          </p:stCondLst>
                                        </p:cTn>
                                        <p:tgtEl>
                                          <p:spTgt spid="90"/>
                                        </p:tgtEl>
                                        <p:attrNameLst>
                                          <p:attrName>style.visibility</p:attrName>
                                        </p:attrNameLst>
                                      </p:cBhvr>
                                      <p:to>
                                        <p:strVal val="visible"/>
                                      </p:to>
                                    </p:set>
                                    <p:anim calcmode="lin" valueType="num">
                                      <p:cBhvr>
                                        <p:cTn id="40" dur="500" fill="hold"/>
                                        <p:tgtEl>
                                          <p:spTgt spid="90"/>
                                        </p:tgtEl>
                                        <p:attrNameLst>
                                          <p:attrName>ppt_w</p:attrName>
                                        </p:attrNameLst>
                                      </p:cBhvr>
                                      <p:tavLst>
                                        <p:tav tm="0">
                                          <p:val>
                                            <p:fltVal val="0"/>
                                          </p:val>
                                        </p:tav>
                                        <p:tav tm="100000">
                                          <p:val>
                                            <p:strVal val="#ppt_w"/>
                                          </p:val>
                                        </p:tav>
                                      </p:tavLst>
                                    </p:anim>
                                    <p:anim calcmode="lin" valueType="num">
                                      <p:cBhvr>
                                        <p:cTn id="41" dur="500" fill="hold"/>
                                        <p:tgtEl>
                                          <p:spTgt spid="90"/>
                                        </p:tgtEl>
                                        <p:attrNameLst>
                                          <p:attrName>ppt_h</p:attrName>
                                        </p:attrNameLst>
                                      </p:cBhvr>
                                      <p:tavLst>
                                        <p:tav tm="0">
                                          <p:val>
                                            <p:fltVal val="0"/>
                                          </p:val>
                                        </p:tav>
                                        <p:tav tm="100000">
                                          <p:val>
                                            <p:strVal val="#ppt_h"/>
                                          </p:val>
                                        </p:tav>
                                      </p:tavLst>
                                    </p:anim>
                                    <p:animEffect transition="in" filter="fade">
                                      <p:cBhvr>
                                        <p:cTn id="42" dur="500"/>
                                        <p:tgtEl>
                                          <p:spTgt spid="90"/>
                                        </p:tgtEl>
                                      </p:cBhvr>
                                    </p:animEffect>
                                  </p:childTnLst>
                                </p:cTn>
                              </p:par>
                              <p:par>
                                <p:cTn id="43" presetID="53" presetClass="entr" presetSubtype="16" fill="hold" nodeType="withEffect">
                                  <p:stCondLst>
                                    <p:cond delay="0"/>
                                  </p:stCondLst>
                                  <p:childTnLst>
                                    <p:set>
                                      <p:cBhvr>
                                        <p:cTn id="44" dur="1" fill="hold">
                                          <p:stCondLst>
                                            <p:cond delay="0"/>
                                          </p:stCondLst>
                                        </p:cTn>
                                        <p:tgtEl>
                                          <p:spTgt spid="93"/>
                                        </p:tgtEl>
                                        <p:attrNameLst>
                                          <p:attrName>style.visibility</p:attrName>
                                        </p:attrNameLst>
                                      </p:cBhvr>
                                      <p:to>
                                        <p:strVal val="visible"/>
                                      </p:to>
                                    </p:set>
                                    <p:anim calcmode="lin" valueType="num">
                                      <p:cBhvr>
                                        <p:cTn id="45" dur="500" fill="hold"/>
                                        <p:tgtEl>
                                          <p:spTgt spid="93"/>
                                        </p:tgtEl>
                                        <p:attrNameLst>
                                          <p:attrName>ppt_w</p:attrName>
                                        </p:attrNameLst>
                                      </p:cBhvr>
                                      <p:tavLst>
                                        <p:tav tm="0">
                                          <p:val>
                                            <p:fltVal val="0"/>
                                          </p:val>
                                        </p:tav>
                                        <p:tav tm="100000">
                                          <p:val>
                                            <p:strVal val="#ppt_w"/>
                                          </p:val>
                                        </p:tav>
                                      </p:tavLst>
                                    </p:anim>
                                    <p:anim calcmode="lin" valueType="num">
                                      <p:cBhvr>
                                        <p:cTn id="46" dur="500" fill="hold"/>
                                        <p:tgtEl>
                                          <p:spTgt spid="93"/>
                                        </p:tgtEl>
                                        <p:attrNameLst>
                                          <p:attrName>ppt_h</p:attrName>
                                        </p:attrNameLst>
                                      </p:cBhvr>
                                      <p:tavLst>
                                        <p:tav tm="0">
                                          <p:val>
                                            <p:fltVal val="0"/>
                                          </p:val>
                                        </p:tav>
                                        <p:tav tm="100000">
                                          <p:val>
                                            <p:strVal val="#ppt_h"/>
                                          </p:val>
                                        </p:tav>
                                      </p:tavLst>
                                    </p:anim>
                                    <p:animEffect transition="in" filter="fade">
                                      <p:cBhvr>
                                        <p:cTn id="47" dur="500"/>
                                        <p:tgtEl>
                                          <p:spTgt spid="93"/>
                                        </p:tgtEl>
                                      </p:cBhvr>
                                    </p:animEffect>
                                  </p:childTnLst>
                                </p:cTn>
                              </p:par>
                              <p:par>
                                <p:cTn id="48" presetID="53" presetClass="entr" presetSubtype="16" fill="hold" nodeType="withEffect">
                                  <p:stCondLst>
                                    <p:cond delay="0"/>
                                  </p:stCondLst>
                                  <p:childTnLst>
                                    <p:set>
                                      <p:cBhvr>
                                        <p:cTn id="49" dur="1" fill="hold">
                                          <p:stCondLst>
                                            <p:cond delay="0"/>
                                          </p:stCondLst>
                                        </p:cTn>
                                        <p:tgtEl>
                                          <p:spTgt spid="96"/>
                                        </p:tgtEl>
                                        <p:attrNameLst>
                                          <p:attrName>style.visibility</p:attrName>
                                        </p:attrNameLst>
                                      </p:cBhvr>
                                      <p:to>
                                        <p:strVal val="visible"/>
                                      </p:to>
                                    </p:set>
                                    <p:anim calcmode="lin" valueType="num">
                                      <p:cBhvr>
                                        <p:cTn id="50" dur="500" fill="hold"/>
                                        <p:tgtEl>
                                          <p:spTgt spid="96"/>
                                        </p:tgtEl>
                                        <p:attrNameLst>
                                          <p:attrName>ppt_w</p:attrName>
                                        </p:attrNameLst>
                                      </p:cBhvr>
                                      <p:tavLst>
                                        <p:tav tm="0">
                                          <p:val>
                                            <p:fltVal val="0"/>
                                          </p:val>
                                        </p:tav>
                                        <p:tav tm="100000">
                                          <p:val>
                                            <p:strVal val="#ppt_w"/>
                                          </p:val>
                                        </p:tav>
                                      </p:tavLst>
                                    </p:anim>
                                    <p:anim calcmode="lin" valueType="num">
                                      <p:cBhvr>
                                        <p:cTn id="51" dur="500" fill="hold"/>
                                        <p:tgtEl>
                                          <p:spTgt spid="96"/>
                                        </p:tgtEl>
                                        <p:attrNameLst>
                                          <p:attrName>ppt_h</p:attrName>
                                        </p:attrNameLst>
                                      </p:cBhvr>
                                      <p:tavLst>
                                        <p:tav tm="0">
                                          <p:val>
                                            <p:fltVal val="0"/>
                                          </p:val>
                                        </p:tav>
                                        <p:tav tm="100000">
                                          <p:val>
                                            <p:strVal val="#ppt_h"/>
                                          </p:val>
                                        </p:tav>
                                      </p:tavLst>
                                    </p:anim>
                                    <p:animEffect transition="in" filter="fade">
                                      <p:cBhvr>
                                        <p:cTn id="52" dur="500"/>
                                        <p:tgtEl>
                                          <p:spTgt spid="96"/>
                                        </p:tgtEl>
                                      </p:cBhvr>
                                    </p:animEffect>
                                  </p:childTnLst>
                                </p:cTn>
                              </p:par>
                              <p:par>
                                <p:cTn id="53" presetID="53" presetClass="entr" presetSubtype="16" fill="hold" nodeType="withEffect">
                                  <p:stCondLst>
                                    <p:cond delay="0"/>
                                  </p:stCondLst>
                                  <p:childTnLst>
                                    <p:set>
                                      <p:cBhvr>
                                        <p:cTn id="54" dur="1" fill="hold">
                                          <p:stCondLst>
                                            <p:cond delay="0"/>
                                          </p:stCondLst>
                                        </p:cTn>
                                        <p:tgtEl>
                                          <p:spTgt spid="99"/>
                                        </p:tgtEl>
                                        <p:attrNameLst>
                                          <p:attrName>style.visibility</p:attrName>
                                        </p:attrNameLst>
                                      </p:cBhvr>
                                      <p:to>
                                        <p:strVal val="visible"/>
                                      </p:to>
                                    </p:set>
                                    <p:anim calcmode="lin" valueType="num">
                                      <p:cBhvr>
                                        <p:cTn id="55" dur="500" fill="hold"/>
                                        <p:tgtEl>
                                          <p:spTgt spid="99"/>
                                        </p:tgtEl>
                                        <p:attrNameLst>
                                          <p:attrName>ppt_w</p:attrName>
                                        </p:attrNameLst>
                                      </p:cBhvr>
                                      <p:tavLst>
                                        <p:tav tm="0">
                                          <p:val>
                                            <p:fltVal val="0"/>
                                          </p:val>
                                        </p:tav>
                                        <p:tav tm="100000">
                                          <p:val>
                                            <p:strVal val="#ppt_w"/>
                                          </p:val>
                                        </p:tav>
                                      </p:tavLst>
                                    </p:anim>
                                    <p:anim calcmode="lin" valueType="num">
                                      <p:cBhvr>
                                        <p:cTn id="56" dur="500" fill="hold"/>
                                        <p:tgtEl>
                                          <p:spTgt spid="99"/>
                                        </p:tgtEl>
                                        <p:attrNameLst>
                                          <p:attrName>ppt_h</p:attrName>
                                        </p:attrNameLst>
                                      </p:cBhvr>
                                      <p:tavLst>
                                        <p:tav tm="0">
                                          <p:val>
                                            <p:fltVal val="0"/>
                                          </p:val>
                                        </p:tav>
                                        <p:tav tm="100000">
                                          <p:val>
                                            <p:strVal val="#ppt_h"/>
                                          </p:val>
                                        </p:tav>
                                      </p:tavLst>
                                    </p:anim>
                                    <p:animEffect transition="in" filter="fade">
                                      <p:cBhvr>
                                        <p:cTn id="57" dur="500"/>
                                        <p:tgtEl>
                                          <p:spTgt spid="99"/>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decel="50000"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anim calcmode="lin" valueType="num">
                                      <p:cBhvr>
                                        <p:cTn id="62" dur="200" fill="hold"/>
                                        <p:tgtEl>
                                          <p:spTgt spid="18"/>
                                        </p:tgtEl>
                                        <p:attrNameLst>
                                          <p:attrName>ppt_w</p:attrName>
                                        </p:attrNameLst>
                                      </p:cBhvr>
                                      <p:tavLst>
                                        <p:tav tm="0">
                                          <p:val>
                                            <p:strVal val="0"/>
                                          </p:val>
                                        </p:tav>
                                        <p:tav tm="100000">
                                          <p:val>
                                            <p:strVal val="#ppt_w"/>
                                          </p:val>
                                        </p:tav>
                                      </p:tavLst>
                                    </p:anim>
                                    <p:anim calcmode="lin" valueType="num">
                                      <p:cBhvr>
                                        <p:cTn id="63" dur="200" fill="hold"/>
                                        <p:tgtEl>
                                          <p:spTgt spid="18"/>
                                        </p:tgtEl>
                                        <p:attrNameLst>
                                          <p:attrName>ppt_h</p:attrName>
                                        </p:attrNameLst>
                                      </p:cBhvr>
                                      <p:tavLst>
                                        <p:tav tm="0">
                                          <p:val>
                                            <p:strVal val="0"/>
                                          </p:val>
                                        </p:tav>
                                        <p:tav tm="100000">
                                          <p:val>
                                            <p:strVal val="#ppt_h"/>
                                          </p:val>
                                        </p:tav>
                                      </p:tavLst>
                                    </p:anim>
                                    <p:animScale>
                                      <p:cBhvr>
                                        <p:cTn id="64" dur="100" autoRev="1" fill="hold">
                                          <p:stCondLst>
                                            <p:cond delay="200"/>
                                          </p:stCondLst>
                                        </p:cTn>
                                        <p:tgtEl>
                                          <p:spTgt spid="18"/>
                                        </p:tgtEl>
                                      </p:cBhvr>
                                      <p:from x="100000" y="100000"/>
                                      <p:to x="110000" y="110000"/>
                                    </p:animScale>
                                    <p:animScale>
                                      <p:cBhvr>
                                        <p:cTn id="65" dur="100" autoRev="1" fill="hold">
                                          <p:stCondLst>
                                            <p:cond delay="400"/>
                                          </p:stCondLst>
                                        </p:cTn>
                                        <p:tgtEl>
                                          <p:spTgt spid="18"/>
                                        </p:tgtEl>
                                      </p:cBhvr>
                                      <p:from x="100000" y="100000"/>
                                      <p:to x="90000" y="90000"/>
                                    </p:animScale>
                                  </p:childTnLst>
                                </p:cTn>
                              </p:par>
                              <p:par>
                                <p:cTn id="66" presetID="53" presetClass="entr" presetSubtype="16" decel="50000" fill="hold" nodeType="withEffect">
                                  <p:stCondLst>
                                    <p:cond delay="0"/>
                                  </p:stCondLst>
                                  <p:childTnLst>
                                    <p:set>
                                      <p:cBhvr>
                                        <p:cTn id="67" dur="1" fill="hold">
                                          <p:stCondLst>
                                            <p:cond delay="0"/>
                                          </p:stCondLst>
                                        </p:cTn>
                                        <p:tgtEl>
                                          <p:spTgt spid="20"/>
                                        </p:tgtEl>
                                        <p:attrNameLst>
                                          <p:attrName>style.visibility</p:attrName>
                                        </p:attrNameLst>
                                      </p:cBhvr>
                                      <p:to>
                                        <p:strVal val="visible"/>
                                      </p:to>
                                    </p:set>
                                    <p:anim calcmode="lin" valueType="num">
                                      <p:cBhvr>
                                        <p:cTn id="68" dur="200" fill="hold"/>
                                        <p:tgtEl>
                                          <p:spTgt spid="20"/>
                                        </p:tgtEl>
                                        <p:attrNameLst>
                                          <p:attrName>ppt_w</p:attrName>
                                        </p:attrNameLst>
                                      </p:cBhvr>
                                      <p:tavLst>
                                        <p:tav tm="0">
                                          <p:val>
                                            <p:strVal val="0"/>
                                          </p:val>
                                        </p:tav>
                                        <p:tav tm="100000">
                                          <p:val>
                                            <p:strVal val="#ppt_w"/>
                                          </p:val>
                                        </p:tav>
                                      </p:tavLst>
                                    </p:anim>
                                    <p:anim calcmode="lin" valueType="num">
                                      <p:cBhvr>
                                        <p:cTn id="69" dur="200" fill="hold"/>
                                        <p:tgtEl>
                                          <p:spTgt spid="20"/>
                                        </p:tgtEl>
                                        <p:attrNameLst>
                                          <p:attrName>ppt_h</p:attrName>
                                        </p:attrNameLst>
                                      </p:cBhvr>
                                      <p:tavLst>
                                        <p:tav tm="0">
                                          <p:val>
                                            <p:strVal val="0"/>
                                          </p:val>
                                        </p:tav>
                                        <p:tav tm="100000">
                                          <p:val>
                                            <p:strVal val="#ppt_h"/>
                                          </p:val>
                                        </p:tav>
                                      </p:tavLst>
                                    </p:anim>
                                    <p:animScale>
                                      <p:cBhvr>
                                        <p:cTn id="70" dur="100" autoRev="1" fill="hold">
                                          <p:stCondLst>
                                            <p:cond delay="200"/>
                                          </p:stCondLst>
                                        </p:cTn>
                                        <p:tgtEl>
                                          <p:spTgt spid="20"/>
                                        </p:tgtEl>
                                      </p:cBhvr>
                                      <p:from x="100000" y="100000"/>
                                      <p:to x="110000" y="110000"/>
                                    </p:animScale>
                                    <p:animScale>
                                      <p:cBhvr>
                                        <p:cTn id="71" dur="100" autoRev="1" fill="hold">
                                          <p:stCondLst>
                                            <p:cond delay="400"/>
                                          </p:stCondLst>
                                        </p:cTn>
                                        <p:tgtEl>
                                          <p:spTgt spid="20"/>
                                        </p:tgtEl>
                                      </p:cBhvr>
                                      <p:from x="100000" y="100000"/>
                                      <p:to x="90000" y="90000"/>
                                    </p:animScale>
                                  </p:childTnLst>
                                </p:cTn>
                              </p:par>
                              <p:par>
                                <p:cTn id="72" presetID="53" presetClass="entr" presetSubtype="16" decel="50000" fill="hold" nodeType="withEffect">
                                  <p:stCondLst>
                                    <p:cond delay="0"/>
                                  </p:stCondLst>
                                  <p:childTnLst>
                                    <p:set>
                                      <p:cBhvr>
                                        <p:cTn id="73" dur="1" fill="hold">
                                          <p:stCondLst>
                                            <p:cond delay="0"/>
                                          </p:stCondLst>
                                        </p:cTn>
                                        <p:tgtEl>
                                          <p:spTgt spid="28"/>
                                        </p:tgtEl>
                                        <p:attrNameLst>
                                          <p:attrName>style.visibility</p:attrName>
                                        </p:attrNameLst>
                                      </p:cBhvr>
                                      <p:to>
                                        <p:strVal val="visible"/>
                                      </p:to>
                                    </p:set>
                                    <p:anim calcmode="lin" valueType="num">
                                      <p:cBhvr>
                                        <p:cTn id="74" dur="200" fill="hold"/>
                                        <p:tgtEl>
                                          <p:spTgt spid="28"/>
                                        </p:tgtEl>
                                        <p:attrNameLst>
                                          <p:attrName>ppt_w</p:attrName>
                                        </p:attrNameLst>
                                      </p:cBhvr>
                                      <p:tavLst>
                                        <p:tav tm="0">
                                          <p:val>
                                            <p:strVal val="0"/>
                                          </p:val>
                                        </p:tav>
                                        <p:tav tm="100000">
                                          <p:val>
                                            <p:strVal val="#ppt_w"/>
                                          </p:val>
                                        </p:tav>
                                      </p:tavLst>
                                    </p:anim>
                                    <p:anim calcmode="lin" valueType="num">
                                      <p:cBhvr>
                                        <p:cTn id="75" dur="200" fill="hold"/>
                                        <p:tgtEl>
                                          <p:spTgt spid="28"/>
                                        </p:tgtEl>
                                        <p:attrNameLst>
                                          <p:attrName>ppt_h</p:attrName>
                                        </p:attrNameLst>
                                      </p:cBhvr>
                                      <p:tavLst>
                                        <p:tav tm="0">
                                          <p:val>
                                            <p:strVal val="0"/>
                                          </p:val>
                                        </p:tav>
                                        <p:tav tm="100000">
                                          <p:val>
                                            <p:strVal val="#ppt_h"/>
                                          </p:val>
                                        </p:tav>
                                      </p:tavLst>
                                    </p:anim>
                                    <p:animScale>
                                      <p:cBhvr>
                                        <p:cTn id="76" dur="100" autoRev="1" fill="hold">
                                          <p:stCondLst>
                                            <p:cond delay="200"/>
                                          </p:stCondLst>
                                        </p:cTn>
                                        <p:tgtEl>
                                          <p:spTgt spid="28"/>
                                        </p:tgtEl>
                                      </p:cBhvr>
                                      <p:from x="100000" y="100000"/>
                                      <p:to x="110000" y="110000"/>
                                    </p:animScale>
                                    <p:animScale>
                                      <p:cBhvr>
                                        <p:cTn id="77" dur="100" autoRev="1" fill="hold">
                                          <p:stCondLst>
                                            <p:cond delay="400"/>
                                          </p:stCondLst>
                                        </p:cTn>
                                        <p:tgtEl>
                                          <p:spTgt spid="28"/>
                                        </p:tgtEl>
                                      </p:cBhvr>
                                      <p:from x="100000" y="100000"/>
                                      <p:to x="90000" y="90000"/>
                                    </p:animScale>
                                  </p:childTnLst>
                                </p:cTn>
                              </p:par>
                              <p:par>
                                <p:cTn id="78" presetID="53" presetClass="entr" presetSubtype="16" decel="50000" fill="hold" nodeType="withEffect">
                                  <p:stCondLst>
                                    <p:cond delay="0"/>
                                  </p:stCondLst>
                                  <p:childTnLst>
                                    <p:set>
                                      <p:cBhvr>
                                        <p:cTn id="79" dur="1" fill="hold">
                                          <p:stCondLst>
                                            <p:cond delay="0"/>
                                          </p:stCondLst>
                                        </p:cTn>
                                        <p:tgtEl>
                                          <p:spTgt spid="34"/>
                                        </p:tgtEl>
                                        <p:attrNameLst>
                                          <p:attrName>style.visibility</p:attrName>
                                        </p:attrNameLst>
                                      </p:cBhvr>
                                      <p:to>
                                        <p:strVal val="visible"/>
                                      </p:to>
                                    </p:set>
                                    <p:anim calcmode="lin" valueType="num">
                                      <p:cBhvr>
                                        <p:cTn id="80" dur="200" fill="hold"/>
                                        <p:tgtEl>
                                          <p:spTgt spid="34"/>
                                        </p:tgtEl>
                                        <p:attrNameLst>
                                          <p:attrName>ppt_w</p:attrName>
                                        </p:attrNameLst>
                                      </p:cBhvr>
                                      <p:tavLst>
                                        <p:tav tm="0">
                                          <p:val>
                                            <p:strVal val="0"/>
                                          </p:val>
                                        </p:tav>
                                        <p:tav tm="100000">
                                          <p:val>
                                            <p:strVal val="#ppt_w"/>
                                          </p:val>
                                        </p:tav>
                                      </p:tavLst>
                                    </p:anim>
                                    <p:anim calcmode="lin" valueType="num">
                                      <p:cBhvr>
                                        <p:cTn id="81" dur="200" fill="hold"/>
                                        <p:tgtEl>
                                          <p:spTgt spid="34"/>
                                        </p:tgtEl>
                                        <p:attrNameLst>
                                          <p:attrName>ppt_h</p:attrName>
                                        </p:attrNameLst>
                                      </p:cBhvr>
                                      <p:tavLst>
                                        <p:tav tm="0">
                                          <p:val>
                                            <p:strVal val="0"/>
                                          </p:val>
                                        </p:tav>
                                        <p:tav tm="100000">
                                          <p:val>
                                            <p:strVal val="#ppt_h"/>
                                          </p:val>
                                        </p:tav>
                                      </p:tavLst>
                                    </p:anim>
                                    <p:animScale>
                                      <p:cBhvr>
                                        <p:cTn id="82" dur="100" autoRev="1" fill="hold">
                                          <p:stCondLst>
                                            <p:cond delay="200"/>
                                          </p:stCondLst>
                                        </p:cTn>
                                        <p:tgtEl>
                                          <p:spTgt spid="34"/>
                                        </p:tgtEl>
                                      </p:cBhvr>
                                      <p:from x="100000" y="100000"/>
                                      <p:to x="110000" y="110000"/>
                                    </p:animScale>
                                    <p:animScale>
                                      <p:cBhvr>
                                        <p:cTn id="83" dur="100" autoRev="1" fill="hold">
                                          <p:stCondLst>
                                            <p:cond delay="400"/>
                                          </p:stCondLst>
                                        </p:cTn>
                                        <p:tgtEl>
                                          <p:spTgt spid="34"/>
                                        </p:tgtEl>
                                      </p:cBhvr>
                                      <p:from x="100000" y="100000"/>
                                      <p:to x="90000" y="90000"/>
                                    </p:animScale>
                                  </p:childTnLst>
                                </p:cTn>
                              </p:par>
                              <p:par>
                                <p:cTn id="84" presetID="53" presetClass="entr" presetSubtype="16" decel="50000" fill="hold" nodeType="withEffect">
                                  <p:stCondLst>
                                    <p:cond delay="0"/>
                                  </p:stCondLst>
                                  <p:childTnLst>
                                    <p:set>
                                      <p:cBhvr>
                                        <p:cTn id="85" dur="1" fill="hold">
                                          <p:stCondLst>
                                            <p:cond delay="0"/>
                                          </p:stCondLst>
                                        </p:cTn>
                                        <p:tgtEl>
                                          <p:spTgt spid="38"/>
                                        </p:tgtEl>
                                        <p:attrNameLst>
                                          <p:attrName>style.visibility</p:attrName>
                                        </p:attrNameLst>
                                      </p:cBhvr>
                                      <p:to>
                                        <p:strVal val="visible"/>
                                      </p:to>
                                    </p:set>
                                    <p:anim calcmode="lin" valueType="num">
                                      <p:cBhvr>
                                        <p:cTn id="86" dur="200" fill="hold"/>
                                        <p:tgtEl>
                                          <p:spTgt spid="38"/>
                                        </p:tgtEl>
                                        <p:attrNameLst>
                                          <p:attrName>ppt_w</p:attrName>
                                        </p:attrNameLst>
                                      </p:cBhvr>
                                      <p:tavLst>
                                        <p:tav tm="0">
                                          <p:val>
                                            <p:strVal val="0"/>
                                          </p:val>
                                        </p:tav>
                                        <p:tav tm="100000">
                                          <p:val>
                                            <p:strVal val="#ppt_w"/>
                                          </p:val>
                                        </p:tav>
                                      </p:tavLst>
                                    </p:anim>
                                    <p:anim calcmode="lin" valueType="num">
                                      <p:cBhvr>
                                        <p:cTn id="87" dur="200" fill="hold"/>
                                        <p:tgtEl>
                                          <p:spTgt spid="38"/>
                                        </p:tgtEl>
                                        <p:attrNameLst>
                                          <p:attrName>ppt_h</p:attrName>
                                        </p:attrNameLst>
                                      </p:cBhvr>
                                      <p:tavLst>
                                        <p:tav tm="0">
                                          <p:val>
                                            <p:strVal val="0"/>
                                          </p:val>
                                        </p:tav>
                                        <p:tav tm="100000">
                                          <p:val>
                                            <p:strVal val="#ppt_h"/>
                                          </p:val>
                                        </p:tav>
                                      </p:tavLst>
                                    </p:anim>
                                    <p:animScale>
                                      <p:cBhvr>
                                        <p:cTn id="88" dur="100" autoRev="1" fill="hold">
                                          <p:stCondLst>
                                            <p:cond delay="200"/>
                                          </p:stCondLst>
                                        </p:cTn>
                                        <p:tgtEl>
                                          <p:spTgt spid="38"/>
                                        </p:tgtEl>
                                      </p:cBhvr>
                                      <p:from x="100000" y="100000"/>
                                      <p:to x="110000" y="110000"/>
                                    </p:animScale>
                                    <p:animScale>
                                      <p:cBhvr>
                                        <p:cTn id="89" dur="100" autoRev="1" fill="hold">
                                          <p:stCondLst>
                                            <p:cond delay="400"/>
                                          </p:stCondLst>
                                        </p:cTn>
                                        <p:tgtEl>
                                          <p:spTgt spid="38"/>
                                        </p:tgtEl>
                                      </p:cBhvr>
                                      <p:from x="100000" y="100000"/>
                                      <p:to x="90000" y="90000"/>
                                    </p:animScale>
                                  </p:childTnLst>
                                </p:cTn>
                              </p:par>
                              <p:par>
                                <p:cTn id="90" presetID="53" presetClass="entr" presetSubtype="16" decel="50000" fill="hold" nodeType="withEffect">
                                  <p:stCondLst>
                                    <p:cond delay="0"/>
                                  </p:stCondLst>
                                  <p:childTnLst>
                                    <p:set>
                                      <p:cBhvr>
                                        <p:cTn id="91" dur="1" fill="hold">
                                          <p:stCondLst>
                                            <p:cond delay="0"/>
                                          </p:stCondLst>
                                        </p:cTn>
                                        <p:tgtEl>
                                          <p:spTgt spid="45"/>
                                        </p:tgtEl>
                                        <p:attrNameLst>
                                          <p:attrName>style.visibility</p:attrName>
                                        </p:attrNameLst>
                                      </p:cBhvr>
                                      <p:to>
                                        <p:strVal val="visible"/>
                                      </p:to>
                                    </p:set>
                                    <p:anim calcmode="lin" valueType="num">
                                      <p:cBhvr>
                                        <p:cTn id="92" dur="200" fill="hold"/>
                                        <p:tgtEl>
                                          <p:spTgt spid="45"/>
                                        </p:tgtEl>
                                        <p:attrNameLst>
                                          <p:attrName>ppt_w</p:attrName>
                                        </p:attrNameLst>
                                      </p:cBhvr>
                                      <p:tavLst>
                                        <p:tav tm="0">
                                          <p:val>
                                            <p:strVal val="0"/>
                                          </p:val>
                                        </p:tav>
                                        <p:tav tm="100000">
                                          <p:val>
                                            <p:strVal val="#ppt_w"/>
                                          </p:val>
                                        </p:tav>
                                      </p:tavLst>
                                    </p:anim>
                                    <p:anim calcmode="lin" valueType="num">
                                      <p:cBhvr>
                                        <p:cTn id="93" dur="200" fill="hold"/>
                                        <p:tgtEl>
                                          <p:spTgt spid="45"/>
                                        </p:tgtEl>
                                        <p:attrNameLst>
                                          <p:attrName>ppt_h</p:attrName>
                                        </p:attrNameLst>
                                      </p:cBhvr>
                                      <p:tavLst>
                                        <p:tav tm="0">
                                          <p:val>
                                            <p:strVal val="0"/>
                                          </p:val>
                                        </p:tav>
                                        <p:tav tm="100000">
                                          <p:val>
                                            <p:strVal val="#ppt_h"/>
                                          </p:val>
                                        </p:tav>
                                      </p:tavLst>
                                    </p:anim>
                                    <p:animScale>
                                      <p:cBhvr>
                                        <p:cTn id="94" dur="100" autoRev="1" fill="hold">
                                          <p:stCondLst>
                                            <p:cond delay="200"/>
                                          </p:stCondLst>
                                        </p:cTn>
                                        <p:tgtEl>
                                          <p:spTgt spid="45"/>
                                        </p:tgtEl>
                                      </p:cBhvr>
                                      <p:from x="100000" y="100000"/>
                                      <p:to x="110000" y="110000"/>
                                    </p:animScale>
                                    <p:animScale>
                                      <p:cBhvr>
                                        <p:cTn id="95" dur="100" autoRev="1" fill="hold">
                                          <p:stCondLst>
                                            <p:cond delay="400"/>
                                          </p:stCondLst>
                                        </p:cTn>
                                        <p:tgtEl>
                                          <p:spTgt spid="45"/>
                                        </p:tgtEl>
                                      </p:cBhvr>
                                      <p:from x="100000" y="100000"/>
                                      <p:to x="90000" y="90000"/>
                                    </p:animScale>
                                  </p:childTnLst>
                                </p:cTn>
                              </p:par>
                              <p:par>
                                <p:cTn id="96" presetID="53" presetClass="entr" presetSubtype="16" decel="50000" fill="hold" nodeType="withEffect">
                                  <p:stCondLst>
                                    <p:cond delay="0"/>
                                  </p:stCondLst>
                                  <p:childTnLst>
                                    <p:set>
                                      <p:cBhvr>
                                        <p:cTn id="97" dur="1" fill="hold">
                                          <p:stCondLst>
                                            <p:cond delay="0"/>
                                          </p:stCondLst>
                                        </p:cTn>
                                        <p:tgtEl>
                                          <p:spTgt spid="50"/>
                                        </p:tgtEl>
                                        <p:attrNameLst>
                                          <p:attrName>style.visibility</p:attrName>
                                        </p:attrNameLst>
                                      </p:cBhvr>
                                      <p:to>
                                        <p:strVal val="visible"/>
                                      </p:to>
                                    </p:set>
                                    <p:anim calcmode="lin" valueType="num">
                                      <p:cBhvr>
                                        <p:cTn id="98" dur="200" fill="hold"/>
                                        <p:tgtEl>
                                          <p:spTgt spid="50"/>
                                        </p:tgtEl>
                                        <p:attrNameLst>
                                          <p:attrName>ppt_w</p:attrName>
                                        </p:attrNameLst>
                                      </p:cBhvr>
                                      <p:tavLst>
                                        <p:tav tm="0">
                                          <p:val>
                                            <p:strVal val="0"/>
                                          </p:val>
                                        </p:tav>
                                        <p:tav tm="100000">
                                          <p:val>
                                            <p:strVal val="#ppt_w"/>
                                          </p:val>
                                        </p:tav>
                                      </p:tavLst>
                                    </p:anim>
                                    <p:anim calcmode="lin" valueType="num">
                                      <p:cBhvr>
                                        <p:cTn id="99" dur="200" fill="hold"/>
                                        <p:tgtEl>
                                          <p:spTgt spid="50"/>
                                        </p:tgtEl>
                                        <p:attrNameLst>
                                          <p:attrName>ppt_h</p:attrName>
                                        </p:attrNameLst>
                                      </p:cBhvr>
                                      <p:tavLst>
                                        <p:tav tm="0">
                                          <p:val>
                                            <p:strVal val="0"/>
                                          </p:val>
                                        </p:tav>
                                        <p:tav tm="100000">
                                          <p:val>
                                            <p:strVal val="#ppt_h"/>
                                          </p:val>
                                        </p:tav>
                                      </p:tavLst>
                                    </p:anim>
                                    <p:animScale>
                                      <p:cBhvr>
                                        <p:cTn id="100" dur="100" autoRev="1" fill="hold">
                                          <p:stCondLst>
                                            <p:cond delay="200"/>
                                          </p:stCondLst>
                                        </p:cTn>
                                        <p:tgtEl>
                                          <p:spTgt spid="50"/>
                                        </p:tgtEl>
                                      </p:cBhvr>
                                      <p:from x="100000" y="100000"/>
                                      <p:to x="110000" y="110000"/>
                                    </p:animScale>
                                    <p:animScale>
                                      <p:cBhvr>
                                        <p:cTn id="101" dur="100" autoRev="1" fill="hold">
                                          <p:stCondLst>
                                            <p:cond delay="400"/>
                                          </p:stCondLst>
                                        </p:cTn>
                                        <p:tgtEl>
                                          <p:spTgt spid="50"/>
                                        </p:tgtEl>
                                      </p:cBhvr>
                                      <p:from x="100000" y="100000"/>
                                      <p:to x="90000" y="90000"/>
                                    </p:animScale>
                                  </p:childTnLst>
                                </p:cTn>
                              </p:par>
                              <p:par>
                                <p:cTn id="102" presetID="53" presetClass="entr" presetSubtype="16" decel="50000" fill="hold" nodeType="withEffect">
                                  <p:stCondLst>
                                    <p:cond delay="0"/>
                                  </p:stCondLst>
                                  <p:childTnLst>
                                    <p:set>
                                      <p:cBhvr>
                                        <p:cTn id="103" dur="1" fill="hold">
                                          <p:stCondLst>
                                            <p:cond delay="0"/>
                                          </p:stCondLst>
                                        </p:cTn>
                                        <p:tgtEl>
                                          <p:spTgt spid="54"/>
                                        </p:tgtEl>
                                        <p:attrNameLst>
                                          <p:attrName>style.visibility</p:attrName>
                                        </p:attrNameLst>
                                      </p:cBhvr>
                                      <p:to>
                                        <p:strVal val="visible"/>
                                      </p:to>
                                    </p:set>
                                    <p:anim calcmode="lin" valueType="num">
                                      <p:cBhvr>
                                        <p:cTn id="104" dur="200" fill="hold"/>
                                        <p:tgtEl>
                                          <p:spTgt spid="54"/>
                                        </p:tgtEl>
                                        <p:attrNameLst>
                                          <p:attrName>ppt_w</p:attrName>
                                        </p:attrNameLst>
                                      </p:cBhvr>
                                      <p:tavLst>
                                        <p:tav tm="0">
                                          <p:val>
                                            <p:strVal val="0"/>
                                          </p:val>
                                        </p:tav>
                                        <p:tav tm="100000">
                                          <p:val>
                                            <p:strVal val="#ppt_w"/>
                                          </p:val>
                                        </p:tav>
                                      </p:tavLst>
                                    </p:anim>
                                    <p:anim calcmode="lin" valueType="num">
                                      <p:cBhvr>
                                        <p:cTn id="105" dur="200" fill="hold"/>
                                        <p:tgtEl>
                                          <p:spTgt spid="54"/>
                                        </p:tgtEl>
                                        <p:attrNameLst>
                                          <p:attrName>ppt_h</p:attrName>
                                        </p:attrNameLst>
                                      </p:cBhvr>
                                      <p:tavLst>
                                        <p:tav tm="0">
                                          <p:val>
                                            <p:strVal val="0"/>
                                          </p:val>
                                        </p:tav>
                                        <p:tav tm="100000">
                                          <p:val>
                                            <p:strVal val="#ppt_h"/>
                                          </p:val>
                                        </p:tav>
                                      </p:tavLst>
                                    </p:anim>
                                    <p:animScale>
                                      <p:cBhvr>
                                        <p:cTn id="106" dur="100" autoRev="1" fill="hold">
                                          <p:stCondLst>
                                            <p:cond delay="200"/>
                                          </p:stCondLst>
                                        </p:cTn>
                                        <p:tgtEl>
                                          <p:spTgt spid="54"/>
                                        </p:tgtEl>
                                      </p:cBhvr>
                                      <p:from x="100000" y="100000"/>
                                      <p:to x="110000" y="110000"/>
                                    </p:animScale>
                                    <p:animScale>
                                      <p:cBhvr>
                                        <p:cTn id="107" dur="100" autoRev="1" fill="hold">
                                          <p:stCondLst>
                                            <p:cond delay="400"/>
                                          </p:stCondLst>
                                        </p:cTn>
                                        <p:tgtEl>
                                          <p:spTgt spid="54"/>
                                        </p:tgtEl>
                                      </p:cBhvr>
                                      <p:from x="100000" y="100000"/>
                                      <p:to x="90000" y="90000"/>
                                    </p:animScale>
                                  </p:childTnLst>
                                </p:cTn>
                              </p:par>
                              <p:par>
                                <p:cTn id="108" presetID="53" presetClass="entr" presetSubtype="16" decel="50000" fill="hold" nodeType="withEffect">
                                  <p:stCondLst>
                                    <p:cond delay="0"/>
                                  </p:stCondLst>
                                  <p:childTnLst>
                                    <p:set>
                                      <p:cBhvr>
                                        <p:cTn id="109" dur="1" fill="hold">
                                          <p:stCondLst>
                                            <p:cond delay="0"/>
                                          </p:stCondLst>
                                        </p:cTn>
                                        <p:tgtEl>
                                          <p:spTgt spid="57"/>
                                        </p:tgtEl>
                                        <p:attrNameLst>
                                          <p:attrName>style.visibility</p:attrName>
                                        </p:attrNameLst>
                                      </p:cBhvr>
                                      <p:to>
                                        <p:strVal val="visible"/>
                                      </p:to>
                                    </p:set>
                                    <p:anim calcmode="lin" valueType="num">
                                      <p:cBhvr>
                                        <p:cTn id="110" dur="200" fill="hold"/>
                                        <p:tgtEl>
                                          <p:spTgt spid="57"/>
                                        </p:tgtEl>
                                        <p:attrNameLst>
                                          <p:attrName>ppt_w</p:attrName>
                                        </p:attrNameLst>
                                      </p:cBhvr>
                                      <p:tavLst>
                                        <p:tav tm="0">
                                          <p:val>
                                            <p:strVal val="0"/>
                                          </p:val>
                                        </p:tav>
                                        <p:tav tm="100000">
                                          <p:val>
                                            <p:strVal val="#ppt_w"/>
                                          </p:val>
                                        </p:tav>
                                      </p:tavLst>
                                    </p:anim>
                                    <p:anim calcmode="lin" valueType="num">
                                      <p:cBhvr>
                                        <p:cTn id="111" dur="200" fill="hold"/>
                                        <p:tgtEl>
                                          <p:spTgt spid="57"/>
                                        </p:tgtEl>
                                        <p:attrNameLst>
                                          <p:attrName>ppt_h</p:attrName>
                                        </p:attrNameLst>
                                      </p:cBhvr>
                                      <p:tavLst>
                                        <p:tav tm="0">
                                          <p:val>
                                            <p:strVal val="0"/>
                                          </p:val>
                                        </p:tav>
                                        <p:tav tm="100000">
                                          <p:val>
                                            <p:strVal val="#ppt_h"/>
                                          </p:val>
                                        </p:tav>
                                      </p:tavLst>
                                    </p:anim>
                                    <p:animScale>
                                      <p:cBhvr>
                                        <p:cTn id="112" dur="100" autoRev="1" fill="hold">
                                          <p:stCondLst>
                                            <p:cond delay="200"/>
                                          </p:stCondLst>
                                        </p:cTn>
                                        <p:tgtEl>
                                          <p:spTgt spid="57"/>
                                        </p:tgtEl>
                                      </p:cBhvr>
                                      <p:from x="100000" y="100000"/>
                                      <p:to x="110000" y="110000"/>
                                    </p:animScale>
                                    <p:animScale>
                                      <p:cBhvr>
                                        <p:cTn id="113" dur="100" autoRev="1" fill="hold">
                                          <p:stCondLst>
                                            <p:cond delay="400"/>
                                          </p:stCondLst>
                                        </p:cTn>
                                        <p:tgtEl>
                                          <p:spTgt spid="57"/>
                                        </p:tgtEl>
                                      </p:cBhvr>
                                      <p:from x="100000" y="100000"/>
                                      <p:to x="90000" y="90000"/>
                                    </p:animScale>
                                  </p:childTnLst>
                                </p:cTn>
                              </p:par>
                              <p:par>
                                <p:cTn id="114" presetID="53" presetClass="entr" presetSubtype="16" decel="50000" fill="hold" nodeType="withEffect">
                                  <p:stCondLst>
                                    <p:cond delay="0"/>
                                  </p:stCondLst>
                                  <p:childTnLst>
                                    <p:set>
                                      <p:cBhvr>
                                        <p:cTn id="115" dur="1" fill="hold">
                                          <p:stCondLst>
                                            <p:cond delay="0"/>
                                          </p:stCondLst>
                                        </p:cTn>
                                        <p:tgtEl>
                                          <p:spTgt spid="73"/>
                                        </p:tgtEl>
                                        <p:attrNameLst>
                                          <p:attrName>style.visibility</p:attrName>
                                        </p:attrNameLst>
                                      </p:cBhvr>
                                      <p:to>
                                        <p:strVal val="visible"/>
                                      </p:to>
                                    </p:set>
                                    <p:anim calcmode="lin" valueType="num">
                                      <p:cBhvr>
                                        <p:cTn id="116" dur="200" fill="hold"/>
                                        <p:tgtEl>
                                          <p:spTgt spid="73"/>
                                        </p:tgtEl>
                                        <p:attrNameLst>
                                          <p:attrName>ppt_w</p:attrName>
                                        </p:attrNameLst>
                                      </p:cBhvr>
                                      <p:tavLst>
                                        <p:tav tm="0">
                                          <p:val>
                                            <p:strVal val="0"/>
                                          </p:val>
                                        </p:tav>
                                        <p:tav tm="100000">
                                          <p:val>
                                            <p:strVal val="#ppt_w"/>
                                          </p:val>
                                        </p:tav>
                                      </p:tavLst>
                                    </p:anim>
                                    <p:anim calcmode="lin" valueType="num">
                                      <p:cBhvr>
                                        <p:cTn id="117" dur="200" fill="hold"/>
                                        <p:tgtEl>
                                          <p:spTgt spid="73"/>
                                        </p:tgtEl>
                                        <p:attrNameLst>
                                          <p:attrName>ppt_h</p:attrName>
                                        </p:attrNameLst>
                                      </p:cBhvr>
                                      <p:tavLst>
                                        <p:tav tm="0">
                                          <p:val>
                                            <p:strVal val="0"/>
                                          </p:val>
                                        </p:tav>
                                        <p:tav tm="100000">
                                          <p:val>
                                            <p:strVal val="#ppt_h"/>
                                          </p:val>
                                        </p:tav>
                                      </p:tavLst>
                                    </p:anim>
                                    <p:animScale>
                                      <p:cBhvr>
                                        <p:cTn id="118" dur="100" autoRev="1" fill="hold">
                                          <p:stCondLst>
                                            <p:cond delay="200"/>
                                          </p:stCondLst>
                                        </p:cTn>
                                        <p:tgtEl>
                                          <p:spTgt spid="73"/>
                                        </p:tgtEl>
                                      </p:cBhvr>
                                      <p:from x="100000" y="100000"/>
                                      <p:to x="110000" y="110000"/>
                                    </p:animScale>
                                    <p:animScale>
                                      <p:cBhvr>
                                        <p:cTn id="119" dur="100" autoRev="1" fill="hold">
                                          <p:stCondLst>
                                            <p:cond delay="400"/>
                                          </p:stCondLst>
                                        </p:cTn>
                                        <p:tgtEl>
                                          <p:spTgt spid="73"/>
                                        </p:tgtEl>
                                      </p:cBhvr>
                                      <p:from x="100000" y="100000"/>
                                      <p:to x="90000" y="90000"/>
                                    </p:animScale>
                                  </p:childTnLst>
                                </p:cTn>
                              </p:par>
                              <p:par>
                                <p:cTn id="120" presetID="53" presetClass="entr" presetSubtype="16" decel="50000" fill="hold" nodeType="withEffect">
                                  <p:stCondLst>
                                    <p:cond delay="0"/>
                                  </p:stCondLst>
                                  <p:childTnLst>
                                    <p:set>
                                      <p:cBhvr>
                                        <p:cTn id="121" dur="1" fill="hold">
                                          <p:stCondLst>
                                            <p:cond delay="0"/>
                                          </p:stCondLst>
                                        </p:cTn>
                                        <p:tgtEl>
                                          <p:spTgt spid="70"/>
                                        </p:tgtEl>
                                        <p:attrNameLst>
                                          <p:attrName>style.visibility</p:attrName>
                                        </p:attrNameLst>
                                      </p:cBhvr>
                                      <p:to>
                                        <p:strVal val="visible"/>
                                      </p:to>
                                    </p:set>
                                    <p:anim calcmode="lin" valueType="num">
                                      <p:cBhvr>
                                        <p:cTn id="122" dur="200" fill="hold"/>
                                        <p:tgtEl>
                                          <p:spTgt spid="70"/>
                                        </p:tgtEl>
                                        <p:attrNameLst>
                                          <p:attrName>ppt_w</p:attrName>
                                        </p:attrNameLst>
                                      </p:cBhvr>
                                      <p:tavLst>
                                        <p:tav tm="0">
                                          <p:val>
                                            <p:strVal val="0"/>
                                          </p:val>
                                        </p:tav>
                                        <p:tav tm="100000">
                                          <p:val>
                                            <p:strVal val="#ppt_w"/>
                                          </p:val>
                                        </p:tav>
                                      </p:tavLst>
                                    </p:anim>
                                    <p:anim calcmode="lin" valueType="num">
                                      <p:cBhvr>
                                        <p:cTn id="123" dur="200" fill="hold"/>
                                        <p:tgtEl>
                                          <p:spTgt spid="70"/>
                                        </p:tgtEl>
                                        <p:attrNameLst>
                                          <p:attrName>ppt_h</p:attrName>
                                        </p:attrNameLst>
                                      </p:cBhvr>
                                      <p:tavLst>
                                        <p:tav tm="0">
                                          <p:val>
                                            <p:strVal val="0"/>
                                          </p:val>
                                        </p:tav>
                                        <p:tav tm="100000">
                                          <p:val>
                                            <p:strVal val="#ppt_h"/>
                                          </p:val>
                                        </p:tav>
                                      </p:tavLst>
                                    </p:anim>
                                    <p:animScale>
                                      <p:cBhvr>
                                        <p:cTn id="124" dur="100" autoRev="1" fill="hold">
                                          <p:stCondLst>
                                            <p:cond delay="200"/>
                                          </p:stCondLst>
                                        </p:cTn>
                                        <p:tgtEl>
                                          <p:spTgt spid="70"/>
                                        </p:tgtEl>
                                      </p:cBhvr>
                                      <p:from x="100000" y="100000"/>
                                      <p:to x="110000" y="110000"/>
                                    </p:animScale>
                                    <p:animScale>
                                      <p:cBhvr>
                                        <p:cTn id="125" dur="100" autoRev="1" fill="hold">
                                          <p:stCondLst>
                                            <p:cond delay="400"/>
                                          </p:stCondLst>
                                        </p:cTn>
                                        <p:tgtEl>
                                          <p:spTgt spid="70"/>
                                        </p:tgtEl>
                                      </p:cBhvr>
                                      <p:from x="100000" y="100000"/>
                                      <p:to x="90000" y="90000"/>
                                    </p:animScale>
                                  </p:childTnLst>
                                </p:cTn>
                              </p:par>
                              <p:par>
                                <p:cTn id="126" presetID="53" presetClass="entr" presetSubtype="16" decel="50000" fill="hold" nodeType="withEffect">
                                  <p:stCondLst>
                                    <p:cond delay="0"/>
                                  </p:stCondLst>
                                  <p:childTnLst>
                                    <p:set>
                                      <p:cBhvr>
                                        <p:cTn id="127" dur="1" fill="hold">
                                          <p:stCondLst>
                                            <p:cond delay="0"/>
                                          </p:stCondLst>
                                        </p:cTn>
                                        <p:tgtEl>
                                          <p:spTgt spid="66"/>
                                        </p:tgtEl>
                                        <p:attrNameLst>
                                          <p:attrName>style.visibility</p:attrName>
                                        </p:attrNameLst>
                                      </p:cBhvr>
                                      <p:to>
                                        <p:strVal val="visible"/>
                                      </p:to>
                                    </p:set>
                                    <p:anim calcmode="lin" valueType="num">
                                      <p:cBhvr>
                                        <p:cTn id="128" dur="200" fill="hold"/>
                                        <p:tgtEl>
                                          <p:spTgt spid="66"/>
                                        </p:tgtEl>
                                        <p:attrNameLst>
                                          <p:attrName>ppt_w</p:attrName>
                                        </p:attrNameLst>
                                      </p:cBhvr>
                                      <p:tavLst>
                                        <p:tav tm="0">
                                          <p:val>
                                            <p:strVal val="0"/>
                                          </p:val>
                                        </p:tav>
                                        <p:tav tm="100000">
                                          <p:val>
                                            <p:strVal val="#ppt_w"/>
                                          </p:val>
                                        </p:tav>
                                      </p:tavLst>
                                    </p:anim>
                                    <p:anim calcmode="lin" valueType="num">
                                      <p:cBhvr>
                                        <p:cTn id="129" dur="200" fill="hold"/>
                                        <p:tgtEl>
                                          <p:spTgt spid="66"/>
                                        </p:tgtEl>
                                        <p:attrNameLst>
                                          <p:attrName>ppt_h</p:attrName>
                                        </p:attrNameLst>
                                      </p:cBhvr>
                                      <p:tavLst>
                                        <p:tav tm="0">
                                          <p:val>
                                            <p:strVal val="0"/>
                                          </p:val>
                                        </p:tav>
                                        <p:tav tm="100000">
                                          <p:val>
                                            <p:strVal val="#ppt_h"/>
                                          </p:val>
                                        </p:tav>
                                      </p:tavLst>
                                    </p:anim>
                                    <p:animScale>
                                      <p:cBhvr>
                                        <p:cTn id="130" dur="100" autoRev="1" fill="hold">
                                          <p:stCondLst>
                                            <p:cond delay="200"/>
                                          </p:stCondLst>
                                        </p:cTn>
                                        <p:tgtEl>
                                          <p:spTgt spid="66"/>
                                        </p:tgtEl>
                                      </p:cBhvr>
                                      <p:from x="100000" y="100000"/>
                                      <p:to x="110000" y="110000"/>
                                    </p:animScale>
                                    <p:animScale>
                                      <p:cBhvr>
                                        <p:cTn id="131" dur="100" autoRev="1" fill="hold">
                                          <p:stCondLst>
                                            <p:cond delay="400"/>
                                          </p:stCondLst>
                                        </p:cTn>
                                        <p:tgtEl>
                                          <p:spTgt spid="66"/>
                                        </p:tgtEl>
                                      </p:cBhvr>
                                      <p:from x="100000" y="100000"/>
                                      <p:to x="90000" y="90000"/>
                                    </p:animScale>
                                  </p:childTnLst>
                                </p:cTn>
                              </p:par>
                              <p:par>
                                <p:cTn id="132" presetID="53" presetClass="entr" presetSubtype="16" decel="50000" fill="hold" nodeType="withEffect">
                                  <p:stCondLst>
                                    <p:cond delay="0"/>
                                  </p:stCondLst>
                                  <p:childTnLst>
                                    <p:set>
                                      <p:cBhvr>
                                        <p:cTn id="133" dur="1" fill="hold">
                                          <p:stCondLst>
                                            <p:cond delay="0"/>
                                          </p:stCondLst>
                                        </p:cTn>
                                        <p:tgtEl>
                                          <p:spTgt spid="61"/>
                                        </p:tgtEl>
                                        <p:attrNameLst>
                                          <p:attrName>style.visibility</p:attrName>
                                        </p:attrNameLst>
                                      </p:cBhvr>
                                      <p:to>
                                        <p:strVal val="visible"/>
                                      </p:to>
                                    </p:set>
                                    <p:anim calcmode="lin" valueType="num">
                                      <p:cBhvr>
                                        <p:cTn id="134" dur="200" fill="hold"/>
                                        <p:tgtEl>
                                          <p:spTgt spid="61"/>
                                        </p:tgtEl>
                                        <p:attrNameLst>
                                          <p:attrName>ppt_w</p:attrName>
                                        </p:attrNameLst>
                                      </p:cBhvr>
                                      <p:tavLst>
                                        <p:tav tm="0">
                                          <p:val>
                                            <p:strVal val="0"/>
                                          </p:val>
                                        </p:tav>
                                        <p:tav tm="100000">
                                          <p:val>
                                            <p:strVal val="#ppt_w"/>
                                          </p:val>
                                        </p:tav>
                                      </p:tavLst>
                                    </p:anim>
                                    <p:anim calcmode="lin" valueType="num">
                                      <p:cBhvr>
                                        <p:cTn id="135" dur="200" fill="hold"/>
                                        <p:tgtEl>
                                          <p:spTgt spid="61"/>
                                        </p:tgtEl>
                                        <p:attrNameLst>
                                          <p:attrName>ppt_h</p:attrName>
                                        </p:attrNameLst>
                                      </p:cBhvr>
                                      <p:tavLst>
                                        <p:tav tm="0">
                                          <p:val>
                                            <p:strVal val="0"/>
                                          </p:val>
                                        </p:tav>
                                        <p:tav tm="100000">
                                          <p:val>
                                            <p:strVal val="#ppt_h"/>
                                          </p:val>
                                        </p:tav>
                                      </p:tavLst>
                                    </p:anim>
                                    <p:animScale>
                                      <p:cBhvr>
                                        <p:cTn id="136" dur="100" autoRev="1" fill="hold">
                                          <p:stCondLst>
                                            <p:cond delay="200"/>
                                          </p:stCondLst>
                                        </p:cTn>
                                        <p:tgtEl>
                                          <p:spTgt spid="61"/>
                                        </p:tgtEl>
                                      </p:cBhvr>
                                      <p:from x="100000" y="100000"/>
                                      <p:to x="110000" y="110000"/>
                                    </p:animScale>
                                    <p:animScale>
                                      <p:cBhvr>
                                        <p:cTn id="137" dur="100" autoRev="1" fill="hold">
                                          <p:stCondLst>
                                            <p:cond delay="400"/>
                                          </p:stCondLst>
                                        </p:cTn>
                                        <p:tgtEl>
                                          <p:spTgt spid="61"/>
                                        </p:tgtEl>
                                      </p:cBhvr>
                                      <p:from x="100000" y="100000"/>
                                      <p:to x="90000" y="90000"/>
                                    </p:animScale>
                                  </p:childTnLst>
                                </p:cTn>
                              </p:par>
                            </p:childTnLst>
                          </p:cTn>
                        </p:par>
                      </p:childTnLst>
                    </p:cTn>
                  </p:par>
                  <p:par>
                    <p:cTn id="138" fill="hold">
                      <p:stCondLst>
                        <p:cond delay="indefinite"/>
                      </p:stCondLst>
                      <p:childTnLst>
                        <p:par>
                          <p:cTn id="139" fill="hold">
                            <p:stCondLst>
                              <p:cond delay="0"/>
                            </p:stCondLst>
                            <p:childTnLst>
                              <p:par>
                                <p:cTn id="140" presetID="42" presetClass="entr" presetSubtype="0" fill="hold" nodeType="clickEffect">
                                  <p:stCondLst>
                                    <p:cond delay="0"/>
                                  </p:stCondLst>
                                  <p:childTnLst>
                                    <p:set>
                                      <p:cBhvr>
                                        <p:cTn id="141" dur="1" fill="hold">
                                          <p:stCondLst>
                                            <p:cond delay="0"/>
                                          </p:stCondLst>
                                        </p:cTn>
                                        <p:tgtEl>
                                          <p:spTgt spid="106"/>
                                        </p:tgtEl>
                                        <p:attrNameLst>
                                          <p:attrName>style.visibility</p:attrName>
                                        </p:attrNameLst>
                                      </p:cBhvr>
                                      <p:to>
                                        <p:strVal val="visible"/>
                                      </p:to>
                                    </p:set>
                                    <p:animEffect transition="in" filter="fade">
                                      <p:cBhvr>
                                        <p:cTn id="142" dur="500"/>
                                        <p:tgtEl>
                                          <p:spTgt spid="106"/>
                                        </p:tgtEl>
                                      </p:cBhvr>
                                    </p:animEffect>
                                    <p:anim calcmode="lin" valueType="num">
                                      <p:cBhvr>
                                        <p:cTn id="143" dur="500" fill="hold"/>
                                        <p:tgtEl>
                                          <p:spTgt spid="106"/>
                                        </p:tgtEl>
                                        <p:attrNameLst>
                                          <p:attrName>ppt_x</p:attrName>
                                        </p:attrNameLst>
                                      </p:cBhvr>
                                      <p:tavLst>
                                        <p:tav tm="0">
                                          <p:val>
                                            <p:strVal val="#ppt_x"/>
                                          </p:val>
                                        </p:tav>
                                        <p:tav tm="100000">
                                          <p:val>
                                            <p:strVal val="#ppt_x"/>
                                          </p:val>
                                        </p:tav>
                                      </p:tavLst>
                                    </p:anim>
                                    <p:anim calcmode="lin" valueType="num">
                                      <p:cBhvr>
                                        <p:cTn id="144" dur="500" fill="hold"/>
                                        <p:tgtEl>
                                          <p:spTgt spid="106"/>
                                        </p:tgtEl>
                                        <p:attrNameLst>
                                          <p:attrName>ppt_y</p:attrName>
                                        </p:attrNameLst>
                                      </p:cBhvr>
                                      <p:tavLst>
                                        <p:tav tm="0">
                                          <p:val>
                                            <p:strVal val="#ppt_y+.1"/>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nodeType="clickEffect">
                                  <p:stCondLst>
                                    <p:cond delay="0"/>
                                  </p:stCondLst>
                                  <p:childTnLst>
                                    <p:set>
                                      <p:cBhvr>
                                        <p:cTn id="148" dur="1" fill="hold">
                                          <p:stCondLst>
                                            <p:cond delay="0"/>
                                          </p:stCondLst>
                                        </p:cTn>
                                        <p:tgtEl>
                                          <p:spTgt spid="103"/>
                                        </p:tgtEl>
                                        <p:attrNameLst>
                                          <p:attrName>style.visibility</p:attrName>
                                        </p:attrNameLst>
                                      </p:cBhvr>
                                      <p:to>
                                        <p:strVal val="visible"/>
                                      </p:to>
                                    </p:set>
                                    <p:animEffect transition="in" filter="wipe(left)">
                                      <p:cBhvr>
                                        <p:cTn id="149" dur="500"/>
                                        <p:tgtEl>
                                          <p:spTgt spid="103"/>
                                        </p:tgtEl>
                                      </p:cBhvr>
                                    </p:animEffect>
                                  </p:childTnLst>
                                </p:cTn>
                              </p:par>
                            </p:childTnLst>
                          </p:cTn>
                        </p:par>
                      </p:childTnLst>
                    </p:cTn>
                  </p:par>
                  <p:par>
                    <p:cTn id="150" fill="hold">
                      <p:stCondLst>
                        <p:cond delay="indefinite"/>
                      </p:stCondLst>
                      <p:childTnLst>
                        <p:par>
                          <p:cTn id="151" fill="hold">
                            <p:stCondLst>
                              <p:cond delay="0"/>
                            </p:stCondLst>
                            <p:childTnLst>
                              <p:par>
                                <p:cTn id="152" presetID="14" presetClass="entr" presetSubtype="10" fill="hold" grpId="0" nodeType="clickEffect">
                                  <p:stCondLst>
                                    <p:cond delay="0"/>
                                  </p:stCondLst>
                                  <p:childTnLst>
                                    <p:set>
                                      <p:cBhvr>
                                        <p:cTn id="153" dur="1" fill="hold">
                                          <p:stCondLst>
                                            <p:cond delay="0"/>
                                          </p:stCondLst>
                                        </p:cTn>
                                        <p:tgtEl>
                                          <p:spTgt spid="105"/>
                                        </p:tgtEl>
                                        <p:attrNameLst>
                                          <p:attrName>style.visibility</p:attrName>
                                        </p:attrNameLst>
                                      </p:cBhvr>
                                      <p:to>
                                        <p:strVal val="visible"/>
                                      </p:to>
                                    </p:set>
                                    <p:animEffect transition="in" filter="randombar(horizontal)">
                                      <p:cBhvr>
                                        <p:cTn id="154" dur="500"/>
                                        <p:tgtEl>
                                          <p:spTgt spid="105"/>
                                        </p:tgtEl>
                                      </p:cBhvr>
                                    </p:animEffect>
                                  </p:childTnLst>
                                </p:cTn>
                              </p:par>
                            </p:childTnLst>
                          </p:cTn>
                        </p:par>
                      </p:childTnLst>
                    </p:cTn>
                  </p:par>
                  <p:par>
                    <p:cTn id="155" fill="hold">
                      <p:stCondLst>
                        <p:cond delay="indefinite"/>
                      </p:stCondLst>
                      <p:childTnLst>
                        <p:par>
                          <p:cTn id="156" fill="hold">
                            <p:stCondLst>
                              <p:cond delay="0"/>
                            </p:stCondLst>
                            <p:childTnLst>
                              <p:par>
                                <p:cTn id="157" presetID="2" presetClass="entr" presetSubtype="4" fill="hold" nodeType="clickEffect">
                                  <p:stCondLst>
                                    <p:cond delay="0"/>
                                  </p:stCondLst>
                                  <p:childTnLst>
                                    <p:set>
                                      <p:cBhvr>
                                        <p:cTn id="158" dur="1" fill="hold">
                                          <p:stCondLst>
                                            <p:cond delay="0"/>
                                          </p:stCondLst>
                                        </p:cTn>
                                        <p:tgtEl>
                                          <p:spTgt spid="109"/>
                                        </p:tgtEl>
                                        <p:attrNameLst>
                                          <p:attrName>style.visibility</p:attrName>
                                        </p:attrNameLst>
                                      </p:cBhvr>
                                      <p:to>
                                        <p:strVal val="visible"/>
                                      </p:to>
                                    </p:set>
                                    <p:anim calcmode="lin" valueType="num">
                                      <p:cBhvr additive="base">
                                        <p:cTn id="159" dur="500" fill="hold"/>
                                        <p:tgtEl>
                                          <p:spTgt spid="109"/>
                                        </p:tgtEl>
                                        <p:attrNameLst>
                                          <p:attrName>ppt_x</p:attrName>
                                        </p:attrNameLst>
                                      </p:cBhvr>
                                      <p:tavLst>
                                        <p:tav tm="0">
                                          <p:val>
                                            <p:strVal val="#ppt_x"/>
                                          </p:val>
                                        </p:tav>
                                        <p:tav tm="100000">
                                          <p:val>
                                            <p:strVal val="#ppt_x"/>
                                          </p:val>
                                        </p:tav>
                                      </p:tavLst>
                                    </p:anim>
                                    <p:anim calcmode="lin" valueType="num">
                                      <p:cBhvr additive="base">
                                        <p:cTn id="160" dur="500" fill="hold"/>
                                        <p:tgtEl>
                                          <p:spTgt spid="109"/>
                                        </p:tgtEl>
                                        <p:attrNameLst>
                                          <p:attrName>ppt_y</p:attrName>
                                        </p:attrNameLst>
                                      </p:cBhvr>
                                      <p:tavLst>
                                        <p:tav tm="0">
                                          <p:val>
                                            <p:strVal val="1+#ppt_h/2"/>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63" presetID="53" presetClass="entr" presetSubtype="16" decel="50000" fill="hold" nodeType="clickEffect">
                                  <p:stCondLst>
                                    <p:cond delay="0"/>
                                  </p:stCondLst>
                                  <p:childTnLst>
                                    <p:set>
                                      <p:cBhvr>
                                        <p:cTn id="164" dur="1" fill="hold">
                                          <p:stCondLst>
                                            <p:cond delay="0"/>
                                          </p:stCondLst>
                                        </p:cTn>
                                        <p:tgtEl>
                                          <p:spTgt spid="112"/>
                                        </p:tgtEl>
                                        <p:attrNameLst>
                                          <p:attrName>style.visibility</p:attrName>
                                        </p:attrNameLst>
                                      </p:cBhvr>
                                      <p:to>
                                        <p:strVal val="visible"/>
                                      </p:to>
                                    </p:set>
                                    <p:anim calcmode="lin" valueType="num">
                                      <p:cBhvr>
                                        <p:cTn id="165" dur="200" fill="hold"/>
                                        <p:tgtEl>
                                          <p:spTgt spid="112"/>
                                        </p:tgtEl>
                                        <p:attrNameLst>
                                          <p:attrName>ppt_w</p:attrName>
                                        </p:attrNameLst>
                                      </p:cBhvr>
                                      <p:tavLst>
                                        <p:tav tm="0">
                                          <p:val>
                                            <p:strVal val="0"/>
                                          </p:val>
                                        </p:tav>
                                        <p:tav tm="100000">
                                          <p:val>
                                            <p:strVal val="#ppt_w"/>
                                          </p:val>
                                        </p:tav>
                                      </p:tavLst>
                                    </p:anim>
                                    <p:anim calcmode="lin" valueType="num">
                                      <p:cBhvr>
                                        <p:cTn id="166" dur="200" fill="hold"/>
                                        <p:tgtEl>
                                          <p:spTgt spid="112"/>
                                        </p:tgtEl>
                                        <p:attrNameLst>
                                          <p:attrName>ppt_h</p:attrName>
                                        </p:attrNameLst>
                                      </p:cBhvr>
                                      <p:tavLst>
                                        <p:tav tm="0">
                                          <p:val>
                                            <p:strVal val="0"/>
                                          </p:val>
                                        </p:tav>
                                        <p:tav tm="100000">
                                          <p:val>
                                            <p:strVal val="#ppt_h"/>
                                          </p:val>
                                        </p:tav>
                                      </p:tavLst>
                                    </p:anim>
                                    <p:animScale>
                                      <p:cBhvr>
                                        <p:cTn id="167" dur="100" autoRev="1" fill="hold">
                                          <p:stCondLst>
                                            <p:cond delay="200"/>
                                          </p:stCondLst>
                                        </p:cTn>
                                        <p:tgtEl>
                                          <p:spTgt spid="112"/>
                                        </p:tgtEl>
                                      </p:cBhvr>
                                      <p:from x="100000" y="100000"/>
                                      <p:to x="110000" y="110000"/>
                                    </p:animScale>
                                    <p:animScale>
                                      <p:cBhvr>
                                        <p:cTn id="168" dur="100" autoRev="1" fill="hold">
                                          <p:stCondLst>
                                            <p:cond delay="400"/>
                                          </p:stCondLst>
                                        </p:cTn>
                                        <p:tgtEl>
                                          <p:spTgt spid="112"/>
                                        </p:tgtEl>
                                      </p:cBhvr>
                                      <p:from x="100000" y="100000"/>
                                      <p:to x="90000" y="90000"/>
                                    </p:animScale>
                                  </p:childTnLst>
                                </p:cTn>
                              </p:par>
                              <p:par>
                                <p:cTn id="169" presetID="42" presetClass="path" presetSubtype="0" accel="50000" decel="50000" fill="hold" nodeType="withEffect">
                                  <p:stCondLst>
                                    <p:cond delay="0"/>
                                  </p:stCondLst>
                                  <p:childTnLst>
                                    <p:animMotion origin="layout" path="M 8.33333E-7 -7.40741E-7 L -0.59531 0.48009 " pathEditMode="relative" rAng="0" ptsTypes="AA">
                                      <p:cBhvr>
                                        <p:cTn id="170" dur="1000" fill="hold"/>
                                        <p:tgtEl>
                                          <p:spTgt spid="112"/>
                                        </p:tgtEl>
                                        <p:attrNameLst>
                                          <p:attrName>ppt_x</p:attrName>
                                          <p:attrName>ppt_y</p:attrName>
                                        </p:attrNameLst>
                                      </p:cBhvr>
                                      <p:rCtr x="-29766" y="2400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0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5CC51966-4A0B-B677-5F10-C067F8DD328C}"/>
              </a:ext>
            </a:extLst>
          </p:cNvPr>
          <p:cNvSpPr>
            <a:spLocks noGrp="1"/>
          </p:cNvSpPr>
          <p:nvPr>
            <p:ph type="body" sz="quarter" idx="10"/>
          </p:nvPr>
        </p:nvSpPr>
        <p:spPr>
          <a:xfrm>
            <a:off x="3938107" y="2077321"/>
            <a:ext cx="7170081" cy="2703358"/>
          </a:xfrm>
        </p:spPr>
        <p:txBody>
          <a:bodyPr/>
          <a:lstStyle/>
          <a:p>
            <a:pPr marL="285750" indent="-285750">
              <a:buFont typeface="Wingdings" panose="05000000000000000000" pitchFamily="2" charset="2"/>
              <a:buChar char="l"/>
            </a:pPr>
            <a:r>
              <a:rPr lang="zh-CN" altLang="en-US"/>
              <a:t>如何安装第三方的软件包</a:t>
            </a:r>
            <a:r>
              <a:rPr lang="en-US" altLang="zh-CN"/>
              <a:t>?</a:t>
            </a:r>
          </a:p>
          <a:p>
            <a:pPr marL="612000" lvl="1" indent="-285750">
              <a:lnSpc>
                <a:spcPct val="150000"/>
              </a:lnSpc>
              <a:spcBef>
                <a:spcPts val="1200"/>
              </a:spcBef>
            </a:pPr>
            <a:r>
              <a:rPr lang="zh-CN" altLang="en-US" sz="1400"/>
              <a:t>安装软件包（最新版本）：</a:t>
            </a:r>
            <a:r>
              <a:rPr lang="en-US" altLang="zh-CN" sz="1400">
                <a:solidFill>
                  <a:srgbClr val="0033CC"/>
                </a:solidFill>
              </a:rPr>
              <a:t>pip install openai</a:t>
            </a:r>
          </a:p>
          <a:p>
            <a:pPr marL="612000" lvl="1" indent="-285750">
              <a:lnSpc>
                <a:spcPct val="150000"/>
              </a:lnSpc>
              <a:spcBef>
                <a:spcPts val="1200"/>
              </a:spcBef>
            </a:pPr>
            <a:r>
              <a:rPr lang="zh-CN" altLang="en-US" sz="1400"/>
              <a:t>安装软件包（指定版本）：</a:t>
            </a:r>
            <a:r>
              <a:rPr lang="en-US" altLang="zh-CN" sz="1400">
                <a:solidFill>
                  <a:srgbClr val="0033CC"/>
                </a:solidFill>
              </a:rPr>
              <a:t>pip install openai=2.13.0</a:t>
            </a:r>
          </a:p>
          <a:p>
            <a:pPr marL="612000" lvl="1" indent="-285750">
              <a:lnSpc>
                <a:spcPct val="150000"/>
              </a:lnSpc>
              <a:spcBef>
                <a:spcPts val="1200"/>
              </a:spcBef>
            </a:pPr>
            <a:r>
              <a:rPr lang="zh-CN" altLang="en-US" sz="1400"/>
              <a:t>卸载软件包：</a:t>
            </a:r>
            <a:r>
              <a:rPr lang="en-US" altLang="zh-CN" sz="1400">
                <a:solidFill>
                  <a:srgbClr val="0033CC"/>
                </a:solidFill>
              </a:rPr>
              <a:t>pip uninstall openai</a:t>
            </a:r>
          </a:p>
          <a:p>
            <a:pPr marL="612000" lvl="1" indent="-285750">
              <a:lnSpc>
                <a:spcPct val="150000"/>
              </a:lnSpc>
              <a:spcBef>
                <a:spcPts val="1200"/>
              </a:spcBef>
            </a:pPr>
            <a:r>
              <a:rPr lang="zh-CN" altLang="en-US" sz="1400"/>
              <a:t>列出已安装的包：</a:t>
            </a:r>
            <a:r>
              <a:rPr lang="en-US" altLang="zh-CN" sz="1400">
                <a:solidFill>
                  <a:srgbClr val="0033CC"/>
                </a:solidFill>
              </a:rPr>
              <a:t>pip list</a:t>
            </a:r>
          </a:p>
          <a:p>
            <a:pPr marL="612000" lvl="1" indent="-285750">
              <a:lnSpc>
                <a:spcPct val="150000"/>
              </a:lnSpc>
              <a:spcBef>
                <a:spcPts val="1200"/>
              </a:spcBef>
            </a:pPr>
            <a:r>
              <a:rPr lang="zh-CN" altLang="en-US" sz="1400"/>
              <a:t>查看包详情：</a:t>
            </a:r>
            <a:r>
              <a:rPr lang="en-US" altLang="zh-CN" sz="1400">
                <a:solidFill>
                  <a:srgbClr val="0033CC"/>
                </a:solidFill>
              </a:rPr>
              <a:t>pip show openai</a:t>
            </a:r>
          </a:p>
        </p:txBody>
      </p:sp>
    </p:spTree>
    <p:extLst>
      <p:ext uri="{BB962C8B-B14F-4D97-AF65-F5344CB8AC3E}">
        <p14:creationId xmlns:p14="http://schemas.microsoft.com/office/powerpoint/2010/main" val="21688134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0" dur="500"/>
                                        <p:tgtEl>
                                          <p:spTgt spid="3">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3" dur="500"/>
                                        <p:tgtEl>
                                          <p:spTgt spid="3">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6" dur="500"/>
                                        <p:tgtEl>
                                          <p:spTgt spid="3">
                                            <p:txEl>
                                              <p:pRg st="4" end="4"/>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DCAF0-4D98-0E32-5D0D-774007FA253F}"/>
            </a:ext>
          </a:extLst>
        </p:cNvPr>
        <p:cNvGrpSpPr/>
        <p:nvPr/>
      </p:nvGrpSpPr>
      <p:grpSpPr>
        <a:xfrm>
          <a:off x="0" y="0"/>
          <a:ext cx="0" cy="0"/>
          <a:chOff x="0" y="0"/>
          <a:chExt cx="0" cy="0"/>
        </a:xfrm>
      </p:grpSpPr>
      <p:sp>
        <p:nvSpPr>
          <p:cNvPr id="4" name="!!文本框 9">
            <a:extLst>
              <a:ext uri="{FF2B5EF4-FFF2-40B4-BE49-F238E27FC236}">
                <a16:creationId xmlns:a16="http://schemas.microsoft.com/office/drawing/2014/main" id="{6D154358-CD86-4C5E-63BA-F69AECE657A7}"/>
              </a:ext>
            </a:extLst>
          </p:cNvPr>
          <p:cNvSpPr>
            <a:spLocks noGrp="1"/>
          </p:cNvSpPr>
          <p:nvPr>
            <p:ph type="body" sz="quarter" idx="11"/>
          </p:nvPr>
        </p:nvSpPr>
        <p:spPr/>
        <p:txBody>
          <a:bodyPr/>
          <a:lstStyle/>
          <a:p>
            <a:r>
              <a:rPr lang="en-US" altLang="zh-CN"/>
              <a:t>AI</a:t>
            </a:r>
            <a:r>
              <a:rPr lang="zh-CN" altLang="en-US"/>
              <a:t>应用</a:t>
            </a:r>
            <a:r>
              <a:rPr lang="en-US" altLang="zh-CN"/>
              <a:t>-</a:t>
            </a:r>
            <a:r>
              <a:rPr lang="zh-CN" altLang="en-US"/>
              <a:t>基础</a:t>
            </a:r>
          </a:p>
        </p:txBody>
      </p:sp>
      <p:sp>
        <p:nvSpPr>
          <p:cNvPr id="3" name="文本占位符 2">
            <a:extLst>
              <a:ext uri="{FF2B5EF4-FFF2-40B4-BE49-F238E27FC236}">
                <a16:creationId xmlns:a16="http://schemas.microsoft.com/office/drawing/2014/main" id="{3276C532-B250-2CDA-E56A-86C72FE7FA2E}"/>
              </a:ext>
            </a:extLst>
          </p:cNvPr>
          <p:cNvSpPr>
            <a:spLocks noGrp="1"/>
          </p:cNvSpPr>
          <p:nvPr>
            <p:ph type="body" sz="quarter" idx="10"/>
          </p:nvPr>
        </p:nvSpPr>
        <p:spPr>
          <a:xfrm>
            <a:off x="6351439" y="2924827"/>
            <a:ext cx="3692525" cy="2144130"/>
          </a:xfrm>
        </p:spPr>
        <p:txBody>
          <a:bodyPr/>
          <a:lstStyle/>
          <a:p>
            <a:r>
              <a:rPr lang="zh-CN" altLang="en-US">
                <a:solidFill>
                  <a:schemeClr val="tx1">
                    <a:lumMod val="75000"/>
                  </a:schemeClr>
                </a:solidFill>
              </a:rPr>
              <a:t>大模型部署</a:t>
            </a:r>
            <a:endParaRPr lang="en-US" altLang="zh-CN">
              <a:solidFill>
                <a:schemeClr val="tx1">
                  <a:lumMod val="75000"/>
                </a:schemeClr>
              </a:solidFill>
            </a:endParaRPr>
          </a:p>
          <a:p>
            <a:r>
              <a:rPr lang="zh-CN" altLang="en-US">
                <a:solidFill>
                  <a:schemeClr val="tx1">
                    <a:lumMod val="75000"/>
                  </a:schemeClr>
                </a:solidFill>
              </a:rPr>
              <a:t>大模型调用</a:t>
            </a:r>
            <a:endParaRPr lang="en-US" altLang="zh-CN">
              <a:solidFill>
                <a:schemeClr val="tx1">
                  <a:lumMod val="75000"/>
                </a:schemeClr>
              </a:solidFill>
            </a:endParaRPr>
          </a:p>
          <a:p>
            <a:r>
              <a:rPr lang="zh-CN" altLang="en-US">
                <a:solidFill>
                  <a:srgbClr val="C00000"/>
                </a:solidFill>
              </a:rPr>
              <a:t>提示词工程</a:t>
            </a:r>
          </a:p>
        </p:txBody>
      </p:sp>
      <p:sp>
        <p:nvSpPr>
          <p:cNvPr id="5" name="文本占位符 4">
            <a:extLst>
              <a:ext uri="{FF2B5EF4-FFF2-40B4-BE49-F238E27FC236}">
                <a16:creationId xmlns:a16="http://schemas.microsoft.com/office/drawing/2014/main" id="{BCBBC846-4BD8-F24D-400A-8798662FDE57}"/>
              </a:ext>
            </a:extLst>
          </p:cNvPr>
          <p:cNvSpPr>
            <a:spLocks noGrp="1"/>
          </p:cNvSpPr>
          <p:nvPr>
            <p:ph type="body" sz="quarter" idx="14"/>
          </p:nvPr>
        </p:nvSpPr>
        <p:spPr/>
        <p:txBody>
          <a:bodyPr/>
          <a:lstStyle/>
          <a:p>
            <a:r>
              <a:rPr lang="en-US" altLang="zh-CN"/>
              <a:t>1</a:t>
            </a:r>
            <a:endParaRPr lang="zh-CN" altLang="en-US"/>
          </a:p>
        </p:txBody>
      </p:sp>
    </p:spTree>
    <p:extLst>
      <p:ext uri="{BB962C8B-B14F-4D97-AF65-F5344CB8AC3E}">
        <p14:creationId xmlns:p14="http://schemas.microsoft.com/office/powerpoint/2010/main" val="22077979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7B35F-8C99-280F-2CCD-D60487B985B8}"/>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7633DE3C-1349-E16D-3586-7EE818B68F1A}"/>
              </a:ext>
            </a:extLst>
          </p:cNvPr>
          <p:cNvSpPr>
            <a:spLocks noGrp="1"/>
          </p:cNvSpPr>
          <p:nvPr>
            <p:ph idx="1"/>
          </p:nvPr>
        </p:nvSpPr>
        <p:spPr>
          <a:xfrm>
            <a:off x="576197" y="956243"/>
            <a:ext cx="11060481" cy="474416"/>
          </a:xfrm>
        </p:spPr>
        <p:txBody>
          <a:bodyPr/>
          <a:lstStyle/>
          <a:p>
            <a:pPr marL="285750" indent="-285750">
              <a:buFont typeface="Wingdings" panose="05000000000000000000" pitchFamily="2" charset="2"/>
              <a:buChar char="l"/>
            </a:pPr>
            <a:r>
              <a:rPr lang="zh-CN" altLang="en-US"/>
              <a:t>提示词</a:t>
            </a:r>
            <a:r>
              <a:rPr lang="en-US" altLang="zh-CN"/>
              <a:t>(Prompt)</a:t>
            </a:r>
            <a:r>
              <a:rPr lang="zh-CN" altLang="en-US"/>
              <a:t>：是引导大模型</a:t>
            </a:r>
            <a:r>
              <a:rPr lang="en-US" altLang="zh-CN"/>
              <a:t>(LLM)</a:t>
            </a:r>
            <a:r>
              <a:rPr lang="zh-CN" altLang="en-US"/>
              <a:t>进行内容生成的命令（一句话、一个问题等）。</a:t>
            </a:r>
            <a:endParaRPr lang="en-US" altLang="zh-CN"/>
          </a:p>
        </p:txBody>
      </p:sp>
      <p:sp>
        <p:nvSpPr>
          <p:cNvPr id="5" name="标题 4">
            <a:extLst>
              <a:ext uri="{FF2B5EF4-FFF2-40B4-BE49-F238E27FC236}">
                <a16:creationId xmlns:a16="http://schemas.microsoft.com/office/drawing/2014/main" id="{2D8EAFB4-1CBF-E539-B24A-E0EB4070560B}"/>
              </a:ext>
            </a:extLst>
          </p:cNvPr>
          <p:cNvSpPr>
            <a:spLocks noGrp="1"/>
          </p:cNvSpPr>
          <p:nvPr>
            <p:ph type="title"/>
          </p:nvPr>
        </p:nvSpPr>
        <p:spPr/>
        <p:txBody>
          <a:bodyPr/>
          <a:lstStyle/>
          <a:p>
            <a:r>
              <a:rPr lang="zh-CN" altLang="en-US"/>
              <a:t>提示词工程</a:t>
            </a:r>
          </a:p>
        </p:txBody>
      </p:sp>
      <p:sp>
        <p:nvSpPr>
          <p:cNvPr id="3" name="矩形: 圆角 2">
            <a:extLst>
              <a:ext uri="{FF2B5EF4-FFF2-40B4-BE49-F238E27FC236}">
                <a16:creationId xmlns:a16="http://schemas.microsoft.com/office/drawing/2014/main" id="{3B9B2C14-3E5A-2C9D-9C02-D94A846F8159}"/>
              </a:ext>
            </a:extLst>
          </p:cNvPr>
          <p:cNvSpPr/>
          <p:nvPr/>
        </p:nvSpPr>
        <p:spPr>
          <a:xfrm>
            <a:off x="4558738" y="2057875"/>
            <a:ext cx="1635657" cy="271793"/>
          </a:xfrm>
          <a:prstGeom prst="roundRect">
            <a:avLst/>
          </a:prstGeom>
          <a:solidFill>
            <a:schemeClr val="bg1">
              <a:lumMod val="65000"/>
              <a:alpha val="10196"/>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a:solidFill>
                  <a:schemeClr val="tx1">
                    <a:lumMod val="50000"/>
                  </a:schemeClr>
                </a:solidFill>
              </a:rPr>
              <a:t>给我讲个故事</a:t>
            </a:r>
          </a:p>
        </p:txBody>
      </p:sp>
      <p:sp>
        <p:nvSpPr>
          <p:cNvPr id="4" name="矩形: 圆角 3">
            <a:extLst>
              <a:ext uri="{FF2B5EF4-FFF2-40B4-BE49-F238E27FC236}">
                <a16:creationId xmlns:a16="http://schemas.microsoft.com/office/drawing/2014/main" id="{F8BCDAA2-E361-08C8-D644-C9D8023FD423}"/>
              </a:ext>
            </a:extLst>
          </p:cNvPr>
          <p:cNvSpPr/>
          <p:nvPr/>
        </p:nvSpPr>
        <p:spPr>
          <a:xfrm>
            <a:off x="4558738" y="2396051"/>
            <a:ext cx="1635657" cy="271793"/>
          </a:xfrm>
          <a:prstGeom prst="roundRect">
            <a:avLst/>
          </a:prstGeom>
          <a:solidFill>
            <a:schemeClr val="bg1">
              <a:lumMod val="65000"/>
              <a:alpha val="10196"/>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a:solidFill>
                  <a:schemeClr val="tx1">
                    <a:lumMod val="50000"/>
                  </a:schemeClr>
                </a:solidFill>
              </a:rPr>
              <a:t>用</a:t>
            </a:r>
            <a:r>
              <a:rPr lang="en-US" altLang="zh-CN" sz="1100">
                <a:solidFill>
                  <a:schemeClr val="tx1">
                    <a:lumMod val="50000"/>
                  </a:schemeClr>
                </a:solidFill>
              </a:rPr>
              <a:t>Python</a:t>
            </a:r>
            <a:r>
              <a:rPr lang="zh-CN" altLang="en-US" sz="1100">
                <a:solidFill>
                  <a:schemeClr val="tx1">
                    <a:lumMod val="50000"/>
                  </a:schemeClr>
                </a:solidFill>
              </a:rPr>
              <a:t>写一个游戏</a:t>
            </a:r>
          </a:p>
        </p:txBody>
      </p:sp>
      <p:sp>
        <p:nvSpPr>
          <p:cNvPr id="7" name="矩形: 圆角 6">
            <a:extLst>
              <a:ext uri="{FF2B5EF4-FFF2-40B4-BE49-F238E27FC236}">
                <a16:creationId xmlns:a16="http://schemas.microsoft.com/office/drawing/2014/main" id="{55B528F6-4D93-D916-1DB7-FC7009215439}"/>
              </a:ext>
            </a:extLst>
          </p:cNvPr>
          <p:cNvSpPr/>
          <p:nvPr/>
        </p:nvSpPr>
        <p:spPr>
          <a:xfrm>
            <a:off x="4558738" y="2734227"/>
            <a:ext cx="1635657" cy="271793"/>
          </a:xfrm>
          <a:prstGeom prst="roundRect">
            <a:avLst/>
          </a:prstGeom>
          <a:solidFill>
            <a:schemeClr val="bg1">
              <a:lumMod val="65000"/>
              <a:alpha val="10196"/>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a:solidFill>
                  <a:schemeClr val="tx1">
                    <a:lumMod val="50000"/>
                  </a:schemeClr>
                </a:solidFill>
              </a:rPr>
              <a:t>法国大革命爆发的原因</a:t>
            </a:r>
          </a:p>
        </p:txBody>
      </p:sp>
      <p:pic>
        <p:nvPicPr>
          <p:cNvPr id="8" name="图片 7" descr="电脑萤幕&#10;&#10;AI 生成的内容可能不正确。">
            <a:extLst>
              <a:ext uri="{FF2B5EF4-FFF2-40B4-BE49-F238E27FC236}">
                <a16:creationId xmlns:a16="http://schemas.microsoft.com/office/drawing/2014/main" id="{D003D071-4EF0-01B5-E728-469D101C33BA}"/>
              </a:ext>
            </a:extLst>
          </p:cNvPr>
          <p:cNvPicPr>
            <a:picLocks noChangeAspect="1"/>
          </p:cNvPicPr>
          <p:nvPr/>
        </p:nvPicPr>
        <p:blipFill>
          <a:blip r:embed="rId2"/>
          <a:stretch>
            <a:fillRect/>
          </a:stretch>
        </p:blipFill>
        <p:spPr>
          <a:xfrm>
            <a:off x="1602566" y="2832741"/>
            <a:ext cx="994370" cy="843135"/>
          </a:xfrm>
          <a:prstGeom prst="rect">
            <a:avLst/>
          </a:prstGeom>
        </p:spPr>
      </p:pic>
      <p:grpSp>
        <p:nvGrpSpPr>
          <p:cNvPr id="9" name="组合 8">
            <a:extLst>
              <a:ext uri="{FF2B5EF4-FFF2-40B4-BE49-F238E27FC236}">
                <a16:creationId xmlns:a16="http://schemas.microsoft.com/office/drawing/2014/main" id="{3B81EB7C-A902-BEAE-3070-3B467FA0DDEC}"/>
              </a:ext>
            </a:extLst>
          </p:cNvPr>
          <p:cNvGrpSpPr/>
          <p:nvPr/>
        </p:nvGrpSpPr>
        <p:grpSpPr>
          <a:xfrm>
            <a:off x="7860842" y="2680817"/>
            <a:ext cx="1481939" cy="1264959"/>
            <a:chOff x="7628933" y="2544462"/>
            <a:chExt cx="1977822" cy="1688237"/>
          </a:xfrm>
        </p:grpSpPr>
        <p:pic>
          <p:nvPicPr>
            <p:cNvPr id="10" name="图片 9">
              <a:extLst>
                <a:ext uri="{FF2B5EF4-FFF2-40B4-BE49-F238E27FC236}">
                  <a16:creationId xmlns:a16="http://schemas.microsoft.com/office/drawing/2014/main" id="{80E77333-E8D7-DEFB-9554-DCF3533AD2CB}"/>
                </a:ext>
              </a:extLst>
            </p:cNvPr>
            <p:cNvPicPr>
              <a:picLocks noChangeAspect="1"/>
            </p:cNvPicPr>
            <p:nvPr/>
          </p:nvPicPr>
          <p:blipFill>
            <a:blip r:embed="rId3"/>
            <a:stretch>
              <a:fillRect/>
            </a:stretch>
          </p:blipFill>
          <p:spPr>
            <a:xfrm>
              <a:off x="7628933" y="2544462"/>
              <a:ext cx="1977822" cy="1318548"/>
            </a:xfrm>
            <a:prstGeom prst="rect">
              <a:avLst/>
            </a:prstGeom>
          </p:spPr>
        </p:pic>
        <p:sp>
          <p:nvSpPr>
            <p:cNvPr id="11" name="文本框 10">
              <a:extLst>
                <a:ext uri="{FF2B5EF4-FFF2-40B4-BE49-F238E27FC236}">
                  <a16:creationId xmlns:a16="http://schemas.microsoft.com/office/drawing/2014/main" id="{7284143E-CE29-20F3-19F6-6ABF98B307EE}"/>
                </a:ext>
              </a:extLst>
            </p:cNvPr>
            <p:cNvSpPr txBox="1"/>
            <p:nvPr/>
          </p:nvSpPr>
          <p:spPr>
            <a:xfrm>
              <a:off x="7938532" y="3863011"/>
              <a:ext cx="1358623" cy="369688"/>
            </a:xfrm>
            <a:prstGeom prst="rect">
              <a:avLst/>
            </a:prstGeom>
            <a:noFill/>
          </p:spPr>
          <p:txBody>
            <a:bodyPr wrap="square" rtlCol="0">
              <a:spAutoFit/>
            </a:bodyPr>
            <a:lstStyle/>
            <a:p>
              <a:r>
                <a:rPr lang="en-US" altLang="zh-CN" sz="1200" b="1">
                  <a:solidFill>
                    <a:srgbClr val="4970FD"/>
                  </a:solidFill>
                </a:rPr>
                <a:t>DeepSeek</a:t>
              </a:r>
              <a:endParaRPr lang="zh-CN" altLang="en-US" sz="1200" b="1">
                <a:solidFill>
                  <a:srgbClr val="4970FD"/>
                </a:solidFill>
              </a:endParaRPr>
            </a:p>
          </p:txBody>
        </p:sp>
      </p:grpSp>
      <p:cxnSp>
        <p:nvCxnSpPr>
          <p:cNvPr id="13" name="直接箭头连接符 12">
            <a:extLst>
              <a:ext uri="{FF2B5EF4-FFF2-40B4-BE49-F238E27FC236}">
                <a16:creationId xmlns:a16="http://schemas.microsoft.com/office/drawing/2014/main" id="{EE8963C9-0AC5-B788-401A-434501E7258A}"/>
              </a:ext>
            </a:extLst>
          </p:cNvPr>
          <p:cNvCxnSpPr>
            <a:cxnSpLocks/>
          </p:cNvCxnSpPr>
          <p:nvPr/>
        </p:nvCxnSpPr>
        <p:spPr>
          <a:xfrm>
            <a:off x="2868602" y="3068781"/>
            <a:ext cx="4866346" cy="1"/>
          </a:xfrm>
          <a:prstGeom prst="straightConnector1">
            <a:avLst/>
          </a:prstGeom>
          <a:ln w="12700">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25DFE56F-BB78-054D-5FE6-5BD2A3D65B66}"/>
              </a:ext>
            </a:extLst>
          </p:cNvPr>
          <p:cNvCxnSpPr>
            <a:cxnSpLocks/>
          </p:cNvCxnSpPr>
          <p:nvPr/>
        </p:nvCxnSpPr>
        <p:spPr>
          <a:xfrm>
            <a:off x="2868602" y="3360327"/>
            <a:ext cx="4866346" cy="1"/>
          </a:xfrm>
          <a:prstGeom prst="straightConnector1">
            <a:avLst/>
          </a:prstGeom>
          <a:ln w="12700">
            <a:solidFill>
              <a:schemeClr val="bg1">
                <a:lumMod val="50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C81EE346-623F-DA66-31B3-36C04635D823}"/>
              </a:ext>
            </a:extLst>
          </p:cNvPr>
          <p:cNvSpPr txBox="1"/>
          <p:nvPr/>
        </p:nvSpPr>
        <p:spPr>
          <a:xfrm>
            <a:off x="1424608" y="5045288"/>
            <a:ext cx="8483413" cy="523220"/>
          </a:xfrm>
          <a:prstGeom prst="rect">
            <a:avLst/>
          </a:prstGeom>
          <a:noFill/>
        </p:spPr>
        <p:txBody>
          <a:bodyPr wrap="none" rtlCol="0">
            <a:spAutoFit/>
          </a:bodyPr>
          <a:lstStyle/>
          <a:p>
            <a:r>
              <a:rPr lang="zh-CN" altLang="en-US" sz="2800">
                <a:solidFill>
                  <a:srgbClr val="C00000"/>
                </a:solidFill>
                <a:latin typeface="荆南波波黑" panose="02000800000000000000" pitchFamily="2" charset="-122"/>
                <a:ea typeface="荆南波波黑" panose="02000800000000000000" pitchFamily="2" charset="-122"/>
              </a:rPr>
              <a:t>引导</a:t>
            </a:r>
            <a:r>
              <a:rPr lang="en-US" altLang="zh-CN" sz="2800">
                <a:solidFill>
                  <a:srgbClr val="C00000"/>
                </a:solidFill>
                <a:latin typeface="荆南波波黑" panose="02000800000000000000" pitchFamily="2" charset="-122"/>
                <a:ea typeface="荆南波波黑" panose="02000800000000000000" pitchFamily="2" charset="-122"/>
              </a:rPr>
              <a:t>AI</a:t>
            </a:r>
            <a:r>
              <a:rPr lang="zh-CN" altLang="en-US" sz="2800">
                <a:solidFill>
                  <a:srgbClr val="C00000"/>
                </a:solidFill>
                <a:latin typeface="荆南波波黑" panose="02000800000000000000" pitchFamily="2" charset="-122"/>
                <a:ea typeface="荆南波波黑" panose="02000800000000000000" pitchFamily="2" charset="-122"/>
              </a:rPr>
              <a:t>思考，约束其输出范围，并明确你期望的结果</a:t>
            </a:r>
          </a:p>
        </p:txBody>
      </p:sp>
      <p:pic>
        <p:nvPicPr>
          <p:cNvPr id="12" name="图片 11">
            <a:extLst>
              <a:ext uri="{FF2B5EF4-FFF2-40B4-BE49-F238E27FC236}">
                <a16:creationId xmlns:a16="http://schemas.microsoft.com/office/drawing/2014/main" id="{7A5269CE-70DD-2157-A387-4ACF4B333B86}"/>
              </a:ext>
            </a:extLst>
          </p:cNvPr>
          <p:cNvPicPr>
            <a:picLocks noChangeAspect="1"/>
          </p:cNvPicPr>
          <p:nvPr/>
        </p:nvPicPr>
        <p:blipFill>
          <a:blip r:embed="rId4">
            <a:extLst>
              <a:ext uri="{28A0092B-C50C-407E-A947-70E740481C1C}">
                <a14:useLocalDpi xmlns:a14="http://schemas.microsoft.com/office/drawing/2010/main" val="0"/>
              </a:ext>
            </a:extLst>
          </a:blip>
          <a:srcRect l="14154" t="19614" r="11546" b="11787"/>
          <a:stretch>
            <a:fillRect/>
          </a:stretch>
        </p:blipFill>
        <p:spPr>
          <a:xfrm>
            <a:off x="3366052" y="2021448"/>
            <a:ext cx="1066389" cy="984572"/>
          </a:xfrm>
          <a:prstGeom prst="rect">
            <a:avLst/>
          </a:prstGeom>
        </p:spPr>
      </p:pic>
    </p:spTree>
    <p:extLst>
      <p:ext uri="{BB962C8B-B14F-4D97-AF65-F5344CB8AC3E}">
        <p14:creationId xmlns:p14="http://schemas.microsoft.com/office/powerpoint/2010/main" val="660230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right)">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fltVal val="0"/>
                                          </p:val>
                                        </p:tav>
                                        <p:tav tm="100000">
                                          <p:val>
                                            <p:strVal val="#ppt_w"/>
                                          </p:val>
                                        </p:tav>
                                      </p:tavLst>
                                    </p:anim>
                                    <p:anim calcmode="lin" valueType="num">
                                      <p:cBhvr>
                                        <p:cTn id="32" dur="500" fill="hold"/>
                                        <p:tgtEl>
                                          <p:spTgt spid="3"/>
                                        </p:tgtEl>
                                        <p:attrNameLst>
                                          <p:attrName>ppt_h</p:attrName>
                                        </p:attrNameLst>
                                      </p:cBhvr>
                                      <p:tavLst>
                                        <p:tav tm="0">
                                          <p:val>
                                            <p:fltVal val="0"/>
                                          </p:val>
                                        </p:tav>
                                        <p:tav tm="100000">
                                          <p:val>
                                            <p:strVal val="#ppt_h"/>
                                          </p:val>
                                        </p:tav>
                                      </p:tavLst>
                                    </p:anim>
                                    <p:animEffect transition="in" filter="fade">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4"/>
                                        </p:tgtEl>
                                        <p:attrNameLst>
                                          <p:attrName>style.visibility</p:attrName>
                                        </p:attrNameLst>
                                      </p:cBhvr>
                                      <p:to>
                                        <p:strVal val="visible"/>
                                      </p:to>
                                    </p:set>
                                    <p:anim calcmode="lin" valueType="num">
                                      <p:cBhvr>
                                        <p:cTn id="38" dur="500" fill="hold"/>
                                        <p:tgtEl>
                                          <p:spTgt spid="4"/>
                                        </p:tgtEl>
                                        <p:attrNameLst>
                                          <p:attrName>ppt_w</p:attrName>
                                        </p:attrNameLst>
                                      </p:cBhvr>
                                      <p:tavLst>
                                        <p:tav tm="0">
                                          <p:val>
                                            <p:fltVal val="0"/>
                                          </p:val>
                                        </p:tav>
                                        <p:tav tm="100000">
                                          <p:val>
                                            <p:strVal val="#ppt_w"/>
                                          </p:val>
                                        </p:tav>
                                      </p:tavLst>
                                    </p:anim>
                                    <p:anim calcmode="lin" valueType="num">
                                      <p:cBhvr>
                                        <p:cTn id="39" dur="500" fill="hold"/>
                                        <p:tgtEl>
                                          <p:spTgt spid="4"/>
                                        </p:tgtEl>
                                        <p:attrNameLst>
                                          <p:attrName>ppt_h</p:attrName>
                                        </p:attrNameLst>
                                      </p:cBhvr>
                                      <p:tavLst>
                                        <p:tav tm="0">
                                          <p:val>
                                            <p:fltVal val="0"/>
                                          </p:val>
                                        </p:tav>
                                        <p:tav tm="100000">
                                          <p:val>
                                            <p:strVal val="#ppt_h"/>
                                          </p:val>
                                        </p:tav>
                                      </p:tavLst>
                                    </p:anim>
                                    <p:animEffect transition="in" filter="fade">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p:cTn id="45" dur="500" fill="hold"/>
                                        <p:tgtEl>
                                          <p:spTgt spid="7"/>
                                        </p:tgtEl>
                                        <p:attrNameLst>
                                          <p:attrName>ppt_w</p:attrName>
                                        </p:attrNameLst>
                                      </p:cBhvr>
                                      <p:tavLst>
                                        <p:tav tm="0">
                                          <p:val>
                                            <p:fltVal val="0"/>
                                          </p:val>
                                        </p:tav>
                                        <p:tav tm="100000">
                                          <p:val>
                                            <p:strVal val="#ppt_w"/>
                                          </p:val>
                                        </p:tav>
                                      </p:tavLst>
                                    </p:anim>
                                    <p:anim calcmode="lin" valueType="num">
                                      <p:cBhvr>
                                        <p:cTn id="46" dur="500" fill="hold"/>
                                        <p:tgtEl>
                                          <p:spTgt spid="7"/>
                                        </p:tgtEl>
                                        <p:attrNameLst>
                                          <p:attrName>ppt_h</p:attrName>
                                        </p:attrNameLst>
                                      </p:cBhvr>
                                      <p:tavLst>
                                        <p:tav tm="0">
                                          <p:val>
                                            <p:fltVal val="0"/>
                                          </p:val>
                                        </p:tav>
                                        <p:tav tm="100000">
                                          <p:val>
                                            <p:strVal val="#ppt_h"/>
                                          </p:val>
                                        </p:tav>
                                      </p:tavLst>
                                    </p:anim>
                                    <p:animEffect transition="in" filter="fade">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26" presetClass="entr" presetSubtype="0"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down)">
                                      <p:cBhvr>
                                        <p:cTn id="52" dur="580">
                                          <p:stCondLst>
                                            <p:cond delay="0"/>
                                          </p:stCondLst>
                                        </p:cTn>
                                        <p:tgtEl>
                                          <p:spTgt spid="12"/>
                                        </p:tgtEl>
                                      </p:cBhvr>
                                    </p:animEffect>
                                    <p:anim calcmode="lin" valueType="num">
                                      <p:cBhvr>
                                        <p:cTn id="53"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54"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55"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56"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57"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58" dur="26">
                                          <p:stCondLst>
                                            <p:cond delay="650"/>
                                          </p:stCondLst>
                                        </p:cTn>
                                        <p:tgtEl>
                                          <p:spTgt spid="12"/>
                                        </p:tgtEl>
                                      </p:cBhvr>
                                      <p:to x="100000" y="60000"/>
                                    </p:animScale>
                                    <p:animScale>
                                      <p:cBhvr>
                                        <p:cTn id="59" dur="166" decel="50000">
                                          <p:stCondLst>
                                            <p:cond delay="676"/>
                                          </p:stCondLst>
                                        </p:cTn>
                                        <p:tgtEl>
                                          <p:spTgt spid="12"/>
                                        </p:tgtEl>
                                      </p:cBhvr>
                                      <p:to x="100000" y="100000"/>
                                    </p:animScale>
                                    <p:animScale>
                                      <p:cBhvr>
                                        <p:cTn id="60" dur="26">
                                          <p:stCondLst>
                                            <p:cond delay="1312"/>
                                          </p:stCondLst>
                                        </p:cTn>
                                        <p:tgtEl>
                                          <p:spTgt spid="12"/>
                                        </p:tgtEl>
                                      </p:cBhvr>
                                      <p:to x="100000" y="80000"/>
                                    </p:animScale>
                                    <p:animScale>
                                      <p:cBhvr>
                                        <p:cTn id="61" dur="166" decel="50000">
                                          <p:stCondLst>
                                            <p:cond delay="1338"/>
                                          </p:stCondLst>
                                        </p:cTn>
                                        <p:tgtEl>
                                          <p:spTgt spid="12"/>
                                        </p:tgtEl>
                                      </p:cBhvr>
                                      <p:to x="100000" y="100000"/>
                                    </p:animScale>
                                    <p:animScale>
                                      <p:cBhvr>
                                        <p:cTn id="62" dur="26">
                                          <p:stCondLst>
                                            <p:cond delay="1642"/>
                                          </p:stCondLst>
                                        </p:cTn>
                                        <p:tgtEl>
                                          <p:spTgt spid="12"/>
                                        </p:tgtEl>
                                      </p:cBhvr>
                                      <p:to x="100000" y="90000"/>
                                    </p:animScale>
                                    <p:animScale>
                                      <p:cBhvr>
                                        <p:cTn id="63" dur="166" decel="50000">
                                          <p:stCondLst>
                                            <p:cond delay="1668"/>
                                          </p:stCondLst>
                                        </p:cTn>
                                        <p:tgtEl>
                                          <p:spTgt spid="12"/>
                                        </p:tgtEl>
                                      </p:cBhvr>
                                      <p:to x="100000" y="100000"/>
                                    </p:animScale>
                                    <p:animScale>
                                      <p:cBhvr>
                                        <p:cTn id="64" dur="26">
                                          <p:stCondLst>
                                            <p:cond delay="1808"/>
                                          </p:stCondLst>
                                        </p:cTn>
                                        <p:tgtEl>
                                          <p:spTgt spid="12"/>
                                        </p:tgtEl>
                                      </p:cBhvr>
                                      <p:to x="100000" y="95000"/>
                                    </p:animScale>
                                    <p:animScale>
                                      <p:cBhvr>
                                        <p:cTn id="65" dur="166" decel="50000">
                                          <p:stCondLst>
                                            <p:cond delay="1834"/>
                                          </p:stCondLst>
                                        </p:cTn>
                                        <p:tgtEl>
                                          <p:spTgt spid="12"/>
                                        </p:tgtEl>
                                      </p:cBhvr>
                                      <p:to x="100000" y="100000"/>
                                    </p:animScale>
                                  </p:childTnLst>
                                </p:cTn>
                              </p:par>
                            </p:childTnLst>
                          </p:cTn>
                        </p:par>
                      </p:childTnLst>
                    </p:cTn>
                  </p:par>
                  <p:par>
                    <p:cTn id="66" fill="hold">
                      <p:stCondLst>
                        <p:cond delay="indefinite"/>
                      </p:stCondLst>
                      <p:childTnLst>
                        <p:par>
                          <p:cTn id="67" fill="hold">
                            <p:stCondLst>
                              <p:cond delay="0"/>
                            </p:stCondLst>
                            <p:childTnLst>
                              <p:par>
                                <p:cTn id="68" presetID="7" presetClass="emph" presetSubtype="2" fill="hold" nodeType="clickEffect">
                                  <p:stCondLst>
                                    <p:cond delay="0"/>
                                  </p:stCondLst>
                                  <p:childTnLst>
                                    <p:animClr clrSpc="rgb" dir="cw">
                                      <p:cBhvr>
                                        <p:cTn id="69" dur="250" fill="hold"/>
                                        <p:tgtEl>
                                          <p:spTgt spid="3"/>
                                        </p:tgtEl>
                                        <p:attrNameLst>
                                          <p:attrName>stroke.color</p:attrName>
                                        </p:attrNameLst>
                                      </p:cBhvr>
                                      <p:to>
                                        <a:srgbClr val="C00000"/>
                                      </p:to>
                                    </p:animClr>
                                    <p:set>
                                      <p:cBhvr>
                                        <p:cTn id="70" dur="250" fill="hold"/>
                                        <p:tgtEl>
                                          <p:spTgt spid="3"/>
                                        </p:tgtEl>
                                        <p:attrNameLst>
                                          <p:attrName>stroke.on</p:attrName>
                                        </p:attrNameLst>
                                      </p:cBhvr>
                                      <p:to>
                                        <p:strVal val="true"/>
                                      </p:to>
                                    </p:set>
                                  </p:childTnLst>
                                </p:cTn>
                              </p:par>
                              <p:par>
                                <p:cTn id="71" presetID="7" presetClass="emph" presetSubtype="2" fill="hold" nodeType="withEffect">
                                  <p:stCondLst>
                                    <p:cond delay="0"/>
                                  </p:stCondLst>
                                  <p:childTnLst>
                                    <p:animClr clrSpc="rgb" dir="cw">
                                      <p:cBhvr>
                                        <p:cTn id="72" dur="250" fill="hold"/>
                                        <p:tgtEl>
                                          <p:spTgt spid="4"/>
                                        </p:tgtEl>
                                        <p:attrNameLst>
                                          <p:attrName>stroke.color</p:attrName>
                                        </p:attrNameLst>
                                      </p:cBhvr>
                                      <p:to>
                                        <a:srgbClr val="C00000"/>
                                      </p:to>
                                    </p:animClr>
                                    <p:set>
                                      <p:cBhvr>
                                        <p:cTn id="73" dur="250" fill="hold"/>
                                        <p:tgtEl>
                                          <p:spTgt spid="4"/>
                                        </p:tgtEl>
                                        <p:attrNameLst>
                                          <p:attrName>stroke.on</p:attrName>
                                        </p:attrNameLst>
                                      </p:cBhvr>
                                      <p:to>
                                        <p:strVal val="true"/>
                                      </p:to>
                                    </p:set>
                                  </p:childTnLst>
                                </p:cTn>
                              </p:par>
                              <p:par>
                                <p:cTn id="74" presetID="7" presetClass="emph" presetSubtype="2" fill="hold" nodeType="withEffect">
                                  <p:stCondLst>
                                    <p:cond delay="0"/>
                                  </p:stCondLst>
                                  <p:childTnLst>
                                    <p:animClr clrSpc="rgb" dir="cw">
                                      <p:cBhvr>
                                        <p:cTn id="75" dur="250" fill="hold"/>
                                        <p:tgtEl>
                                          <p:spTgt spid="7"/>
                                        </p:tgtEl>
                                        <p:attrNameLst>
                                          <p:attrName>stroke.color</p:attrName>
                                        </p:attrNameLst>
                                      </p:cBhvr>
                                      <p:to>
                                        <a:srgbClr val="C00000"/>
                                      </p:to>
                                    </p:animClr>
                                    <p:set>
                                      <p:cBhvr>
                                        <p:cTn id="76" dur="250" fill="hold"/>
                                        <p:tgtEl>
                                          <p:spTgt spid="7"/>
                                        </p:tgtEl>
                                        <p:attrNameLst>
                                          <p:attrName>stroke.on</p:attrName>
                                        </p:attrNameLst>
                                      </p:cBhvr>
                                      <p:to>
                                        <p:strVal val="true"/>
                                      </p:to>
                                    </p:set>
                                  </p:childTnLst>
                                </p:cTn>
                              </p:par>
                              <p:par>
                                <p:cTn id="77" presetID="1" presetClass="emph" presetSubtype="2" fill="hold" nodeType="withEffect">
                                  <p:stCondLst>
                                    <p:cond delay="0"/>
                                  </p:stCondLst>
                                  <p:childTnLst>
                                    <p:animClr clrSpc="rgb" dir="cw">
                                      <p:cBhvr>
                                        <p:cTn id="78" dur="250" fill="hold"/>
                                        <p:tgtEl>
                                          <p:spTgt spid="3"/>
                                        </p:tgtEl>
                                        <p:attrNameLst>
                                          <p:attrName>fillcolor</p:attrName>
                                        </p:attrNameLst>
                                      </p:cBhvr>
                                      <p:to>
                                        <a:srgbClr val="C00000"/>
                                      </p:to>
                                    </p:animClr>
                                    <p:set>
                                      <p:cBhvr>
                                        <p:cTn id="79" dur="250" fill="hold"/>
                                        <p:tgtEl>
                                          <p:spTgt spid="3"/>
                                        </p:tgtEl>
                                        <p:attrNameLst>
                                          <p:attrName>fill.type</p:attrName>
                                        </p:attrNameLst>
                                      </p:cBhvr>
                                      <p:to>
                                        <p:strVal val="solid"/>
                                      </p:to>
                                    </p:set>
                                    <p:set>
                                      <p:cBhvr>
                                        <p:cTn id="80" dur="250" fill="hold"/>
                                        <p:tgtEl>
                                          <p:spTgt spid="3"/>
                                        </p:tgtEl>
                                        <p:attrNameLst>
                                          <p:attrName>fill.on</p:attrName>
                                        </p:attrNameLst>
                                      </p:cBhvr>
                                      <p:to>
                                        <p:strVal val="true"/>
                                      </p:to>
                                    </p:set>
                                  </p:childTnLst>
                                </p:cTn>
                              </p:par>
                              <p:par>
                                <p:cTn id="81" presetID="1" presetClass="emph" presetSubtype="2" fill="hold" nodeType="withEffect">
                                  <p:stCondLst>
                                    <p:cond delay="0"/>
                                  </p:stCondLst>
                                  <p:childTnLst>
                                    <p:animClr clrSpc="rgb" dir="cw">
                                      <p:cBhvr>
                                        <p:cTn id="82" dur="250" fill="hold"/>
                                        <p:tgtEl>
                                          <p:spTgt spid="4"/>
                                        </p:tgtEl>
                                        <p:attrNameLst>
                                          <p:attrName>fillcolor</p:attrName>
                                        </p:attrNameLst>
                                      </p:cBhvr>
                                      <p:to>
                                        <a:srgbClr val="C00000"/>
                                      </p:to>
                                    </p:animClr>
                                    <p:set>
                                      <p:cBhvr>
                                        <p:cTn id="83" dur="250" fill="hold"/>
                                        <p:tgtEl>
                                          <p:spTgt spid="4"/>
                                        </p:tgtEl>
                                        <p:attrNameLst>
                                          <p:attrName>fill.type</p:attrName>
                                        </p:attrNameLst>
                                      </p:cBhvr>
                                      <p:to>
                                        <p:strVal val="solid"/>
                                      </p:to>
                                    </p:set>
                                    <p:set>
                                      <p:cBhvr>
                                        <p:cTn id="84" dur="250" fill="hold"/>
                                        <p:tgtEl>
                                          <p:spTgt spid="4"/>
                                        </p:tgtEl>
                                        <p:attrNameLst>
                                          <p:attrName>fill.on</p:attrName>
                                        </p:attrNameLst>
                                      </p:cBhvr>
                                      <p:to>
                                        <p:strVal val="true"/>
                                      </p:to>
                                    </p:set>
                                  </p:childTnLst>
                                </p:cTn>
                              </p:par>
                              <p:par>
                                <p:cTn id="85" presetID="1" presetClass="emph" presetSubtype="2" fill="hold" nodeType="withEffect">
                                  <p:stCondLst>
                                    <p:cond delay="0"/>
                                  </p:stCondLst>
                                  <p:childTnLst>
                                    <p:animClr clrSpc="rgb" dir="cw">
                                      <p:cBhvr>
                                        <p:cTn id="86" dur="250" fill="hold"/>
                                        <p:tgtEl>
                                          <p:spTgt spid="7"/>
                                        </p:tgtEl>
                                        <p:attrNameLst>
                                          <p:attrName>fillcolor</p:attrName>
                                        </p:attrNameLst>
                                      </p:cBhvr>
                                      <p:to>
                                        <a:srgbClr val="C00000"/>
                                      </p:to>
                                    </p:animClr>
                                    <p:set>
                                      <p:cBhvr>
                                        <p:cTn id="87" dur="250" fill="hold"/>
                                        <p:tgtEl>
                                          <p:spTgt spid="7"/>
                                        </p:tgtEl>
                                        <p:attrNameLst>
                                          <p:attrName>fill.type</p:attrName>
                                        </p:attrNameLst>
                                      </p:cBhvr>
                                      <p:to>
                                        <p:strVal val="solid"/>
                                      </p:to>
                                    </p:set>
                                    <p:set>
                                      <p:cBhvr>
                                        <p:cTn id="88" dur="250" fill="hold"/>
                                        <p:tgtEl>
                                          <p:spTgt spid="7"/>
                                        </p:tgtEl>
                                        <p:attrNameLst>
                                          <p:attrName>fill.on</p:attrName>
                                        </p:attrNameLst>
                                      </p:cBhvr>
                                      <p:to>
                                        <p:strVal val="true"/>
                                      </p:to>
                                    </p:set>
                                  </p:childTnLst>
                                </p:cTn>
                              </p:par>
                            </p:childTnLst>
                          </p:cTn>
                        </p:par>
                      </p:childTnLst>
                    </p:cTn>
                  </p:par>
                  <p:par>
                    <p:cTn id="89" fill="hold">
                      <p:stCondLst>
                        <p:cond delay="indefinite"/>
                      </p:stCondLst>
                      <p:childTnLst>
                        <p:par>
                          <p:cTn id="90" fill="hold">
                            <p:stCondLst>
                              <p:cond delay="0"/>
                            </p:stCondLst>
                            <p:childTnLst>
                              <p:par>
                                <p:cTn id="91" presetID="53" presetClass="entr" presetSubtype="16" decel="50000" fill="hold" grpId="0" nodeType="clickEffect">
                                  <p:stCondLst>
                                    <p:cond delay="0"/>
                                  </p:stCondLst>
                                  <p:childTnLst>
                                    <p:set>
                                      <p:cBhvr>
                                        <p:cTn id="92" dur="1" fill="hold">
                                          <p:stCondLst>
                                            <p:cond delay="0"/>
                                          </p:stCondLst>
                                        </p:cTn>
                                        <p:tgtEl>
                                          <p:spTgt spid="19"/>
                                        </p:tgtEl>
                                        <p:attrNameLst>
                                          <p:attrName>style.visibility</p:attrName>
                                        </p:attrNameLst>
                                      </p:cBhvr>
                                      <p:to>
                                        <p:strVal val="visible"/>
                                      </p:to>
                                    </p:set>
                                    <p:anim calcmode="lin" valueType="num">
                                      <p:cBhvr>
                                        <p:cTn id="93" dur="200" fill="hold"/>
                                        <p:tgtEl>
                                          <p:spTgt spid="19"/>
                                        </p:tgtEl>
                                        <p:attrNameLst>
                                          <p:attrName>ppt_w</p:attrName>
                                        </p:attrNameLst>
                                      </p:cBhvr>
                                      <p:tavLst>
                                        <p:tav tm="0">
                                          <p:val>
                                            <p:strVal val="0"/>
                                          </p:val>
                                        </p:tav>
                                        <p:tav tm="100000">
                                          <p:val>
                                            <p:strVal val="#ppt_w"/>
                                          </p:val>
                                        </p:tav>
                                      </p:tavLst>
                                    </p:anim>
                                    <p:anim calcmode="lin" valueType="num">
                                      <p:cBhvr>
                                        <p:cTn id="94" dur="200" fill="hold"/>
                                        <p:tgtEl>
                                          <p:spTgt spid="19"/>
                                        </p:tgtEl>
                                        <p:attrNameLst>
                                          <p:attrName>ppt_h</p:attrName>
                                        </p:attrNameLst>
                                      </p:cBhvr>
                                      <p:tavLst>
                                        <p:tav tm="0">
                                          <p:val>
                                            <p:strVal val="0"/>
                                          </p:val>
                                        </p:tav>
                                        <p:tav tm="100000">
                                          <p:val>
                                            <p:strVal val="#ppt_h"/>
                                          </p:val>
                                        </p:tav>
                                      </p:tavLst>
                                    </p:anim>
                                    <p:animScale>
                                      <p:cBhvr>
                                        <p:cTn id="95" dur="100" autoRev="1" fill="hold">
                                          <p:stCondLst>
                                            <p:cond delay="200"/>
                                          </p:stCondLst>
                                        </p:cTn>
                                        <p:tgtEl>
                                          <p:spTgt spid="19"/>
                                        </p:tgtEl>
                                      </p:cBhvr>
                                      <p:from x="100000" y="100000"/>
                                      <p:to x="110000" y="110000"/>
                                    </p:animScale>
                                    <p:animScale>
                                      <p:cBhvr>
                                        <p:cTn id="96" dur="100" autoRev="1" fill="hold">
                                          <p:stCondLst>
                                            <p:cond delay="400"/>
                                          </p:stCondLst>
                                        </p:cTn>
                                        <p:tgtEl>
                                          <p:spTgt spid="19"/>
                                        </p:tgtEl>
                                      </p:cBhvr>
                                      <p:from x="100000" y="100000"/>
                                      <p:to x="90000" y="9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P spid="1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7AE9E-03FF-ADDD-2286-3B0903897624}"/>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F8F5210C-DAA0-4AF4-70D5-59CC43746D40}"/>
              </a:ext>
            </a:extLst>
          </p:cNvPr>
          <p:cNvSpPr>
            <a:spLocks noGrp="1"/>
          </p:cNvSpPr>
          <p:nvPr>
            <p:ph idx="1"/>
          </p:nvPr>
        </p:nvSpPr>
        <p:spPr>
          <a:xfrm>
            <a:off x="576197" y="956242"/>
            <a:ext cx="11456777" cy="1426311"/>
          </a:xfrm>
        </p:spPr>
        <p:txBody>
          <a:bodyPr/>
          <a:lstStyle/>
          <a:p>
            <a:pPr marL="285750" indent="-285750">
              <a:spcBef>
                <a:spcPts val="1200"/>
              </a:spcBef>
              <a:buFont typeface="Wingdings" panose="05000000000000000000" pitchFamily="2" charset="2"/>
              <a:buChar char="l"/>
            </a:pPr>
            <a:r>
              <a:rPr lang="zh-CN" altLang="en-US"/>
              <a:t>提示词</a:t>
            </a:r>
            <a:r>
              <a:rPr lang="en-US" altLang="zh-CN"/>
              <a:t>(Prompt)</a:t>
            </a:r>
            <a:r>
              <a:rPr lang="zh-CN" altLang="en-US"/>
              <a:t>：是引导大模型</a:t>
            </a:r>
            <a:r>
              <a:rPr lang="en-US" altLang="zh-CN"/>
              <a:t>(LLM)</a:t>
            </a:r>
            <a:r>
              <a:rPr lang="zh-CN" altLang="en-US"/>
              <a:t>进行内容生成的命令（一句话、一个问题等）。</a:t>
            </a:r>
            <a:endParaRPr lang="en-US" altLang="zh-CN"/>
          </a:p>
          <a:p>
            <a:pPr marL="285750" indent="-285750">
              <a:spcBef>
                <a:spcPts val="1200"/>
              </a:spcBef>
              <a:buFont typeface="Wingdings" panose="05000000000000000000" pitchFamily="2" charset="2"/>
              <a:buChar char="l"/>
            </a:pPr>
            <a:r>
              <a:rPr lang="zh-CN" altLang="en-US"/>
              <a:t>提示词工程</a:t>
            </a:r>
            <a:r>
              <a:rPr lang="en-US" altLang="zh-CN"/>
              <a:t>(Prompt Engineering)</a:t>
            </a:r>
            <a:r>
              <a:rPr lang="zh-CN" altLang="en-US"/>
              <a:t>：通过有技巧的编写提示词，使大模型生成出尽可能符合预期的内容，这一持续性的过程就称为提示词工程。</a:t>
            </a:r>
            <a:endParaRPr lang="en-US" altLang="zh-CN"/>
          </a:p>
        </p:txBody>
      </p:sp>
      <p:sp>
        <p:nvSpPr>
          <p:cNvPr id="5" name="标题 4">
            <a:extLst>
              <a:ext uri="{FF2B5EF4-FFF2-40B4-BE49-F238E27FC236}">
                <a16:creationId xmlns:a16="http://schemas.microsoft.com/office/drawing/2014/main" id="{1119E08E-C590-69C5-C802-C9E2681D4003}"/>
              </a:ext>
            </a:extLst>
          </p:cNvPr>
          <p:cNvSpPr>
            <a:spLocks noGrp="1"/>
          </p:cNvSpPr>
          <p:nvPr>
            <p:ph type="title"/>
          </p:nvPr>
        </p:nvSpPr>
        <p:spPr/>
        <p:txBody>
          <a:bodyPr/>
          <a:lstStyle/>
          <a:p>
            <a:r>
              <a:rPr lang="zh-CN" altLang="en-US"/>
              <a:t>提示词工程</a:t>
            </a:r>
          </a:p>
        </p:txBody>
      </p:sp>
      <p:sp>
        <p:nvSpPr>
          <p:cNvPr id="3" name="矩形: 圆角 2">
            <a:extLst>
              <a:ext uri="{FF2B5EF4-FFF2-40B4-BE49-F238E27FC236}">
                <a16:creationId xmlns:a16="http://schemas.microsoft.com/office/drawing/2014/main" id="{CB48FA5C-1858-7832-35FC-A90C66A72366}"/>
              </a:ext>
            </a:extLst>
          </p:cNvPr>
          <p:cNvSpPr/>
          <p:nvPr/>
        </p:nvSpPr>
        <p:spPr>
          <a:xfrm>
            <a:off x="4558738" y="2978896"/>
            <a:ext cx="1635657" cy="271793"/>
          </a:xfrm>
          <a:prstGeom prst="roundRect">
            <a:avLst/>
          </a:prstGeom>
          <a:solidFill>
            <a:schemeClr val="bg1">
              <a:lumMod val="65000"/>
              <a:alpha val="10196"/>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a:solidFill>
                  <a:schemeClr val="tx1">
                    <a:lumMod val="50000"/>
                  </a:schemeClr>
                </a:solidFill>
              </a:rPr>
              <a:t>给我讲个故事</a:t>
            </a:r>
          </a:p>
        </p:txBody>
      </p:sp>
      <p:sp>
        <p:nvSpPr>
          <p:cNvPr id="4" name="矩形: 圆角 3">
            <a:extLst>
              <a:ext uri="{FF2B5EF4-FFF2-40B4-BE49-F238E27FC236}">
                <a16:creationId xmlns:a16="http://schemas.microsoft.com/office/drawing/2014/main" id="{F896D7F9-DEF9-2A83-3A0B-87AB28FD7236}"/>
              </a:ext>
            </a:extLst>
          </p:cNvPr>
          <p:cNvSpPr/>
          <p:nvPr/>
        </p:nvSpPr>
        <p:spPr>
          <a:xfrm>
            <a:off x="4558738" y="3317072"/>
            <a:ext cx="1635657" cy="271793"/>
          </a:xfrm>
          <a:prstGeom prst="roundRect">
            <a:avLst/>
          </a:prstGeom>
          <a:solidFill>
            <a:schemeClr val="bg1">
              <a:lumMod val="65000"/>
              <a:alpha val="10196"/>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a:solidFill>
                  <a:schemeClr val="tx1">
                    <a:lumMod val="50000"/>
                  </a:schemeClr>
                </a:solidFill>
              </a:rPr>
              <a:t>用</a:t>
            </a:r>
            <a:r>
              <a:rPr lang="en-US" altLang="zh-CN" sz="1100">
                <a:solidFill>
                  <a:schemeClr val="tx1">
                    <a:lumMod val="50000"/>
                  </a:schemeClr>
                </a:solidFill>
              </a:rPr>
              <a:t>Python</a:t>
            </a:r>
            <a:r>
              <a:rPr lang="zh-CN" altLang="en-US" sz="1100">
                <a:solidFill>
                  <a:schemeClr val="tx1">
                    <a:lumMod val="50000"/>
                  </a:schemeClr>
                </a:solidFill>
              </a:rPr>
              <a:t>写一个游戏</a:t>
            </a:r>
          </a:p>
        </p:txBody>
      </p:sp>
      <p:sp>
        <p:nvSpPr>
          <p:cNvPr id="7" name="矩形: 圆角 6">
            <a:extLst>
              <a:ext uri="{FF2B5EF4-FFF2-40B4-BE49-F238E27FC236}">
                <a16:creationId xmlns:a16="http://schemas.microsoft.com/office/drawing/2014/main" id="{11323CC5-2758-3BFB-1D3B-1D0C5A2FAEE4}"/>
              </a:ext>
            </a:extLst>
          </p:cNvPr>
          <p:cNvSpPr/>
          <p:nvPr/>
        </p:nvSpPr>
        <p:spPr>
          <a:xfrm>
            <a:off x="4558738" y="3655248"/>
            <a:ext cx="1635657" cy="271793"/>
          </a:xfrm>
          <a:prstGeom prst="roundRect">
            <a:avLst/>
          </a:prstGeom>
          <a:solidFill>
            <a:schemeClr val="bg1">
              <a:lumMod val="65000"/>
              <a:alpha val="10196"/>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a:solidFill>
                  <a:schemeClr val="tx1">
                    <a:lumMod val="50000"/>
                  </a:schemeClr>
                </a:solidFill>
              </a:rPr>
              <a:t>法国大革命爆发的原因</a:t>
            </a:r>
          </a:p>
        </p:txBody>
      </p:sp>
      <p:pic>
        <p:nvPicPr>
          <p:cNvPr id="8" name="图片 7" descr="电脑萤幕&#10;&#10;AI 生成的内容可能不正确。">
            <a:extLst>
              <a:ext uri="{FF2B5EF4-FFF2-40B4-BE49-F238E27FC236}">
                <a16:creationId xmlns:a16="http://schemas.microsoft.com/office/drawing/2014/main" id="{1B0145B6-03AD-CDE7-D4CF-1D2731D538A7}"/>
              </a:ext>
            </a:extLst>
          </p:cNvPr>
          <p:cNvPicPr>
            <a:picLocks noChangeAspect="1"/>
          </p:cNvPicPr>
          <p:nvPr/>
        </p:nvPicPr>
        <p:blipFill>
          <a:blip r:embed="rId2"/>
          <a:stretch>
            <a:fillRect/>
          </a:stretch>
        </p:blipFill>
        <p:spPr>
          <a:xfrm>
            <a:off x="1602566" y="3753762"/>
            <a:ext cx="994370" cy="843135"/>
          </a:xfrm>
          <a:prstGeom prst="rect">
            <a:avLst/>
          </a:prstGeom>
        </p:spPr>
      </p:pic>
      <p:grpSp>
        <p:nvGrpSpPr>
          <p:cNvPr id="9" name="组合 8">
            <a:extLst>
              <a:ext uri="{FF2B5EF4-FFF2-40B4-BE49-F238E27FC236}">
                <a16:creationId xmlns:a16="http://schemas.microsoft.com/office/drawing/2014/main" id="{F54859F1-A5F7-0B76-0952-850DA4D22A07}"/>
              </a:ext>
            </a:extLst>
          </p:cNvPr>
          <p:cNvGrpSpPr/>
          <p:nvPr/>
        </p:nvGrpSpPr>
        <p:grpSpPr>
          <a:xfrm>
            <a:off x="7860842" y="3601838"/>
            <a:ext cx="1481939" cy="1264959"/>
            <a:chOff x="7628933" y="2544462"/>
            <a:chExt cx="1977822" cy="1688237"/>
          </a:xfrm>
        </p:grpSpPr>
        <p:pic>
          <p:nvPicPr>
            <p:cNvPr id="10" name="图片 9">
              <a:extLst>
                <a:ext uri="{FF2B5EF4-FFF2-40B4-BE49-F238E27FC236}">
                  <a16:creationId xmlns:a16="http://schemas.microsoft.com/office/drawing/2014/main" id="{754623F7-B1C8-9E2C-633C-F996C031D10E}"/>
                </a:ext>
              </a:extLst>
            </p:cNvPr>
            <p:cNvPicPr>
              <a:picLocks noChangeAspect="1"/>
            </p:cNvPicPr>
            <p:nvPr/>
          </p:nvPicPr>
          <p:blipFill>
            <a:blip r:embed="rId3"/>
            <a:stretch>
              <a:fillRect/>
            </a:stretch>
          </p:blipFill>
          <p:spPr>
            <a:xfrm>
              <a:off x="7628933" y="2544462"/>
              <a:ext cx="1977822" cy="1318548"/>
            </a:xfrm>
            <a:prstGeom prst="rect">
              <a:avLst/>
            </a:prstGeom>
          </p:spPr>
        </p:pic>
        <p:sp>
          <p:nvSpPr>
            <p:cNvPr id="11" name="文本框 10">
              <a:extLst>
                <a:ext uri="{FF2B5EF4-FFF2-40B4-BE49-F238E27FC236}">
                  <a16:creationId xmlns:a16="http://schemas.microsoft.com/office/drawing/2014/main" id="{4FA79128-F20E-22BA-E147-1AEE7E9D9B44}"/>
                </a:ext>
              </a:extLst>
            </p:cNvPr>
            <p:cNvSpPr txBox="1"/>
            <p:nvPr/>
          </p:nvSpPr>
          <p:spPr>
            <a:xfrm>
              <a:off x="7938532" y="3863011"/>
              <a:ext cx="1358623" cy="369688"/>
            </a:xfrm>
            <a:prstGeom prst="rect">
              <a:avLst/>
            </a:prstGeom>
            <a:noFill/>
          </p:spPr>
          <p:txBody>
            <a:bodyPr wrap="square" rtlCol="0">
              <a:spAutoFit/>
            </a:bodyPr>
            <a:lstStyle/>
            <a:p>
              <a:r>
                <a:rPr lang="en-US" altLang="zh-CN" sz="1200" b="1">
                  <a:solidFill>
                    <a:srgbClr val="4970FD"/>
                  </a:solidFill>
                </a:rPr>
                <a:t>DeepSeek</a:t>
              </a:r>
              <a:endParaRPr lang="zh-CN" altLang="en-US" sz="1200" b="1">
                <a:solidFill>
                  <a:srgbClr val="4970FD"/>
                </a:solidFill>
              </a:endParaRPr>
            </a:p>
          </p:txBody>
        </p:sp>
      </p:grpSp>
      <p:cxnSp>
        <p:nvCxnSpPr>
          <p:cNvPr id="13" name="直接箭头连接符 12">
            <a:extLst>
              <a:ext uri="{FF2B5EF4-FFF2-40B4-BE49-F238E27FC236}">
                <a16:creationId xmlns:a16="http://schemas.microsoft.com/office/drawing/2014/main" id="{5AF17C58-347D-A189-42AC-A138661BFD24}"/>
              </a:ext>
            </a:extLst>
          </p:cNvPr>
          <p:cNvCxnSpPr>
            <a:cxnSpLocks/>
          </p:cNvCxnSpPr>
          <p:nvPr/>
        </p:nvCxnSpPr>
        <p:spPr>
          <a:xfrm>
            <a:off x="2868602" y="3989802"/>
            <a:ext cx="4866346" cy="1"/>
          </a:xfrm>
          <a:prstGeom prst="straightConnector1">
            <a:avLst/>
          </a:prstGeom>
          <a:ln w="12700">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B81DDC34-0CBC-F405-217E-55EB6CFFC255}"/>
              </a:ext>
            </a:extLst>
          </p:cNvPr>
          <p:cNvCxnSpPr>
            <a:cxnSpLocks/>
          </p:cNvCxnSpPr>
          <p:nvPr/>
        </p:nvCxnSpPr>
        <p:spPr>
          <a:xfrm>
            <a:off x="2868602" y="4281348"/>
            <a:ext cx="4866346" cy="1"/>
          </a:xfrm>
          <a:prstGeom prst="straightConnector1">
            <a:avLst/>
          </a:prstGeom>
          <a:ln w="12700">
            <a:solidFill>
              <a:schemeClr val="bg1">
                <a:lumMod val="50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88300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149CC-5EE7-ECE0-FFB9-B7E0F0C03A2A}"/>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29636BAF-5358-1DBA-8656-31BEB5B1078A}"/>
              </a:ext>
            </a:extLst>
          </p:cNvPr>
          <p:cNvSpPr>
            <a:spLocks noGrp="1"/>
          </p:cNvSpPr>
          <p:nvPr>
            <p:ph idx="1"/>
          </p:nvPr>
        </p:nvSpPr>
        <p:spPr>
          <a:xfrm>
            <a:off x="576197" y="956242"/>
            <a:ext cx="11456777" cy="1426311"/>
          </a:xfrm>
        </p:spPr>
        <p:txBody>
          <a:bodyPr/>
          <a:lstStyle/>
          <a:p>
            <a:pPr marL="285750" indent="-285750">
              <a:spcBef>
                <a:spcPts val="1200"/>
              </a:spcBef>
              <a:buFont typeface="Wingdings" panose="05000000000000000000" pitchFamily="2" charset="2"/>
              <a:buChar char="l"/>
            </a:pPr>
            <a:r>
              <a:rPr lang="zh-CN" altLang="en-US"/>
              <a:t>提示词</a:t>
            </a:r>
            <a:r>
              <a:rPr lang="en-US" altLang="zh-CN"/>
              <a:t>(Prompt)</a:t>
            </a:r>
            <a:r>
              <a:rPr lang="zh-CN" altLang="en-US"/>
              <a:t>：是引导大模型</a:t>
            </a:r>
            <a:r>
              <a:rPr lang="en-US" altLang="zh-CN"/>
              <a:t>(LLM)</a:t>
            </a:r>
            <a:r>
              <a:rPr lang="zh-CN" altLang="en-US"/>
              <a:t>进行内容生成的命令（一句话、一个问题等）。</a:t>
            </a:r>
            <a:endParaRPr lang="en-US" altLang="zh-CN"/>
          </a:p>
          <a:p>
            <a:pPr marL="285750" indent="-285750">
              <a:spcBef>
                <a:spcPts val="1200"/>
              </a:spcBef>
              <a:buFont typeface="Wingdings" panose="05000000000000000000" pitchFamily="2" charset="2"/>
              <a:buChar char="l"/>
            </a:pPr>
            <a:r>
              <a:rPr lang="zh-CN" altLang="en-US"/>
              <a:t>提示词工程</a:t>
            </a:r>
            <a:r>
              <a:rPr lang="en-US" altLang="zh-CN"/>
              <a:t>(Prompt Engineering)</a:t>
            </a:r>
            <a:r>
              <a:rPr lang="zh-CN" altLang="en-US"/>
              <a:t>：通过有技巧的编写提示词，使大模型生成出尽可能符合预期的内容，这一持续性的过程就称为提示词工程。</a:t>
            </a:r>
            <a:endParaRPr lang="en-US" altLang="zh-CN"/>
          </a:p>
        </p:txBody>
      </p:sp>
      <p:sp>
        <p:nvSpPr>
          <p:cNvPr id="5" name="标题 4">
            <a:extLst>
              <a:ext uri="{FF2B5EF4-FFF2-40B4-BE49-F238E27FC236}">
                <a16:creationId xmlns:a16="http://schemas.microsoft.com/office/drawing/2014/main" id="{C3BBEABF-25A0-F7EC-2FB9-40F0BF9612E8}"/>
              </a:ext>
            </a:extLst>
          </p:cNvPr>
          <p:cNvSpPr>
            <a:spLocks noGrp="1"/>
          </p:cNvSpPr>
          <p:nvPr>
            <p:ph type="title"/>
          </p:nvPr>
        </p:nvSpPr>
        <p:spPr/>
        <p:txBody>
          <a:bodyPr/>
          <a:lstStyle/>
          <a:p>
            <a:r>
              <a:rPr lang="zh-CN" altLang="en-US"/>
              <a:t>提示词工程</a:t>
            </a:r>
          </a:p>
        </p:txBody>
      </p:sp>
      <p:sp>
        <p:nvSpPr>
          <p:cNvPr id="12" name="!!线条2">
            <a:extLst>
              <a:ext uri="{FF2B5EF4-FFF2-40B4-BE49-F238E27FC236}">
                <a16:creationId xmlns:a16="http://schemas.microsoft.com/office/drawing/2014/main" id="{15F808F7-4DA8-EBF5-4988-941F6982ACF4}"/>
              </a:ext>
            </a:extLst>
          </p:cNvPr>
          <p:cNvSpPr/>
          <p:nvPr/>
        </p:nvSpPr>
        <p:spPr>
          <a:xfrm rot="60000">
            <a:off x="4450415" y="3896058"/>
            <a:ext cx="955599" cy="945264"/>
          </a:xfrm>
          <a:custGeom>
            <a:avLst/>
            <a:gdLst/>
            <a:ahLst/>
            <a:cxnLst>
              <a:cxn ang="0">
                <a:pos x="wd2" y="hd2"/>
              </a:cxn>
              <a:cxn ang="5400000">
                <a:pos x="wd2" y="hd2"/>
              </a:cxn>
              <a:cxn ang="10800000">
                <a:pos x="wd2" y="hd2"/>
              </a:cxn>
              <a:cxn ang="16200000">
                <a:pos x="wd2" y="hd2"/>
              </a:cxn>
            </a:cxnLst>
            <a:rect l="0" t="0" r="r" b="b"/>
            <a:pathLst>
              <a:path w="20378" h="21255" extrusionOk="0">
                <a:moveTo>
                  <a:pt x="4821" y="21029"/>
                </a:moveTo>
                <a:cubicBezTo>
                  <a:pt x="7341" y="20448"/>
                  <a:pt x="9857" y="19848"/>
                  <a:pt x="12364" y="19214"/>
                </a:cubicBezTo>
                <a:cubicBezTo>
                  <a:pt x="14094" y="18776"/>
                  <a:pt x="15896" y="18405"/>
                  <a:pt x="17429" y="17491"/>
                </a:cubicBezTo>
                <a:cubicBezTo>
                  <a:pt x="18820" y="16662"/>
                  <a:pt x="19908" y="15325"/>
                  <a:pt x="20249" y="13793"/>
                </a:cubicBezTo>
                <a:cubicBezTo>
                  <a:pt x="20723" y="11668"/>
                  <a:pt x="19843" y="9700"/>
                  <a:pt x="18304" y="8178"/>
                </a:cubicBezTo>
                <a:cubicBezTo>
                  <a:pt x="17865" y="7744"/>
                  <a:pt x="17395" y="7331"/>
                  <a:pt x="16911" y="6940"/>
                </a:cubicBezTo>
                <a:cubicBezTo>
                  <a:pt x="15857" y="6088"/>
                  <a:pt x="14774" y="5266"/>
                  <a:pt x="13694" y="4443"/>
                </a:cubicBezTo>
                <a:cubicBezTo>
                  <a:pt x="13052" y="3954"/>
                  <a:pt x="12408" y="3467"/>
                  <a:pt x="11762" y="2982"/>
                </a:cubicBezTo>
                <a:cubicBezTo>
                  <a:pt x="10967" y="2385"/>
                  <a:pt x="10168" y="1791"/>
                  <a:pt x="9368" y="1200"/>
                </a:cubicBezTo>
                <a:cubicBezTo>
                  <a:pt x="8466" y="532"/>
                  <a:pt x="7650" y="146"/>
                  <a:pt x="6927" y="21"/>
                </a:cubicBezTo>
                <a:cubicBezTo>
                  <a:pt x="5183" y="-280"/>
                  <a:pt x="2445" y="2586"/>
                  <a:pt x="784" y="9830"/>
                </a:cubicBezTo>
                <a:cubicBezTo>
                  <a:pt x="-877" y="17073"/>
                  <a:pt x="360" y="20748"/>
                  <a:pt x="2081" y="21152"/>
                </a:cubicBezTo>
                <a:cubicBezTo>
                  <a:pt x="2795" y="21320"/>
                  <a:pt x="3706" y="21286"/>
                  <a:pt x="4821" y="21029"/>
                </a:cubicBezTo>
                <a:close/>
              </a:path>
            </a:pathLst>
          </a:custGeom>
          <a:noFill/>
          <a:ln w="19050" cap="flat">
            <a:solidFill>
              <a:schemeClr val="bg1">
                <a:lumMod val="85000"/>
              </a:schemeClr>
            </a:solidFill>
            <a:miter lim="400000"/>
          </a:ln>
          <a:effectLst/>
        </p:spPr>
        <p:txBody>
          <a:bodyPr wrap="square" lIns="91440" tIns="45720" rIns="91440" bIns="45720" numCol="1" anchor="ctr">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endParaRPr/>
          </a:p>
        </p:txBody>
      </p:sp>
      <p:sp>
        <p:nvSpPr>
          <p:cNvPr id="14" name="!!数字2">
            <a:extLst>
              <a:ext uri="{FF2B5EF4-FFF2-40B4-BE49-F238E27FC236}">
                <a16:creationId xmlns:a16="http://schemas.microsoft.com/office/drawing/2014/main" id="{130D98DE-38DE-BC71-D79B-ACADA69B33DD}"/>
              </a:ext>
            </a:extLst>
          </p:cNvPr>
          <p:cNvSpPr/>
          <p:nvPr/>
        </p:nvSpPr>
        <p:spPr bwMode="auto">
          <a:xfrm>
            <a:off x="4587694" y="4030134"/>
            <a:ext cx="681040" cy="677112"/>
          </a:xfrm>
          <a:custGeom>
            <a:avLst/>
            <a:gdLst>
              <a:gd name="T0" fmla="*/ 2159 w 8291"/>
              <a:gd name="T1" fmla="*/ 8650 h 8758"/>
              <a:gd name="T2" fmla="*/ 5054 w 8291"/>
              <a:gd name="T3" fmla="*/ 7950 h 8758"/>
              <a:gd name="T4" fmla="*/ 7001 w 8291"/>
              <a:gd name="T5" fmla="*/ 7275 h 8758"/>
              <a:gd name="T6" fmla="*/ 8099 w 8291"/>
              <a:gd name="T7" fmla="*/ 5787 h 8758"/>
              <a:gd name="T8" fmla="*/ 7383 w 8291"/>
              <a:gd name="T9" fmla="*/ 3498 h 8758"/>
              <a:gd name="T10" fmla="*/ 6857 w 8291"/>
              <a:gd name="T11" fmla="*/ 2989 h 8758"/>
              <a:gd name="T12" fmla="*/ 5639 w 8291"/>
              <a:gd name="T13" fmla="*/ 1959 h 8758"/>
              <a:gd name="T14" fmla="*/ 4908 w 8291"/>
              <a:gd name="T15" fmla="*/ 1357 h 8758"/>
              <a:gd name="T16" fmla="*/ 4001 w 8291"/>
              <a:gd name="T17" fmla="*/ 621 h 8758"/>
              <a:gd name="T18" fmla="*/ 3073 w 8291"/>
              <a:gd name="T19" fmla="*/ 131 h 8758"/>
              <a:gd name="T20" fmla="*/ 673 w 8291"/>
              <a:gd name="T21" fmla="*/ 4084 h 8758"/>
              <a:gd name="T22" fmla="*/ 1110 w 8291"/>
              <a:gd name="T23" fmla="*/ 8687 h 8758"/>
              <a:gd name="T24" fmla="*/ 2159 w 8291"/>
              <a:gd name="T25" fmla="*/ 8650 h 8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91" h="8758">
                <a:moveTo>
                  <a:pt x="2159" y="8650"/>
                </a:moveTo>
                <a:cubicBezTo>
                  <a:pt x="3126" y="8426"/>
                  <a:pt x="4092" y="8195"/>
                  <a:pt x="5054" y="7950"/>
                </a:cubicBezTo>
                <a:cubicBezTo>
                  <a:pt x="5718" y="7780"/>
                  <a:pt x="6409" y="7639"/>
                  <a:pt x="7001" y="7275"/>
                </a:cubicBezTo>
                <a:cubicBezTo>
                  <a:pt x="7537" y="6945"/>
                  <a:pt x="7960" y="6407"/>
                  <a:pt x="8099" y="5787"/>
                </a:cubicBezTo>
                <a:cubicBezTo>
                  <a:pt x="8291" y="4926"/>
                  <a:pt x="7964" y="4123"/>
                  <a:pt x="7383" y="3498"/>
                </a:cubicBezTo>
                <a:cubicBezTo>
                  <a:pt x="7217" y="3320"/>
                  <a:pt x="7040" y="3149"/>
                  <a:pt x="6857" y="2989"/>
                </a:cubicBezTo>
                <a:cubicBezTo>
                  <a:pt x="6458" y="2638"/>
                  <a:pt x="6048" y="2299"/>
                  <a:pt x="5639" y="1959"/>
                </a:cubicBezTo>
                <a:cubicBezTo>
                  <a:pt x="5396" y="1758"/>
                  <a:pt x="5152" y="1557"/>
                  <a:pt x="4908" y="1357"/>
                </a:cubicBezTo>
                <a:cubicBezTo>
                  <a:pt x="4606" y="1110"/>
                  <a:pt x="4304" y="865"/>
                  <a:pt x="4001" y="621"/>
                </a:cubicBezTo>
                <a:cubicBezTo>
                  <a:pt x="3659" y="346"/>
                  <a:pt x="3349" y="185"/>
                  <a:pt x="3073" y="131"/>
                </a:cubicBezTo>
                <a:cubicBezTo>
                  <a:pt x="2407" y="0"/>
                  <a:pt x="1346" y="1150"/>
                  <a:pt x="673" y="4084"/>
                </a:cubicBezTo>
                <a:cubicBezTo>
                  <a:pt x="0" y="7016"/>
                  <a:pt x="454" y="8514"/>
                  <a:pt x="1110" y="8687"/>
                </a:cubicBezTo>
                <a:cubicBezTo>
                  <a:pt x="1383" y="8758"/>
                  <a:pt x="1731" y="8748"/>
                  <a:pt x="2159" y="8650"/>
                </a:cubicBezTo>
              </a:path>
            </a:pathLst>
          </a:custGeom>
          <a:solidFill>
            <a:srgbClr val="92D050"/>
          </a:solidFill>
          <a:ln w="0">
            <a:noFill/>
            <a:prstDash val="solid"/>
            <a:round/>
            <a:headEnd/>
            <a:tailEnd/>
          </a:ln>
        </p:spPr>
        <p:txBody>
          <a:bodyPr vert="horz" wrap="square" lIns="91440" tIns="45720" rIns="91440" bIns="45720" numCol="1" anchor="ctr" anchorCtr="0" compatLnSpc="1">
            <a:prstTxWarp prst="textNoShape">
              <a:avLst/>
            </a:prstTxWarp>
            <a:normAutofit/>
          </a:bodyPr>
          <a:lstStyle/>
          <a:p>
            <a:pPr algn="ctr"/>
            <a:r>
              <a:rPr lang="en-US" altLang="zh-CN" sz="1600" b="1" dirty="0">
                <a:solidFill>
                  <a:schemeClr val="bg1"/>
                </a:solidFill>
              </a:rPr>
              <a:t>02</a:t>
            </a:r>
            <a:endParaRPr lang="zh-CN" altLang="en-US" sz="1600" b="1" dirty="0">
              <a:solidFill>
                <a:schemeClr val="bg1"/>
              </a:solidFill>
            </a:endParaRPr>
          </a:p>
        </p:txBody>
      </p:sp>
      <p:sp>
        <p:nvSpPr>
          <p:cNvPr id="15" name="!!线条1">
            <a:extLst>
              <a:ext uri="{FF2B5EF4-FFF2-40B4-BE49-F238E27FC236}">
                <a16:creationId xmlns:a16="http://schemas.microsoft.com/office/drawing/2014/main" id="{D66C2782-B942-E7DA-F194-D9D4D480F060}"/>
              </a:ext>
            </a:extLst>
          </p:cNvPr>
          <p:cNvSpPr/>
          <p:nvPr/>
        </p:nvSpPr>
        <p:spPr>
          <a:xfrm rot="60000">
            <a:off x="4737691" y="4991933"/>
            <a:ext cx="955599" cy="945264"/>
          </a:xfrm>
          <a:custGeom>
            <a:avLst/>
            <a:gdLst/>
            <a:ahLst/>
            <a:cxnLst>
              <a:cxn ang="0">
                <a:pos x="wd2" y="hd2"/>
              </a:cxn>
              <a:cxn ang="5400000">
                <a:pos x="wd2" y="hd2"/>
              </a:cxn>
              <a:cxn ang="10800000">
                <a:pos x="wd2" y="hd2"/>
              </a:cxn>
              <a:cxn ang="16200000">
                <a:pos x="wd2" y="hd2"/>
              </a:cxn>
            </a:cxnLst>
            <a:rect l="0" t="0" r="r" b="b"/>
            <a:pathLst>
              <a:path w="20761" h="20724" extrusionOk="0">
                <a:moveTo>
                  <a:pt x="16007" y="18283"/>
                </a:moveTo>
                <a:cubicBezTo>
                  <a:pt x="17050" y="16026"/>
                  <a:pt x="18075" y="13761"/>
                  <a:pt x="19068" y="11481"/>
                </a:cubicBezTo>
                <a:cubicBezTo>
                  <a:pt x="19753" y="9907"/>
                  <a:pt x="20534" y="8322"/>
                  <a:pt x="20723" y="6594"/>
                </a:cubicBezTo>
                <a:cubicBezTo>
                  <a:pt x="20895" y="5026"/>
                  <a:pt x="20481" y="3364"/>
                  <a:pt x="19468" y="2136"/>
                </a:cubicBezTo>
                <a:cubicBezTo>
                  <a:pt x="18063" y="434"/>
                  <a:pt x="15974" y="-154"/>
                  <a:pt x="13847" y="34"/>
                </a:cubicBezTo>
                <a:cubicBezTo>
                  <a:pt x="13240" y="88"/>
                  <a:pt x="12631" y="177"/>
                  <a:pt x="12032" y="292"/>
                </a:cubicBezTo>
                <a:cubicBezTo>
                  <a:pt x="10726" y="542"/>
                  <a:pt x="9426" y="832"/>
                  <a:pt x="8128" y="1119"/>
                </a:cubicBezTo>
                <a:cubicBezTo>
                  <a:pt x="7356" y="1290"/>
                  <a:pt x="6585" y="1464"/>
                  <a:pt x="5814" y="1640"/>
                </a:cubicBezTo>
                <a:cubicBezTo>
                  <a:pt x="4865" y="1857"/>
                  <a:pt x="3917" y="2079"/>
                  <a:pt x="2969" y="2303"/>
                </a:cubicBezTo>
                <a:cubicBezTo>
                  <a:pt x="1900" y="2556"/>
                  <a:pt x="1107" y="2922"/>
                  <a:pt x="576" y="3385"/>
                </a:cubicBezTo>
                <a:cubicBezTo>
                  <a:pt x="-705" y="4501"/>
                  <a:pt x="-63" y="8368"/>
                  <a:pt x="4701" y="14206"/>
                </a:cubicBezTo>
                <a:cubicBezTo>
                  <a:pt x="9463" y="20043"/>
                  <a:pt x="13121" y="21446"/>
                  <a:pt x="14470" y="20413"/>
                </a:cubicBezTo>
                <a:cubicBezTo>
                  <a:pt x="15029" y="19985"/>
                  <a:pt x="15545" y="19280"/>
                  <a:pt x="16007" y="18283"/>
                </a:cubicBezTo>
                <a:close/>
              </a:path>
            </a:pathLst>
          </a:custGeom>
          <a:noFill/>
          <a:ln w="19050" cap="flat">
            <a:solidFill>
              <a:schemeClr val="bg1">
                <a:lumMod val="85000"/>
              </a:schemeClr>
            </a:solidFill>
            <a:miter lim="400000"/>
          </a:ln>
          <a:effectLst/>
        </p:spPr>
        <p:txBody>
          <a:bodyPr wrap="square" lIns="91440" tIns="45720" rIns="91440" bIns="45720" numCol="1" anchor="ctr">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90000"/>
              </a:lnSpc>
              <a:defRPr sz="4000">
                <a:solidFill>
                  <a:srgbClr val="FFFFFF"/>
                </a:solidFill>
              </a:defRPr>
            </a:pPr>
            <a:endParaRPr/>
          </a:p>
        </p:txBody>
      </p:sp>
      <p:sp>
        <p:nvSpPr>
          <p:cNvPr id="16" name="!!数字1">
            <a:extLst>
              <a:ext uri="{FF2B5EF4-FFF2-40B4-BE49-F238E27FC236}">
                <a16:creationId xmlns:a16="http://schemas.microsoft.com/office/drawing/2014/main" id="{5BD23F8C-E119-A83D-1215-F5DC5F560E77}"/>
              </a:ext>
            </a:extLst>
          </p:cNvPr>
          <p:cNvSpPr/>
          <p:nvPr/>
        </p:nvSpPr>
        <p:spPr bwMode="auto">
          <a:xfrm>
            <a:off x="4874970" y="5126009"/>
            <a:ext cx="681040" cy="677112"/>
          </a:xfrm>
          <a:custGeom>
            <a:avLst/>
            <a:gdLst>
              <a:gd name="T0" fmla="*/ 1508 w 8640"/>
              <a:gd name="T1" fmla="*/ 776 h 8602"/>
              <a:gd name="T2" fmla="*/ 4441 w 8640"/>
              <a:gd name="T3" fmla="*/ 258 h 8602"/>
              <a:gd name="T4" fmla="*/ 6495 w 8640"/>
              <a:gd name="T5" fmla="*/ 96 h 8602"/>
              <a:gd name="T6" fmla="*/ 8097 w 8640"/>
              <a:gd name="T7" fmla="*/ 1020 h 8602"/>
              <a:gd name="T8" fmla="*/ 8358 w 8640"/>
              <a:gd name="T9" fmla="*/ 3404 h 8602"/>
              <a:gd name="T10" fmla="*/ 8080 w 8640"/>
              <a:gd name="T11" fmla="*/ 4081 h 8602"/>
              <a:gd name="T12" fmla="*/ 7376 w 8640"/>
              <a:gd name="T13" fmla="*/ 5512 h 8602"/>
              <a:gd name="T14" fmla="*/ 6948 w 8640"/>
              <a:gd name="T15" fmla="*/ 6357 h 8602"/>
              <a:gd name="T16" fmla="*/ 6411 w 8640"/>
              <a:gd name="T17" fmla="*/ 7394 h 8602"/>
              <a:gd name="T18" fmla="*/ 5758 w 8640"/>
              <a:gd name="T19" fmla="*/ 8215 h 8602"/>
              <a:gd name="T20" fmla="*/ 1975 w 8640"/>
              <a:gd name="T21" fmla="*/ 5555 h 8602"/>
              <a:gd name="T22" fmla="*/ 532 w 8640"/>
              <a:gd name="T23" fmla="*/ 1162 h 8602"/>
              <a:gd name="T24" fmla="*/ 1508 w 8640"/>
              <a:gd name="T25" fmla="*/ 776 h 8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40" h="8602">
                <a:moveTo>
                  <a:pt x="1508" y="776"/>
                </a:moveTo>
                <a:cubicBezTo>
                  <a:pt x="2484" y="593"/>
                  <a:pt x="3461" y="419"/>
                  <a:pt x="4441" y="258"/>
                </a:cubicBezTo>
                <a:cubicBezTo>
                  <a:pt x="5117" y="147"/>
                  <a:pt x="5807" y="0"/>
                  <a:pt x="6495" y="96"/>
                </a:cubicBezTo>
                <a:cubicBezTo>
                  <a:pt x="7118" y="184"/>
                  <a:pt x="7721" y="507"/>
                  <a:pt x="8097" y="1020"/>
                </a:cubicBezTo>
                <a:cubicBezTo>
                  <a:pt x="8617" y="1731"/>
                  <a:pt x="8640" y="2598"/>
                  <a:pt x="8358" y="3404"/>
                </a:cubicBezTo>
                <a:cubicBezTo>
                  <a:pt x="8277" y="3633"/>
                  <a:pt x="8183" y="3861"/>
                  <a:pt x="8080" y="4081"/>
                </a:cubicBezTo>
                <a:cubicBezTo>
                  <a:pt x="7855" y="4563"/>
                  <a:pt x="7615" y="5037"/>
                  <a:pt x="7376" y="5512"/>
                </a:cubicBezTo>
                <a:cubicBezTo>
                  <a:pt x="7234" y="5794"/>
                  <a:pt x="7091" y="6076"/>
                  <a:pt x="6948" y="6357"/>
                </a:cubicBezTo>
                <a:cubicBezTo>
                  <a:pt x="6770" y="6704"/>
                  <a:pt x="6591" y="7049"/>
                  <a:pt x="6411" y="7394"/>
                </a:cubicBezTo>
                <a:cubicBezTo>
                  <a:pt x="6209" y="7783"/>
                  <a:pt x="5989" y="8055"/>
                  <a:pt x="5758" y="8215"/>
                </a:cubicBezTo>
                <a:cubicBezTo>
                  <a:pt x="5200" y="8602"/>
                  <a:pt x="3766" y="7973"/>
                  <a:pt x="1975" y="5555"/>
                </a:cubicBezTo>
                <a:cubicBezTo>
                  <a:pt x="184" y="3138"/>
                  <a:pt x="0" y="1583"/>
                  <a:pt x="532" y="1162"/>
                </a:cubicBezTo>
                <a:cubicBezTo>
                  <a:pt x="753" y="988"/>
                  <a:pt x="1076" y="857"/>
                  <a:pt x="1508" y="776"/>
                </a:cubicBezTo>
              </a:path>
            </a:pathLst>
          </a:custGeom>
          <a:solidFill>
            <a:srgbClr val="00B050"/>
          </a:solidFill>
          <a:ln w="19050" cap="flat">
            <a:noFill/>
            <a:miter lim="400000"/>
          </a:ln>
          <a:effectLst/>
        </p:spPr>
        <p:txBody>
          <a:bodyPr vert="horz" wrap="square" lIns="91440" tIns="45720" rIns="91440" bIns="45720" numCol="1" anchor="ctr" anchorCtr="0">
            <a:normAutofit/>
          </a:bodyPr>
          <a:lstStyle/>
          <a:p>
            <a:pPr algn="ctr"/>
            <a:r>
              <a:rPr lang="en-US" altLang="zh-CN" sz="1600" b="1" dirty="0">
                <a:solidFill>
                  <a:schemeClr val="bg1"/>
                </a:solidFill>
              </a:rPr>
              <a:t>01</a:t>
            </a:r>
            <a:endParaRPr lang="zh-CN" altLang="en-US" sz="1600" b="1" dirty="0">
              <a:solidFill>
                <a:schemeClr val="bg1"/>
              </a:solidFill>
            </a:endParaRPr>
          </a:p>
        </p:txBody>
      </p:sp>
      <p:sp>
        <p:nvSpPr>
          <p:cNvPr id="18" name="!!数字3">
            <a:extLst>
              <a:ext uri="{FF2B5EF4-FFF2-40B4-BE49-F238E27FC236}">
                <a16:creationId xmlns:a16="http://schemas.microsoft.com/office/drawing/2014/main" id="{D6736010-F3E9-8083-DE0A-AEB0B3A905CF}"/>
              </a:ext>
            </a:extLst>
          </p:cNvPr>
          <p:cNvSpPr/>
          <p:nvPr/>
        </p:nvSpPr>
        <p:spPr>
          <a:xfrm rot="60000">
            <a:off x="5162246" y="3147775"/>
            <a:ext cx="681040" cy="677112"/>
          </a:xfrm>
          <a:custGeom>
            <a:avLst/>
            <a:gdLst/>
            <a:ahLst/>
            <a:cxnLst>
              <a:cxn ang="0">
                <a:pos x="wd2" y="hd2"/>
              </a:cxn>
              <a:cxn ang="5400000">
                <a:pos x="wd2" y="hd2"/>
              </a:cxn>
              <a:cxn ang="10800000">
                <a:pos x="wd2" y="hd2"/>
              </a:cxn>
              <a:cxn ang="16200000">
                <a:pos x="wd2" y="hd2"/>
              </a:cxn>
            </a:cxnLst>
            <a:rect l="0" t="0" r="r" b="b"/>
            <a:pathLst>
              <a:path w="21002" h="20734" extrusionOk="0">
                <a:moveTo>
                  <a:pt x="1921" y="13034"/>
                </a:moveTo>
                <a:cubicBezTo>
                  <a:pt x="3951" y="14584"/>
                  <a:pt x="5994" y="16117"/>
                  <a:pt x="8059" y="17621"/>
                </a:cubicBezTo>
                <a:cubicBezTo>
                  <a:pt x="9484" y="18659"/>
                  <a:pt x="10899" y="19796"/>
                  <a:pt x="12594" y="20376"/>
                </a:cubicBezTo>
                <a:cubicBezTo>
                  <a:pt x="14131" y="20902"/>
                  <a:pt x="15899" y="20868"/>
                  <a:pt x="17366" y="20139"/>
                </a:cubicBezTo>
                <a:cubicBezTo>
                  <a:pt x="19401" y="19127"/>
                  <a:pt x="20472" y="17183"/>
                  <a:pt x="20772" y="15025"/>
                </a:cubicBezTo>
                <a:cubicBezTo>
                  <a:pt x="20857" y="14409"/>
                  <a:pt x="20907" y="13783"/>
                  <a:pt x="20929" y="13162"/>
                </a:cubicBezTo>
                <a:cubicBezTo>
                  <a:pt x="20978" y="11806"/>
                  <a:pt x="20985" y="10448"/>
                  <a:pt x="20994" y="9091"/>
                </a:cubicBezTo>
                <a:cubicBezTo>
                  <a:pt x="21000" y="8285"/>
                  <a:pt x="21002" y="7479"/>
                  <a:pt x="21002" y="6673"/>
                </a:cubicBezTo>
                <a:cubicBezTo>
                  <a:pt x="21002" y="5679"/>
                  <a:pt x="20997" y="4686"/>
                  <a:pt x="20989" y="3692"/>
                </a:cubicBezTo>
                <a:cubicBezTo>
                  <a:pt x="20980" y="2572"/>
                  <a:pt x="20794" y="1700"/>
                  <a:pt x="20451" y="1067"/>
                </a:cubicBezTo>
                <a:cubicBezTo>
                  <a:pt x="19623" y="-460"/>
                  <a:pt x="15585" y="-698"/>
                  <a:pt x="8619" y="2715"/>
                </a:cubicBezTo>
                <a:cubicBezTo>
                  <a:pt x="1654" y="6128"/>
                  <a:pt x="-598" y="9447"/>
                  <a:pt x="131" y="11022"/>
                </a:cubicBezTo>
                <a:cubicBezTo>
                  <a:pt x="433" y="11676"/>
                  <a:pt x="1024" y="12349"/>
                  <a:pt x="1921" y="13034"/>
                </a:cubicBezTo>
                <a:close/>
              </a:path>
            </a:pathLst>
          </a:custGeom>
          <a:solidFill>
            <a:srgbClr val="FFC000"/>
          </a:solidFill>
          <a:ln w="19050" cap="flat">
            <a:noFill/>
            <a:miter lim="400000"/>
          </a:ln>
          <a:effectLst/>
        </p:spPr>
        <p:txBody>
          <a:bodyPr vert="horz" wrap="square" lIns="91440" tIns="45720" rIns="91440" bIns="45720" numCol="1" anchor="ctr" anchorCtr="0">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en-US" altLang="zh-CN" sz="1600" b="1" dirty="0">
                <a:solidFill>
                  <a:schemeClr val="bg1"/>
                </a:solidFill>
              </a:rPr>
              <a:t>03</a:t>
            </a:r>
            <a:endParaRPr sz="1600" b="1" dirty="0">
              <a:solidFill>
                <a:schemeClr val="bg1"/>
              </a:solidFill>
            </a:endParaRPr>
          </a:p>
        </p:txBody>
      </p:sp>
      <p:sp>
        <p:nvSpPr>
          <p:cNvPr id="19" name="!!线条3">
            <a:extLst>
              <a:ext uri="{FF2B5EF4-FFF2-40B4-BE49-F238E27FC236}">
                <a16:creationId xmlns:a16="http://schemas.microsoft.com/office/drawing/2014/main" id="{E9E33091-31B2-9A33-49C2-86A5E3CB08D8}"/>
              </a:ext>
            </a:extLst>
          </p:cNvPr>
          <p:cNvSpPr/>
          <p:nvPr/>
        </p:nvSpPr>
        <p:spPr>
          <a:xfrm rot="60000">
            <a:off x="5024967" y="3013699"/>
            <a:ext cx="955599" cy="945264"/>
          </a:xfrm>
          <a:custGeom>
            <a:avLst/>
            <a:gdLst/>
            <a:ahLst/>
            <a:cxnLst>
              <a:cxn ang="0">
                <a:pos x="wd2" y="hd2"/>
              </a:cxn>
              <a:cxn ang="5400000">
                <a:pos x="wd2" y="hd2"/>
              </a:cxn>
              <a:cxn ang="10800000">
                <a:pos x="wd2" y="hd2"/>
              </a:cxn>
              <a:cxn ang="16200000">
                <a:pos x="wd2" y="hd2"/>
              </a:cxn>
            </a:cxnLst>
            <a:rect l="0" t="0" r="r" b="b"/>
            <a:pathLst>
              <a:path w="21002" h="20734" extrusionOk="0">
                <a:moveTo>
                  <a:pt x="1921" y="13034"/>
                </a:moveTo>
                <a:cubicBezTo>
                  <a:pt x="3951" y="14584"/>
                  <a:pt x="5994" y="16117"/>
                  <a:pt x="8059" y="17621"/>
                </a:cubicBezTo>
                <a:cubicBezTo>
                  <a:pt x="9484" y="18659"/>
                  <a:pt x="10899" y="19796"/>
                  <a:pt x="12594" y="20376"/>
                </a:cubicBezTo>
                <a:cubicBezTo>
                  <a:pt x="14131" y="20902"/>
                  <a:pt x="15899" y="20868"/>
                  <a:pt x="17366" y="20139"/>
                </a:cubicBezTo>
                <a:cubicBezTo>
                  <a:pt x="19401" y="19127"/>
                  <a:pt x="20472" y="17183"/>
                  <a:pt x="20772" y="15025"/>
                </a:cubicBezTo>
                <a:cubicBezTo>
                  <a:pt x="20857" y="14409"/>
                  <a:pt x="20907" y="13783"/>
                  <a:pt x="20929" y="13162"/>
                </a:cubicBezTo>
                <a:cubicBezTo>
                  <a:pt x="20978" y="11806"/>
                  <a:pt x="20985" y="10448"/>
                  <a:pt x="20994" y="9091"/>
                </a:cubicBezTo>
                <a:cubicBezTo>
                  <a:pt x="21000" y="8285"/>
                  <a:pt x="21002" y="7479"/>
                  <a:pt x="21002" y="6673"/>
                </a:cubicBezTo>
                <a:cubicBezTo>
                  <a:pt x="21002" y="5679"/>
                  <a:pt x="20997" y="4686"/>
                  <a:pt x="20989" y="3692"/>
                </a:cubicBezTo>
                <a:cubicBezTo>
                  <a:pt x="20980" y="2572"/>
                  <a:pt x="20794" y="1700"/>
                  <a:pt x="20451" y="1067"/>
                </a:cubicBezTo>
                <a:cubicBezTo>
                  <a:pt x="19623" y="-460"/>
                  <a:pt x="15585" y="-698"/>
                  <a:pt x="8619" y="2715"/>
                </a:cubicBezTo>
                <a:cubicBezTo>
                  <a:pt x="1654" y="6128"/>
                  <a:pt x="-598" y="9447"/>
                  <a:pt x="131" y="11022"/>
                </a:cubicBezTo>
                <a:cubicBezTo>
                  <a:pt x="433" y="11676"/>
                  <a:pt x="1024" y="12349"/>
                  <a:pt x="1921" y="13034"/>
                </a:cubicBezTo>
                <a:close/>
              </a:path>
            </a:pathLst>
          </a:custGeom>
          <a:noFill/>
          <a:ln w="19050" cap="flat">
            <a:solidFill>
              <a:schemeClr val="bg1">
                <a:lumMod val="85000"/>
              </a:schemeClr>
            </a:solidFill>
            <a:miter lim="400000"/>
          </a:ln>
          <a:effectLst/>
        </p:spPr>
        <p:txBody>
          <a:bodyPr wrap="square" lIns="91440" tIns="45720" rIns="91440" bIns="45720" numCol="1" anchor="ctr">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endParaRPr/>
          </a:p>
        </p:txBody>
      </p:sp>
      <p:sp>
        <p:nvSpPr>
          <p:cNvPr id="20" name="!!数字4">
            <a:extLst>
              <a:ext uri="{FF2B5EF4-FFF2-40B4-BE49-F238E27FC236}">
                <a16:creationId xmlns:a16="http://schemas.microsoft.com/office/drawing/2014/main" id="{EDD4F421-0C83-AB3D-FA3C-F52256224580}"/>
              </a:ext>
            </a:extLst>
          </p:cNvPr>
          <p:cNvSpPr/>
          <p:nvPr/>
        </p:nvSpPr>
        <p:spPr>
          <a:xfrm rot="21540000" flipH="1">
            <a:off x="6413299" y="3147775"/>
            <a:ext cx="681040" cy="677112"/>
          </a:xfrm>
          <a:custGeom>
            <a:avLst/>
            <a:gdLst/>
            <a:ahLst/>
            <a:cxnLst>
              <a:cxn ang="0">
                <a:pos x="wd2" y="hd2"/>
              </a:cxn>
              <a:cxn ang="5400000">
                <a:pos x="wd2" y="hd2"/>
              </a:cxn>
              <a:cxn ang="10800000">
                <a:pos x="wd2" y="hd2"/>
              </a:cxn>
              <a:cxn ang="16200000">
                <a:pos x="wd2" y="hd2"/>
              </a:cxn>
            </a:cxnLst>
            <a:rect l="0" t="0" r="r" b="b"/>
            <a:pathLst>
              <a:path w="21002" h="20734" extrusionOk="0">
                <a:moveTo>
                  <a:pt x="1921" y="13034"/>
                </a:moveTo>
                <a:cubicBezTo>
                  <a:pt x="3951" y="14584"/>
                  <a:pt x="5994" y="16117"/>
                  <a:pt x="8059" y="17621"/>
                </a:cubicBezTo>
                <a:cubicBezTo>
                  <a:pt x="9484" y="18659"/>
                  <a:pt x="10899" y="19796"/>
                  <a:pt x="12594" y="20376"/>
                </a:cubicBezTo>
                <a:cubicBezTo>
                  <a:pt x="14131" y="20902"/>
                  <a:pt x="15899" y="20868"/>
                  <a:pt x="17366" y="20139"/>
                </a:cubicBezTo>
                <a:cubicBezTo>
                  <a:pt x="19401" y="19127"/>
                  <a:pt x="20472" y="17183"/>
                  <a:pt x="20772" y="15025"/>
                </a:cubicBezTo>
                <a:cubicBezTo>
                  <a:pt x="20857" y="14409"/>
                  <a:pt x="20907" y="13783"/>
                  <a:pt x="20929" y="13162"/>
                </a:cubicBezTo>
                <a:cubicBezTo>
                  <a:pt x="20978" y="11806"/>
                  <a:pt x="20985" y="10448"/>
                  <a:pt x="20994" y="9091"/>
                </a:cubicBezTo>
                <a:cubicBezTo>
                  <a:pt x="21000" y="8285"/>
                  <a:pt x="21002" y="7479"/>
                  <a:pt x="21002" y="6673"/>
                </a:cubicBezTo>
                <a:cubicBezTo>
                  <a:pt x="21002" y="5679"/>
                  <a:pt x="20997" y="4686"/>
                  <a:pt x="20989" y="3692"/>
                </a:cubicBezTo>
                <a:cubicBezTo>
                  <a:pt x="20980" y="2572"/>
                  <a:pt x="20794" y="1700"/>
                  <a:pt x="20451" y="1067"/>
                </a:cubicBezTo>
                <a:cubicBezTo>
                  <a:pt x="19623" y="-460"/>
                  <a:pt x="15585" y="-698"/>
                  <a:pt x="8619" y="2715"/>
                </a:cubicBezTo>
                <a:cubicBezTo>
                  <a:pt x="1654" y="6128"/>
                  <a:pt x="-598" y="9447"/>
                  <a:pt x="131" y="11022"/>
                </a:cubicBezTo>
                <a:cubicBezTo>
                  <a:pt x="433" y="11676"/>
                  <a:pt x="1024" y="12349"/>
                  <a:pt x="1921" y="13034"/>
                </a:cubicBezTo>
                <a:close/>
              </a:path>
            </a:pathLst>
          </a:custGeom>
          <a:solidFill>
            <a:srgbClr val="00B0F0"/>
          </a:solidFill>
          <a:ln w="19050" cap="flat">
            <a:noFill/>
            <a:miter lim="400000"/>
          </a:ln>
          <a:effectLst/>
        </p:spPr>
        <p:txBody>
          <a:bodyPr vert="horz" wrap="square" lIns="91440" tIns="45720" rIns="91440" bIns="45720" numCol="1" anchor="ctr" anchorCtr="0">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en-US" altLang="zh-CN" sz="1600" b="1" dirty="0">
                <a:solidFill>
                  <a:schemeClr val="bg1"/>
                </a:solidFill>
              </a:rPr>
              <a:t>04</a:t>
            </a:r>
            <a:endParaRPr sz="1600" b="1" dirty="0">
              <a:solidFill>
                <a:schemeClr val="bg1"/>
              </a:solidFill>
            </a:endParaRPr>
          </a:p>
        </p:txBody>
      </p:sp>
      <p:sp>
        <p:nvSpPr>
          <p:cNvPr id="21" name="!!线条4">
            <a:extLst>
              <a:ext uri="{FF2B5EF4-FFF2-40B4-BE49-F238E27FC236}">
                <a16:creationId xmlns:a16="http://schemas.microsoft.com/office/drawing/2014/main" id="{352418A0-EFAC-DFC8-B514-98D30B7BA21C}"/>
              </a:ext>
            </a:extLst>
          </p:cNvPr>
          <p:cNvSpPr/>
          <p:nvPr/>
        </p:nvSpPr>
        <p:spPr>
          <a:xfrm rot="60000">
            <a:off x="6276019" y="3013699"/>
            <a:ext cx="955599" cy="945264"/>
          </a:xfrm>
          <a:custGeom>
            <a:avLst/>
            <a:gdLst/>
            <a:ahLst/>
            <a:cxnLst>
              <a:cxn ang="0">
                <a:pos x="wd2" y="hd2"/>
              </a:cxn>
              <a:cxn ang="5400000">
                <a:pos x="wd2" y="hd2"/>
              </a:cxn>
              <a:cxn ang="10800000">
                <a:pos x="wd2" y="hd2"/>
              </a:cxn>
              <a:cxn ang="16200000">
                <a:pos x="wd2" y="hd2"/>
              </a:cxn>
            </a:cxnLst>
            <a:rect l="0" t="0" r="r" b="b"/>
            <a:pathLst>
              <a:path w="21012" h="20459" extrusionOk="0">
                <a:moveTo>
                  <a:pt x="1" y="3733"/>
                </a:moveTo>
                <a:cubicBezTo>
                  <a:pt x="40" y="6242"/>
                  <a:pt x="101" y="8751"/>
                  <a:pt x="198" y="11259"/>
                </a:cubicBezTo>
                <a:cubicBezTo>
                  <a:pt x="264" y="12990"/>
                  <a:pt x="246" y="14775"/>
                  <a:pt x="841" y="16429"/>
                </a:cubicBezTo>
                <a:cubicBezTo>
                  <a:pt x="1380" y="17930"/>
                  <a:pt x="2502" y="19260"/>
                  <a:pt x="3984" y="19932"/>
                </a:cubicBezTo>
                <a:cubicBezTo>
                  <a:pt x="6041" y="20864"/>
                  <a:pt x="8234" y="20483"/>
                  <a:pt x="10117" y="19380"/>
                </a:cubicBezTo>
                <a:cubicBezTo>
                  <a:pt x="10654" y="19065"/>
                  <a:pt x="11178" y="18717"/>
                  <a:pt x="11680" y="18350"/>
                </a:cubicBezTo>
                <a:cubicBezTo>
                  <a:pt x="12777" y="17550"/>
                  <a:pt x="13849" y="16717"/>
                  <a:pt x="14922" y="15887"/>
                </a:cubicBezTo>
                <a:cubicBezTo>
                  <a:pt x="15559" y="15393"/>
                  <a:pt x="16195" y="14897"/>
                  <a:pt x="16829" y="14399"/>
                </a:cubicBezTo>
                <a:cubicBezTo>
                  <a:pt x="17611" y="13786"/>
                  <a:pt x="18389" y="13168"/>
                  <a:pt x="19165" y="12549"/>
                </a:cubicBezTo>
                <a:cubicBezTo>
                  <a:pt x="20041" y="11851"/>
                  <a:pt x="20611" y="11170"/>
                  <a:pt x="20897" y="10517"/>
                </a:cubicBezTo>
                <a:cubicBezTo>
                  <a:pt x="21584" y="8941"/>
                  <a:pt x="19270" y="5706"/>
                  <a:pt x="12268" y="2485"/>
                </a:cubicBezTo>
                <a:cubicBezTo>
                  <a:pt x="5268" y="-736"/>
                  <a:pt x="1262" y="-409"/>
                  <a:pt x="475" y="1121"/>
                </a:cubicBezTo>
                <a:cubicBezTo>
                  <a:pt x="148" y="1756"/>
                  <a:pt x="-16" y="2624"/>
                  <a:pt x="1" y="3733"/>
                </a:cubicBezTo>
                <a:close/>
              </a:path>
            </a:pathLst>
          </a:custGeom>
          <a:noFill/>
          <a:ln w="19050" cap="flat">
            <a:solidFill>
              <a:schemeClr val="bg1">
                <a:lumMod val="85000"/>
              </a:schemeClr>
            </a:solidFill>
            <a:miter lim="400000"/>
          </a:ln>
          <a:effectLst/>
        </p:spPr>
        <p:txBody>
          <a:bodyPr wrap="square" lIns="91440" tIns="45720" rIns="91440" bIns="45720" numCol="1" anchor="ctr">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22" name="!!线条5">
            <a:extLst>
              <a:ext uri="{FF2B5EF4-FFF2-40B4-BE49-F238E27FC236}">
                <a16:creationId xmlns:a16="http://schemas.microsoft.com/office/drawing/2014/main" id="{81FBFBAD-C50F-E06A-1F57-A8C19037A8DD}"/>
              </a:ext>
            </a:extLst>
          </p:cNvPr>
          <p:cNvSpPr/>
          <p:nvPr/>
        </p:nvSpPr>
        <p:spPr>
          <a:xfrm rot="60000">
            <a:off x="6892004" y="3896058"/>
            <a:ext cx="955599" cy="945264"/>
          </a:xfrm>
          <a:custGeom>
            <a:avLst/>
            <a:gdLst/>
            <a:ahLst/>
            <a:cxnLst>
              <a:cxn ang="0">
                <a:pos x="wd2" y="hd2"/>
              </a:cxn>
              <a:cxn ang="5400000">
                <a:pos x="wd2" y="hd2"/>
              </a:cxn>
              <a:cxn ang="10800000">
                <a:pos x="wd2" y="hd2"/>
              </a:cxn>
              <a:cxn ang="16200000">
                <a:pos x="wd2" y="hd2"/>
              </a:cxn>
            </a:cxnLst>
            <a:rect l="0" t="0" r="r" b="b"/>
            <a:pathLst>
              <a:path w="20462" h="21229" extrusionOk="0">
                <a:moveTo>
                  <a:pt x="10730" y="1262"/>
                </a:moveTo>
                <a:cubicBezTo>
                  <a:pt x="8726" y="2820"/>
                  <a:pt x="6735" y="4393"/>
                  <a:pt x="4769" y="5994"/>
                </a:cubicBezTo>
                <a:cubicBezTo>
                  <a:pt x="3412" y="7098"/>
                  <a:pt x="1958" y="8172"/>
                  <a:pt x="998" y="9627"/>
                </a:cubicBezTo>
                <a:cubicBezTo>
                  <a:pt x="126" y="10946"/>
                  <a:pt x="-237" y="12599"/>
                  <a:pt x="160" y="14124"/>
                </a:cubicBezTo>
                <a:cubicBezTo>
                  <a:pt x="712" y="16237"/>
                  <a:pt x="2411" y="17654"/>
                  <a:pt x="4499" y="18398"/>
                </a:cubicBezTo>
                <a:cubicBezTo>
                  <a:pt x="5094" y="18610"/>
                  <a:pt x="5708" y="18792"/>
                  <a:pt x="6323" y="18946"/>
                </a:cubicBezTo>
                <a:cubicBezTo>
                  <a:pt x="7666" y="19283"/>
                  <a:pt x="9020" y="19582"/>
                  <a:pt x="10373" y="19883"/>
                </a:cubicBezTo>
                <a:cubicBezTo>
                  <a:pt x="11176" y="20061"/>
                  <a:pt x="11980" y="20237"/>
                  <a:pt x="12785" y="20411"/>
                </a:cubicBezTo>
                <a:cubicBezTo>
                  <a:pt x="13778" y="20624"/>
                  <a:pt x="14770" y="20833"/>
                  <a:pt x="15764" y="21040"/>
                </a:cubicBezTo>
                <a:cubicBezTo>
                  <a:pt x="16884" y="21272"/>
                  <a:pt x="17797" y="21287"/>
                  <a:pt x="18506" y="21103"/>
                </a:cubicBezTo>
                <a:cubicBezTo>
                  <a:pt x="20216" y="20661"/>
                  <a:pt x="21363" y="16950"/>
                  <a:pt x="19524" y="9724"/>
                </a:cubicBezTo>
                <a:cubicBezTo>
                  <a:pt x="17685" y="2499"/>
                  <a:pt x="14878" y="-313"/>
                  <a:pt x="13141" y="27"/>
                </a:cubicBezTo>
                <a:cubicBezTo>
                  <a:pt x="12421" y="168"/>
                  <a:pt x="11616" y="573"/>
                  <a:pt x="10730" y="1262"/>
                </a:cubicBezTo>
                <a:close/>
              </a:path>
            </a:pathLst>
          </a:custGeom>
          <a:noFill/>
          <a:ln w="19050" cap="flat">
            <a:solidFill>
              <a:schemeClr val="bg1">
                <a:lumMod val="85000"/>
              </a:schemeClr>
            </a:solidFill>
            <a:miter lim="400000"/>
          </a:ln>
          <a:effectLst/>
        </p:spPr>
        <p:txBody>
          <a:bodyPr wrap="square" lIns="91440" tIns="45720" rIns="91440" bIns="45720" numCol="1" anchor="ctr">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endParaRPr/>
          </a:p>
        </p:txBody>
      </p:sp>
      <p:sp>
        <p:nvSpPr>
          <p:cNvPr id="23" name="!!数字5">
            <a:extLst>
              <a:ext uri="{FF2B5EF4-FFF2-40B4-BE49-F238E27FC236}">
                <a16:creationId xmlns:a16="http://schemas.microsoft.com/office/drawing/2014/main" id="{6881B5F4-4DE7-1956-863C-B8C25C390BC6}"/>
              </a:ext>
            </a:extLst>
          </p:cNvPr>
          <p:cNvSpPr/>
          <p:nvPr/>
        </p:nvSpPr>
        <p:spPr bwMode="auto">
          <a:xfrm>
            <a:off x="7029284" y="4030134"/>
            <a:ext cx="681040" cy="677112"/>
          </a:xfrm>
          <a:custGeom>
            <a:avLst/>
            <a:gdLst>
              <a:gd name="T0" fmla="*/ 6132 w 8291"/>
              <a:gd name="T1" fmla="*/ 8649 h 8758"/>
              <a:gd name="T2" fmla="*/ 3237 w 8291"/>
              <a:gd name="T3" fmla="*/ 7949 h 8758"/>
              <a:gd name="T4" fmla="*/ 1290 w 8291"/>
              <a:gd name="T5" fmla="*/ 7274 h 8758"/>
              <a:gd name="T6" fmla="*/ 193 w 8291"/>
              <a:gd name="T7" fmla="*/ 5786 h 8758"/>
              <a:gd name="T8" fmla="*/ 908 w 8291"/>
              <a:gd name="T9" fmla="*/ 3497 h 8758"/>
              <a:gd name="T10" fmla="*/ 1434 w 8291"/>
              <a:gd name="T11" fmla="*/ 2988 h 8758"/>
              <a:gd name="T12" fmla="*/ 2652 w 8291"/>
              <a:gd name="T13" fmla="*/ 1959 h 8758"/>
              <a:gd name="T14" fmla="*/ 3383 w 8291"/>
              <a:gd name="T15" fmla="*/ 1356 h 8758"/>
              <a:gd name="T16" fmla="*/ 4290 w 8291"/>
              <a:gd name="T17" fmla="*/ 621 h 8758"/>
              <a:gd name="T18" fmla="*/ 5218 w 8291"/>
              <a:gd name="T19" fmla="*/ 130 h 8758"/>
              <a:gd name="T20" fmla="*/ 7619 w 8291"/>
              <a:gd name="T21" fmla="*/ 4083 h 8758"/>
              <a:gd name="T22" fmla="*/ 7181 w 8291"/>
              <a:gd name="T23" fmla="*/ 8686 h 8758"/>
              <a:gd name="T24" fmla="*/ 6132 w 8291"/>
              <a:gd name="T25" fmla="*/ 8649 h 8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91" h="8758">
                <a:moveTo>
                  <a:pt x="6132" y="8649"/>
                </a:moveTo>
                <a:cubicBezTo>
                  <a:pt x="5165" y="8426"/>
                  <a:pt x="4199" y="8194"/>
                  <a:pt x="3237" y="7949"/>
                </a:cubicBezTo>
                <a:cubicBezTo>
                  <a:pt x="2573" y="7780"/>
                  <a:pt x="1882" y="7638"/>
                  <a:pt x="1290" y="7274"/>
                </a:cubicBezTo>
                <a:cubicBezTo>
                  <a:pt x="754" y="6944"/>
                  <a:pt x="331" y="6407"/>
                  <a:pt x="193" y="5786"/>
                </a:cubicBezTo>
                <a:cubicBezTo>
                  <a:pt x="0" y="4926"/>
                  <a:pt x="327" y="4123"/>
                  <a:pt x="908" y="3497"/>
                </a:cubicBezTo>
                <a:cubicBezTo>
                  <a:pt x="1074" y="3319"/>
                  <a:pt x="1251" y="3149"/>
                  <a:pt x="1434" y="2988"/>
                </a:cubicBezTo>
                <a:cubicBezTo>
                  <a:pt x="1833" y="2637"/>
                  <a:pt x="2243" y="2298"/>
                  <a:pt x="2652" y="1959"/>
                </a:cubicBezTo>
                <a:cubicBezTo>
                  <a:pt x="2895" y="1757"/>
                  <a:pt x="3139" y="1556"/>
                  <a:pt x="3383" y="1356"/>
                </a:cubicBezTo>
                <a:cubicBezTo>
                  <a:pt x="3685" y="1110"/>
                  <a:pt x="3987" y="865"/>
                  <a:pt x="4290" y="621"/>
                </a:cubicBezTo>
                <a:cubicBezTo>
                  <a:pt x="4632" y="345"/>
                  <a:pt x="4942" y="185"/>
                  <a:pt x="5218" y="130"/>
                </a:cubicBezTo>
                <a:cubicBezTo>
                  <a:pt x="5884" y="0"/>
                  <a:pt x="6946" y="1150"/>
                  <a:pt x="7619" y="4083"/>
                </a:cubicBezTo>
                <a:cubicBezTo>
                  <a:pt x="8291" y="7016"/>
                  <a:pt x="7837" y="8513"/>
                  <a:pt x="7181" y="8686"/>
                </a:cubicBezTo>
                <a:cubicBezTo>
                  <a:pt x="6909" y="8758"/>
                  <a:pt x="6560" y="8748"/>
                  <a:pt x="6132" y="8649"/>
                </a:cubicBezTo>
              </a:path>
            </a:pathLst>
          </a:custGeom>
          <a:solidFill>
            <a:srgbClr val="7030A0"/>
          </a:solidFill>
          <a:ln w="0">
            <a:noFill/>
            <a:prstDash val="solid"/>
            <a:round/>
            <a:headEnd/>
            <a:tailEnd/>
          </a:ln>
        </p:spPr>
        <p:txBody>
          <a:bodyPr vert="horz" wrap="square" lIns="91440" tIns="45720" rIns="91440" bIns="45720" numCol="1" anchor="ctr" anchorCtr="0" compatLnSpc="1">
            <a:prstTxWarp prst="textNoShape">
              <a:avLst/>
            </a:prstTxWarp>
            <a:normAutofit/>
          </a:bodyPr>
          <a:lstStyle/>
          <a:p>
            <a:pPr algn="ctr"/>
            <a:r>
              <a:rPr lang="en-US" altLang="zh-CN" sz="1600" b="1" dirty="0">
                <a:solidFill>
                  <a:schemeClr val="bg1"/>
                </a:solidFill>
              </a:rPr>
              <a:t>05</a:t>
            </a:r>
            <a:endParaRPr lang="zh-CN" altLang="en-US" sz="1600" b="1" dirty="0">
              <a:solidFill>
                <a:schemeClr val="bg1"/>
              </a:solidFill>
            </a:endParaRPr>
          </a:p>
        </p:txBody>
      </p:sp>
      <p:sp>
        <p:nvSpPr>
          <p:cNvPr id="24" name="!!线条6">
            <a:extLst>
              <a:ext uri="{FF2B5EF4-FFF2-40B4-BE49-F238E27FC236}">
                <a16:creationId xmlns:a16="http://schemas.microsoft.com/office/drawing/2014/main" id="{3DEA686E-DA81-9BF8-DDF7-A078C5FE1D25}"/>
              </a:ext>
            </a:extLst>
          </p:cNvPr>
          <p:cNvSpPr/>
          <p:nvPr/>
        </p:nvSpPr>
        <p:spPr>
          <a:xfrm rot="60000">
            <a:off x="6584011" y="4991933"/>
            <a:ext cx="955599" cy="945264"/>
          </a:xfrm>
          <a:custGeom>
            <a:avLst/>
            <a:gdLst/>
            <a:ahLst/>
            <a:cxnLst>
              <a:cxn ang="0">
                <a:pos x="wd2" y="hd2"/>
              </a:cxn>
              <a:cxn ang="5400000">
                <a:pos x="wd2" y="hd2"/>
              </a:cxn>
              <a:cxn ang="10800000">
                <a:pos x="wd2" y="hd2"/>
              </a:cxn>
              <a:cxn ang="16200000">
                <a:pos x="wd2" y="hd2"/>
              </a:cxn>
            </a:cxnLst>
            <a:rect l="0" t="0" r="r" b="b"/>
            <a:pathLst>
              <a:path w="20646" h="20738" extrusionOk="0">
                <a:moveTo>
                  <a:pt x="17625" y="2056"/>
                </a:moveTo>
                <a:cubicBezTo>
                  <a:pt x="15204" y="1539"/>
                  <a:pt x="12777" y="1043"/>
                  <a:pt x="10344" y="581"/>
                </a:cubicBezTo>
                <a:cubicBezTo>
                  <a:pt x="8665" y="262"/>
                  <a:pt x="6953" y="-148"/>
                  <a:pt x="5233" y="53"/>
                </a:cubicBezTo>
                <a:cubicBezTo>
                  <a:pt x="3673" y="234"/>
                  <a:pt x="2151" y="1009"/>
                  <a:pt x="1184" y="2272"/>
                </a:cubicBezTo>
                <a:cubicBezTo>
                  <a:pt x="-156" y="4023"/>
                  <a:pt x="-264" y="6195"/>
                  <a:pt x="390" y="8232"/>
                </a:cubicBezTo>
                <a:cubicBezTo>
                  <a:pt x="577" y="8812"/>
                  <a:pt x="799" y="9388"/>
                  <a:pt x="1043" y="9947"/>
                </a:cubicBezTo>
                <a:cubicBezTo>
                  <a:pt x="1575" y="11167"/>
                  <a:pt x="2145" y="12372"/>
                  <a:pt x="2712" y="13577"/>
                </a:cubicBezTo>
                <a:cubicBezTo>
                  <a:pt x="3049" y="14292"/>
                  <a:pt x="3389" y="15007"/>
                  <a:pt x="3730" y="15721"/>
                </a:cubicBezTo>
                <a:cubicBezTo>
                  <a:pt x="4152" y="16600"/>
                  <a:pt x="4577" y="17477"/>
                  <a:pt x="5005" y="18353"/>
                </a:cubicBezTo>
                <a:cubicBezTo>
                  <a:pt x="5488" y="19340"/>
                  <a:pt x="6019" y="20034"/>
                  <a:pt x="6586" y="20450"/>
                </a:cubicBezTo>
                <a:cubicBezTo>
                  <a:pt x="7953" y="21452"/>
                  <a:pt x="11565" y="19963"/>
                  <a:pt x="16175" y="14009"/>
                </a:cubicBezTo>
                <a:cubicBezTo>
                  <a:pt x="20785" y="8056"/>
                  <a:pt x="21336" y="4170"/>
                  <a:pt x="20035" y="3083"/>
                </a:cubicBezTo>
                <a:cubicBezTo>
                  <a:pt x="19495" y="2632"/>
                  <a:pt x="18696" y="2284"/>
                  <a:pt x="17625" y="2056"/>
                </a:cubicBezTo>
                <a:close/>
              </a:path>
            </a:pathLst>
          </a:custGeom>
          <a:noFill/>
          <a:ln w="19050" cap="flat">
            <a:solidFill>
              <a:schemeClr val="bg1">
                <a:lumMod val="85000"/>
              </a:schemeClr>
            </a:solidFill>
            <a:miter lim="400000"/>
          </a:ln>
          <a:effectLst/>
        </p:spPr>
        <p:txBody>
          <a:bodyPr wrap="square" lIns="91440" tIns="45720" rIns="91440" bIns="45720" numCol="1" anchor="ctr">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endParaRPr/>
          </a:p>
        </p:txBody>
      </p:sp>
      <p:sp>
        <p:nvSpPr>
          <p:cNvPr id="25" name="!!数字6">
            <a:extLst>
              <a:ext uri="{FF2B5EF4-FFF2-40B4-BE49-F238E27FC236}">
                <a16:creationId xmlns:a16="http://schemas.microsoft.com/office/drawing/2014/main" id="{3A64E9D6-E566-FECA-861E-6BF61939967E}"/>
              </a:ext>
            </a:extLst>
          </p:cNvPr>
          <p:cNvSpPr/>
          <p:nvPr/>
        </p:nvSpPr>
        <p:spPr bwMode="auto">
          <a:xfrm>
            <a:off x="6721291" y="5126009"/>
            <a:ext cx="681040" cy="677112"/>
          </a:xfrm>
          <a:custGeom>
            <a:avLst/>
            <a:gdLst>
              <a:gd name="T0" fmla="*/ 7132 w 8640"/>
              <a:gd name="T1" fmla="*/ 777 h 8602"/>
              <a:gd name="T2" fmla="*/ 4199 w 8640"/>
              <a:gd name="T3" fmla="*/ 258 h 8602"/>
              <a:gd name="T4" fmla="*/ 2145 w 8640"/>
              <a:gd name="T5" fmla="*/ 97 h 8602"/>
              <a:gd name="T6" fmla="*/ 543 w 8640"/>
              <a:gd name="T7" fmla="*/ 1020 h 8602"/>
              <a:gd name="T8" fmla="*/ 282 w 8640"/>
              <a:gd name="T9" fmla="*/ 3404 h 8602"/>
              <a:gd name="T10" fmla="*/ 560 w 8640"/>
              <a:gd name="T11" fmla="*/ 4082 h 8602"/>
              <a:gd name="T12" fmla="*/ 1264 w 8640"/>
              <a:gd name="T13" fmla="*/ 5513 h 8602"/>
              <a:gd name="T14" fmla="*/ 1692 w 8640"/>
              <a:gd name="T15" fmla="*/ 6358 h 8602"/>
              <a:gd name="T16" fmla="*/ 2229 w 8640"/>
              <a:gd name="T17" fmla="*/ 7395 h 8602"/>
              <a:gd name="T18" fmla="*/ 2882 w 8640"/>
              <a:gd name="T19" fmla="*/ 8216 h 8602"/>
              <a:gd name="T20" fmla="*/ 6665 w 8640"/>
              <a:gd name="T21" fmla="*/ 5556 h 8602"/>
              <a:gd name="T22" fmla="*/ 8108 w 8640"/>
              <a:gd name="T23" fmla="*/ 1163 h 8602"/>
              <a:gd name="T24" fmla="*/ 7132 w 8640"/>
              <a:gd name="T25" fmla="*/ 777 h 8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40" h="8602">
                <a:moveTo>
                  <a:pt x="7132" y="777"/>
                </a:moveTo>
                <a:cubicBezTo>
                  <a:pt x="6156" y="594"/>
                  <a:pt x="5179" y="419"/>
                  <a:pt x="4199" y="258"/>
                </a:cubicBezTo>
                <a:cubicBezTo>
                  <a:pt x="3523" y="148"/>
                  <a:pt x="2833" y="0"/>
                  <a:pt x="2145" y="97"/>
                </a:cubicBezTo>
                <a:cubicBezTo>
                  <a:pt x="1522" y="184"/>
                  <a:pt x="919" y="508"/>
                  <a:pt x="543" y="1020"/>
                </a:cubicBezTo>
                <a:cubicBezTo>
                  <a:pt x="23" y="1732"/>
                  <a:pt x="0" y="2599"/>
                  <a:pt x="282" y="3404"/>
                </a:cubicBezTo>
                <a:cubicBezTo>
                  <a:pt x="363" y="3634"/>
                  <a:pt x="457" y="3861"/>
                  <a:pt x="560" y="4082"/>
                </a:cubicBezTo>
                <a:cubicBezTo>
                  <a:pt x="785" y="4563"/>
                  <a:pt x="1025" y="5038"/>
                  <a:pt x="1264" y="5513"/>
                </a:cubicBezTo>
                <a:cubicBezTo>
                  <a:pt x="1406" y="5795"/>
                  <a:pt x="1549" y="6076"/>
                  <a:pt x="1692" y="6358"/>
                </a:cubicBezTo>
                <a:cubicBezTo>
                  <a:pt x="1870" y="6704"/>
                  <a:pt x="2049" y="7050"/>
                  <a:pt x="2229" y="7395"/>
                </a:cubicBezTo>
                <a:cubicBezTo>
                  <a:pt x="2431" y="7784"/>
                  <a:pt x="2651" y="8055"/>
                  <a:pt x="2882" y="8216"/>
                </a:cubicBezTo>
                <a:cubicBezTo>
                  <a:pt x="3440" y="8602"/>
                  <a:pt x="4874" y="7974"/>
                  <a:pt x="6665" y="5556"/>
                </a:cubicBezTo>
                <a:cubicBezTo>
                  <a:pt x="8456" y="3138"/>
                  <a:pt x="8640" y="1584"/>
                  <a:pt x="8108" y="1163"/>
                </a:cubicBezTo>
                <a:cubicBezTo>
                  <a:pt x="7887" y="988"/>
                  <a:pt x="7564" y="857"/>
                  <a:pt x="7132" y="777"/>
                </a:cubicBezTo>
              </a:path>
            </a:pathLst>
          </a:custGeom>
          <a:solidFill>
            <a:schemeClr val="accent3">
              <a:lumMod val="75000"/>
            </a:schemeClr>
          </a:solidFill>
          <a:ln w="0">
            <a:noFill/>
            <a:prstDash val="solid"/>
            <a:round/>
            <a:headEnd/>
            <a:tailEnd/>
          </a:ln>
        </p:spPr>
        <p:txBody>
          <a:bodyPr vert="horz" wrap="square" lIns="91440" tIns="45720" rIns="91440" bIns="45720" numCol="1" anchor="ctr" anchorCtr="0" compatLnSpc="1">
            <a:prstTxWarp prst="textNoShape">
              <a:avLst/>
            </a:prstTxWarp>
            <a:normAutofit/>
          </a:bodyPr>
          <a:lstStyle/>
          <a:p>
            <a:pPr algn="ctr"/>
            <a:r>
              <a:rPr lang="en-US" altLang="zh-CN" sz="1600" b="1" dirty="0">
                <a:solidFill>
                  <a:schemeClr val="bg1"/>
                </a:solidFill>
              </a:rPr>
              <a:t>06</a:t>
            </a:r>
            <a:endParaRPr lang="zh-CN" altLang="en-US" sz="1600" b="1" dirty="0">
              <a:solidFill>
                <a:schemeClr val="bg1"/>
              </a:solidFill>
            </a:endParaRPr>
          </a:p>
        </p:txBody>
      </p:sp>
      <p:sp>
        <p:nvSpPr>
          <p:cNvPr id="26" name="ïş1iḍé">
            <a:extLst>
              <a:ext uri="{FF2B5EF4-FFF2-40B4-BE49-F238E27FC236}">
                <a16:creationId xmlns:a16="http://schemas.microsoft.com/office/drawing/2014/main" id="{D41A4A9B-6280-B278-1F3D-5492555DDEFF}"/>
              </a:ext>
            </a:extLst>
          </p:cNvPr>
          <p:cNvSpPr txBox="1"/>
          <p:nvPr/>
        </p:nvSpPr>
        <p:spPr bwMode="auto">
          <a:xfrm>
            <a:off x="2126974" y="5401945"/>
            <a:ext cx="2418362"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pPr>
            <a:r>
              <a:rPr lang="zh-CN" altLang="en-US" sz="1600" b="1"/>
              <a:t>给大模型设定角色与能力</a:t>
            </a:r>
            <a:endParaRPr lang="en-US" altLang="zh-CN" sz="1600" b="1" dirty="0"/>
          </a:p>
        </p:txBody>
      </p:sp>
      <p:sp>
        <p:nvSpPr>
          <p:cNvPr id="27" name="íS1iḑe">
            <a:extLst>
              <a:ext uri="{FF2B5EF4-FFF2-40B4-BE49-F238E27FC236}">
                <a16:creationId xmlns:a16="http://schemas.microsoft.com/office/drawing/2014/main" id="{78645BF3-F8CB-5AF6-D50E-3B8F3DC8B295}"/>
              </a:ext>
            </a:extLst>
          </p:cNvPr>
          <p:cNvSpPr/>
          <p:nvPr/>
        </p:nvSpPr>
        <p:spPr bwMode="auto">
          <a:xfrm>
            <a:off x="437501" y="5731948"/>
            <a:ext cx="4107835" cy="357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50000"/>
              </a:lnSpc>
            </a:pPr>
            <a:r>
              <a:rPr lang="zh-CN" altLang="en-US" sz="1000">
                <a:solidFill>
                  <a:schemeClr val="bg1">
                    <a:lumMod val="50000"/>
                  </a:schemeClr>
                </a:solidFill>
              </a:rPr>
              <a:t>你是一名经验丰富的高中历史老师，擅长生动有趣的讲解复杂历史事件</a:t>
            </a:r>
            <a:endParaRPr lang="en-US" altLang="zh-CN" sz="1000" dirty="0">
              <a:solidFill>
                <a:schemeClr val="bg1">
                  <a:lumMod val="50000"/>
                </a:schemeClr>
              </a:solidFill>
            </a:endParaRPr>
          </a:p>
        </p:txBody>
      </p:sp>
      <p:cxnSp>
        <p:nvCxnSpPr>
          <p:cNvPr id="28" name="ïSľiďê">
            <a:extLst>
              <a:ext uri="{FF2B5EF4-FFF2-40B4-BE49-F238E27FC236}">
                <a16:creationId xmlns:a16="http://schemas.microsoft.com/office/drawing/2014/main" id="{13CD6734-F810-1338-39E2-400D3E9E9B48}"/>
              </a:ext>
            </a:extLst>
          </p:cNvPr>
          <p:cNvCxnSpPr>
            <a:cxnSpLocks/>
          </p:cNvCxnSpPr>
          <p:nvPr/>
        </p:nvCxnSpPr>
        <p:spPr>
          <a:xfrm>
            <a:off x="563123" y="5731948"/>
            <a:ext cx="3929961"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9" name="íṩľiḍè">
            <a:extLst>
              <a:ext uri="{FF2B5EF4-FFF2-40B4-BE49-F238E27FC236}">
                <a16:creationId xmlns:a16="http://schemas.microsoft.com/office/drawing/2014/main" id="{3F68A3FB-4B8F-43E4-E465-5F3EBE128A53}"/>
              </a:ext>
            </a:extLst>
          </p:cNvPr>
          <p:cNvSpPr txBox="1"/>
          <p:nvPr/>
        </p:nvSpPr>
        <p:spPr bwMode="auto">
          <a:xfrm>
            <a:off x="726109" y="4126741"/>
            <a:ext cx="3545024"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pPr>
            <a:r>
              <a:rPr lang="zh-CN" altLang="en-US" sz="1600" b="1"/>
              <a:t>明确核心请求与任务</a:t>
            </a:r>
            <a:endParaRPr lang="en-US" altLang="zh-CN" sz="1600" b="1" dirty="0"/>
          </a:p>
        </p:txBody>
      </p:sp>
      <p:sp>
        <p:nvSpPr>
          <p:cNvPr id="30" name="îṩḷïdé">
            <a:extLst>
              <a:ext uri="{FF2B5EF4-FFF2-40B4-BE49-F238E27FC236}">
                <a16:creationId xmlns:a16="http://schemas.microsoft.com/office/drawing/2014/main" id="{6E7E739C-C102-94FA-09B5-261B9E942962}"/>
              </a:ext>
            </a:extLst>
          </p:cNvPr>
          <p:cNvSpPr/>
          <p:nvPr/>
        </p:nvSpPr>
        <p:spPr bwMode="auto">
          <a:xfrm>
            <a:off x="726109" y="4456744"/>
            <a:ext cx="3545024" cy="357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50000"/>
              </a:lnSpc>
            </a:pPr>
            <a:r>
              <a:rPr lang="zh-CN" altLang="en-US" sz="1100">
                <a:solidFill>
                  <a:schemeClr val="bg1">
                    <a:lumMod val="50000"/>
                  </a:schemeClr>
                </a:solidFill>
              </a:rPr>
              <a:t>请向一位高中生解释法国大革命爆发的主要原因</a:t>
            </a:r>
            <a:endParaRPr lang="en-US" altLang="zh-CN" sz="1100" dirty="0">
              <a:solidFill>
                <a:schemeClr val="bg1">
                  <a:lumMod val="50000"/>
                </a:schemeClr>
              </a:solidFill>
            </a:endParaRPr>
          </a:p>
        </p:txBody>
      </p:sp>
      <p:cxnSp>
        <p:nvCxnSpPr>
          <p:cNvPr id="31" name="îṩliḑê">
            <a:extLst>
              <a:ext uri="{FF2B5EF4-FFF2-40B4-BE49-F238E27FC236}">
                <a16:creationId xmlns:a16="http://schemas.microsoft.com/office/drawing/2014/main" id="{4E52172C-1872-D272-92E3-324449D80DC9}"/>
              </a:ext>
            </a:extLst>
          </p:cNvPr>
          <p:cNvCxnSpPr>
            <a:cxnSpLocks/>
          </p:cNvCxnSpPr>
          <p:nvPr/>
        </p:nvCxnSpPr>
        <p:spPr>
          <a:xfrm>
            <a:off x="576196" y="4456744"/>
            <a:ext cx="364268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42" name="îṡ1íḍê">
            <a:extLst>
              <a:ext uri="{FF2B5EF4-FFF2-40B4-BE49-F238E27FC236}">
                <a16:creationId xmlns:a16="http://schemas.microsoft.com/office/drawing/2014/main" id="{310DCC21-F71E-A074-EDC4-685A1294FE29}"/>
              </a:ext>
            </a:extLst>
          </p:cNvPr>
          <p:cNvSpPr txBox="1"/>
          <p:nvPr/>
        </p:nvSpPr>
        <p:spPr bwMode="auto">
          <a:xfrm>
            <a:off x="1300661" y="2922336"/>
            <a:ext cx="3545024"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pPr>
            <a:r>
              <a:rPr lang="zh-CN" altLang="en-US" sz="1600" b="1"/>
              <a:t>按步骤拆解复杂任务</a:t>
            </a:r>
            <a:endParaRPr lang="en-US" altLang="zh-CN" sz="1600" b="1" dirty="0"/>
          </a:p>
        </p:txBody>
      </p:sp>
      <p:sp>
        <p:nvSpPr>
          <p:cNvPr id="43" name="ïṧlíḍe">
            <a:extLst>
              <a:ext uri="{FF2B5EF4-FFF2-40B4-BE49-F238E27FC236}">
                <a16:creationId xmlns:a16="http://schemas.microsoft.com/office/drawing/2014/main" id="{6C47F13B-F11B-70B2-4E1C-51EA00244075}"/>
              </a:ext>
            </a:extLst>
          </p:cNvPr>
          <p:cNvSpPr/>
          <p:nvPr/>
        </p:nvSpPr>
        <p:spPr bwMode="auto">
          <a:xfrm>
            <a:off x="256843" y="3252339"/>
            <a:ext cx="4620398" cy="357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50000"/>
              </a:lnSpc>
            </a:pPr>
            <a:r>
              <a:rPr lang="zh-CN" altLang="en-US" sz="1050" b="0">
                <a:solidFill>
                  <a:schemeClr val="bg1">
                    <a:lumMod val="50000"/>
                  </a:schemeClr>
                </a:solidFill>
                <a:effectLst/>
                <a:latin typeface="quote-cjk-patch"/>
              </a:rPr>
              <a:t>请先概述背景，然后分政治、经济、思想三个方面阐述，每点配一个例子</a:t>
            </a:r>
            <a:endParaRPr lang="en-US" altLang="zh-CN" sz="1050" dirty="0">
              <a:solidFill>
                <a:schemeClr val="bg1">
                  <a:lumMod val="50000"/>
                </a:schemeClr>
              </a:solidFill>
            </a:endParaRPr>
          </a:p>
        </p:txBody>
      </p:sp>
      <p:cxnSp>
        <p:nvCxnSpPr>
          <p:cNvPr id="44" name="ísḻîďè">
            <a:extLst>
              <a:ext uri="{FF2B5EF4-FFF2-40B4-BE49-F238E27FC236}">
                <a16:creationId xmlns:a16="http://schemas.microsoft.com/office/drawing/2014/main" id="{FD93DD62-328F-5B42-99C6-EE29C1F3F8D8}"/>
              </a:ext>
            </a:extLst>
          </p:cNvPr>
          <p:cNvCxnSpPr>
            <a:cxnSpLocks/>
          </p:cNvCxnSpPr>
          <p:nvPr/>
        </p:nvCxnSpPr>
        <p:spPr>
          <a:xfrm>
            <a:off x="576196" y="3252339"/>
            <a:ext cx="421723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3" name="îšļîde">
            <a:extLst>
              <a:ext uri="{FF2B5EF4-FFF2-40B4-BE49-F238E27FC236}">
                <a16:creationId xmlns:a16="http://schemas.microsoft.com/office/drawing/2014/main" id="{B87E15F7-58DB-932D-FA61-D9ACD1025A56}"/>
              </a:ext>
            </a:extLst>
          </p:cNvPr>
          <p:cNvSpPr txBox="1"/>
          <p:nvPr/>
        </p:nvSpPr>
        <p:spPr bwMode="auto">
          <a:xfrm flipH="1">
            <a:off x="7677734" y="5402459"/>
            <a:ext cx="3545024"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zh-CN" altLang="en-US" sz="1600" b="1"/>
              <a:t>提供输入输出的示例</a:t>
            </a:r>
            <a:endParaRPr lang="en-US" altLang="zh-CN" sz="1600" b="1" dirty="0"/>
          </a:p>
        </p:txBody>
      </p:sp>
      <p:sp>
        <p:nvSpPr>
          <p:cNvPr id="34" name="îSļîḋê">
            <a:extLst>
              <a:ext uri="{FF2B5EF4-FFF2-40B4-BE49-F238E27FC236}">
                <a16:creationId xmlns:a16="http://schemas.microsoft.com/office/drawing/2014/main" id="{B784D4AD-2057-0674-0863-269467B5201A}"/>
              </a:ext>
            </a:extLst>
          </p:cNvPr>
          <p:cNvSpPr/>
          <p:nvPr/>
        </p:nvSpPr>
        <p:spPr bwMode="auto">
          <a:xfrm flipH="1">
            <a:off x="7677731" y="5732462"/>
            <a:ext cx="4087957" cy="33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4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500">
                <a:solidFill>
                  <a:schemeClr val="bg1">
                    <a:lumMod val="50000"/>
                  </a:schemeClr>
                </a:solidFill>
              </a:rPr>
              <a:t>可以参考</a:t>
            </a:r>
            <a:r>
              <a:rPr lang="en-US" altLang="zh-CN" sz="2500">
                <a:solidFill>
                  <a:schemeClr val="bg1">
                    <a:lumMod val="50000"/>
                  </a:schemeClr>
                </a:solidFill>
              </a:rPr>
              <a:t>《</a:t>
            </a:r>
            <a:r>
              <a:rPr lang="zh-CN" altLang="en-US" sz="2500">
                <a:solidFill>
                  <a:schemeClr val="bg1">
                    <a:lumMod val="50000"/>
                  </a:schemeClr>
                </a:solidFill>
              </a:rPr>
              <a:t>人类群星闪耀时</a:t>
            </a:r>
            <a:r>
              <a:rPr lang="en-US" altLang="zh-CN" sz="2500">
                <a:solidFill>
                  <a:schemeClr val="bg1">
                    <a:lumMod val="50000"/>
                  </a:schemeClr>
                </a:solidFill>
              </a:rPr>
              <a:t>》</a:t>
            </a:r>
            <a:r>
              <a:rPr lang="zh-CN" altLang="en-US" sz="2500">
                <a:solidFill>
                  <a:schemeClr val="bg1">
                    <a:lumMod val="50000"/>
                  </a:schemeClr>
                </a:solidFill>
              </a:rPr>
              <a:t>的叙事风格。请不要列出冗长的日期列表</a:t>
            </a:r>
            <a:endParaRPr lang="en-US" altLang="zh-CN" sz="1100" dirty="0">
              <a:solidFill>
                <a:schemeClr val="bg1">
                  <a:lumMod val="50000"/>
                </a:schemeClr>
              </a:solidFill>
            </a:endParaRPr>
          </a:p>
        </p:txBody>
      </p:sp>
      <p:cxnSp>
        <p:nvCxnSpPr>
          <p:cNvPr id="35" name="íṣ1iďê">
            <a:extLst>
              <a:ext uri="{FF2B5EF4-FFF2-40B4-BE49-F238E27FC236}">
                <a16:creationId xmlns:a16="http://schemas.microsoft.com/office/drawing/2014/main" id="{C1014D7C-5B21-9C35-AD04-7DFFCE3B972E}"/>
              </a:ext>
            </a:extLst>
          </p:cNvPr>
          <p:cNvCxnSpPr>
            <a:cxnSpLocks/>
          </p:cNvCxnSpPr>
          <p:nvPr/>
        </p:nvCxnSpPr>
        <p:spPr>
          <a:xfrm flipH="1">
            <a:off x="7729986" y="5732462"/>
            <a:ext cx="390980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6" name="íŝ1íḋê">
            <a:extLst>
              <a:ext uri="{FF2B5EF4-FFF2-40B4-BE49-F238E27FC236}">
                <a16:creationId xmlns:a16="http://schemas.microsoft.com/office/drawing/2014/main" id="{A7C8EAA5-1AD3-610D-B8EB-8B5EF02BAB86}"/>
              </a:ext>
            </a:extLst>
          </p:cNvPr>
          <p:cNvSpPr txBox="1"/>
          <p:nvPr/>
        </p:nvSpPr>
        <p:spPr bwMode="auto">
          <a:xfrm flipH="1">
            <a:off x="8070780" y="4126741"/>
            <a:ext cx="3545024"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zh-CN" altLang="en-US" sz="1600" b="1"/>
              <a:t>明确要求输出格式</a:t>
            </a:r>
            <a:endParaRPr lang="en-US" altLang="zh-CN" sz="1600" b="1" dirty="0"/>
          </a:p>
        </p:txBody>
      </p:sp>
      <p:sp>
        <p:nvSpPr>
          <p:cNvPr id="37" name="ís1iḓe">
            <a:extLst>
              <a:ext uri="{FF2B5EF4-FFF2-40B4-BE49-F238E27FC236}">
                <a16:creationId xmlns:a16="http://schemas.microsoft.com/office/drawing/2014/main" id="{AAF74593-B4FD-9266-99A7-1AA6DBF88F11}"/>
              </a:ext>
            </a:extLst>
          </p:cNvPr>
          <p:cNvSpPr/>
          <p:nvPr/>
        </p:nvSpPr>
        <p:spPr bwMode="auto">
          <a:xfrm flipH="1">
            <a:off x="8070780" y="4456744"/>
            <a:ext cx="3545024" cy="357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a:solidFill>
                  <a:schemeClr val="bg1">
                    <a:lumMod val="50000"/>
                  </a:schemeClr>
                </a:solidFill>
              </a:rPr>
              <a:t>请严格按照如下结构输出</a:t>
            </a:r>
            <a:r>
              <a:rPr lang="en-US" altLang="zh-CN" sz="1100">
                <a:solidFill>
                  <a:schemeClr val="bg1">
                    <a:lumMod val="50000"/>
                  </a:schemeClr>
                </a:solidFill>
              </a:rPr>
              <a:t>: ...</a:t>
            </a:r>
            <a:endParaRPr lang="en-US" altLang="zh-CN" sz="1100" dirty="0">
              <a:solidFill>
                <a:schemeClr val="bg1">
                  <a:lumMod val="50000"/>
                </a:schemeClr>
              </a:solidFill>
            </a:endParaRPr>
          </a:p>
        </p:txBody>
      </p:sp>
      <p:cxnSp>
        <p:nvCxnSpPr>
          <p:cNvPr id="38" name="iSļiḋê">
            <a:extLst>
              <a:ext uri="{FF2B5EF4-FFF2-40B4-BE49-F238E27FC236}">
                <a16:creationId xmlns:a16="http://schemas.microsoft.com/office/drawing/2014/main" id="{7BD30637-C5F8-AC6E-DA6C-8CE32C871526}"/>
              </a:ext>
            </a:extLst>
          </p:cNvPr>
          <p:cNvCxnSpPr/>
          <p:nvPr/>
        </p:nvCxnSpPr>
        <p:spPr>
          <a:xfrm flipH="1">
            <a:off x="8123032" y="4456744"/>
            <a:ext cx="344052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9" name="isliḓè">
            <a:extLst>
              <a:ext uri="{FF2B5EF4-FFF2-40B4-BE49-F238E27FC236}">
                <a16:creationId xmlns:a16="http://schemas.microsoft.com/office/drawing/2014/main" id="{55B91550-5FF4-C1E7-11E1-10D0A3E12092}"/>
              </a:ext>
            </a:extLst>
          </p:cNvPr>
          <p:cNvSpPr txBox="1"/>
          <p:nvPr/>
        </p:nvSpPr>
        <p:spPr bwMode="auto">
          <a:xfrm flipH="1">
            <a:off x="7402333" y="2922336"/>
            <a:ext cx="3545024"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zh-CN" altLang="en-US" sz="1600" b="1"/>
              <a:t>指定风格与语气</a:t>
            </a:r>
            <a:endParaRPr lang="en-US" altLang="zh-CN" sz="1600" b="1" dirty="0"/>
          </a:p>
        </p:txBody>
      </p:sp>
      <p:sp>
        <p:nvSpPr>
          <p:cNvPr id="40" name="íśḻîḓè">
            <a:extLst>
              <a:ext uri="{FF2B5EF4-FFF2-40B4-BE49-F238E27FC236}">
                <a16:creationId xmlns:a16="http://schemas.microsoft.com/office/drawing/2014/main" id="{72D098C2-6851-9620-23C1-74F36AB6AD4D}"/>
              </a:ext>
            </a:extLst>
          </p:cNvPr>
          <p:cNvSpPr/>
          <p:nvPr/>
        </p:nvSpPr>
        <p:spPr bwMode="auto">
          <a:xfrm flipH="1">
            <a:off x="7402331" y="3252339"/>
            <a:ext cx="4004171" cy="330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000">
                <a:solidFill>
                  <a:schemeClr val="bg1">
                    <a:lumMod val="50000"/>
                  </a:schemeClr>
                </a:solidFill>
              </a:rPr>
              <a:t>请使用简洁、口语化、充满热情的语气</a:t>
            </a:r>
            <a:r>
              <a:rPr lang="en-US" altLang="zh-CN" sz="1000">
                <a:solidFill>
                  <a:schemeClr val="bg1">
                    <a:lumMod val="50000"/>
                  </a:schemeClr>
                </a:solidFill>
              </a:rPr>
              <a:t>(</a:t>
            </a:r>
            <a:r>
              <a:rPr lang="zh-CN" altLang="en-US" sz="1000">
                <a:solidFill>
                  <a:schemeClr val="bg1">
                    <a:lumMod val="50000"/>
                  </a:schemeClr>
                </a:solidFill>
              </a:rPr>
              <a:t>避免使用过于学术的术语</a:t>
            </a:r>
            <a:r>
              <a:rPr lang="en-US" altLang="zh-CN" sz="800">
                <a:solidFill>
                  <a:schemeClr val="bg1">
                    <a:lumMod val="50000"/>
                  </a:schemeClr>
                </a:solidFill>
              </a:rPr>
              <a:t>)</a:t>
            </a:r>
            <a:endParaRPr lang="en-US" altLang="zh-CN" sz="500" dirty="0">
              <a:solidFill>
                <a:schemeClr val="bg1">
                  <a:lumMod val="50000"/>
                </a:schemeClr>
              </a:solidFill>
            </a:endParaRPr>
          </a:p>
        </p:txBody>
      </p:sp>
      <p:cxnSp>
        <p:nvCxnSpPr>
          <p:cNvPr id="41" name="iṧ1ídé">
            <a:extLst>
              <a:ext uri="{FF2B5EF4-FFF2-40B4-BE49-F238E27FC236}">
                <a16:creationId xmlns:a16="http://schemas.microsoft.com/office/drawing/2014/main" id="{F44894F0-7492-959B-23C8-7E919429E7FC}"/>
              </a:ext>
            </a:extLst>
          </p:cNvPr>
          <p:cNvCxnSpPr>
            <a:cxnSpLocks/>
          </p:cNvCxnSpPr>
          <p:nvPr/>
        </p:nvCxnSpPr>
        <p:spPr>
          <a:xfrm flipH="1">
            <a:off x="7454585" y="3252339"/>
            <a:ext cx="410896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0" name="组合 59">
            <a:extLst>
              <a:ext uri="{FF2B5EF4-FFF2-40B4-BE49-F238E27FC236}">
                <a16:creationId xmlns:a16="http://schemas.microsoft.com/office/drawing/2014/main" id="{E65D72A9-4795-7F9D-9391-E520896D9F4E}"/>
              </a:ext>
            </a:extLst>
          </p:cNvPr>
          <p:cNvGrpSpPr/>
          <p:nvPr/>
        </p:nvGrpSpPr>
        <p:grpSpPr>
          <a:xfrm>
            <a:off x="5575263" y="4164211"/>
            <a:ext cx="1126776" cy="982017"/>
            <a:chOff x="7628933" y="2544462"/>
            <a:chExt cx="1977822" cy="1723728"/>
          </a:xfrm>
        </p:grpSpPr>
        <p:pic>
          <p:nvPicPr>
            <p:cNvPr id="61" name="图片 60">
              <a:extLst>
                <a:ext uri="{FF2B5EF4-FFF2-40B4-BE49-F238E27FC236}">
                  <a16:creationId xmlns:a16="http://schemas.microsoft.com/office/drawing/2014/main" id="{7C040325-1832-4D85-F09A-CBA18A04E4E2}"/>
                </a:ext>
              </a:extLst>
            </p:cNvPr>
            <p:cNvPicPr>
              <a:picLocks noChangeAspect="1"/>
            </p:cNvPicPr>
            <p:nvPr/>
          </p:nvPicPr>
          <p:blipFill>
            <a:blip r:embed="rId2"/>
            <a:stretch>
              <a:fillRect/>
            </a:stretch>
          </p:blipFill>
          <p:spPr>
            <a:xfrm>
              <a:off x="7628933" y="2544462"/>
              <a:ext cx="1977822" cy="1318548"/>
            </a:xfrm>
            <a:prstGeom prst="rect">
              <a:avLst/>
            </a:prstGeom>
          </p:spPr>
        </p:pic>
        <p:sp>
          <p:nvSpPr>
            <p:cNvPr id="62" name="文本框 61">
              <a:extLst>
                <a:ext uri="{FF2B5EF4-FFF2-40B4-BE49-F238E27FC236}">
                  <a16:creationId xmlns:a16="http://schemas.microsoft.com/office/drawing/2014/main" id="{354EB7F8-4533-E805-F679-5F86D72DFD7E}"/>
                </a:ext>
              </a:extLst>
            </p:cNvPr>
            <p:cNvSpPr txBox="1"/>
            <p:nvPr/>
          </p:nvSpPr>
          <p:spPr>
            <a:xfrm>
              <a:off x="7938532" y="3863012"/>
              <a:ext cx="1358623" cy="405178"/>
            </a:xfrm>
            <a:prstGeom prst="rect">
              <a:avLst/>
            </a:prstGeom>
            <a:noFill/>
          </p:spPr>
          <p:txBody>
            <a:bodyPr wrap="square" rtlCol="0">
              <a:spAutoFit/>
            </a:bodyPr>
            <a:lstStyle/>
            <a:p>
              <a:r>
                <a:rPr lang="en-US" altLang="zh-CN" sz="900" b="1">
                  <a:solidFill>
                    <a:srgbClr val="4970FD"/>
                  </a:solidFill>
                </a:rPr>
                <a:t>DeepSeek</a:t>
              </a:r>
              <a:endParaRPr lang="zh-CN" altLang="en-US" sz="900" b="1">
                <a:solidFill>
                  <a:srgbClr val="4970FD"/>
                </a:solidFill>
              </a:endParaRPr>
            </a:p>
          </p:txBody>
        </p:sp>
      </p:grpSp>
    </p:spTree>
    <p:extLst>
      <p:ext uri="{BB962C8B-B14F-4D97-AF65-F5344CB8AC3E}">
        <p14:creationId xmlns:p14="http://schemas.microsoft.com/office/powerpoint/2010/main" val="9355094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decel="5000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200" fill="hold"/>
                                        <p:tgtEl>
                                          <p:spTgt spid="15"/>
                                        </p:tgtEl>
                                        <p:attrNameLst>
                                          <p:attrName>ppt_w</p:attrName>
                                        </p:attrNameLst>
                                      </p:cBhvr>
                                      <p:tavLst>
                                        <p:tav tm="0">
                                          <p:val>
                                            <p:strVal val="0"/>
                                          </p:val>
                                        </p:tav>
                                        <p:tav tm="100000">
                                          <p:val>
                                            <p:strVal val="#ppt_w"/>
                                          </p:val>
                                        </p:tav>
                                      </p:tavLst>
                                    </p:anim>
                                    <p:anim calcmode="lin" valueType="num">
                                      <p:cBhvr>
                                        <p:cTn id="8" dur="200" fill="hold"/>
                                        <p:tgtEl>
                                          <p:spTgt spid="15"/>
                                        </p:tgtEl>
                                        <p:attrNameLst>
                                          <p:attrName>ppt_h</p:attrName>
                                        </p:attrNameLst>
                                      </p:cBhvr>
                                      <p:tavLst>
                                        <p:tav tm="0">
                                          <p:val>
                                            <p:strVal val="0"/>
                                          </p:val>
                                        </p:tav>
                                        <p:tav tm="100000">
                                          <p:val>
                                            <p:strVal val="#ppt_h"/>
                                          </p:val>
                                        </p:tav>
                                      </p:tavLst>
                                    </p:anim>
                                    <p:animScale>
                                      <p:cBhvr>
                                        <p:cTn id="9" dur="100" autoRev="1" fill="hold">
                                          <p:stCondLst>
                                            <p:cond delay="200"/>
                                          </p:stCondLst>
                                        </p:cTn>
                                        <p:tgtEl>
                                          <p:spTgt spid="15"/>
                                        </p:tgtEl>
                                      </p:cBhvr>
                                      <p:from x="100000" y="100000"/>
                                      <p:to x="110000" y="110000"/>
                                    </p:animScale>
                                    <p:animScale>
                                      <p:cBhvr>
                                        <p:cTn id="10" dur="100" autoRev="1" fill="hold">
                                          <p:stCondLst>
                                            <p:cond delay="400"/>
                                          </p:stCondLst>
                                        </p:cTn>
                                        <p:tgtEl>
                                          <p:spTgt spid="15"/>
                                        </p:tgtEl>
                                      </p:cBhvr>
                                      <p:from x="100000" y="100000"/>
                                      <p:to x="90000" y="90000"/>
                                    </p:animScale>
                                  </p:childTnLst>
                                </p:cTn>
                              </p:par>
                              <p:par>
                                <p:cTn id="11" presetID="53" presetClass="entr" presetSubtype="16" decel="5000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p:cTn id="13" dur="200" fill="hold"/>
                                        <p:tgtEl>
                                          <p:spTgt spid="16"/>
                                        </p:tgtEl>
                                        <p:attrNameLst>
                                          <p:attrName>ppt_w</p:attrName>
                                        </p:attrNameLst>
                                      </p:cBhvr>
                                      <p:tavLst>
                                        <p:tav tm="0">
                                          <p:val>
                                            <p:strVal val="0"/>
                                          </p:val>
                                        </p:tav>
                                        <p:tav tm="100000">
                                          <p:val>
                                            <p:strVal val="#ppt_w"/>
                                          </p:val>
                                        </p:tav>
                                      </p:tavLst>
                                    </p:anim>
                                    <p:anim calcmode="lin" valueType="num">
                                      <p:cBhvr>
                                        <p:cTn id="14" dur="200" fill="hold"/>
                                        <p:tgtEl>
                                          <p:spTgt spid="16"/>
                                        </p:tgtEl>
                                        <p:attrNameLst>
                                          <p:attrName>ppt_h</p:attrName>
                                        </p:attrNameLst>
                                      </p:cBhvr>
                                      <p:tavLst>
                                        <p:tav tm="0">
                                          <p:val>
                                            <p:strVal val="0"/>
                                          </p:val>
                                        </p:tav>
                                        <p:tav tm="100000">
                                          <p:val>
                                            <p:strVal val="#ppt_h"/>
                                          </p:val>
                                        </p:tav>
                                      </p:tavLst>
                                    </p:anim>
                                    <p:animScale>
                                      <p:cBhvr>
                                        <p:cTn id="15" dur="100" autoRev="1" fill="hold">
                                          <p:stCondLst>
                                            <p:cond delay="200"/>
                                          </p:stCondLst>
                                        </p:cTn>
                                        <p:tgtEl>
                                          <p:spTgt spid="16"/>
                                        </p:tgtEl>
                                      </p:cBhvr>
                                      <p:from x="100000" y="100000"/>
                                      <p:to x="110000" y="110000"/>
                                    </p:animScale>
                                    <p:animScale>
                                      <p:cBhvr>
                                        <p:cTn id="16" dur="100" autoRev="1" fill="hold">
                                          <p:stCondLst>
                                            <p:cond delay="400"/>
                                          </p:stCondLst>
                                        </p:cTn>
                                        <p:tgtEl>
                                          <p:spTgt spid="16"/>
                                        </p:tgtEl>
                                      </p:cBhvr>
                                      <p:from x="100000" y="100000"/>
                                      <p:to x="90000" y="90000"/>
                                    </p:animScale>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p:cTn id="21" dur="500" fill="hold"/>
                                        <p:tgtEl>
                                          <p:spTgt spid="26"/>
                                        </p:tgtEl>
                                        <p:attrNameLst>
                                          <p:attrName>ppt_w</p:attrName>
                                        </p:attrNameLst>
                                      </p:cBhvr>
                                      <p:tavLst>
                                        <p:tav tm="0">
                                          <p:val>
                                            <p:fltVal val="0"/>
                                          </p:val>
                                        </p:tav>
                                        <p:tav tm="100000">
                                          <p:val>
                                            <p:strVal val="#ppt_w"/>
                                          </p:val>
                                        </p:tav>
                                      </p:tavLst>
                                    </p:anim>
                                    <p:anim calcmode="lin" valueType="num">
                                      <p:cBhvr>
                                        <p:cTn id="22" dur="500" fill="hold"/>
                                        <p:tgtEl>
                                          <p:spTgt spid="26"/>
                                        </p:tgtEl>
                                        <p:attrNameLst>
                                          <p:attrName>ppt_h</p:attrName>
                                        </p:attrNameLst>
                                      </p:cBhvr>
                                      <p:tavLst>
                                        <p:tav tm="0">
                                          <p:val>
                                            <p:fltVal val="0"/>
                                          </p:val>
                                        </p:tav>
                                        <p:tav tm="100000">
                                          <p:val>
                                            <p:strVal val="#ppt_h"/>
                                          </p:val>
                                        </p:tav>
                                      </p:tavLst>
                                    </p:anim>
                                    <p:animEffect transition="in" filter="fade">
                                      <p:cBhvr>
                                        <p:cTn id="23" dur="500"/>
                                        <p:tgtEl>
                                          <p:spTgt spid="2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wipe(left)">
                                      <p:cBhvr>
                                        <p:cTn id="28" dur="500"/>
                                        <p:tgtEl>
                                          <p:spTgt spid="28"/>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wipe(left)">
                                      <p:cBhvr>
                                        <p:cTn id="31" dur="500"/>
                                        <p:tgtEl>
                                          <p:spTgt spid="27"/>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decel="5000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200" fill="hold"/>
                                        <p:tgtEl>
                                          <p:spTgt spid="14"/>
                                        </p:tgtEl>
                                        <p:attrNameLst>
                                          <p:attrName>ppt_w</p:attrName>
                                        </p:attrNameLst>
                                      </p:cBhvr>
                                      <p:tavLst>
                                        <p:tav tm="0">
                                          <p:val>
                                            <p:strVal val="0"/>
                                          </p:val>
                                        </p:tav>
                                        <p:tav tm="100000">
                                          <p:val>
                                            <p:strVal val="#ppt_w"/>
                                          </p:val>
                                        </p:tav>
                                      </p:tavLst>
                                    </p:anim>
                                    <p:anim calcmode="lin" valueType="num">
                                      <p:cBhvr>
                                        <p:cTn id="37" dur="200" fill="hold"/>
                                        <p:tgtEl>
                                          <p:spTgt spid="14"/>
                                        </p:tgtEl>
                                        <p:attrNameLst>
                                          <p:attrName>ppt_h</p:attrName>
                                        </p:attrNameLst>
                                      </p:cBhvr>
                                      <p:tavLst>
                                        <p:tav tm="0">
                                          <p:val>
                                            <p:strVal val="0"/>
                                          </p:val>
                                        </p:tav>
                                        <p:tav tm="100000">
                                          <p:val>
                                            <p:strVal val="#ppt_h"/>
                                          </p:val>
                                        </p:tav>
                                      </p:tavLst>
                                    </p:anim>
                                    <p:animScale>
                                      <p:cBhvr>
                                        <p:cTn id="38" dur="100" autoRev="1" fill="hold">
                                          <p:stCondLst>
                                            <p:cond delay="200"/>
                                          </p:stCondLst>
                                        </p:cTn>
                                        <p:tgtEl>
                                          <p:spTgt spid="14"/>
                                        </p:tgtEl>
                                      </p:cBhvr>
                                      <p:from x="100000" y="100000"/>
                                      <p:to x="110000" y="110000"/>
                                    </p:animScale>
                                    <p:animScale>
                                      <p:cBhvr>
                                        <p:cTn id="39" dur="100" autoRev="1" fill="hold">
                                          <p:stCondLst>
                                            <p:cond delay="400"/>
                                          </p:stCondLst>
                                        </p:cTn>
                                        <p:tgtEl>
                                          <p:spTgt spid="14"/>
                                        </p:tgtEl>
                                      </p:cBhvr>
                                      <p:from x="100000" y="100000"/>
                                      <p:to x="90000" y="90000"/>
                                    </p:animScale>
                                  </p:childTnLst>
                                </p:cTn>
                              </p:par>
                              <p:par>
                                <p:cTn id="40" presetID="53" presetClass="entr" presetSubtype="16" decel="5000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200" fill="hold"/>
                                        <p:tgtEl>
                                          <p:spTgt spid="12"/>
                                        </p:tgtEl>
                                        <p:attrNameLst>
                                          <p:attrName>ppt_w</p:attrName>
                                        </p:attrNameLst>
                                      </p:cBhvr>
                                      <p:tavLst>
                                        <p:tav tm="0">
                                          <p:val>
                                            <p:strVal val="0"/>
                                          </p:val>
                                        </p:tav>
                                        <p:tav tm="100000">
                                          <p:val>
                                            <p:strVal val="#ppt_w"/>
                                          </p:val>
                                        </p:tav>
                                      </p:tavLst>
                                    </p:anim>
                                    <p:anim calcmode="lin" valueType="num">
                                      <p:cBhvr>
                                        <p:cTn id="43" dur="200" fill="hold"/>
                                        <p:tgtEl>
                                          <p:spTgt spid="12"/>
                                        </p:tgtEl>
                                        <p:attrNameLst>
                                          <p:attrName>ppt_h</p:attrName>
                                        </p:attrNameLst>
                                      </p:cBhvr>
                                      <p:tavLst>
                                        <p:tav tm="0">
                                          <p:val>
                                            <p:strVal val="0"/>
                                          </p:val>
                                        </p:tav>
                                        <p:tav tm="100000">
                                          <p:val>
                                            <p:strVal val="#ppt_h"/>
                                          </p:val>
                                        </p:tav>
                                      </p:tavLst>
                                    </p:anim>
                                    <p:animScale>
                                      <p:cBhvr>
                                        <p:cTn id="44" dur="100" autoRev="1" fill="hold">
                                          <p:stCondLst>
                                            <p:cond delay="200"/>
                                          </p:stCondLst>
                                        </p:cTn>
                                        <p:tgtEl>
                                          <p:spTgt spid="12"/>
                                        </p:tgtEl>
                                      </p:cBhvr>
                                      <p:from x="100000" y="100000"/>
                                      <p:to x="110000" y="110000"/>
                                    </p:animScale>
                                    <p:animScale>
                                      <p:cBhvr>
                                        <p:cTn id="45" dur="100" autoRev="1" fill="hold">
                                          <p:stCondLst>
                                            <p:cond delay="400"/>
                                          </p:stCondLst>
                                        </p:cTn>
                                        <p:tgtEl>
                                          <p:spTgt spid="12"/>
                                        </p:tgtEl>
                                      </p:cBhvr>
                                      <p:from x="100000" y="100000"/>
                                      <p:to x="90000" y="90000"/>
                                    </p:animScale>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29"/>
                                        </p:tgtEl>
                                        <p:attrNameLst>
                                          <p:attrName>style.visibility</p:attrName>
                                        </p:attrNameLst>
                                      </p:cBhvr>
                                      <p:to>
                                        <p:strVal val="visible"/>
                                      </p:to>
                                    </p:set>
                                    <p:anim calcmode="lin" valueType="num">
                                      <p:cBhvr>
                                        <p:cTn id="50" dur="500" fill="hold"/>
                                        <p:tgtEl>
                                          <p:spTgt spid="29"/>
                                        </p:tgtEl>
                                        <p:attrNameLst>
                                          <p:attrName>ppt_w</p:attrName>
                                        </p:attrNameLst>
                                      </p:cBhvr>
                                      <p:tavLst>
                                        <p:tav tm="0">
                                          <p:val>
                                            <p:fltVal val="0"/>
                                          </p:val>
                                        </p:tav>
                                        <p:tav tm="100000">
                                          <p:val>
                                            <p:strVal val="#ppt_w"/>
                                          </p:val>
                                        </p:tav>
                                      </p:tavLst>
                                    </p:anim>
                                    <p:anim calcmode="lin" valueType="num">
                                      <p:cBhvr>
                                        <p:cTn id="51" dur="500" fill="hold"/>
                                        <p:tgtEl>
                                          <p:spTgt spid="29"/>
                                        </p:tgtEl>
                                        <p:attrNameLst>
                                          <p:attrName>ppt_h</p:attrName>
                                        </p:attrNameLst>
                                      </p:cBhvr>
                                      <p:tavLst>
                                        <p:tav tm="0">
                                          <p:val>
                                            <p:fltVal val="0"/>
                                          </p:val>
                                        </p:tav>
                                        <p:tav tm="100000">
                                          <p:val>
                                            <p:strVal val="#ppt_h"/>
                                          </p:val>
                                        </p:tav>
                                      </p:tavLst>
                                    </p:anim>
                                    <p:animEffect transition="in" filter="fade">
                                      <p:cBhvr>
                                        <p:cTn id="52" dur="500"/>
                                        <p:tgtEl>
                                          <p:spTgt spid="2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wipe(left)">
                                      <p:cBhvr>
                                        <p:cTn id="57" dur="500"/>
                                        <p:tgtEl>
                                          <p:spTgt spid="31"/>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wipe(left)">
                                      <p:cBhvr>
                                        <p:cTn id="60" dur="500"/>
                                        <p:tgtEl>
                                          <p:spTgt spid="30"/>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decel="50000" fill="hold" grpId="0" nodeType="clickEffect">
                                  <p:stCondLst>
                                    <p:cond delay="0"/>
                                  </p:stCondLst>
                                  <p:childTnLst>
                                    <p:set>
                                      <p:cBhvr>
                                        <p:cTn id="64" dur="1" fill="hold">
                                          <p:stCondLst>
                                            <p:cond delay="0"/>
                                          </p:stCondLst>
                                        </p:cTn>
                                        <p:tgtEl>
                                          <p:spTgt spid="19"/>
                                        </p:tgtEl>
                                        <p:attrNameLst>
                                          <p:attrName>style.visibility</p:attrName>
                                        </p:attrNameLst>
                                      </p:cBhvr>
                                      <p:to>
                                        <p:strVal val="visible"/>
                                      </p:to>
                                    </p:set>
                                    <p:anim calcmode="lin" valueType="num">
                                      <p:cBhvr>
                                        <p:cTn id="65" dur="200" fill="hold"/>
                                        <p:tgtEl>
                                          <p:spTgt spid="19"/>
                                        </p:tgtEl>
                                        <p:attrNameLst>
                                          <p:attrName>ppt_w</p:attrName>
                                        </p:attrNameLst>
                                      </p:cBhvr>
                                      <p:tavLst>
                                        <p:tav tm="0">
                                          <p:val>
                                            <p:strVal val="0"/>
                                          </p:val>
                                        </p:tav>
                                        <p:tav tm="100000">
                                          <p:val>
                                            <p:strVal val="#ppt_w"/>
                                          </p:val>
                                        </p:tav>
                                      </p:tavLst>
                                    </p:anim>
                                    <p:anim calcmode="lin" valueType="num">
                                      <p:cBhvr>
                                        <p:cTn id="66" dur="200" fill="hold"/>
                                        <p:tgtEl>
                                          <p:spTgt spid="19"/>
                                        </p:tgtEl>
                                        <p:attrNameLst>
                                          <p:attrName>ppt_h</p:attrName>
                                        </p:attrNameLst>
                                      </p:cBhvr>
                                      <p:tavLst>
                                        <p:tav tm="0">
                                          <p:val>
                                            <p:strVal val="0"/>
                                          </p:val>
                                        </p:tav>
                                        <p:tav tm="100000">
                                          <p:val>
                                            <p:strVal val="#ppt_h"/>
                                          </p:val>
                                        </p:tav>
                                      </p:tavLst>
                                    </p:anim>
                                    <p:animScale>
                                      <p:cBhvr>
                                        <p:cTn id="67" dur="100" autoRev="1" fill="hold">
                                          <p:stCondLst>
                                            <p:cond delay="200"/>
                                          </p:stCondLst>
                                        </p:cTn>
                                        <p:tgtEl>
                                          <p:spTgt spid="19"/>
                                        </p:tgtEl>
                                      </p:cBhvr>
                                      <p:from x="100000" y="100000"/>
                                      <p:to x="110000" y="110000"/>
                                    </p:animScale>
                                    <p:animScale>
                                      <p:cBhvr>
                                        <p:cTn id="68" dur="100" autoRev="1" fill="hold">
                                          <p:stCondLst>
                                            <p:cond delay="400"/>
                                          </p:stCondLst>
                                        </p:cTn>
                                        <p:tgtEl>
                                          <p:spTgt spid="19"/>
                                        </p:tgtEl>
                                      </p:cBhvr>
                                      <p:from x="100000" y="100000"/>
                                      <p:to x="90000" y="90000"/>
                                    </p:animScale>
                                  </p:childTnLst>
                                </p:cTn>
                              </p:par>
                              <p:par>
                                <p:cTn id="69" presetID="53" presetClass="entr" presetSubtype="16" decel="50000" fill="hold" grpId="0" nodeType="withEffect">
                                  <p:stCondLst>
                                    <p:cond delay="0"/>
                                  </p:stCondLst>
                                  <p:childTnLst>
                                    <p:set>
                                      <p:cBhvr>
                                        <p:cTn id="70" dur="1" fill="hold">
                                          <p:stCondLst>
                                            <p:cond delay="0"/>
                                          </p:stCondLst>
                                        </p:cTn>
                                        <p:tgtEl>
                                          <p:spTgt spid="18"/>
                                        </p:tgtEl>
                                        <p:attrNameLst>
                                          <p:attrName>style.visibility</p:attrName>
                                        </p:attrNameLst>
                                      </p:cBhvr>
                                      <p:to>
                                        <p:strVal val="visible"/>
                                      </p:to>
                                    </p:set>
                                    <p:anim calcmode="lin" valueType="num">
                                      <p:cBhvr>
                                        <p:cTn id="71" dur="200" fill="hold"/>
                                        <p:tgtEl>
                                          <p:spTgt spid="18"/>
                                        </p:tgtEl>
                                        <p:attrNameLst>
                                          <p:attrName>ppt_w</p:attrName>
                                        </p:attrNameLst>
                                      </p:cBhvr>
                                      <p:tavLst>
                                        <p:tav tm="0">
                                          <p:val>
                                            <p:strVal val="0"/>
                                          </p:val>
                                        </p:tav>
                                        <p:tav tm="100000">
                                          <p:val>
                                            <p:strVal val="#ppt_w"/>
                                          </p:val>
                                        </p:tav>
                                      </p:tavLst>
                                    </p:anim>
                                    <p:anim calcmode="lin" valueType="num">
                                      <p:cBhvr>
                                        <p:cTn id="72" dur="200" fill="hold"/>
                                        <p:tgtEl>
                                          <p:spTgt spid="18"/>
                                        </p:tgtEl>
                                        <p:attrNameLst>
                                          <p:attrName>ppt_h</p:attrName>
                                        </p:attrNameLst>
                                      </p:cBhvr>
                                      <p:tavLst>
                                        <p:tav tm="0">
                                          <p:val>
                                            <p:strVal val="0"/>
                                          </p:val>
                                        </p:tav>
                                        <p:tav tm="100000">
                                          <p:val>
                                            <p:strVal val="#ppt_h"/>
                                          </p:val>
                                        </p:tav>
                                      </p:tavLst>
                                    </p:anim>
                                    <p:animScale>
                                      <p:cBhvr>
                                        <p:cTn id="73" dur="100" autoRev="1" fill="hold">
                                          <p:stCondLst>
                                            <p:cond delay="200"/>
                                          </p:stCondLst>
                                        </p:cTn>
                                        <p:tgtEl>
                                          <p:spTgt spid="18"/>
                                        </p:tgtEl>
                                      </p:cBhvr>
                                      <p:from x="100000" y="100000"/>
                                      <p:to x="110000" y="110000"/>
                                    </p:animScale>
                                    <p:animScale>
                                      <p:cBhvr>
                                        <p:cTn id="74" dur="100" autoRev="1" fill="hold">
                                          <p:stCondLst>
                                            <p:cond delay="400"/>
                                          </p:stCondLst>
                                        </p:cTn>
                                        <p:tgtEl>
                                          <p:spTgt spid="18"/>
                                        </p:tgtEl>
                                      </p:cBhvr>
                                      <p:from x="100000" y="100000"/>
                                      <p:to x="90000" y="90000"/>
                                    </p:animScale>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grpId="0" nodeType="clickEffect">
                                  <p:stCondLst>
                                    <p:cond delay="0"/>
                                  </p:stCondLst>
                                  <p:childTnLst>
                                    <p:set>
                                      <p:cBhvr>
                                        <p:cTn id="78" dur="1" fill="hold">
                                          <p:stCondLst>
                                            <p:cond delay="0"/>
                                          </p:stCondLst>
                                        </p:cTn>
                                        <p:tgtEl>
                                          <p:spTgt spid="42"/>
                                        </p:tgtEl>
                                        <p:attrNameLst>
                                          <p:attrName>style.visibility</p:attrName>
                                        </p:attrNameLst>
                                      </p:cBhvr>
                                      <p:to>
                                        <p:strVal val="visible"/>
                                      </p:to>
                                    </p:set>
                                    <p:anim calcmode="lin" valueType="num">
                                      <p:cBhvr>
                                        <p:cTn id="79" dur="500" fill="hold"/>
                                        <p:tgtEl>
                                          <p:spTgt spid="42"/>
                                        </p:tgtEl>
                                        <p:attrNameLst>
                                          <p:attrName>ppt_w</p:attrName>
                                        </p:attrNameLst>
                                      </p:cBhvr>
                                      <p:tavLst>
                                        <p:tav tm="0">
                                          <p:val>
                                            <p:fltVal val="0"/>
                                          </p:val>
                                        </p:tav>
                                        <p:tav tm="100000">
                                          <p:val>
                                            <p:strVal val="#ppt_w"/>
                                          </p:val>
                                        </p:tav>
                                      </p:tavLst>
                                    </p:anim>
                                    <p:anim calcmode="lin" valueType="num">
                                      <p:cBhvr>
                                        <p:cTn id="80" dur="500" fill="hold"/>
                                        <p:tgtEl>
                                          <p:spTgt spid="42"/>
                                        </p:tgtEl>
                                        <p:attrNameLst>
                                          <p:attrName>ppt_h</p:attrName>
                                        </p:attrNameLst>
                                      </p:cBhvr>
                                      <p:tavLst>
                                        <p:tav tm="0">
                                          <p:val>
                                            <p:fltVal val="0"/>
                                          </p:val>
                                        </p:tav>
                                        <p:tav tm="100000">
                                          <p:val>
                                            <p:strVal val="#ppt_h"/>
                                          </p:val>
                                        </p:tav>
                                      </p:tavLst>
                                    </p:anim>
                                    <p:animEffect transition="in" filter="fade">
                                      <p:cBhvr>
                                        <p:cTn id="81" dur="500"/>
                                        <p:tgtEl>
                                          <p:spTgt spid="42"/>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44"/>
                                        </p:tgtEl>
                                        <p:attrNameLst>
                                          <p:attrName>style.visibility</p:attrName>
                                        </p:attrNameLst>
                                      </p:cBhvr>
                                      <p:to>
                                        <p:strVal val="visible"/>
                                      </p:to>
                                    </p:set>
                                    <p:animEffect transition="in" filter="wipe(left)">
                                      <p:cBhvr>
                                        <p:cTn id="86" dur="500"/>
                                        <p:tgtEl>
                                          <p:spTgt spid="44"/>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43"/>
                                        </p:tgtEl>
                                        <p:attrNameLst>
                                          <p:attrName>style.visibility</p:attrName>
                                        </p:attrNameLst>
                                      </p:cBhvr>
                                      <p:to>
                                        <p:strVal val="visible"/>
                                      </p:to>
                                    </p:set>
                                    <p:animEffect transition="in" filter="wipe(left)">
                                      <p:cBhvr>
                                        <p:cTn id="89" dur="500"/>
                                        <p:tgtEl>
                                          <p:spTgt spid="43"/>
                                        </p:tgtEl>
                                      </p:cBhvr>
                                    </p:animEffect>
                                  </p:childTnLst>
                                </p:cTn>
                              </p:par>
                            </p:childTnLst>
                          </p:cTn>
                        </p:par>
                      </p:childTnLst>
                    </p:cTn>
                  </p:par>
                  <p:par>
                    <p:cTn id="90" fill="hold">
                      <p:stCondLst>
                        <p:cond delay="indefinite"/>
                      </p:stCondLst>
                      <p:childTnLst>
                        <p:par>
                          <p:cTn id="91" fill="hold">
                            <p:stCondLst>
                              <p:cond delay="0"/>
                            </p:stCondLst>
                            <p:childTnLst>
                              <p:par>
                                <p:cTn id="92" presetID="53" presetClass="entr" presetSubtype="16" decel="50000" fill="hold" grpId="0" nodeType="clickEffect">
                                  <p:stCondLst>
                                    <p:cond delay="0"/>
                                  </p:stCondLst>
                                  <p:childTnLst>
                                    <p:set>
                                      <p:cBhvr>
                                        <p:cTn id="93" dur="1" fill="hold">
                                          <p:stCondLst>
                                            <p:cond delay="0"/>
                                          </p:stCondLst>
                                        </p:cTn>
                                        <p:tgtEl>
                                          <p:spTgt spid="20"/>
                                        </p:tgtEl>
                                        <p:attrNameLst>
                                          <p:attrName>style.visibility</p:attrName>
                                        </p:attrNameLst>
                                      </p:cBhvr>
                                      <p:to>
                                        <p:strVal val="visible"/>
                                      </p:to>
                                    </p:set>
                                    <p:anim calcmode="lin" valueType="num">
                                      <p:cBhvr>
                                        <p:cTn id="94" dur="200" fill="hold"/>
                                        <p:tgtEl>
                                          <p:spTgt spid="20"/>
                                        </p:tgtEl>
                                        <p:attrNameLst>
                                          <p:attrName>ppt_w</p:attrName>
                                        </p:attrNameLst>
                                      </p:cBhvr>
                                      <p:tavLst>
                                        <p:tav tm="0">
                                          <p:val>
                                            <p:strVal val="0"/>
                                          </p:val>
                                        </p:tav>
                                        <p:tav tm="100000">
                                          <p:val>
                                            <p:strVal val="#ppt_w"/>
                                          </p:val>
                                        </p:tav>
                                      </p:tavLst>
                                    </p:anim>
                                    <p:anim calcmode="lin" valueType="num">
                                      <p:cBhvr>
                                        <p:cTn id="95" dur="200" fill="hold"/>
                                        <p:tgtEl>
                                          <p:spTgt spid="20"/>
                                        </p:tgtEl>
                                        <p:attrNameLst>
                                          <p:attrName>ppt_h</p:attrName>
                                        </p:attrNameLst>
                                      </p:cBhvr>
                                      <p:tavLst>
                                        <p:tav tm="0">
                                          <p:val>
                                            <p:strVal val="0"/>
                                          </p:val>
                                        </p:tav>
                                        <p:tav tm="100000">
                                          <p:val>
                                            <p:strVal val="#ppt_h"/>
                                          </p:val>
                                        </p:tav>
                                      </p:tavLst>
                                    </p:anim>
                                    <p:animScale>
                                      <p:cBhvr>
                                        <p:cTn id="96" dur="100" autoRev="1" fill="hold">
                                          <p:stCondLst>
                                            <p:cond delay="200"/>
                                          </p:stCondLst>
                                        </p:cTn>
                                        <p:tgtEl>
                                          <p:spTgt spid="20"/>
                                        </p:tgtEl>
                                      </p:cBhvr>
                                      <p:from x="100000" y="100000"/>
                                      <p:to x="110000" y="110000"/>
                                    </p:animScale>
                                    <p:animScale>
                                      <p:cBhvr>
                                        <p:cTn id="97" dur="100" autoRev="1" fill="hold">
                                          <p:stCondLst>
                                            <p:cond delay="400"/>
                                          </p:stCondLst>
                                        </p:cTn>
                                        <p:tgtEl>
                                          <p:spTgt spid="20"/>
                                        </p:tgtEl>
                                      </p:cBhvr>
                                      <p:from x="100000" y="100000"/>
                                      <p:to x="90000" y="90000"/>
                                    </p:animScale>
                                  </p:childTnLst>
                                </p:cTn>
                              </p:par>
                              <p:par>
                                <p:cTn id="98" presetID="53" presetClass="entr" presetSubtype="16" decel="50000" fill="hold" grpId="0" nodeType="withEffect">
                                  <p:stCondLst>
                                    <p:cond delay="0"/>
                                  </p:stCondLst>
                                  <p:childTnLst>
                                    <p:set>
                                      <p:cBhvr>
                                        <p:cTn id="99" dur="1" fill="hold">
                                          <p:stCondLst>
                                            <p:cond delay="0"/>
                                          </p:stCondLst>
                                        </p:cTn>
                                        <p:tgtEl>
                                          <p:spTgt spid="21"/>
                                        </p:tgtEl>
                                        <p:attrNameLst>
                                          <p:attrName>style.visibility</p:attrName>
                                        </p:attrNameLst>
                                      </p:cBhvr>
                                      <p:to>
                                        <p:strVal val="visible"/>
                                      </p:to>
                                    </p:set>
                                    <p:anim calcmode="lin" valueType="num">
                                      <p:cBhvr>
                                        <p:cTn id="100" dur="200" fill="hold"/>
                                        <p:tgtEl>
                                          <p:spTgt spid="21"/>
                                        </p:tgtEl>
                                        <p:attrNameLst>
                                          <p:attrName>ppt_w</p:attrName>
                                        </p:attrNameLst>
                                      </p:cBhvr>
                                      <p:tavLst>
                                        <p:tav tm="0">
                                          <p:val>
                                            <p:strVal val="0"/>
                                          </p:val>
                                        </p:tav>
                                        <p:tav tm="100000">
                                          <p:val>
                                            <p:strVal val="#ppt_w"/>
                                          </p:val>
                                        </p:tav>
                                      </p:tavLst>
                                    </p:anim>
                                    <p:anim calcmode="lin" valueType="num">
                                      <p:cBhvr>
                                        <p:cTn id="101" dur="200" fill="hold"/>
                                        <p:tgtEl>
                                          <p:spTgt spid="21"/>
                                        </p:tgtEl>
                                        <p:attrNameLst>
                                          <p:attrName>ppt_h</p:attrName>
                                        </p:attrNameLst>
                                      </p:cBhvr>
                                      <p:tavLst>
                                        <p:tav tm="0">
                                          <p:val>
                                            <p:strVal val="0"/>
                                          </p:val>
                                        </p:tav>
                                        <p:tav tm="100000">
                                          <p:val>
                                            <p:strVal val="#ppt_h"/>
                                          </p:val>
                                        </p:tav>
                                      </p:tavLst>
                                    </p:anim>
                                    <p:animScale>
                                      <p:cBhvr>
                                        <p:cTn id="102" dur="100" autoRev="1" fill="hold">
                                          <p:stCondLst>
                                            <p:cond delay="200"/>
                                          </p:stCondLst>
                                        </p:cTn>
                                        <p:tgtEl>
                                          <p:spTgt spid="21"/>
                                        </p:tgtEl>
                                      </p:cBhvr>
                                      <p:from x="100000" y="100000"/>
                                      <p:to x="110000" y="110000"/>
                                    </p:animScale>
                                    <p:animScale>
                                      <p:cBhvr>
                                        <p:cTn id="103" dur="100" autoRev="1" fill="hold">
                                          <p:stCondLst>
                                            <p:cond delay="400"/>
                                          </p:stCondLst>
                                        </p:cTn>
                                        <p:tgtEl>
                                          <p:spTgt spid="21"/>
                                        </p:tgtEl>
                                      </p:cBhvr>
                                      <p:from x="100000" y="100000"/>
                                      <p:to x="90000" y="90000"/>
                                    </p:animScale>
                                  </p:childTnLst>
                                </p:cTn>
                              </p:par>
                            </p:childTnLst>
                          </p:cTn>
                        </p:par>
                      </p:childTnLst>
                    </p:cTn>
                  </p:par>
                  <p:par>
                    <p:cTn id="104" fill="hold">
                      <p:stCondLst>
                        <p:cond delay="indefinite"/>
                      </p:stCondLst>
                      <p:childTnLst>
                        <p:par>
                          <p:cTn id="105" fill="hold">
                            <p:stCondLst>
                              <p:cond delay="0"/>
                            </p:stCondLst>
                            <p:childTnLst>
                              <p:par>
                                <p:cTn id="106" presetID="53" presetClass="entr" presetSubtype="16" fill="hold" grpId="0" nodeType="clickEffect">
                                  <p:stCondLst>
                                    <p:cond delay="0"/>
                                  </p:stCondLst>
                                  <p:childTnLst>
                                    <p:set>
                                      <p:cBhvr>
                                        <p:cTn id="107" dur="1" fill="hold">
                                          <p:stCondLst>
                                            <p:cond delay="0"/>
                                          </p:stCondLst>
                                        </p:cTn>
                                        <p:tgtEl>
                                          <p:spTgt spid="39"/>
                                        </p:tgtEl>
                                        <p:attrNameLst>
                                          <p:attrName>style.visibility</p:attrName>
                                        </p:attrNameLst>
                                      </p:cBhvr>
                                      <p:to>
                                        <p:strVal val="visible"/>
                                      </p:to>
                                    </p:set>
                                    <p:anim calcmode="lin" valueType="num">
                                      <p:cBhvr>
                                        <p:cTn id="108" dur="500" fill="hold"/>
                                        <p:tgtEl>
                                          <p:spTgt spid="39"/>
                                        </p:tgtEl>
                                        <p:attrNameLst>
                                          <p:attrName>ppt_w</p:attrName>
                                        </p:attrNameLst>
                                      </p:cBhvr>
                                      <p:tavLst>
                                        <p:tav tm="0">
                                          <p:val>
                                            <p:fltVal val="0"/>
                                          </p:val>
                                        </p:tav>
                                        <p:tav tm="100000">
                                          <p:val>
                                            <p:strVal val="#ppt_w"/>
                                          </p:val>
                                        </p:tav>
                                      </p:tavLst>
                                    </p:anim>
                                    <p:anim calcmode="lin" valueType="num">
                                      <p:cBhvr>
                                        <p:cTn id="109" dur="500" fill="hold"/>
                                        <p:tgtEl>
                                          <p:spTgt spid="39"/>
                                        </p:tgtEl>
                                        <p:attrNameLst>
                                          <p:attrName>ppt_h</p:attrName>
                                        </p:attrNameLst>
                                      </p:cBhvr>
                                      <p:tavLst>
                                        <p:tav tm="0">
                                          <p:val>
                                            <p:fltVal val="0"/>
                                          </p:val>
                                        </p:tav>
                                        <p:tav tm="100000">
                                          <p:val>
                                            <p:strVal val="#ppt_h"/>
                                          </p:val>
                                        </p:tav>
                                      </p:tavLst>
                                    </p:anim>
                                    <p:animEffect transition="in" filter="fade">
                                      <p:cBhvr>
                                        <p:cTn id="110" dur="500"/>
                                        <p:tgtEl>
                                          <p:spTgt spid="39"/>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nodeType="click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wipe(left)">
                                      <p:cBhvr>
                                        <p:cTn id="115" dur="500"/>
                                        <p:tgtEl>
                                          <p:spTgt spid="41"/>
                                        </p:tgtEl>
                                      </p:cBhvr>
                                    </p:animEffect>
                                  </p:childTnLst>
                                </p:cTn>
                              </p:par>
                              <p:par>
                                <p:cTn id="116" presetID="22" presetClass="entr" presetSubtype="8" fill="hold" grpId="0" nodeType="withEffect">
                                  <p:stCondLst>
                                    <p:cond delay="0"/>
                                  </p:stCondLst>
                                  <p:childTnLst>
                                    <p:set>
                                      <p:cBhvr>
                                        <p:cTn id="117" dur="1" fill="hold">
                                          <p:stCondLst>
                                            <p:cond delay="0"/>
                                          </p:stCondLst>
                                        </p:cTn>
                                        <p:tgtEl>
                                          <p:spTgt spid="40"/>
                                        </p:tgtEl>
                                        <p:attrNameLst>
                                          <p:attrName>style.visibility</p:attrName>
                                        </p:attrNameLst>
                                      </p:cBhvr>
                                      <p:to>
                                        <p:strVal val="visible"/>
                                      </p:to>
                                    </p:set>
                                    <p:animEffect transition="in" filter="wipe(left)">
                                      <p:cBhvr>
                                        <p:cTn id="118" dur="500"/>
                                        <p:tgtEl>
                                          <p:spTgt spid="40"/>
                                        </p:tgtEl>
                                      </p:cBhvr>
                                    </p:animEffect>
                                  </p:childTnLst>
                                </p:cTn>
                              </p:par>
                            </p:childTnLst>
                          </p:cTn>
                        </p:par>
                      </p:childTnLst>
                    </p:cTn>
                  </p:par>
                  <p:par>
                    <p:cTn id="119" fill="hold">
                      <p:stCondLst>
                        <p:cond delay="indefinite"/>
                      </p:stCondLst>
                      <p:childTnLst>
                        <p:par>
                          <p:cTn id="120" fill="hold">
                            <p:stCondLst>
                              <p:cond delay="0"/>
                            </p:stCondLst>
                            <p:childTnLst>
                              <p:par>
                                <p:cTn id="121" presetID="53" presetClass="entr" presetSubtype="16" decel="50000" fill="hold" grpId="0" nodeType="clickEffect">
                                  <p:stCondLst>
                                    <p:cond delay="0"/>
                                  </p:stCondLst>
                                  <p:childTnLst>
                                    <p:set>
                                      <p:cBhvr>
                                        <p:cTn id="122" dur="1" fill="hold">
                                          <p:stCondLst>
                                            <p:cond delay="0"/>
                                          </p:stCondLst>
                                        </p:cTn>
                                        <p:tgtEl>
                                          <p:spTgt spid="23"/>
                                        </p:tgtEl>
                                        <p:attrNameLst>
                                          <p:attrName>style.visibility</p:attrName>
                                        </p:attrNameLst>
                                      </p:cBhvr>
                                      <p:to>
                                        <p:strVal val="visible"/>
                                      </p:to>
                                    </p:set>
                                    <p:anim calcmode="lin" valueType="num">
                                      <p:cBhvr>
                                        <p:cTn id="123" dur="200" fill="hold"/>
                                        <p:tgtEl>
                                          <p:spTgt spid="23"/>
                                        </p:tgtEl>
                                        <p:attrNameLst>
                                          <p:attrName>ppt_w</p:attrName>
                                        </p:attrNameLst>
                                      </p:cBhvr>
                                      <p:tavLst>
                                        <p:tav tm="0">
                                          <p:val>
                                            <p:strVal val="0"/>
                                          </p:val>
                                        </p:tav>
                                        <p:tav tm="100000">
                                          <p:val>
                                            <p:strVal val="#ppt_w"/>
                                          </p:val>
                                        </p:tav>
                                      </p:tavLst>
                                    </p:anim>
                                    <p:anim calcmode="lin" valueType="num">
                                      <p:cBhvr>
                                        <p:cTn id="124" dur="200" fill="hold"/>
                                        <p:tgtEl>
                                          <p:spTgt spid="23"/>
                                        </p:tgtEl>
                                        <p:attrNameLst>
                                          <p:attrName>ppt_h</p:attrName>
                                        </p:attrNameLst>
                                      </p:cBhvr>
                                      <p:tavLst>
                                        <p:tav tm="0">
                                          <p:val>
                                            <p:strVal val="0"/>
                                          </p:val>
                                        </p:tav>
                                        <p:tav tm="100000">
                                          <p:val>
                                            <p:strVal val="#ppt_h"/>
                                          </p:val>
                                        </p:tav>
                                      </p:tavLst>
                                    </p:anim>
                                    <p:animScale>
                                      <p:cBhvr>
                                        <p:cTn id="125" dur="100" autoRev="1" fill="hold">
                                          <p:stCondLst>
                                            <p:cond delay="200"/>
                                          </p:stCondLst>
                                        </p:cTn>
                                        <p:tgtEl>
                                          <p:spTgt spid="23"/>
                                        </p:tgtEl>
                                      </p:cBhvr>
                                      <p:from x="100000" y="100000"/>
                                      <p:to x="110000" y="110000"/>
                                    </p:animScale>
                                    <p:animScale>
                                      <p:cBhvr>
                                        <p:cTn id="126" dur="100" autoRev="1" fill="hold">
                                          <p:stCondLst>
                                            <p:cond delay="400"/>
                                          </p:stCondLst>
                                        </p:cTn>
                                        <p:tgtEl>
                                          <p:spTgt spid="23"/>
                                        </p:tgtEl>
                                      </p:cBhvr>
                                      <p:from x="100000" y="100000"/>
                                      <p:to x="90000" y="90000"/>
                                    </p:animScale>
                                  </p:childTnLst>
                                </p:cTn>
                              </p:par>
                              <p:par>
                                <p:cTn id="127" presetID="53" presetClass="entr" presetSubtype="16" decel="50000" fill="hold" grpId="0" nodeType="withEffect">
                                  <p:stCondLst>
                                    <p:cond delay="0"/>
                                  </p:stCondLst>
                                  <p:childTnLst>
                                    <p:set>
                                      <p:cBhvr>
                                        <p:cTn id="128" dur="1" fill="hold">
                                          <p:stCondLst>
                                            <p:cond delay="0"/>
                                          </p:stCondLst>
                                        </p:cTn>
                                        <p:tgtEl>
                                          <p:spTgt spid="22"/>
                                        </p:tgtEl>
                                        <p:attrNameLst>
                                          <p:attrName>style.visibility</p:attrName>
                                        </p:attrNameLst>
                                      </p:cBhvr>
                                      <p:to>
                                        <p:strVal val="visible"/>
                                      </p:to>
                                    </p:set>
                                    <p:anim calcmode="lin" valueType="num">
                                      <p:cBhvr>
                                        <p:cTn id="129" dur="200" fill="hold"/>
                                        <p:tgtEl>
                                          <p:spTgt spid="22"/>
                                        </p:tgtEl>
                                        <p:attrNameLst>
                                          <p:attrName>ppt_w</p:attrName>
                                        </p:attrNameLst>
                                      </p:cBhvr>
                                      <p:tavLst>
                                        <p:tav tm="0">
                                          <p:val>
                                            <p:strVal val="0"/>
                                          </p:val>
                                        </p:tav>
                                        <p:tav tm="100000">
                                          <p:val>
                                            <p:strVal val="#ppt_w"/>
                                          </p:val>
                                        </p:tav>
                                      </p:tavLst>
                                    </p:anim>
                                    <p:anim calcmode="lin" valueType="num">
                                      <p:cBhvr>
                                        <p:cTn id="130" dur="200" fill="hold"/>
                                        <p:tgtEl>
                                          <p:spTgt spid="22"/>
                                        </p:tgtEl>
                                        <p:attrNameLst>
                                          <p:attrName>ppt_h</p:attrName>
                                        </p:attrNameLst>
                                      </p:cBhvr>
                                      <p:tavLst>
                                        <p:tav tm="0">
                                          <p:val>
                                            <p:strVal val="0"/>
                                          </p:val>
                                        </p:tav>
                                        <p:tav tm="100000">
                                          <p:val>
                                            <p:strVal val="#ppt_h"/>
                                          </p:val>
                                        </p:tav>
                                      </p:tavLst>
                                    </p:anim>
                                    <p:animScale>
                                      <p:cBhvr>
                                        <p:cTn id="131" dur="100" autoRev="1" fill="hold">
                                          <p:stCondLst>
                                            <p:cond delay="200"/>
                                          </p:stCondLst>
                                        </p:cTn>
                                        <p:tgtEl>
                                          <p:spTgt spid="22"/>
                                        </p:tgtEl>
                                      </p:cBhvr>
                                      <p:from x="100000" y="100000"/>
                                      <p:to x="110000" y="110000"/>
                                    </p:animScale>
                                    <p:animScale>
                                      <p:cBhvr>
                                        <p:cTn id="132" dur="100" autoRev="1" fill="hold">
                                          <p:stCondLst>
                                            <p:cond delay="400"/>
                                          </p:stCondLst>
                                        </p:cTn>
                                        <p:tgtEl>
                                          <p:spTgt spid="22"/>
                                        </p:tgtEl>
                                      </p:cBhvr>
                                      <p:from x="100000" y="100000"/>
                                      <p:to x="90000" y="90000"/>
                                    </p:animScale>
                                  </p:childTnLst>
                                </p:cTn>
                              </p:par>
                            </p:childTnLst>
                          </p:cTn>
                        </p:par>
                      </p:childTnLst>
                    </p:cTn>
                  </p:par>
                  <p:par>
                    <p:cTn id="133" fill="hold">
                      <p:stCondLst>
                        <p:cond delay="indefinite"/>
                      </p:stCondLst>
                      <p:childTnLst>
                        <p:par>
                          <p:cTn id="134" fill="hold">
                            <p:stCondLst>
                              <p:cond delay="0"/>
                            </p:stCondLst>
                            <p:childTnLst>
                              <p:par>
                                <p:cTn id="135" presetID="53" presetClass="entr" presetSubtype="16" fill="hold" grpId="0" nodeType="clickEffect">
                                  <p:stCondLst>
                                    <p:cond delay="0"/>
                                  </p:stCondLst>
                                  <p:childTnLst>
                                    <p:set>
                                      <p:cBhvr>
                                        <p:cTn id="136" dur="1" fill="hold">
                                          <p:stCondLst>
                                            <p:cond delay="0"/>
                                          </p:stCondLst>
                                        </p:cTn>
                                        <p:tgtEl>
                                          <p:spTgt spid="36"/>
                                        </p:tgtEl>
                                        <p:attrNameLst>
                                          <p:attrName>style.visibility</p:attrName>
                                        </p:attrNameLst>
                                      </p:cBhvr>
                                      <p:to>
                                        <p:strVal val="visible"/>
                                      </p:to>
                                    </p:set>
                                    <p:anim calcmode="lin" valueType="num">
                                      <p:cBhvr>
                                        <p:cTn id="137" dur="500" fill="hold"/>
                                        <p:tgtEl>
                                          <p:spTgt spid="36"/>
                                        </p:tgtEl>
                                        <p:attrNameLst>
                                          <p:attrName>ppt_w</p:attrName>
                                        </p:attrNameLst>
                                      </p:cBhvr>
                                      <p:tavLst>
                                        <p:tav tm="0">
                                          <p:val>
                                            <p:fltVal val="0"/>
                                          </p:val>
                                        </p:tav>
                                        <p:tav tm="100000">
                                          <p:val>
                                            <p:strVal val="#ppt_w"/>
                                          </p:val>
                                        </p:tav>
                                      </p:tavLst>
                                    </p:anim>
                                    <p:anim calcmode="lin" valueType="num">
                                      <p:cBhvr>
                                        <p:cTn id="138" dur="500" fill="hold"/>
                                        <p:tgtEl>
                                          <p:spTgt spid="36"/>
                                        </p:tgtEl>
                                        <p:attrNameLst>
                                          <p:attrName>ppt_h</p:attrName>
                                        </p:attrNameLst>
                                      </p:cBhvr>
                                      <p:tavLst>
                                        <p:tav tm="0">
                                          <p:val>
                                            <p:fltVal val="0"/>
                                          </p:val>
                                        </p:tav>
                                        <p:tav tm="100000">
                                          <p:val>
                                            <p:strVal val="#ppt_h"/>
                                          </p:val>
                                        </p:tav>
                                      </p:tavLst>
                                    </p:anim>
                                    <p:animEffect transition="in" filter="fade">
                                      <p:cBhvr>
                                        <p:cTn id="139" dur="500"/>
                                        <p:tgtEl>
                                          <p:spTgt spid="36"/>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nodeType="clickEffect">
                                  <p:stCondLst>
                                    <p:cond delay="0"/>
                                  </p:stCondLst>
                                  <p:childTnLst>
                                    <p:set>
                                      <p:cBhvr>
                                        <p:cTn id="143" dur="1" fill="hold">
                                          <p:stCondLst>
                                            <p:cond delay="0"/>
                                          </p:stCondLst>
                                        </p:cTn>
                                        <p:tgtEl>
                                          <p:spTgt spid="38"/>
                                        </p:tgtEl>
                                        <p:attrNameLst>
                                          <p:attrName>style.visibility</p:attrName>
                                        </p:attrNameLst>
                                      </p:cBhvr>
                                      <p:to>
                                        <p:strVal val="visible"/>
                                      </p:to>
                                    </p:set>
                                    <p:animEffect transition="in" filter="wipe(left)">
                                      <p:cBhvr>
                                        <p:cTn id="144" dur="500"/>
                                        <p:tgtEl>
                                          <p:spTgt spid="38"/>
                                        </p:tgtEl>
                                      </p:cBhvr>
                                    </p:animEffect>
                                  </p:childTnLst>
                                </p:cTn>
                              </p:par>
                              <p:par>
                                <p:cTn id="145" presetID="22" presetClass="entr" presetSubtype="8" fill="hold" grpId="0" nodeType="withEffect">
                                  <p:stCondLst>
                                    <p:cond delay="0"/>
                                  </p:stCondLst>
                                  <p:childTnLst>
                                    <p:set>
                                      <p:cBhvr>
                                        <p:cTn id="146" dur="1" fill="hold">
                                          <p:stCondLst>
                                            <p:cond delay="0"/>
                                          </p:stCondLst>
                                        </p:cTn>
                                        <p:tgtEl>
                                          <p:spTgt spid="37"/>
                                        </p:tgtEl>
                                        <p:attrNameLst>
                                          <p:attrName>style.visibility</p:attrName>
                                        </p:attrNameLst>
                                      </p:cBhvr>
                                      <p:to>
                                        <p:strVal val="visible"/>
                                      </p:to>
                                    </p:set>
                                    <p:animEffect transition="in" filter="wipe(left)">
                                      <p:cBhvr>
                                        <p:cTn id="147" dur="500"/>
                                        <p:tgtEl>
                                          <p:spTgt spid="37"/>
                                        </p:tgtEl>
                                      </p:cBhvr>
                                    </p:animEffect>
                                  </p:childTnLst>
                                </p:cTn>
                              </p:par>
                            </p:childTnLst>
                          </p:cTn>
                        </p:par>
                      </p:childTnLst>
                    </p:cTn>
                  </p:par>
                  <p:par>
                    <p:cTn id="148" fill="hold">
                      <p:stCondLst>
                        <p:cond delay="indefinite"/>
                      </p:stCondLst>
                      <p:childTnLst>
                        <p:par>
                          <p:cTn id="149" fill="hold">
                            <p:stCondLst>
                              <p:cond delay="0"/>
                            </p:stCondLst>
                            <p:childTnLst>
                              <p:par>
                                <p:cTn id="150" presetID="53" presetClass="entr" presetSubtype="16" decel="50000" fill="hold" grpId="0" nodeType="clickEffect">
                                  <p:stCondLst>
                                    <p:cond delay="0"/>
                                  </p:stCondLst>
                                  <p:childTnLst>
                                    <p:set>
                                      <p:cBhvr>
                                        <p:cTn id="151" dur="1" fill="hold">
                                          <p:stCondLst>
                                            <p:cond delay="0"/>
                                          </p:stCondLst>
                                        </p:cTn>
                                        <p:tgtEl>
                                          <p:spTgt spid="25"/>
                                        </p:tgtEl>
                                        <p:attrNameLst>
                                          <p:attrName>style.visibility</p:attrName>
                                        </p:attrNameLst>
                                      </p:cBhvr>
                                      <p:to>
                                        <p:strVal val="visible"/>
                                      </p:to>
                                    </p:set>
                                    <p:anim calcmode="lin" valueType="num">
                                      <p:cBhvr>
                                        <p:cTn id="152" dur="200" fill="hold"/>
                                        <p:tgtEl>
                                          <p:spTgt spid="25"/>
                                        </p:tgtEl>
                                        <p:attrNameLst>
                                          <p:attrName>ppt_w</p:attrName>
                                        </p:attrNameLst>
                                      </p:cBhvr>
                                      <p:tavLst>
                                        <p:tav tm="0">
                                          <p:val>
                                            <p:strVal val="0"/>
                                          </p:val>
                                        </p:tav>
                                        <p:tav tm="100000">
                                          <p:val>
                                            <p:strVal val="#ppt_w"/>
                                          </p:val>
                                        </p:tav>
                                      </p:tavLst>
                                    </p:anim>
                                    <p:anim calcmode="lin" valueType="num">
                                      <p:cBhvr>
                                        <p:cTn id="153" dur="200" fill="hold"/>
                                        <p:tgtEl>
                                          <p:spTgt spid="25"/>
                                        </p:tgtEl>
                                        <p:attrNameLst>
                                          <p:attrName>ppt_h</p:attrName>
                                        </p:attrNameLst>
                                      </p:cBhvr>
                                      <p:tavLst>
                                        <p:tav tm="0">
                                          <p:val>
                                            <p:strVal val="0"/>
                                          </p:val>
                                        </p:tav>
                                        <p:tav tm="100000">
                                          <p:val>
                                            <p:strVal val="#ppt_h"/>
                                          </p:val>
                                        </p:tav>
                                      </p:tavLst>
                                    </p:anim>
                                    <p:animScale>
                                      <p:cBhvr>
                                        <p:cTn id="154" dur="100" autoRev="1" fill="hold">
                                          <p:stCondLst>
                                            <p:cond delay="200"/>
                                          </p:stCondLst>
                                        </p:cTn>
                                        <p:tgtEl>
                                          <p:spTgt spid="25"/>
                                        </p:tgtEl>
                                      </p:cBhvr>
                                      <p:from x="100000" y="100000"/>
                                      <p:to x="110000" y="110000"/>
                                    </p:animScale>
                                    <p:animScale>
                                      <p:cBhvr>
                                        <p:cTn id="155" dur="100" autoRev="1" fill="hold">
                                          <p:stCondLst>
                                            <p:cond delay="400"/>
                                          </p:stCondLst>
                                        </p:cTn>
                                        <p:tgtEl>
                                          <p:spTgt spid="25"/>
                                        </p:tgtEl>
                                      </p:cBhvr>
                                      <p:from x="100000" y="100000"/>
                                      <p:to x="90000" y="90000"/>
                                    </p:animScale>
                                  </p:childTnLst>
                                </p:cTn>
                              </p:par>
                              <p:par>
                                <p:cTn id="156" presetID="53" presetClass="entr" presetSubtype="16" decel="50000" fill="hold" grpId="0" nodeType="withEffect">
                                  <p:stCondLst>
                                    <p:cond delay="0"/>
                                  </p:stCondLst>
                                  <p:childTnLst>
                                    <p:set>
                                      <p:cBhvr>
                                        <p:cTn id="157" dur="1" fill="hold">
                                          <p:stCondLst>
                                            <p:cond delay="0"/>
                                          </p:stCondLst>
                                        </p:cTn>
                                        <p:tgtEl>
                                          <p:spTgt spid="24"/>
                                        </p:tgtEl>
                                        <p:attrNameLst>
                                          <p:attrName>style.visibility</p:attrName>
                                        </p:attrNameLst>
                                      </p:cBhvr>
                                      <p:to>
                                        <p:strVal val="visible"/>
                                      </p:to>
                                    </p:set>
                                    <p:anim calcmode="lin" valueType="num">
                                      <p:cBhvr>
                                        <p:cTn id="158" dur="200" fill="hold"/>
                                        <p:tgtEl>
                                          <p:spTgt spid="24"/>
                                        </p:tgtEl>
                                        <p:attrNameLst>
                                          <p:attrName>ppt_w</p:attrName>
                                        </p:attrNameLst>
                                      </p:cBhvr>
                                      <p:tavLst>
                                        <p:tav tm="0">
                                          <p:val>
                                            <p:strVal val="0"/>
                                          </p:val>
                                        </p:tav>
                                        <p:tav tm="100000">
                                          <p:val>
                                            <p:strVal val="#ppt_w"/>
                                          </p:val>
                                        </p:tav>
                                      </p:tavLst>
                                    </p:anim>
                                    <p:anim calcmode="lin" valueType="num">
                                      <p:cBhvr>
                                        <p:cTn id="159" dur="200" fill="hold"/>
                                        <p:tgtEl>
                                          <p:spTgt spid="24"/>
                                        </p:tgtEl>
                                        <p:attrNameLst>
                                          <p:attrName>ppt_h</p:attrName>
                                        </p:attrNameLst>
                                      </p:cBhvr>
                                      <p:tavLst>
                                        <p:tav tm="0">
                                          <p:val>
                                            <p:strVal val="0"/>
                                          </p:val>
                                        </p:tav>
                                        <p:tav tm="100000">
                                          <p:val>
                                            <p:strVal val="#ppt_h"/>
                                          </p:val>
                                        </p:tav>
                                      </p:tavLst>
                                    </p:anim>
                                    <p:animScale>
                                      <p:cBhvr>
                                        <p:cTn id="160" dur="100" autoRev="1" fill="hold">
                                          <p:stCondLst>
                                            <p:cond delay="200"/>
                                          </p:stCondLst>
                                        </p:cTn>
                                        <p:tgtEl>
                                          <p:spTgt spid="24"/>
                                        </p:tgtEl>
                                      </p:cBhvr>
                                      <p:from x="100000" y="100000"/>
                                      <p:to x="110000" y="110000"/>
                                    </p:animScale>
                                    <p:animScale>
                                      <p:cBhvr>
                                        <p:cTn id="161" dur="100" autoRev="1" fill="hold">
                                          <p:stCondLst>
                                            <p:cond delay="400"/>
                                          </p:stCondLst>
                                        </p:cTn>
                                        <p:tgtEl>
                                          <p:spTgt spid="24"/>
                                        </p:tgtEl>
                                      </p:cBhvr>
                                      <p:from x="100000" y="100000"/>
                                      <p:to x="90000" y="90000"/>
                                    </p:animScale>
                                  </p:childTnLst>
                                </p:cTn>
                              </p:par>
                            </p:childTnLst>
                          </p:cTn>
                        </p:par>
                      </p:childTnLst>
                    </p:cTn>
                  </p:par>
                  <p:par>
                    <p:cTn id="162" fill="hold">
                      <p:stCondLst>
                        <p:cond delay="indefinite"/>
                      </p:stCondLst>
                      <p:childTnLst>
                        <p:par>
                          <p:cTn id="163" fill="hold">
                            <p:stCondLst>
                              <p:cond delay="0"/>
                            </p:stCondLst>
                            <p:childTnLst>
                              <p:par>
                                <p:cTn id="164" presetID="53" presetClass="entr" presetSubtype="16" fill="hold" grpId="0" nodeType="clickEffect">
                                  <p:stCondLst>
                                    <p:cond delay="0"/>
                                  </p:stCondLst>
                                  <p:childTnLst>
                                    <p:set>
                                      <p:cBhvr>
                                        <p:cTn id="165" dur="1" fill="hold">
                                          <p:stCondLst>
                                            <p:cond delay="0"/>
                                          </p:stCondLst>
                                        </p:cTn>
                                        <p:tgtEl>
                                          <p:spTgt spid="33"/>
                                        </p:tgtEl>
                                        <p:attrNameLst>
                                          <p:attrName>style.visibility</p:attrName>
                                        </p:attrNameLst>
                                      </p:cBhvr>
                                      <p:to>
                                        <p:strVal val="visible"/>
                                      </p:to>
                                    </p:set>
                                    <p:anim calcmode="lin" valueType="num">
                                      <p:cBhvr>
                                        <p:cTn id="166" dur="500" fill="hold"/>
                                        <p:tgtEl>
                                          <p:spTgt spid="33"/>
                                        </p:tgtEl>
                                        <p:attrNameLst>
                                          <p:attrName>ppt_w</p:attrName>
                                        </p:attrNameLst>
                                      </p:cBhvr>
                                      <p:tavLst>
                                        <p:tav tm="0">
                                          <p:val>
                                            <p:fltVal val="0"/>
                                          </p:val>
                                        </p:tav>
                                        <p:tav tm="100000">
                                          <p:val>
                                            <p:strVal val="#ppt_w"/>
                                          </p:val>
                                        </p:tav>
                                      </p:tavLst>
                                    </p:anim>
                                    <p:anim calcmode="lin" valueType="num">
                                      <p:cBhvr>
                                        <p:cTn id="167" dur="500" fill="hold"/>
                                        <p:tgtEl>
                                          <p:spTgt spid="33"/>
                                        </p:tgtEl>
                                        <p:attrNameLst>
                                          <p:attrName>ppt_h</p:attrName>
                                        </p:attrNameLst>
                                      </p:cBhvr>
                                      <p:tavLst>
                                        <p:tav tm="0">
                                          <p:val>
                                            <p:fltVal val="0"/>
                                          </p:val>
                                        </p:tav>
                                        <p:tav tm="100000">
                                          <p:val>
                                            <p:strVal val="#ppt_h"/>
                                          </p:val>
                                        </p:tav>
                                      </p:tavLst>
                                    </p:anim>
                                    <p:animEffect transition="in" filter="fade">
                                      <p:cBhvr>
                                        <p:cTn id="168" dur="500"/>
                                        <p:tgtEl>
                                          <p:spTgt spid="33"/>
                                        </p:tgtEl>
                                      </p:cBhvr>
                                    </p:animEffect>
                                  </p:childTnLst>
                                </p:cTn>
                              </p:par>
                            </p:childTnLst>
                          </p:cTn>
                        </p:par>
                      </p:childTnLst>
                    </p:cTn>
                  </p:par>
                  <p:par>
                    <p:cTn id="169" fill="hold">
                      <p:stCondLst>
                        <p:cond delay="indefinite"/>
                      </p:stCondLst>
                      <p:childTnLst>
                        <p:par>
                          <p:cTn id="170" fill="hold">
                            <p:stCondLst>
                              <p:cond delay="0"/>
                            </p:stCondLst>
                            <p:childTnLst>
                              <p:par>
                                <p:cTn id="171" presetID="22" presetClass="entr" presetSubtype="8" fill="hold" nodeType="clickEffect">
                                  <p:stCondLst>
                                    <p:cond delay="0"/>
                                  </p:stCondLst>
                                  <p:childTnLst>
                                    <p:set>
                                      <p:cBhvr>
                                        <p:cTn id="172" dur="1" fill="hold">
                                          <p:stCondLst>
                                            <p:cond delay="0"/>
                                          </p:stCondLst>
                                        </p:cTn>
                                        <p:tgtEl>
                                          <p:spTgt spid="35"/>
                                        </p:tgtEl>
                                        <p:attrNameLst>
                                          <p:attrName>style.visibility</p:attrName>
                                        </p:attrNameLst>
                                      </p:cBhvr>
                                      <p:to>
                                        <p:strVal val="visible"/>
                                      </p:to>
                                    </p:set>
                                    <p:animEffect transition="in" filter="wipe(left)">
                                      <p:cBhvr>
                                        <p:cTn id="173" dur="500"/>
                                        <p:tgtEl>
                                          <p:spTgt spid="35"/>
                                        </p:tgtEl>
                                      </p:cBhvr>
                                    </p:animEffect>
                                  </p:childTnLst>
                                </p:cTn>
                              </p:par>
                              <p:par>
                                <p:cTn id="174" presetID="22" presetClass="entr" presetSubtype="8" fill="hold" grpId="0" nodeType="withEffect">
                                  <p:stCondLst>
                                    <p:cond delay="0"/>
                                  </p:stCondLst>
                                  <p:childTnLst>
                                    <p:set>
                                      <p:cBhvr>
                                        <p:cTn id="175" dur="1" fill="hold">
                                          <p:stCondLst>
                                            <p:cond delay="0"/>
                                          </p:stCondLst>
                                        </p:cTn>
                                        <p:tgtEl>
                                          <p:spTgt spid="34"/>
                                        </p:tgtEl>
                                        <p:attrNameLst>
                                          <p:attrName>style.visibility</p:attrName>
                                        </p:attrNameLst>
                                      </p:cBhvr>
                                      <p:to>
                                        <p:strVal val="visible"/>
                                      </p:to>
                                    </p:set>
                                    <p:animEffect transition="in" filter="wipe(left)">
                                      <p:cBhvr>
                                        <p:cTn id="17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animBg="1"/>
      <p:bldP spid="16" grpId="0" animBg="1"/>
      <p:bldP spid="18" grpId="0" animBg="1"/>
      <p:bldP spid="19" grpId="0" animBg="1"/>
      <p:bldP spid="20" grpId="0" animBg="1"/>
      <p:bldP spid="21" grpId="0" animBg="1"/>
      <p:bldP spid="22" grpId="0" animBg="1"/>
      <p:bldP spid="23" grpId="0" animBg="1"/>
      <p:bldP spid="24" grpId="0" animBg="1"/>
      <p:bldP spid="25" grpId="0" animBg="1"/>
      <p:bldP spid="26" grpId="0"/>
      <p:bldP spid="27" grpId="0"/>
      <p:bldP spid="29" grpId="0"/>
      <p:bldP spid="30" grpId="0"/>
      <p:bldP spid="42" grpId="0"/>
      <p:bldP spid="43" grpId="0"/>
      <p:bldP spid="33" grpId="0"/>
      <p:bldP spid="34" grpId="0"/>
      <p:bldP spid="36" grpId="0"/>
      <p:bldP spid="37" grpId="0"/>
      <p:bldP spid="39" grpId="0"/>
      <p:bldP spid="4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071C8-5406-5D72-9CD9-864E11B30DCF}"/>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775A7D5A-6B6C-E62A-ED54-5A4E26C3873A}"/>
              </a:ext>
            </a:extLst>
          </p:cNvPr>
          <p:cNvSpPr>
            <a:spLocks noGrp="1"/>
          </p:cNvSpPr>
          <p:nvPr>
            <p:ph type="title"/>
          </p:nvPr>
        </p:nvSpPr>
        <p:spPr/>
        <p:txBody>
          <a:bodyPr/>
          <a:lstStyle/>
          <a:p>
            <a:r>
              <a:rPr lang="zh-CN" altLang="en-US"/>
              <a:t>提示词工程</a:t>
            </a:r>
          </a:p>
        </p:txBody>
      </p:sp>
      <p:sp>
        <p:nvSpPr>
          <p:cNvPr id="12" name="!!线条2">
            <a:extLst>
              <a:ext uri="{FF2B5EF4-FFF2-40B4-BE49-F238E27FC236}">
                <a16:creationId xmlns:a16="http://schemas.microsoft.com/office/drawing/2014/main" id="{E5B4AF80-1D04-055C-E100-C5FC37429DD0}"/>
              </a:ext>
            </a:extLst>
          </p:cNvPr>
          <p:cNvSpPr/>
          <p:nvPr/>
        </p:nvSpPr>
        <p:spPr>
          <a:xfrm rot="60000">
            <a:off x="726109" y="1968105"/>
            <a:ext cx="697834" cy="690287"/>
          </a:xfrm>
          <a:custGeom>
            <a:avLst/>
            <a:gdLst/>
            <a:ahLst/>
            <a:cxnLst>
              <a:cxn ang="0">
                <a:pos x="wd2" y="hd2"/>
              </a:cxn>
              <a:cxn ang="5400000">
                <a:pos x="wd2" y="hd2"/>
              </a:cxn>
              <a:cxn ang="10800000">
                <a:pos x="wd2" y="hd2"/>
              </a:cxn>
              <a:cxn ang="16200000">
                <a:pos x="wd2" y="hd2"/>
              </a:cxn>
            </a:cxnLst>
            <a:rect l="0" t="0" r="r" b="b"/>
            <a:pathLst>
              <a:path w="20378" h="21255" extrusionOk="0">
                <a:moveTo>
                  <a:pt x="4821" y="21029"/>
                </a:moveTo>
                <a:cubicBezTo>
                  <a:pt x="7341" y="20448"/>
                  <a:pt x="9857" y="19848"/>
                  <a:pt x="12364" y="19214"/>
                </a:cubicBezTo>
                <a:cubicBezTo>
                  <a:pt x="14094" y="18776"/>
                  <a:pt x="15896" y="18405"/>
                  <a:pt x="17429" y="17491"/>
                </a:cubicBezTo>
                <a:cubicBezTo>
                  <a:pt x="18820" y="16662"/>
                  <a:pt x="19908" y="15325"/>
                  <a:pt x="20249" y="13793"/>
                </a:cubicBezTo>
                <a:cubicBezTo>
                  <a:pt x="20723" y="11668"/>
                  <a:pt x="19843" y="9700"/>
                  <a:pt x="18304" y="8178"/>
                </a:cubicBezTo>
                <a:cubicBezTo>
                  <a:pt x="17865" y="7744"/>
                  <a:pt x="17395" y="7331"/>
                  <a:pt x="16911" y="6940"/>
                </a:cubicBezTo>
                <a:cubicBezTo>
                  <a:pt x="15857" y="6088"/>
                  <a:pt x="14774" y="5266"/>
                  <a:pt x="13694" y="4443"/>
                </a:cubicBezTo>
                <a:cubicBezTo>
                  <a:pt x="13052" y="3954"/>
                  <a:pt x="12408" y="3467"/>
                  <a:pt x="11762" y="2982"/>
                </a:cubicBezTo>
                <a:cubicBezTo>
                  <a:pt x="10967" y="2385"/>
                  <a:pt x="10168" y="1791"/>
                  <a:pt x="9368" y="1200"/>
                </a:cubicBezTo>
                <a:cubicBezTo>
                  <a:pt x="8466" y="532"/>
                  <a:pt x="7650" y="146"/>
                  <a:pt x="6927" y="21"/>
                </a:cubicBezTo>
                <a:cubicBezTo>
                  <a:pt x="5183" y="-280"/>
                  <a:pt x="2445" y="2586"/>
                  <a:pt x="784" y="9830"/>
                </a:cubicBezTo>
                <a:cubicBezTo>
                  <a:pt x="-877" y="17073"/>
                  <a:pt x="360" y="20748"/>
                  <a:pt x="2081" y="21152"/>
                </a:cubicBezTo>
                <a:cubicBezTo>
                  <a:pt x="2795" y="21320"/>
                  <a:pt x="3706" y="21286"/>
                  <a:pt x="4821" y="21029"/>
                </a:cubicBezTo>
                <a:close/>
              </a:path>
            </a:pathLst>
          </a:custGeom>
          <a:noFill/>
          <a:ln w="19050" cap="flat">
            <a:solidFill>
              <a:schemeClr val="bg1">
                <a:lumMod val="85000"/>
              </a:schemeClr>
            </a:solidFill>
            <a:miter lim="400000"/>
          </a:ln>
          <a:effectLst/>
        </p:spPr>
        <p:txBody>
          <a:bodyPr wrap="square" lIns="91440" tIns="45720" rIns="91440" bIns="45720" numCol="1" anchor="ctr">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endParaRPr sz="1600"/>
          </a:p>
        </p:txBody>
      </p:sp>
      <p:sp>
        <p:nvSpPr>
          <p:cNvPr id="14" name="!!数字2">
            <a:extLst>
              <a:ext uri="{FF2B5EF4-FFF2-40B4-BE49-F238E27FC236}">
                <a16:creationId xmlns:a16="http://schemas.microsoft.com/office/drawing/2014/main" id="{7C524083-3336-B412-2BC8-CE695B8C2A8C}"/>
              </a:ext>
            </a:extLst>
          </p:cNvPr>
          <p:cNvSpPr/>
          <p:nvPr/>
        </p:nvSpPr>
        <p:spPr bwMode="auto">
          <a:xfrm>
            <a:off x="826358" y="2066015"/>
            <a:ext cx="497335" cy="494467"/>
          </a:xfrm>
          <a:custGeom>
            <a:avLst/>
            <a:gdLst>
              <a:gd name="T0" fmla="*/ 2159 w 8291"/>
              <a:gd name="T1" fmla="*/ 8650 h 8758"/>
              <a:gd name="T2" fmla="*/ 5054 w 8291"/>
              <a:gd name="T3" fmla="*/ 7950 h 8758"/>
              <a:gd name="T4" fmla="*/ 7001 w 8291"/>
              <a:gd name="T5" fmla="*/ 7275 h 8758"/>
              <a:gd name="T6" fmla="*/ 8099 w 8291"/>
              <a:gd name="T7" fmla="*/ 5787 h 8758"/>
              <a:gd name="T8" fmla="*/ 7383 w 8291"/>
              <a:gd name="T9" fmla="*/ 3498 h 8758"/>
              <a:gd name="T10" fmla="*/ 6857 w 8291"/>
              <a:gd name="T11" fmla="*/ 2989 h 8758"/>
              <a:gd name="T12" fmla="*/ 5639 w 8291"/>
              <a:gd name="T13" fmla="*/ 1959 h 8758"/>
              <a:gd name="T14" fmla="*/ 4908 w 8291"/>
              <a:gd name="T15" fmla="*/ 1357 h 8758"/>
              <a:gd name="T16" fmla="*/ 4001 w 8291"/>
              <a:gd name="T17" fmla="*/ 621 h 8758"/>
              <a:gd name="T18" fmla="*/ 3073 w 8291"/>
              <a:gd name="T19" fmla="*/ 131 h 8758"/>
              <a:gd name="T20" fmla="*/ 673 w 8291"/>
              <a:gd name="T21" fmla="*/ 4084 h 8758"/>
              <a:gd name="T22" fmla="*/ 1110 w 8291"/>
              <a:gd name="T23" fmla="*/ 8687 h 8758"/>
              <a:gd name="T24" fmla="*/ 2159 w 8291"/>
              <a:gd name="T25" fmla="*/ 8650 h 8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91" h="8758">
                <a:moveTo>
                  <a:pt x="2159" y="8650"/>
                </a:moveTo>
                <a:cubicBezTo>
                  <a:pt x="3126" y="8426"/>
                  <a:pt x="4092" y="8195"/>
                  <a:pt x="5054" y="7950"/>
                </a:cubicBezTo>
                <a:cubicBezTo>
                  <a:pt x="5718" y="7780"/>
                  <a:pt x="6409" y="7639"/>
                  <a:pt x="7001" y="7275"/>
                </a:cubicBezTo>
                <a:cubicBezTo>
                  <a:pt x="7537" y="6945"/>
                  <a:pt x="7960" y="6407"/>
                  <a:pt x="8099" y="5787"/>
                </a:cubicBezTo>
                <a:cubicBezTo>
                  <a:pt x="8291" y="4926"/>
                  <a:pt x="7964" y="4123"/>
                  <a:pt x="7383" y="3498"/>
                </a:cubicBezTo>
                <a:cubicBezTo>
                  <a:pt x="7217" y="3320"/>
                  <a:pt x="7040" y="3149"/>
                  <a:pt x="6857" y="2989"/>
                </a:cubicBezTo>
                <a:cubicBezTo>
                  <a:pt x="6458" y="2638"/>
                  <a:pt x="6048" y="2299"/>
                  <a:pt x="5639" y="1959"/>
                </a:cubicBezTo>
                <a:cubicBezTo>
                  <a:pt x="5396" y="1758"/>
                  <a:pt x="5152" y="1557"/>
                  <a:pt x="4908" y="1357"/>
                </a:cubicBezTo>
                <a:cubicBezTo>
                  <a:pt x="4606" y="1110"/>
                  <a:pt x="4304" y="865"/>
                  <a:pt x="4001" y="621"/>
                </a:cubicBezTo>
                <a:cubicBezTo>
                  <a:pt x="3659" y="346"/>
                  <a:pt x="3349" y="185"/>
                  <a:pt x="3073" y="131"/>
                </a:cubicBezTo>
                <a:cubicBezTo>
                  <a:pt x="2407" y="0"/>
                  <a:pt x="1346" y="1150"/>
                  <a:pt x="673" y="4084"/>
                </a:cubicBezTo>
                <a:cubicBezTo>
                  <a:pt x="0" y="7016"/>
                  <a:pt x="454" y="8514"/>
                  <a:pt x="1110" y="8687"/>
                </a:cubicBezTo>
                <a:cubicBezTo>
                  <a:pt x="1383" y="8758"/>
                  <a:pt x="1731" y="8748"/>
                  <a:pt x="2159" y="8650"/>
                </a:cubicBezTo>
              </a:path>
            </a:pathLst>
          </a:custGeom>
          <a:solidFill>
            <a:srgbClr val="92D050"/>
          </a:solidFill>
          <a:ln w="0">
            <a:noFill/>
            <a:prstDash val="solid"/>
            <a:round/>
            <a:headEnd/>
            <a:tailEnd/>
          </a:ln>
        </p:spPr>
        <p:txBody>
          <a:bodyPr vert="horz" wrap="square" lIns="91440" tIns="45720" rIns="91440" bIns="45720" numCol="1" anchor="ctr" anchorCtr="0" compatLnSpc="1">
            <a:prstTxWarp prst="textNoShape">
              <a:avLst/>
            </a:prstTxWarp>
            <a:normAutofit/>
          </a:bodyPr>
          <a:lstStyle/>
          <a:p>
            <a:pPr algn="ctr"/>
            <a:r>
              <a:rPr lang="en-US" altLang="zh-CN" sz="1400" b="1" dirty="0">
                <a:solidFill>
                  <a:schemeClr val="bg1"/>
                </a:solidFill>
              </a:rPr>
              <a:t>02</a:t>
            </a:r>
            <a:endParaRPr lang="zh-CN" altLang="en-US" sz="1400" b="1" dirty="0">
              <a:solidFill>
                <a:schemeClr val="bg1"/>
              </a:solidFill>
            </a:endParaRPr>
          </a:p>
        </p:txBody>
      </p:sp>
      <p:sp>
        <p:nvSpPr>
          <p:cNvPr id="26" name="ïş1iḍé">
            <a:extLst>
              <a:ext uri="{FF2B5EF4-FFF2-40B4-BE49-F238E27FC236}">
                <a16:creationId xmlns:a16="http://schemas.microsoft.com/office/drawing/2014/main" id="{ABF3CBFD-8A17-4FC2-03D0-F8214D0004CE}"/>
              </a:ext>
            </a:extLst>
          </p:cNvPr>
          <p:cNvSpPr txBox="1"/>
          <p:nvPr/>
        </p:nvSpPr>
        <p:spPr bwMode="auto">
          <a:xfrm>
            <a:off x="1509357" y="1304014"/>
            <a:ext cx="2418362"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pPr>
            <a:r>
              <a:rPr lang="zh-CN" altLang="en-US" sz="1600" b="1"/>
              <a:t>给大模型设定角色与能力</a:t>
            </a:r>
            <a:endParaRPr lang="en-US" altLang="zh-CN" sz="1600" b="1" dirty="0"/>
          </a:p>
        </p:txBody>
      </p:sp>
      <p:sp>
        <p:nvSpPr>
          <p:cNvPr id="29" name="íṩľiḍè">
            <a:extLst>
              <a:ext uri="{FF2B5EF4-FFF2-40B4-BE49-F238E27FC236}">
                <a16:creationId xmlns:a16="http://schemas.microsoft.com/office/drawing/2014/main" id="{2E8A5E74-C13C-8032-4501-3D27923FA436}"/>
              </a:ext>
            </a:extLst>
          </p:cNvPr>
          <p:cNvSpPr txBox="1"/>
          <p:nvPr/>
        </p:nvSpPr>
        <p:spPr bwMode="auto">
          <a:xfrm>
            <a:off x="1509357" y="2232191"/>
            <a:ext cx="2032198"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pPr>
            <a:r>
              <a:rPr lang="zh-CN" altLang="en-US" sz="1600" b="1"/>
              <a:t>明确核心请求与任务</a:t>
            </a:r>
            <a:endParaRPr lang="en-US" altLang="zh-CN" sz="1600" b="1" dirty="0"/>
          </a:p>
        </p:txBody>
      </p:sp>
      <p:sp>
        <p:nvSpPr>
          <p:cNvPr id="42" name="îṡ1íḍê">
            <a:extLst>
              <a:ext uri="{FF2B5EF4-FFF2-40B4-BE49-F238E27FC236}">
                <a16:creationId xmlns:a16="http://schemas.microsoft.com/office/drawing/2014/main" id="{DDA24FF1-4736-6774-2744-FDEA94AEBBAE}"/>
              </a:ext>
            </a:extLst>
          </p:cNvPr>
          <p:cNvSpPr txBox="1"/>
          <p:nvPr/>
        </p:nvSpPr>
        <p:spPr bwMode="auto">
          <a:xfrm>
            <a:off x="1509357" y="3160368"/>
            <a:ext cx="2032198"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pPr>
            <a:r>
              <a:rPr lang="zh-CN" altLang="en-US" sz="1600" b="1"/>
              <a:t>按步骤拆解复杂任务</a:t>
            </a:r>
            <a:endParaRPr lang="en-US" altLang="zh-CN" sz="1600" b="1" dirty="0"/>
          </a:p>
        </p:txBody>
      </p:sp>
      <p:sp>
        <p:nvSpPr>
          <p:cNvPr id="33" name="îšļîde">
            <a:extLst>
              <a:ext uri="{FF2B5EF4-FFF2-40B4-BE49-F238E27FC236}">
                <a16:creationId xmlns:a16="http://schemas.microsoft.com/office/drawing/2014/main" id="{5BA4EBD4-4021-2EB6-325B-7D9ED91CB836}"/>
              </a:ext>
            </a:extLst>
          </p:cNvPr>
          <p:cNvSpPr txBox="1"/>
          <p:nvPr/>
        </p:nvSpPr>
        <p:spPr bwMode="auto">
          <a:xfrm flipH="1">
            <a:off x="1509357" y="5944898"/>
            <a:ext cx="2051213"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zh-CN" altLang="en-US" sz="1600" b="1"/>
              <a:t>提供输入输出的示例</a:t>
            </a:r>
            <a:endParaRPr lang="en-US" altLang="zh-CN" sz="1600" b="1" dirty="0"/>
          </a:p>
        </p:txBody>
      </p:sp>
      <p:sp>
        <p:nvSpPr>
          <p:cNvPr id="36" name="íŝ1íḋê">
            <a:extLst>
              <a:ext uri="{FF2B5EF4-FFF2-40B4-BE49-F238E27FC236}">
                <a16:creationId xmlns:a16="http://schemas.microsoft.com/office/drawing/2014/main" id="{7B328A80-D927-68EB-9461-42C4B1BF112A}"/>
              </a:ext>
            </a:extLst>
          </p:cNvPr>
          <p:cNvSpPr txBox="1"/>
          <p:nvPr/>
        </p:nvSpPr>
        <p:spPr bwMode="auto">
          <a:xfrm flipH="1">
            <a:off x="1509357" y="5016722"/>
            <a:ext cx="1812808"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zh-CN" altLang="en-US" sz="1600" b="1"/>
              <a:t>明确要求输出格式</a:t>
            </a:r>
            <a:endParaRPr lang="en-US" altLang="zh-CN" sz="1600" b="1" dirty="0"/>
          </a:p>
        </p:txBody>
      </p:sp>
      <p:sp>
        <p:nvSpPr>
          <p:cNvPr id="39" name="isliḓè">
            <a:extLst>
              <a:ext uri="{FF2B5EF4-FFF2-40B4-BE49-F238E27FC236}">
                <a16:creationId xmlns:a16="http://schemas.microsoft.com/office/drawing/2014/main" id="{5B70B3AA-347D-F6A5-C923-79C9927F455B}"/>
              </a:ext>
            </a:extLst>
          </p:cNvPr>
          <p:cNvSpPr txBox="1"/>
          <p:nvPr/>
        </p:nvSpPr>
        <p:spPr bwMode="auto">
          <a:xfrm flipH="1">
            <a:off x="1509357" y="4088545"/>
            <a:ext cx="1587026"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zh-CN" altLang="en-US" sz="1600" b="1"/>
              <a:t>指定风格与语气</a:t>
            </a:r>
            <a:endParaRPr lang="en-US" altLang="zh-CN" sz="1600" b="1" dirty="0"/>
          </a:p>
        </p:txBody>
      </p:sp>
      <p:sp>
        <p:nvSpPr>
          <p:cNvPr id="7" name="!!线条1">
            <a:extLst>
              <a:ext uri="{FF2B5EF4-FFF2-40B4-BE49-F238E27FC236}">
                <a16:creationId xmlns:a16="http://schemas.microsoft.com/office/drawing/2014/main" id="{08CFC962-1FA5-D6B1-6FCE-562447A1B819}"/>
              </a:ext>
            </a:extLst>
          </p:cNvPr>
          <p:cNvSpPr/>
          <p:nvPr/>
        </p:nvSpPr>
        <p:spPr>
          <a:xfrm rot="21495966">
            <a:off x="742175" y="1043013"/>
            <a:ext cx="697834" cy="690287"/>
          </a:xfrm>
          <a:custGeom>
            <a:avLst/>
            <a:gdLst/>
            <a:ahLst/>
            <a:cxnLst>
              <a:cxn ang="0">
                <a:pos x="wd2" y="hd2"/>
              </a:cxn>
              <a:cxn ang="5400000">
                <a:pos x="wd2" y="hd2"/>
              </a:cxn>
              <a:cxn ang="10800000">
                <a:pos x="wd2" y="hd2"/>
              </a:cxn>
              <a:cxn ang="16200000">
                <a:pos x="wd2" y="hd2"/>
              </a:cxn>
            </a:cxnLst>
            <a:rect l="0" t="0" r="r" b="b"/>
            <a:pathLst>
              <a:path w="20378" h="21255" extrusionOk="0">
                <a:moveTo>
                  <a:pt x="4821" y="21029"/>
                </a:moveTo>
                <a:cubicBezTo>
                  <a:pt x="7341" y="20448"/>
                  <a:pt x="9857" y="19848"/>
                  <a:pt x="12364" y="19214"/>
                </a:cubicBezTo>
                <a:cubicBezTo>
                  <a:pt x="14094" y="18776"/>
                  <a:pt x="15896" y="18405"/>
                  <a:pt x="17429" y="17491"/>
                </a:cubicBezTo>
                <a:cubicBezTo>
                  <a:pt x="18820" y="16662"/>
                  <a:pt x="19908" y="15325"/>
                  <a:pt x="20249" y="13793"/>
                </a:cubicBezTo>
                <a:cubicBezTo>
                  <a:pt x="20723" y="11668"/>
                  <a:pt x="19843" y="9700"/>
                  <a:pt x="18304" y="8178"/>
                </a:cubicBezTo>
                <a:cubicBezTo>
                  <a:pt x="17865" y="7744"/>
                  <a:pt x="17395" y="7331"/>
                  <a:pt x="16911" y="6940"/>
                </a:cubicBezTo>
                <a:cubicBezTo>
                  <a:pt x="15857" y="6088"/>
                  <a:pt x="14774" y="5266"/>
                  <a:pt x="13694" y="4443"/>
                </a:cubicBezTo>
                <a:cubicBezTo>
                  <a:pt x="13052" y="3954"/>
                  <a:pt x="12408" y="3467"/>
                  <a:pt x="11762" y="2982"/>
                </a:cubicBezTo>
                <a:cubicBezTo>
                  <a:pt x="10967" y="2385"/>
                  <a:pt x="10168" y="1791"/>
                  <a:pt x="9368" y="1200"/>
                </a:cubicBezTo>
                <a:cubicBezTo>
                  <a:pt x="8466" y="532"/>
                  <a:pt x="7650" y="146"/>
                  <a:pt x="6927" y="21"/>
                </a:cubicBezTo>
                <a:cubicBezTo>
                  <a:pt x="5183" y="-280"/>
                  <a:pt x="2445" y="2586"/>
                  <a:pt x="784" y="9830"/>
                </a:cubicBezTo>
                <a:cubicBezTo>
                  <a:pt x="-877" y="17073"/>
                  <a:pt x="360" y="20748"/>
                  <a:pt x="2081" y="21152"/>
                </a:cubicBezTo>
                <a:cubicBezTo>
                  <a:pt x="2795" y="21320"/>
                  <a:pt x="3706" y="21286"/>
                  <a:pt x="4821" y="21029"/>
                </a:cubicBezTo>
                <a:close/>
              </a:path>
            </a:pathLst>
          </a:custGeom>
          <a:noFill/>
          <a:ln w="19050" cap="flat">
            <a:solidFill>
              <a:schemeClr val="bg1">
                <a:lumMod val="85000"/>
              </a:schemeClr>
            </a:solidFill>
            <a:miter lim="400000"/>
          </a:ln>
          <a:effectLst/>
        </p:spPr>
        <p:txBody>
          <a:bodyPr wrap="square" lIns="91440" tIns="45720" rIns="91440" bIns="45720" numCol="1" anchor="ctr">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endParaRPr sz="1600"/>
          </a:p>
        </p:txBody>
      </p:sp>
      <p:sp>
        <p:nvSpPr>
          <p:cNvPr id="8" name="!!数字1">
            <a:extLst>
              <a:ext uri="{FF2B5EF4-FFF2-40B4-BE49-F238E27FC236}">
                <a16:creationId xmlns:a16="http://schemas.microsoft.com/office/drawing/2014/main" id="{EE9A3A89-17E7-6566-D57D-17B9F262478C}"/>
              </a:ext>
            </a:extLst>
          </p:cNvPr>
          <p:cNvSpPr/>
          <p:nvPr/>
        </p:nvSpPr>
        <p:spPr bwMode="auto">
          <a:xfrm rot="21399847">
            <a:off x="842424" y="1140923"/>
            <a:ext cx="497335" cy="494467"/>
          </a:xfrm>
          <a:custGeom>
            <a:avLst/>
            <a:gdLst>
              <a:gd name="T0" fmla="*/ 2159 w 8291"/>
              <a:gd name="T1" fmla="*/ 8650 h 8758"/>
              <a:gd name="T2" fmla="*/ 5054 w 8291"/>
              <a:gd name="T3" fmla="*/ 7950 h 8758"/>
              <a:gd name="T4" fmla="*/ 7001 w 8291"/>
              <a:gd name="T5" fmla="*/ 7275 h 8758"/>
              <a:gd name="T6" fmla="*/ 8099 w 8291"/>
              <a:gd name="T7" fmla="*/ 5787 h 8758"/>
              <a:gd name="T8" fmla="*/ 7383 w 8291"/>
              <a:gd name="T9" fmla="*/ 3498 h 8758"/>
              <a:gd name="T10" fmla="*/ 6857 w 8291"/>
              <a:gd name="T11" fmla="*/ 2989 h 8758"/>
              <a:gd name="T12" fmla="*/ 5639 w 8291"/>
              <a:gd name="T13" fmla="*/ 1959 h 8758"/>
              <a:gd name="T14" fmla="*/ 4908 w 8291"/>
              <a:gd name="T15" fmla="*/ 1357 h 8758"/>
              <a:gd name="T16" fmla="*/ 4001 w 8291"/>
              <a:gd name="T17" fmla="*/ 621 h 8758"/>
              <a:gd name="T18" fmla="*/ 3073 w 8291"/>
              <a:gd name="T19" fmla="*/ 131 h 8758"/>
              <a:gd name="T20" fmla="*/ 673 w 8291"/>
              <a:gd name="T21" fmla="*/ 4084 h 8758"/>
              <a:gd name="T22" fmla="*/ 1110 w 8291"/>
              <a:gd name="T23" fmla="*/ 8687 h 8758"/>
              <a:gd name="T24" fmla="*/ 2159 w 8291"/>
              <a:gd name="T25" fmla="*/ 8650 h 8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91" h="8758">
                <a:moveTo>
                  <a:pt x="2159" y="8650"/>
                </a:moveTo>
                <a:cubicBezTo>
                  <a:pt x="3126" y="8426"/>
                  <a:pt x="4092" y="8195"/>
                  <a:pt x="5054" y="7950"/>
                </a:cubicBezTo>
                <a:cubicBezTo>
                  <a:pt x="5718" y="7780"/>
                  <a:pt x="6409" y="7639"/>
                  <a:pt x="7001" y="7275"/>
                </a:cubicBezTo>
                <a:cubicBezTo>
                  <a:pt x="7537" y="6945"/>
                  <a:pt x="7960" y="6407"/>
                  <a:pt x="8099" y="5787"/>
                </a:cubicBezTo>
                <a:cubicBezTo>
                  <a:pt x="8291" y="4926"/>
                  <a:pt x="7964" y="4123"/>
                  <a:pt x="7383" y="3498"/>
                </a:cubicBezTo>
                <a:cubicBezTo>
                  <a:pt x="7217" y="3320"/>
                  <a:pt x="7040" y="3149"/>
                  <a:pt x="6857" y="2989"/>
                </a:cubicBezTo>
                <a:cubicBezTo>
                  <a:pt x="6458" y="2638"/>
                  <a:pt x="6048" y="2299"/>
                  <a:pt x="5639" y="1959"/>
                </a:cubicBezTo>
                <a:cubicBezTo>
                  <a:pt x="5396" y="1758"/>
                  <a:pt x="5152" y="1557"/>
                  <a:pt x="4908" y="1357"/>
                </a:cubicBezTo>
                <a:cubicBezTo>
                  <a:pt x="4606" y="1110"/>
                  <a:pt x="4304" y="865"/>
                  <a:pt x="4001" y="621"/>
                </a:cubicBezTo>
                <a:cubicBezTo>
                  <a:pt x="3659" y="346"/>
                  <a:pt x="3349" y="185"/>
                  <a:pt x="3073" y="131"/>
                </a:cubicBezTo>
                <a:cubicBezTo>
                  <a:pt x="2407" y="0"/>
                  <a:pt x="1346" y="1150"/>
                  <a:pt x="673" y="4084"/>
                </a:cubicBezTo>
                <a:cubicBezTo>
                  <a:pt x="0" y="7016"/>
                  <a:pt x="454" y="8514"/>
                  <a:pt x="1110" y="8687"/>
                </a:cubicBezTo>
                <a:cubicBezTo>
                  <a:pt x="1383" y="8758"/>
                  <a:pt x="1731" y="8748"/>
                  <a:pt x="2159" y="8650"/>
                </a:cubicBezTo>
              </a:path>
            </a:pathLst>
          </a:custGeom>
          <a:solidFill>
            <a:srgbClr val="00B050"/>
          </a:solidFill>
          <a:ln w="0">
            <a:noFill/>
            <a:prstDash val="solid"/>
            <a:round/>
            <a:headEnd/>
            <a:tailEnd/>
          </a:ln>
        </p:spPr>
        <p:txBody>
          <a:bodyPr vert="horz" wrap="square" lIns="91440" tIns="45720" rIns="91440" bIns="45720" numCol="1" anchor="ctr" anchorCtr="0" compatLnSpc="1">
            <a:prstTxWarp prst="textNoShape">
              <a:avLst/>
            </a:prstTxWarp>
            <a:normAutofit/>
          </a:bodyPr>
          <a:lstStyle/>
          <a:p>
            <a:pPr algn="ctr"/>
            <a:r>
              <a:rPr lang="en-US" altLang="zh-CN" sz="1400" b="1">
                <a:solidFill>
                  <a:schemeClr val="bg1"/>
                </a:solidFill>
              </a:rPr>
              <a:t>01</a:t>
            </a:r>
            <a:endParaRPr lang="zh-CN" altLang="en-US" sz="1400" b="1" dirty="0">
              <a:solidFill>
                <a:schemeClr val="bg1"/>
              </a:solidFill>
            </a:endParaRPr>
          </a:p>
        </p:txBody>
      </p:sp>
      <p:sp>
        <p:nvSpPr>
          <p:cNvPr id="10" name="!!线条3">
            <a:extLst>
              <a:ext uri="{FF2B5EF4-FFF2-40B4-BE49-F238E27FC236}">
                <a16:creationId xmlns:a16="http://schemas.microsoft.com/office/drawing/2014/main" id="{297F2AB5-110B-F209-D711-D2BBCEF53066}"/>
              </a:ext>
            </a:extLst>
          </p:cNvPr>
          <p:cNvSpPr/>
          <p:nvPr/>
        </p:nvSpPr>
        <p:spPr>
          <a:xfrm rot="21495966">
            <a:off x="742175" y="2893197"/>
            <a:ext cx="697834" cy="690287"/>
          </a:xfrm>
          <a:custGeom>
            <a:avLst/>
            <a:gdLst/>
            <a:ahLst/>
            <a:cxnLst>
              <a:cxn ang="0">
                <a:pos x="wd2" y="hd2"/>
              </a:cxn>
              <a:cxn ang="5400000">
                <a:pos x="wd2" y="hd2"/>
              </a:cxn>
              <a:cxn ang="10800000">
                <a:pos x="wd2" y="hd2"/>
              </a:cxn>
              <a:cxn ang="16200000">
                <a:pos x="wd2" y="hd2"/>
              </a:cxn>
            </a:cxnLst>
            <a:rect l="0" t="0" r="r" b="b"/>
            <a:pathLst>
              <a:path w="20378" h="21255" extrusionOk="0">
                <a:moveTo>
                  <a:pt x="4821" y="21029"/>
                </a:moveTo>
                <a:cubicBezTo>
                  <a:pt x="7341" y="20448"/>
                  <a:pt x="9857" y="19848"/>
                  <a:pt x="12364" y="19214"/>
                </a:cubicBezTo>
                <a:cubicBezTo>
                  <a:pt x="14094" y="18776"/>
                  <a:pt x="15896" y="18405"/>
                  <a:pt x="17429" y="17491"/>
                </a:cubicBezTo>
                <a:cubicBezTo>
                  <a:pt x="18820" y="16662"/>
                  <a:pt x="19908" y="15325"/>
                  <a:pt x="20249" y="13793"/>
                </a:cubicBezTo>
                <a:cubicBezTo>
                  <a:pt x="20723" y="11668"/>
                  <a:pt x="19843" y="9700"/>
                  <a:pt x="18304" y="8178"/>
                </a:cubicBezTo>
                <a:cubicBezTo>
                  <a:pt x="17865" y="7744"/>
                  <a:pt x="17395" y="7331"/>
                  <a:pt x="16911" y="6940"/>
                </a:cubicBezTo>
                <a:cubicBezTo>
                  <a:pt x="15857" y="6088"/>
                  <a:pt x="14774" y="5266"/>
                  <a:pt x="13694" y="4443"/>
                </a:cubicBezTo>
                <a:cubicBezTo>
                  <a:pt x="13052" y="3954"/>
                  <a:pt x="12408" y="3467"/>
                  <a:pt x="11762" y="2982"/>
                </a:cubicBezTo>
                <a:cubicBezTo>
                  <a:pt x="10967" y="2385"/>
                  <a:pt x="10168" y="1791"/>
                  <a:pt x="9368" y="1200"/>
                </a:cubicBezTo>
                <a:cubicBezTo>
                  <a:pt x="8466" y="532"/>
                  <a:pt x="7650" y="146"/>
                  <a:pt x="6927" y="21"/>
                </a:cubicBezTo>
                <a:cubicBezTo>
                  <a:pt x="5183" y="-280"/>
                  <a:pt x="2445" y="2586"/>
                  <a:pt x="784" y="9830"/>
                </a:cubicBezTo>
                <a:cubicBezTo>
                  <a:pt x="-877" y="17073"/>
                  <a:pt x="360" y="20748"/>
                  <a:pt x="2081" y="21152"/>
                </a:cubicBezTo>
                <a:cubicBezTo>
                  <a:pt x="2795" y="21320"/>
                  <a:pt x="3706" y="21286"/>
                  <a:pt x="4821" y="21029"/>
                </a:cubicBezTo>
                <a:close/>
              </a:path>
            </a:pathLst>
          </a:custGeom>
          <a:noFill/>
          <a:ln w="19050" cap="flat">
            <a:solidFill>
              <a:schemeClr val="bg1">
                <a:lumMod val="85000"/>
              </a:schemeClr>
            </a:solidFill>
            <a:miter lim="400000"/>
          </a:ln>
          <a:effectLst/>
        </p:spPr>
        <p:txBody>
          <a:bodyPr wrap="square" lIns="91440" tIns="45720" rIns="91440" bIns="45720" numCol="1" anchor="ctr">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endParaRPr sz="1600"/>
          </a:p>
        </p:txBody>
      </p:sp>
      <p:sp>
        <p:nvSpPr>
          <p:cNvPr id="11" name="!!数字3">
            <a:extLst>
              <a:ext uri="{FF2B5EF4-FFF2-40B4-BE49-F238E27FC236}">
                <a16:creationId xmlns:a16="http://schemas.microsoft.com/office/drawing/2014/main" id="{1278046A-F2A9-4B12-898C-42015CEA078B}"/>
              </a:ext>
            </a:extLst>
          </p:cNvPr>
          <p:cNvSpPr/>
          <p:nvPr/>
        </p:nvSpPr>
        <p:spPr bwMode="auto">
          <a:xfrm rot="21399847">
            <a:off x="842424" y="2991107"/>
            <a:ext cx="497335" cy="494467"/>
          </a:xfrm>
          <a:custGeom>
            <a:avLst/>
            <a:gdLst>
              <a:gd name="T0" fmla="*/ 2159 w 8291"/>
              <a:gd name="T1" fmla="*/ 8650 h 8758"/>
              <a:gd name="T2" fmla="*/ 5054 w 8291"/>
              <a:gd name="T3" fmla="*/ 7950 h 8758"/>
              <a:gd name="T4" fmla="*/ 7001 w 8291"/>
              <a:gd name="T5" fmla="*/ 7275 h 8758"/>
              <a:gd name="T6" fmla="*/ 8099 w 8291"/>
              <a:gd name="T7" fmla="*/ 5787 h 8758"/>
              <a:gd name="T8" fmla="*/ 7383 w 8291"/>
              <a:gd name="T9" fmla="*/ 3498 h 8758"/>
              <a:gd name="T10" fmla="*/ 6857 w 8291"/>
              <a:gd name="T11" fmla="*/ 2989 h 8758"/>
              <a:gd name="T12" fmla="*/ 5639 w 8291"/>
              <a:gd name="T13" fmla="*/ 1959 h 8758"/>
              <a:gd name="T14" fmla="*/ 4908 w 8291"/>
              <a:gd name="T15" fmla="*/ 1357 h 8758"/>
              <a:gd name="T16" fmla="*/ 4001 w 8291"/>
              <a:gd name="T17" fmla="*/ 621 h 8758"/>
              <a:gd name="T18" fmla="*/ 3073 w 8291"/>
              <a:gd name="T19" fmla="*/ 131 h 8758"/>
              <a:gd name="T20" fmla="*/ 673 w 8291"/>
              <a:gd name="T21" fmla="*/ 4084 h 8758"/>
              <a:gd name="T22" fmla="*/ 1110 w 8291"/>
              <a:gd name="T23" fmla="*/ 8687 h 8758"/>
              <a:gd name="T24" fmla="*/ 2159 w 8291"/>
              <a:gd name="T25" fmla="*/ 8650 h 8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91" h="8758">
                <a:moveTo>
                  <a:pt x="2159" y="8650"/>
                </a:moveTo>
                <a:cubicBezTo>
                  <a:pt x="3126" y="8426"/>
                  <a:pt x="4092" y="8195"/>
                  <a:pt x="5054" y="7950"/>
                </a:cubicBezTo>
                <a:cubicBezTo>
                  <a:pt x="5718" y="7780"/>
                  <a:pt x="6409" y="7639"/>
                  <a:pt x="7001" y="7275"/>
                </a:cubicBezTo>
                <a:cubicBezTo>
                  <a:pt x="7537" y="6945"/>
                  <a:pt x="7960" y="6407"/>
                  <a:pt x="8099" y="5787"/>
                </a:cubicBezTo>
                <a:cubicBezTo>
                  <a:pt x="8291" y="4926"/>
                  <a:pt x="7964" y="4123"/>
                  <a:pt x="7383" y="3498"/>
                </a:cubicBezTo>
                <a:cubicBezTo>
                  <a:pt x="7217" y="3320"/>
                  <a:pt x="7040" y="3149"/>
                  <a:pt x="6857" y="2989"/>
                </a:cubicBezTo>
                <a:cubicBezTo>
                  <a:pt x="6458" y="2638"/>
                  <a:pt x="6048" y="2299"/>
                  <a:pt x="5639" y="1959"/>
                </a:cubicBezTo>
                <a:cubicBezTo>
                  <a:pt x="5396" y="1758"/>
                  <a:pt x="5152" y="1557"/>
                  <a:pt x="4908" y="1357"/>
                </a:cubicBezTo>
                <a:cubicBezTo>
                  <a:pt x="4606" y="1110"/>
                  <a:pt x="4304" y="865"/>
                  <a:pt x="4001" y="621"/>
                </a:cubicBezTo>
                <a:cubicBezTo>
                  <a:pt x="3659" y="346"/>
                  <a:pt x="3349" y="185"/>
                  <a:pt x="3073" y="131"/>
                </a:cubicBezTo>
                <a:cubicBezTo>
                  <a:pt x="2407" y="0"/>
                  <a:pt x="1346" y="1150"/>
                  <a:pt x="673" y="4084"/>
                </a:cubicBezTo>
                <a:cubicBezTo>
                  <a:pt x="0" y="7016"/>
                  <a:pt x="454" y="8514"/>
                  <a:pt x="1110" y="8687"/>
                </a:cubicBezTo>
                <a:cubicBezTo>
                  <a:pt x="1383" y="8758"/>
                  <a:pt x="1731" y="8748"/>
                  <a:pt x="2159" y="8650"/>
                </a:cubicBezTo>
              </a:path>
            </a:pathLst>
          </a:custGeom>
          <a:solidFill>
            <a:srgbClr val="FFC000"/>
          </a:solidFill>
          <a:ln w="0">
            <a:noFill/>
            <a:prstDash val="solid"/>
            <a:round/>
            <a:headEnd/>
            <a:tailEnd/>
          </a:ln>
        </p:spPr>
        <p:txBody>
          <a:bodyPr vert="horz" wrap="square" lIns="91440" tIns="45720" rIns="91440" bIns="45720" numCol="1" anchor="ctr" anchorCtr="0" compatLnSpc="1">
            <a:prstTxWarp prst="textNoShape">
              <a:avLst/>
            </a:prstTxWarp>
            <a:normAutofit/>
          </a:bodyPr>
          <a:lstStyle/>
          <a:p>
            <a:pPr algn="ctr"/>
            <a:r>
              <a:rPr lang="en-US" altLang="zh-CN" sz="1400" b="1">
                <a:solidFill>
                  <a:schemeClr val="bg1"/>
                </a:solidFill>
              </a:rPr>
              <a:t>03</a:t>
            </a:r>
            <a:endParaRPr lang="zh-CN" altLang="en-US" sz="1400" b="1" dirty="0">
              <a:solidFill>
                <a:schemeClr val="bg1"/>
              </a:solidFill>
            </a:endParaRPr>
          </a:p>
        </p:txBody>
      </p:sp>
      <p:sp>
        <p:nvSpPr>
          <p:cNvPr id="17" name="!!线条4">
            <a:extLst>
              <a:ext uri="{FF2B5EF4-FFF2-40B4-BE49-F238E27FC236}">
                <a16:creationId xmlns:a16="http://schemas.microsoft.com/office/drawing/2014/main" id="{3329AD77-99E0-B303-0CCE-09224BCA52A4}"/>
              </a:ext>
            </a:extLst>
          </p:cNvPr>
          <p:cNvSpPr/>
          <p:nvPr/>
        </p:nvSpPr>
        <p:spPr>
          <a:xfrm rot="21495966">
            <a:off x="742175" y="3818289"/>
            <a:ext cx="697834" cy="690287"/>
          </a:xfrm>
          <a:custGeom>
            <a:avLst/>
            <a:gdLst/>
            <a:ahLst/>
            <a:cxnLst>
              <a:cxn ang="0">
                <a:pos x="wd2" y="hd2"/>
              </a:cxn>
              <a:cxn ang="5400000">
                <a:pos x="wd2" y="hd2"/>
              </a:cxn>
              <a:cxn ang="10800000">
                <a:pos x="wd2" y="hd2"/>
              </a:cxn>
              <a:cxn ang="16200000">
                <a:pos x="wd2" y="hd2"/>
              </a:cxn>
            </a:cxnLst>
            <a:rect l="0" t="0" r="r" b="b"/>
            <a:pathLst>
              <a:path w="20378" h="21255" extrusionOk="0">
                <a:moveTo>
                  <a:pt x="4821" y="21029"/>
                </a:moveTo>
                <a:cubicBezTo>
                  <a:pt x="7341" y="20448"/>
                  <a:pt x="9857" y="19848"/>
                  <a:pt x="12364" y="19214"/>
                </a:cubicBezTo>
                <a:cubicBezTo>
                  <a:pt x="14094" y="18776"/>
                  <a:pt x="15896" y="18405"/>
                  <a:pt x="17429" y="17491"/>
                </a:cubicBezTo>
                <a:cubicBezTo>
                  <a:pt x="18820" y="16662"/>
                  <a:pt x="19908" y="15325"/>
                  <a:pt x="20249" y="13793"/>
                </a:cubicBezTo>
                <a:cubicBezTo>
                  <a:pt x="20723" y="11668"/>
                  <a:pt x="19843" y="9700"/>
                  <a:pt x="18304" y="8178"/>
                </a:cubicBezTo>
                <a:cubicBezTo>
                  <a:pt x="17865" y="7744"/>
                  <a:pt x="17395" y="7331"/>
                  <a:pt x="16911" y="6940"/>
                </a:cubicBezTo>
                <a:cubicBezTo>
                  <a:pt x="15857" y="6088"/>
                  <a:pt x="14774" y="5266"/>
                  <a:pt x="13694" y="4443"/>
                </a:cubicBezTo>
                <a:cubicBezTo>
                  <a:pt x="13052" y="3954"/>
                  <a:pt x="12408" y="3467"/>
                  <a:pt x="11762" y="2982"/>
                </a:cubicBezTo>
                <a:cubicBezTo>
                  <a:pt x="10967" y="2385"/>
                  <a:pt x="10168" y="1791"/>
                  <a:pt x="9368" y="1200"/>
                </a:cubicBezTo>
                <a:cubicBezTo>
                  <a:pt x="8466" y="532"/>
                  <a:pt x="7650" y="146"/>
                  <a:pt x="6927" y="21"/>
                </a:cubicBezTo>
                <a:cubicBezTo>
                  <a:pt x="5183" y="-280"/>
                  <a:pt x="2445" y="2586"/>
                  <a:pt x="784" y="9830"/>
                </a:cubicBezTo>
                <a:cubicBezTo>
                  <a:pt x="-877" y="17073"/>
                  <a:pt x="360" y="20748"/>
                  <a:pt x="2081" y="21152"/>
                </a:cubicBezTo>
                <a:cubicBezTo>
                  <a:pt x="2795" y="21320"/>
                  <a:pt x="3706" y="21286"/>
                  <a:pt x="4821" y="21029"/>
                </a:cubicBezTo>
                <a:close/>
              </a:path>
            </a:pathLst>
          </a:custGeom>
          <a:noFill/>
          <a:ln w="19050" cap="flat">
            <a:solidFill>
              <a:schemeClr val="bg1">
                <a:lumMod val="85000"/>
              </a:schemeClr>
            </a:solidFill>
            <a:miter lim="400000"/>
          </a:ln>
          <a:effectLst/>
        </p:spPr>
        <p:txBody>
          <a:bodyPr wrap="square" lIns="91440" tIns="45720" rIns="91440" bIns="45720" numCol="1" anchor="ctr">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endParaRPr sz="1600"/>
          </a:p>
        </p:txBody>
      </p:sp>
      <p:sp>
        <p:nvSpPr>
          <p:cNvPr id="32" name="!!数字4">
            <a:extLst>
              <a:ext uri="{FF2B5EF4-FFF2-40B4-BE49-F238E27FC236}">
                <a16:creationId xmlns:a16="http://schemas.microsoft.com/office/drawing/2014/main" id="{31DE2328-F054-2006-9F9F-531E0064A8E5}"/>
              </a:ext>
            </a:extLst>
          </p:cNvPr>
          <p:cNvSpPr/>
          <p:nvPr/>
        </p:nvSpPr>
        <p:spPr bwMode="auto">
          <a:xfrm rot="21399847">
            <a:off x="842424" y="3916199"/>
            <a:ext cx="497335" cy="494467"/>
          </a:xfrm>
          <a:custGeom>
            <a:avLst/>
            <a:gdLst>
              <a:gd name="T0" fmla="*/ 2159 w 8291"/>
              <a:gd name="T1" fmla="*/ 8650 h 8758"/>
              <a:gd name="T2" fmla="*/ 5054 w 8291"/>
              <a:gd name="T3" fmla="*/ 7950 h 8758"/>
              <a:gd name="T4" fmla="*/ 7001 w 8291"/>
              <a:gd name="T5" fmla="*/ 7275 h 8758"/>
              <a:gd name="T6" fmla="*/ 8099 w 8291"/>
              <a:gd name="T7" fmla="*/ 5787 h 8758"/>
              <a:gd name="T8" fmla="*/ 7383 w 8291"/>
              <a:gd name="T9" fmla="*/ 3498 h 8758"/>
              <a:gd name="T10" fmla="*/ 6857 w 8291"/>
              <a:gd name="T11" fmla="*/ 2989 h 8758"/>
              <a:gd name="T12" fmla="*/ 5639 w 8291"/>
              <a:gd name="T13" fmla="*/ 1959 h 8758"/>
              <a:gd name="T14" fmla="*/ 4908 w 8291"/>
              <a:gd name="T15" fmla="*/ 1357 h 8758"/>
              <a:gd name="T16" fmla="*/ 4001 w 8291"/>
              <a:gd name="T17" fmla="*/ 621 h 8758"/>
              <a:gd name="T18" fmla="*/ 3073 w 8291"/>
              <a:gd name="T19" fmla="*/ 131 h 8758"/>
              <a:gd name="T20" fmla="*/ 673 w 8291"/>
              <a:gd name="T21" fmla="*/ 4084 h 8758"/>
              <a:gd name="T22" fmla="*/ 1110 w 8291"/>
              <a:gd name="T23" fmla="*/ 8687 h 8758"/>
              <a:gd name="T24" fmla="*/ 2159 w 8291"/>
              <a:gd name="T25" fmla="*/ 8650 h 8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91" h="8758">
                <a:moveTo>
                  <a:pt x="2159" y="8650"/>
                </a:moveTo>
                <a:cubicBezTo>
                  <a:pt x="3126" y="8426"/>
                  <a:pt x="4092" y="8195"/>
                  <a:pt x="5054" y="7950"/>
                </a:cubicBezTo>
                <a:cubicBezTo>
                  <a:pt x="5718" y="7780"/>
                  <a:pt x="6409" y="7639"/>
                  <a:pt x="7001" y="7275"/>
                </a:cubicBezTo>
                <a:cubicBezTo>
                  <a:pt x="7537" y="6945"/>
                  <a:pt x="7960" y="6407"/>
                  <a:pt x="8099" y="5787"/>
                </a:cubicBezTo>
                <a:cubicBezTo>
                  <a:pt x="8291" y="4926"/>
                  <a:pt x="7964" y="4123"/>
                  <a:pt x="7383" y="3498"/>
                </a:cubicBezTo>
                <a:cubicBezTo>
                  <a:pt x="7217" y="3320"/>
                  <a:pt x="7040" y="3149"/>
                  <a:pt x="6857" y="2989"/>
                </a:cubicBezTo>
                <a:cubicBezTo>
                  <a:pt x="6458" y="2638"/>
                  <a:pt x="6048" y="2299"/>
                  <a:pt x="5639" y="1959"/>
                </a:cubicBezTo>
                <a:cubicBezTo>
                  <a:pt x="5396" y="1758"/>
                  <a:pt x="5152" y="1557"/>
                  <a:pt x="4908" y="1357"/>
                </a:cubicBezTo>
                <a:cubicBezTo>
                  <a:pt x="4606" y="1110"/>
                  <a:pt x="4304" y="865"/>
                  <a:pt x="4001" y="621"/>
                </a:cubicBezTo>
                <a:cubicBezTo>
                  <a:pt x="3659" y="346"/>
                  <a:pt x="3349" y="185"/>
                  <a:pt x="3073" y="131"/>
                </a:cubicBezTo>
                <a:cubicBezTo>
                  <a:pt x="2407" y="0"/>
                  <a:pt x="1346" y="1150"/>
                  <a:pt x="673" y="4084"/>
                </a:cubicBezTo>
                <a:cubicBezTo>
                  <a:pt x="0" y="7016"/>
                  <a:pt x="454" y="8514"/>
                  <a:pt x="1110" y="8687"/>
                </a:cubicBezTo>
                <a:cubicBezTo>
                  <a:pt x="1383" y="8758"/>
                  <a:pt x="1731" y="8748"/>
                  <a:pt x="2159" y="8650"/>
                </a:cubicBezTo>
              </a:path>
            </a:pathLst>
          </a:custGeom>
          <a:solidFill>
            <a:srgbClr val="00B0F0"/>
          </a:solidFill>
          <a:ln w="0">
            <a:noFill/>
            <a:prstDash val="solid"/>
            <a:round/>
            <a:headEnd/>
            <a:tailEnd/>
          </a:ln>
        </p:spPr>
        <p:txBody>
          <a:bodyPr vert="horz" wrap="square" lIns="91440" tIns="45720" rIns="91440" bIns="45720" numCol="1" anchor="ctr" anchorCtr="0" compatLnSpc="1">
            <a:prstTxWarp prst="textNoShape">
              <a:avLst/>
            </a:prstTxWarp>
            <a:normAutofit/>
          </a:bodyPr>
          <a:lstStyle/>
          <a:p>
            <a:pPr algn="ctr"/>
            <a:r>
              <a:rPr lang="en-US" altLang="zh-CN" sz="1400" b="1">
                <a:solidFill>
                  <a:schemeClr val="bg1"/>
                </a:solidFill>
              </a:rPr>
              <a:t>04</a:t>
            </a:r>
            <a:endParaRPr lang="zh-CN" altLang="en-US" sz="1400" b="1" dirty="0">
              <a:solidFill>
                <a:schemeClr val="bg1"/>
              </a:solidFill>
            </a:endParaRPr>
          </a:p>
        </p:txBody>
      </p:sp>
      <p:sp>
        <p:nvSpPr>
          <p:cNvPr id="46" name="!!线条5">
            <a:extLst>
              <a:ext uri="{FF2B5EF4-FFF2-40B4-BE49-F238E27FC236}">
                <a16:creationId xmlns:a16="http://schemas.microsoft.com/office/drawing/2014/main" id="{33526AB8-ABDB-A5D7-C51D-C34F0FEA7E38}"/>
              </a:ext>
            </a:extLst>
          </p:cNvPr>
          <p:cNvSpPr/>
          <p:nvPr/>
        </p:nvSpPr>
        <p:spPr>
          <a:xfrm rot="21495966">
            <a:off x="742175" y="4743381"/>
            <a:ext cx="697834" cy="690287"/>
          </a:xfrm>
          <a:custGeom>
            <a:avLst/>
            <a:gdLst/>
            <a:ahLst/>
            <a:cxnLst>
              <a:cxn ang="0">
                <a:pos x="wd2" y="hd2"/>
              </a:cxn>
              <a:cxn ang="5400000">
                <a:pos x="wd2" y="hd2"/>
              </a:cxn>
              <a:cxn ang="10800000">
                <a:pos x="wd2" y="hd2"/>
              </a:cxn>
              <a:cxn ang="16200000">
                <a:pos x="wd2" y="hd2"/>
              </a:cxn>
            </a:cxnLst>
            <a:rect l="0" t="0" r="r" b="b"/>
            <a:pathLst>
              <a:path w="20378" h="21255" extrusionOk="0">
                <a:moveTo>
                  <a:pt x="4821" y="21029"/>
                </a:moveTo>
                <a:cubicBezTo>
                  <a:pt x="7341" y="20448"/>
                  <a:pt x="9857" y="19848"/>
                  <a:pt x="12364" y="19214"/>
                </a:cubicBezTo>
                <a:cubicBezTo>
                  <a:pt x="14094" y="18776"/>
                  <a:pt x="15896" y="18405"/>
                  <a:pt x="17429" y="17491"/>
                </a:cubicBezTo>
                <a:cubicBezTo>
                  <a:pt x="18820" y="16662"/>
                  <a:pt x="19908" y="15325"/>
                  <a:pt x="20249" y="13793"/>
                </a:cubicBezTo>
                <a:cubicBezTo>
                  <a:pt x="20723" y="11668"/>
                  <a:pt x="19843" y="9700"/>
                  <a:pt x="18304" y="8178"/>
                </a:cubicBezTo>
                <a:cubicBezTo>
                  <a:pt x="17865" y="7744"/>
                  <a:pt x="17395" y="7331"/>
                  <a:pt x="16911" y="6940"/>
                </a:cubicBezTo>
                <a:cubicBezTo>
                  <a:pt x="15857" y="6088"/>
                  <a:pt x="14774" y="5266"/>
                  <a:pt x="13694" y="4443"/>
                </a:cubicBezTo>
                <a:cubicBezTo>
                  <a:pt x="13052" y="3954"/>
                  <a:pt x="12408" y="3467"/>
                  <a:pt x="11762" y="2982"/>
                </a:cubicBezTo>
                <a:cubicBezTo>
                  <a:pt x="10967" y="2385"/>
                  <a:pt x="10168" y="1791"/>
                  <a:pt x="9368" y="1200"/>
                </a:cubicBezTo>
                <a:cubicBezTo>
                  <a:pt x="8466" y="532"/>
                  <a:pt x="7650" y="146"/>
                  <a:pt x="6927" y="21"/>
                </a:cubicBezTo>
                <a:cubicBezTo>
                  <a:pt x="5183" y="-280"/>
                  <a:pt x="2445" y="2586"/>
                  <a:pt x="784" y="9830"/>
                </a:cubicBezTo>
                <a:cubicBezTo>
                  <a:pt x="-877" y="17073"/>
                  <a:pt x="360" y="20748"/>
                  <a:pt x="2081" y="21152"/>
                </a:cubicBezTo>
                <a:cubicBezTo>
                  <a:pt x="2795" y="21320"/>
                  <a:pt x="3706" y="21286"/>
                  <a:pt x="4821" y="21029"/>
                </a:cubicBezTo>
                <a:close/>
              </a:path>
            </a:pathLst>
          </a:custGeom>
          <a:noFill/>
          <a:ln w="19050" cap="flat">
            <a:solidFill>
              <a:schemeClr val="bg1">
                <a:lumMod val="85000"/>
              </a:schemeClr>
            </a:solidFill>
            <a:miter lim="400000"/>
          </a:ln>
          <a:effectLst/>
        </p:spPr>
        <p:txBody>
          <a:bodyPr wrap="square" lIns="91440" tIns="45720" rIns="91440" bIns="45720" numCol="1" anchor="ctr">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endParaRPr sz="1600"/>
          </a:p>
        </p:txBody>
      </p:sp>
      <p:sp>
        <p:nvSpPr>
          <p:cNvPr id="47" name="!!数字5">
            <a:extLst>
              <a:ext uri="{FF2B5EF4-FFF2-40B4-BE49-F238E27FC236}">
                <a16:creationId xmlns:a16="http://schemas.microsoft.com/office/drawing/2014/main" id="{7288128B-DAD1-D05F-9E20-B53039F467DE}"/>
              </a:ext>
            </a:extLst>
          </p:cNvPr>
          <p:cNvSpPr/>
          <p:nvPr/>
        </p:nvSpPr>
        <p:spPr bwMode="auto">
          <a:xfrm rot="21399847">
            <a:off x="842424" y="4841291"/>
            <a:ext cx="497335" cy="494467"/>
          </a:xfrm>
          <a:custGeom>
            <a:avLst/>
            <a:gdLst>
              <a:gd name="T0" fmla="*/ 2159 w 8291"/>
              <a:gd name="T1" fmla="*/ 8650 h 8758"/>
              <a:gd name="T2" fmla="*/ 5054 w 8291"/>
              <a:gd name="T3" fmla="*/ 7950 h 8758"/>
              <a:gd name="T4" fmla="*/ 7001 w 8291"/>
              <a:gd name="T5" fmla="*/ 7275 h 8758"/>
              <a:gd name="T6" fmla="*/ 8099 w 8291"/>
              <a:gd name="T7" fmla="*/ 5787 h 8758"/>
              <a:gd name="T8" fmla="*/ 7383 w 8291"/>
              <a:gd name="T9" fmla="*/ 3498 h 8758"/>
              <a:gd name="T10" fmla="*/ 6857 w 8291"/>
              <a:gd name="T11" fmla="*/ 2989 h 8758"/>
              <a:gd name="T12" fmla="*/ 5639 w 8291"/>
              <a:gd name="T13" fmla="*/ 1959 h 8758"/>
              <a:gd name="T14" fmla="*/ 4908 w 8291"/>
              <a:gd name="T15" fmla="*/ 1357 h 8758"/>
              <a:gd name="T16" fmla="*/ 4001 w 8291"/>
              <a:gd name="T17" fmla="*/ 621 h 8758"/>
              <a:gd name="T18" fmla="*/ 3073 w 8291"/>
              <a:gd name="T19" fmla="*/ 131 h 8758"/>
              <a:gd name="T20" fmla="*/ 673 w 8291"/>
              <a:gd name="T21" fmla="*/ 4084 h 8758"/>
              <a:gd name="T22" fmla="*/ 1110 w 8291"/>
              <a:gd name="T23" fmla="*/ 8687 h 8758"/>
              <a:gd name="T24" fmla="*/ 2159 w 8291"/>
              <a:gd name="T25" fmla="*/ 8650 h 8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91" h="8758">
                <a:moveTo>
                  <a:pt x="2159" y="8650"/>
                </a:moveTo>
                <a:cubicBezTo>
                  <a:pt x="3126" y="8426"/>
                  <a:pt x="4092" y="8195"/>
                  <a:pt x="5054" y="7950"/>
                </a:cubicBezTo>
                <a:cubicBezTo>
                  <a:pt x="5718" y="7780"/>
                  <a:pt x="6409" y="7639"/>
                  <a:pt x="7001" y="7275"/>
                </a:cubicBezTo>
                <a:cubicBezTo>
                  <a:pt x="7537" y="6945"/>
                  <a:pt x="7960" y="6407"/>
                  <a:pt x="8099" y="5787"/>
                </a:cubicBezTo>
                <a:cubicBezTo>
                  <a:pt x="8291" y="4926"/>
                  <a:pt x="7964" y="4123"/>
                  <a:pt x="7383" y="3498"/>
                </a:cubicBezTo>
                <a:cubicBezTo>
                  <a:pt x="7217" y="3320"/>
                  <a:pt x="7040" y="3149"/>
                  <a:pt x="6857" y="2989"/>
                </a:cubicBezTo>
                <a:cubicBezTo>
                  <a:pt x="6458" y="2638"/>
                  <a:pt x="6048" y="2299"/>
                  <a:pt x="5639" y="1959"/>
                </a:cubicBezTo>
                <a:cubicBezTo>
                  <a:pt x="5396" y="1758"/>
                  <a:pt x="5152" y="1557"/>
                  <a:pt x="4908" y="1357"/>
                </a:cubicBezTo>
                <a:cubicBezTo>
                  <a:pt x="4606" y="1110"/>
                  <a:pt x="4304" y="865"/>
                  <a:pt x="4001" y="621"/>
                </a:cubicBezTo>
                <a:cubicBezTo>
                  <a:pt x="3659" y="346"/>
                  <a:pt x="3349" y="185"/>
                  <a:pt x="3073" y="131"/>
                </a:cubicBezTo>
                <a:cubicBezTo>
                  <a:pt x="2407" y="0"/>
                  <a:pt x="1346" y="1150"/>
                  <a:pt x="673" y="4084"/>
                </a:cubicBezTo>
                <a:cubicBezTo>
                  <a:pt x="0" y="7016"/>
                  <a:pt x="454" y="8514"/>
                  <a:pt x="1110" y="8687"/>
                </a:cubicBezTo>
                <a:cubicBezTo>
                  <a:pt x="1383" y="8758"/>
                  <a:pt x="1731" y="8748"/>
                  <a:pt x="2159" y="8650"/>
                </a:cubicBezTo>
              </a:path>
            </a:pathLst>
          </a:custGeom>
          <a:solidFill>
            <a:srgbClr val="7030A0"/>
          </a:solidFill>
          <a:ln w="0">
            <a:noFill/>
            <a:prstDash val="solid"/>
            <a:round/>
            <a:headEnd/>
            <a:tailEnd/>
          </a:ln>
        </p:spPr>
        <p:txBody>
          <a:bodyPr vert="horz" wrap="square" lIns="91440" tIns="45720" rIns="91440" bIns="45720" numCol="1" anchor="ctr" anchorCtr="0" compatLnSpc="1">
            <a:prstTxWarp prst="textNoShape">
              <a:avLst/>
            </a:prstTxWarp>
            <a:normAutofit/>
          </a:bodyPr>
          <a:lstStyle/>
          <a:p>
            <a:pPr algn="ctr"/>
            <a:r>
              <a:rPr lang="en-US" altLang="zh-CN" sz="1400" b="1">
                <a:solidFill>
                  <a:schemeClr val="bg1"/>
                </a:solidFill>
              </a:rPr>
              <a:t>05</a:t>
            </a:r>
            <a:endParaRPr lang="zh-CN" altLang="en-US" sz="1400" b="1" dirty="0">
              <a:solidFill>
                <a:schemeClr val="bg1"/>
              </a:solidFill>
            </a:endParaRPr>
          </a:p>
        </p:txBody>
      </p:sp>
      <p:sp>
        <p:nvSpPr>
          <p:cNvPr id="49" name="!!线条6">
            <a:extLst>
              <a:ext uri="{FF2B5EF4-FFF2-40B4-BE49-F238E27FC236}">
                <a16:creationId xmlns:a16="http://schemas.microsoft.com/office/drawing/2014/main" id="{996282D4-DB35-826F-8445-F44AF019D4E0}"/>
              </a:ext>
            </a:extLst>
          </p:cNvPr>
          <p:cNvSpPr/>
          <p:nvPr/>
        </p:nvSpPr>
        <p:spPr>
          <a:xfrm rot="21495966">
            <a:off x="742175" y="5668472"/>
            <a:ext cx="697834" cy="690287"/>
          </a:xfrm>
          <a:custGeom>
            <a:avLst/>
            <a:gdLst/>
            <a:ahLst/>
            <a:cxnLst>
              <a:cxn ang="0">
                <a:pos x="wd2" y="hd2"/>
              </a:cxn>
              <a:cxn ang="5400000">
                <a:pos x="wd2" y="hd2"/>
              </a:cxn>
              <a:cxn ang="10800000">
                <a:pos x="wd2" y="hd2"/>
              </a:cxn>
              <a:cxn ang="16200000">
                <a:pos x="wd2" y="hd2"/>
              </a:cxn>
            </a:cxnLst>
            <a:rect l="0" t="0" r="r" b="b"/>
            <a:pathLst>
              <a:path w="20378" h="21255" extrusionOk="0">
                <a:moveTo>
                  <a:pt x="4821" y="21029"/>
                </a:moveTo>
                <a:cubicBezTo>
                  <a:pt x="7341" y="20448"/>
                  <a:pt x="9857" y="19848"/>
                  <a:pt x="12364" y="19214"/>
                </a:cubicBezTo>
                <a:cubicBezTo>
                  <a:pt x="14094" y="18776"/>
                  <a:pt x="15896" y="18405"/>
                  <a:pt x="17429" y="17491"/>
                </a:cubicBezTo>
                <a:cubicBezTo>
                  <a:pt x="18820" y="16662"/>
                  <a:pt x="19908" y="15325"/>
                  <a:pt x="20249" y="13793"/>
                </a:cubicBezTo>
                <a:cubicBezTo>
                  <a:pt x="20723" y="11668"/>
                  <a:pt x="19843" y="9700"/>
                  <a:pt x="18304" y="8178"/>
                </a:cubicBezTo>
                <a:cubicBezTo>
                  <a:pt x="17865" y="7744"/>
                  <a:pt x="17395" y="7331"/>
                  <a:pt x="16911" y="6940"/>
                </a:cubicBezTo>
                <a:cubicBezTo>
                  <a:pt x="15857" y="6088"/>
                  <a:pt x="14774" y="5266"/>
                  <a:pt x="13694" y="4443"/>
                </a:cubicBezTo>
                <a:cubicBezTo>
                  <a:pt x="13052" y="3954"/>
                  <a:pt x="12408" y="3467"/>
                  <a:pt x="11762" y="2982"/>
                </a:cubicBezTo>
                <a:cubicBezTo>
                  <a:pt x="10967" y="2385"/>
                  <a:pt x="10168" y="1791"/>
                  <a:pt x="9368" y="1200"/>
                </a:cubicBezTo>
                <a:cubicBezTo>
                  <a:pt x="8466" y="532"/>
                  <a:pt x="7650" y="146"/>
                  <a:pt x="6927" y="21"/>
                </a:cubicBezTo>
                <a:cubicBezTo>
                  <a:pt x="5183" y="-280"/>
                  <a:pt x="2445" y="2586"/>
                  <a:pt x="784" y="9830"/>
                </a:cubicBezTo>
                <a:cubicBezTo>
                  <a:pt x="-877" y="17073"/>
                  <a:pt x="360" y="20748"/>
                  <a:pt x="2081" y="21152"/>
                </a:cubicBezTo>
                <a:cubicBezTo>
                  <a:pt x="2795" y="21320"/>
                  <a:pt x="3706" y="21286"/>
                  <a:pt x="4821" y="21029"/>
                </a:cubicBezTo>
                <a:close/>
              </a:path>
            </a:pathLst>
          </a:custGeom>
          <a:noFill/>
          <a:ln w="19050" cap="flat">
            <a:solidFill>
              <a:schemeClr val="bg1">
                <a:lumMod val="85000"/>
              </a:schemeClr>
            </a:solidFill>
            <a:miter lim="400000"/>
          </a:ln>
          <a:effectLst/>
        </p:spPr>
        <p:txBody>
          <a:bodyPr wrap="square" lIns="91440" tIns="45720" rIns="91440" bIns="45720" numCol="1" anchor="ctr">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endParaRPr sz="1600"/>
          </a:p>
        </p:txBody>
      </p:sp>
      <p:sp>
        <p:nvSpPr>
          <p:cNvPr id="50" name="!!数字6">
            <a:extLst>
              <a:ext uri="{FF2B5EF4-FFF2-40B4-BE49-F238E27FC236}">
                <a16:creationId xmlns:a16="http://schemas.microsoft.com/office/drawing/2014/main" id="{650DCCD8-4542-9600-823A-6F0509CD1E0D}"/>
              </a:ext>
            </a:extLst>
          </p:cNvPr>
          <p:cNvSpPr/>
          <p:nvPr/>
        </p:nvSpPr>
        <p:spPr bwMode="auto">
          <a:xfrm rot="21399847">
            <a:off x="842424" y="5766382"/>
            <a:ext cx="497335" cy="494467"/>
          </a:xfrm>
          <a:custGeom>
            <a:avLst/>
            <a:gdLst>
              <a:gd name="T0" fmla="*/ 2159 w 8291"/>
              <a:gd name="T1" fmla="*/ 8650 h 8758"/>
              <a:gd name="T2" fmla="*/ 5054 w 8291"/>
              <a:gd name="T3" fmla="*/ 7950 h 8758"/>
              <a:gd name="T4" fmla="*/ 7001 w 8291"/>
              <a:gd name="T5" fmla="*/ 7275 h 8758"/>
              <a:gd name="T6" fmla="*/ 8099 w 8291"/>
              <a:gd name="T7" fmla="*/ 5787 h 8758"/>
              <a:gd name="T8" fmla="*/ 7383 w 8291"/>
              <a:gd name="T9" fmla="*/ 3498 h 8758"/>
              <a:gd name="T10" fmla="*/ 6857 w 8291"/>
              <a:gd name="T11" fmla="*/ 2989 h 8758"/>
              <a:gd name="T12" fmla="*/ 5639 w 8291"/>
              <a:gd name="T13" fmla="*/ 1959 h 8758"/>
              <a:gd name="T14" fmla="*/ 4908 w 8291"/>
              <a:gd name="T15" fmla="*/ 1357 h 8758"/>
              <a:gd name="T16" fmla="*/ 4001 w 8291"/>
              <a:gd name="T17" fmla="*/ 621 h 8758"/>
              <a:gd name="T18" fmla="*/ 3073 w 8291"/>
              <a:gd name="T19" fmla="*/ 131 h 8758"/>
              <a:gd name="T20" fmla="*/ 673 w 8291"/>
              <a:gd name="T21" fmla="*/ 4084 h 8758"/>
              <a:gd name="T22" fmla="*/ 1110 w 8291"/>
              <a:gd name="T23" fmla="*/ 8687 h 8758"/>
              <a:gd name="T24" fmla="*/ 2159 w 8291"/>
              <a:gd name="T25" fmla="*/ 8650 h 8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91" h="8758">
                <a:moveTo>
                  <a:pt x="2159" y="8650"/>
                </a:moveTo>
                <a:cubicBezTo>
                  <a:pt x="3126" y="8426"/>
                  <a:pt x="4092" y="8195"/>
                  <a:pt x="5054" y="7950"/>
                </a:cubicBezTo>
                <a:cubicBezTo>
                  <a:pt x="5718" y="7780"/>
                  <a:pt x="6409" y="7639"/>
                  <a:pt x="7001" y="7275"/>
                </a:cubicBezTo>
                <a:cubicBezTo>
                  <a:pt x="7537" y="6945"/>
                  <a:pt x="7960" y="6407"/>
                  <a:pt x="8099" y="5787"/>
                </a:cubicBezTo>
                <a:cubicBezTo>
                  <a:pt x="8291" y="4926"/>
                  <a:pt x="7964" y="4123"/>
                  <a:pt x="7383" y="3498"/>
                </a:cubicBezTo>
                <a:cubicBezTo>
                  <a:pt x="7217" y="3320"/>
                  <a:pt x="7040" y="3149"/>
                  <a:pt x="6857" y="2989"/>
                </a:cubicBezTo>
                <a:cubicBezTo>
                  <a:pt x="6458" y="2638"/>
                  <a:pt x="6048" y="2299"/>
                  <a:pt x="5639" y="1959"/>
                </a:cubicBezTo>
                <a:cubicBezTo>
                  <a:pt x="5396" y="1758"/>
                  <a:pt x="5152" y="1557"/>
                  <a:pt x="4908" y="1357"/>
                </a:cubicBezTo>
                <a:cubicBezTo>
                  <a:pt x="4606" y="1110"/>
                  <a:pt x="4304" y="865"/>
                  <a:pt x="4001" y="621"/>
                </a:cubicBezTo>
                <a:cubicBezTo>
                  <a:pt x="3659" y="346"/>
                  <a:pt x="3349" y="185"/>
                  <a:pt x="3073" y="131"/>
                </a:cubicBezTo>
                <a:cubicBezTo>
                  <a:pt x="2407" y="0"/>
                  <a:pt x="1346" y="1150"/>
                  <a:pt x="673" y="4084"/>
                </a:cubicBezTo>
                <a:cubicBezTo>
                  <a:pt x="0" y="7016"/>
                  <a:pt x="454" y="8514"/>
                  <a:pt x="1110" y="8687"/>
                </a:cubicBezTo>
                <a:cubicBezTo>
                  <a:pt x="1383" y="8758"/>
                  <a:pt x="1731" y="8748"/>
                  <a:pt x="2159" y="8650"/>
                </a:cubicBezTo>
              </a:path>
            </a:pathLst>
          </a:custGeom>
          <a:solidFill>
            <a:schemeClr val="accent3">
              <a:lumMod val="75000"/>
            </a:schemeClr>
          </a:solidFill>
          <a:ln w="0">
            <a:noFill/>
            <a:prstDash val="solid"/>
            <a:round/>
            <a:headEnd/>
            <a:tailEnd/>
          </a:ln>
        </p:spPr>
        <p:txBody>
          <a:bodyPr vert="horz" wrap="square" lIns="91440" tIns="45720" rIns="91440" bIns="45720" numCol="1" anchor="ctr" anchorCtr="0" compatLnSpc="1">
            <a:prstTxWarp prst="textNoShape">
              <a:avLst/>
            </a:prstTxWarp>
            <a:normAutofit/>
          </a:bodyPr>
          <a:lstStyle/>
          <a:p>
            <a:pPr algn="ctr"/>
            <a:r>
              <a:rPr lang="en-US" altLang="zh-CN" sz="1400" b="1">
                <a:solidFill>
                  <a:schemeClr val="bg1"/>
                </a:solidFill>
              </a:rPr>
              <a:t>06</a:t>
            </a:r>
            <a:endParaRPr lang="zh-CN" altLang="en-US" sz="1400" b="1" dirty="0">
              <a:solidFill>
                <a:schemeClr val="bg1"/>
              </a:solidFill>
            </a:endParaRPr>
          </a:p>
        </p:txBody>
      </p:sp>
      <p:grpSp>
        <p:nvGrpSpPr>
          <p:cNvPr id="65" name="组合 64">
            <a:extLst>
              <a:ext uri="{FF2B5EF4-FFF2-40B4-BE49-F238E27FC236}">
                <a16:creationId xmlns:a16="http://schemas.microsoft.com/office/drawing/2014/main" id="{B20B4BAC-DD2A-5AA3-D9E9-6F45575DF970}"/>
              </a:ext>
            </a:extLst>
          </p:cNvPr>
          <p:cNvGrpSpPr/>
          <p:nvPr/>
        </p:nvGrpSpPr>
        <p:grpSpPr>
          <a:xfrm>
            <a:off x="5870851" y="624406"/>
            <a:ext cx="5997972" cy="6062410"/>
            <a:chOff x="6248350" y="695110"/>
            <a:chExt cx="5997972" cy="6062410"/>
          </a:xfrm>
          <a:effectLst>
            <a:outerShdw blurRad="50800" dist="38100" dir="10800000" algn="r" rotWithShape="0">
              <a:prstClr val="black">
                <a:alpha val="40000"/>
              </a:prstClr>
            </a:outerShdw>
          </a:effectLst>
        </p:grpSpPr>
        <p:sp>
          <p:nvSpPr>
            <p:cNvPr id="64" name="任意多边形: 形状 63">
              <a:extLst>
                <a:ext uri="{FF2B5EF4-FFF2-40B4-BE49-F238E27FC236}">
                  <a16:creationId xmlns:a16="http://schemas.microsoft.com/office/drawing/2014/main" id="{C3BBA5C6-9FEB-9528-4DEE-25AB5A8C014D}"/>
                </a:ext>
              </a:extLst>
            </p:cNvPr>
            <p:cNvSpPr/>
            <p:nvPr/>
          </p:nvSpPr>
          <p:spPr>
            <a:xfrm rot="2527584">
              <a:off x="10411817" y="695110"/>
              <a:ext cx="1834505" cy="898034"/>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sX0" fmla="*/ 1062195 w 1062195"/>
                <a:gd name="csY0" fmla="*/ 533867 h 540540"/>
                <a:gd name="csX1" fmla="*/ 1030365 w 1062195"/>
                <a:gd name="csY1" fmla="*/ 540540 h 540540"/>
                <a:gd name="csX2" fmla="*/ 0 w 1062195"/>
                <a:gd name="csY2" fmla="*/ 540540 h 540540"/>
                <a:gd name="csX3" fmla="*/ 586429 w 1062195"/>
                <a:gd name="csY3" fmla="*/ 0 h 540540"/>
                <a:gd name="csX4" fmla="*/ 1062195 w 1062195"/>
                <a:gd name="csY4" fmla="*/ 533867 h 540540"/>
              </a:gdLst>
              <a:ahLst/>
              <a:cxnLst>
                <a:cxn ang="0">
                  <a:pos x="csX0" y="csY0"/>
                </a:cxn>
                <a:cxn ang="0">
                  <a:pos x="csX1" y="csY1"/>
                </a:cxn>
                <a:cxn ang="0">
                  <a:pos x="csX2" y="csY2"/>
                </a:cxn>
                <a:cxn ang="0">
                  <a:pos x="csX3" y="csY3"/>
                </a:cxn>
                <a:cxn ang="0">
                  <a:pos x="csX4" y="csY4"/>
                </a:cxn>
              </a:cxnLst>
              <a:rect l="l" t="t" r="r" b="b"/>
              <a:pathLst>
                <a:path w="1062195" h="540540">
                  <a:moveTo>
                    <a:pt x="1062195" y="533867"/>
                  </a:moveTo>
                  <a:lnTo>
                    <a:pt x="1030365" y="540540"/>
                  </a:lnTo>
                  <a:lnTo>
                    <a:pt x="0" y="540540"/>
                  </a:lnTo>
                  <a:cubicBezTo>
                    <a:pt x="178131" y="360176"/>
                    <a:pt x="188146" y="357977"/>
                    <a:pt x="586429" y="0"/>
                  </a:cubicBezTo>
                  <a:lnTo>
                    <a:pt x="1062195" y="533867"/>
                  </a:lnTo>
                  <a:close/>
                </a:path>
              </a:pathLst>
            </a:cu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sp>
          <p:nvSpPr>
            <p:cNvPr id="63" name="任意多边形: 形状 62">
              <a:extLst>
                <a:ext uri="{FF2B5EF4-FFF2-40B4-BE49-F238E27FC236}">
                  <a16:creationId xmlns:a16="http://schemas.microsoft.com/office/drawing/2014/main" id="{631A33E0-E427-9A5E-84FE-42B8D109F444}"/>
                </a:ext>
              </a:extLst>
            </p:cNvPr>
            <p:cNvSpPr/>
            <p:nvPr/>
          </p:nvSpPr>
          <p:spPr>
            <a:xfrm>
              <a:off x="6248350" y="858253"/>
              <a:ext cx="5458777" cy="589926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44000" rIns="144000" rtlCol="0" anchor="ctr">
              <a:noAutofit/>
            </a:bodyPr>
            <a:lstStyle/>
            <a:p>
              <a:pPr>
                <a:lnSpc>
                  <a:spcPct val="130000"/>
                </a:lnSpc>
              </a:pPr>
              <a:r>
                <a:rPr lang="zh-CN" altLang="en-US" sz="1000">
                  <a:solidFill>
                    <a:schemeClr val="tx1">
                      <a:lumMod val="50000"/>
                    </a:schemeClr>
                  </a:solidFill>
                </a:rPr>
                <a:t>你是一名经验丰富的历史老师，擅长用生动有趣的方式讲述复杂的历史事件。现在，请完成以下任务：</a:t>
              </a:r>
            </a:p>
            <a:p>
              <a:pPr>
                <a:lnSpc>
                  <a:spcPct val="130000"/>
                </a:lnSpc>
              </a:pPr>
              <a:r>
                <a:rPr lang="en-US" altLang="zh-CN" sz="1000">
                  <a:solidFill>
                    <a:schemeClr val="tx1">
                      <a:lumMod val="50000"/>
                    </a:schemeClr>
                  </a:solidFill>
                </a:rPr>
                <a:t>1. </a:t>
              </a:r>
              <a:r>
                <a:rPr lang="zh-CN" altLang="en-US" sz="1000">
                  <a:solidFill>
                    <a:schemeClr val="tx1">
                      <a:lumMod val="50000"/>
                    </a:schemeClr>
                  </a:solidFill>
                </a:rPr>
                <a:t>核心任务： 向一位高中生解释法国大革命爆发的主要原因。</a:t>
              </a:r>
            </a:p>
            <a:p>
              <a:pPr>
                <a:lnSpc>
                  <a:spcPct val="130000"/>
                </a:lnSpc>
              </a:pPr>
              <a:r>
                <a:rPr lang="en-US" altLang="zh-CN" sz="1000">
                  <a:solidFill>
                    <a:schemeClr val="tx1">
                      <a:lumMod val="50000"/>
                    </a:schemeClr>
                  </a:solidFill>
                </a:rPr>
                <a:t>2. </a:t>
              </a:r>
              <a:r>
                <a:rPr lang="zh-CN" altLang="en-US" sz="1000">
                  <a:solidFill>
                    <a:schemeClr val="tx1">
                      <a:lumMod val="50000"/>
                    </a:schemeClr>
                  </a:solidFill>
                </a:rPr>
                <a:t>表达要求：</a:t>
              </a:r>
            </a:p>
            <a:p>
              <a:pPr>
                <a:lnSpc>
                  <a:spcPct val="130000"/>
                </a:lnSpc>
              </a:pPr>
              <a:r>
                <a:rPr lang="zh-CN" altLang="en-US" sz="1000">
                  <a:solidFill>
                    <a:schemeClr val="tx1">
                      <a:lumMod val="50000"/>
                    </a:schemeClr>
                  </a:solidFill>
                </a:rPr>
                <a:t>    语气与风格： 使用简洁、口语化、充满课堂热情的语气，避免学术黑话。整体叙事可以借鉴</a:t>
              </a:r>
              <a:r>
                <a:rPr lang="en-US" altLang="zh-CN" sz="1000">
                  <a:solidFill>
                    <a:schemeClr val="tx1">
                      <a:lumMod val="50000"/>
                    </a:schemeClr>
                  </a:solidFill>
                </a:rPr>
                <a:t>《</a:t>
              </a:r>
              <a:r>
                <a:rPr lang="zh-CN" altLang="en-US" sz="1000">
                  <a:solidFill>
                    <a:schemeClr val="tx1">
                      <a:lumMod val="50000"/>
                    </a:schemeClr>
                  </a:solidFill>
                </a:rPr>
                <a:t>人类群星闪耀时</a:t>
              </a:r>
              <a:r>
                <a:rPr lang="en-US" altLang="zh-CN" sz="1000">
                  <a:solidFill>
                    <a:schemeClr val="tx1">
                      <a:lumMod val="50000"/>
                    </a:schemeClr>
                  </a:solidFill>
                </a:rPr>
                <a:t>》</a:t>
              </a:r>
              <a:r>
                <a:rPr lang="zh-CN" altLang="en-US" sz="1000">
                  <a:solidFill>
                    <a:schemeClr val="tx1">
                      <a:lumMod val="50000"/>
                    </a:schemeClr>
                  </a:solidFill>
                </a:rPr>
                <a:t>中对历史关键时刻的描写手法，富有画面感和戏剧性。</a:t>
              </a:r>
            </a:p>
            <a:p>
              <a:pPr>
                <a:lnSpc>
                  <a:spcPct val="130000"/>
                </a:lnSpc>
              </a:pPr>
              <a:r>
                <a:rPr lang="zh-CN" altLang="en-US" sz="1000">
                  <a:solidFill>
                    <a:schemeClr val="tx1">
                      <a:lumMod val="50000"/>
                    </a:schemeClr>
                  </a:solidFill>
                </a:rPr>
                <a:t>    内容禁忌： 聚焦于原因分析，不要罗列冗长的日期和事件过程表。</a:t>
              </a:r>
            </a:p>
            <a:p>
              <a:pPr>
                <a:lnSpc>
                  <a:spcPct val="130000"/>
                </a:lnSpc>
              </a:pPr>
              <a:r>
                <a:rPr lang="en-US" altLang="zh-CN" sz="1000">
                  <a:solidFill>
                    <a:schemeClr val="tx1">
                      <a:lumMod val="50000"/>
                    </a:schemeClr>
                  </a:solidFill>
                </a:rPr>
                <a:t>3. </a:t>
              </a:r>
              <a:r>
                <a:rPr lang="zh-CN" altLang="en-US" sz="1000">
                  <a:solidFill>
                    <a:schemeClr val="tx1">
                      <a:lumMod val="50000"/>
                    </a:schemeClr>
                  </a:solidFill>
                </a:rPr>
                <a:t>内容与结构要求：</a:t>
              </a:r>
            </a:p>
            <a:p>
              <a:pPr>
                <a:lnSpc>
                  <a:spcPct val="130000"/>
                </a:lnSpc>
              </a:pPr>
              <a:r>
                <a:rPr lang="zh-CN" altLang="en-US" sz="1000">
                  <a:solidFill>
                    <a:schemeClr val="tx1">
                      <a:lumMod val="50000"/>
                    </a:schemeClr>
                  </a:solidFill>
                </a:rPr>
                <a:t>   开头： 先用一段话，生动描述革命前法国社会的总体氛围和紧张感（即背景概述）。</a:t>
              </a:r>
            </a:p>
            <a:p>
              <a:pPr>
                <a:lnSpc>
                  <a:spcPct val="130000"/>
                </a:lnSpc>
              </a:pPr>
              <a:r>
                <a:rPr lang="zh-CN" altLang="en-US" sz="1000">
                  <a:solidFill>
                    <a:schemeClr val="tx1">
                      <a:lumMod val="50000"/>
                    </a:schemeClr>
                  </a:solidFill>
                </a:rPr>
                <a:t>   主体： 分别从政治、经济、思想三个层面阐述直接原因。每个层面提炼</a:t>
              </a:r>
              <a:r>
                <a:rPr lang="en-US" altLang="zh-CN" sz="1000">
                  <a:solidFill>
                    <a:schemeClr val="tx1">
                      <a:lumMod val="50000"/>
                    </a:schemeClr>
                  </a:solidFill>
                </a:rPr>
                <a:t>2</a:t>
              </a:r>
              <a:r>
                <a:rPr lang="zh-CN" altLang="en-US" sz="1000">
                  <a:solidFill>
                    <a:schemeClr val="tx1">
                      <a:lumMod val="50000"/>
                    </a:schemeClr>
                  </a:solidFill>
                </a:rPr>
                <a:t>个关键点，并为每个关键点配</a:t>
              </a:r>
              <a:r>
                <a:rPr lang="en-US" altLang="zh-CN" sz="1000">
                  <a:solidFill>
                    <a:schemeClr val="tx1">
                      <a:lumMod val="50000"/>
                    </a:schemeClr>
                  </a:solidFill>
                </a:rPr>
                <a:t>1</a:t>
              </a:r>
              <a:r>
                <a:rPr lang="zh-CN" altLang="en-US" sz="1000">
                  <a:solidFill>
                    <a:schemeClr val="tx1">
                      <a:lumMod val="50000"/>
                    </a:schemeClr>
                  </a:solidFill>
                </a:rPr>
                <a:t>个具体、有说服力的史实例子。</a:t>
              </a:r>
            </a:p>
            <a:p>
              <a:pPr>
                <a:lnSpc>
                  <a:spcPct val="130000"/>
                </a:lnSpc>
              </a:pPr>
              <a:r>
                <a:rPr lang="zh-CN" altLang="en-US" sz="1000">
                  <a:solidFill>
                    <a:schemeClr val="tx1">
                      <a:lumMod val="50000"/>
                    </a:schemeClr>
                  </a:solidFill>
                </a:rPr>
                <a:t>   结尾： 提供一个帮助学生记忆的妙招。</a:t>
              </a:r>
            </a:p>
            <a:p>
              <a:pPr>
                <a:lnSpc>
                  <a:spcPct val="130000"/>
                </a:lnSpc>
              </a:pPr>
              <a:r>
                <a:rPr lang="en-US" altLang="zh-CN" sz="1000">
                  <a:solidFill>
                    <a:schemeClr val="tx1">
                      <a:lumMod val="50000"/>
                    </a:schemeClr>
                  </a:solidFill>
                </a:rPr>
                <a:t>4. </a:t>
              </a:r>
              <a:r>
                <a:rPr lang="zh-CN" altLang="en-US" sz="1000">
                  <a:solidFill>
                    <a:schemeClr val="tx1">
                      <a:lumMod val="50000"/>
                    </a:schemeClr>
                  </a:solidFill>
                </a:rPr>
                <a:t>输出格式： 请严格、完整地按照以下框架组织你的回答：</a:t>
              </a:r>
            </a:p>
            <a:p>
              <a:pPr>
                <a:lnSpc>
                  <a:spcPct val="130000"/>
                </a:lnSpc>
              </a:pPr>
              <a:r>
                <a:rPr lang="en-US" altLang="zh-CN" sz="1000">
                  <a:solidFill>
                    <a:schemeClr val="tx1">
                      <a:lumMod val="50000"/>
                    </a:schemeClr>
                  </a:solidFill>
                </a:rPr>
                <a:t>【</a:t>
              </a:r>
              <a:r>
                <a:rPr lang="zh-CN" altLang="en-US" sz="1000">
                  <a:solidFill>
                    <a:schemeClr val="tx1">
                      <a:lumMod val="50000"/>
                    </a:schemeClr>
                  </a:solidFill>
                </a:rPr>
                <a:t>历史现场氛围</a:t>
              </a:r>
              <a:r>
                <a:rPr lang="en-US" altLang="zh-CN" sz="1000">
                  <a:solidFill>
                    <a:schemeClr val="tx1">
                      <a:lumMod val="50000"/>
                    </a:schemeClr>
                  </a:solidFill>
                </a:rPr>
                <a:t>】</a:t>
              </a:r>
            </a:p>
            <a:p>
              <a:pPr>
                <a:lnSpc>
                  <a:spcPct val="130000"/>
                </a:lnSpc>
              </a:pPr>
              <a:r>
                <a:rPr lang="zh-CN" altLang="en-US" sz="1000">
                  <a:solidFill>
                    <a:schemeClr val="tx1">
                      <a:lumMod val="50000"/>
                    </a:schemeClr>
                  </a:solidFill>
                </a:rPr>
                <a:t>（在这里写你的背景概述）</a:t>
              </a:r>
            </a:p>
            <a:p>
              <a:pPr>
                <a:lnSpc>
                  <a:spcPct val="130000"/>
                </a:lnSpc>
              </a:pPr>
              <a:endParaRPr lang="zh-CN" altLang="en-US" sz="1000">
                <a:solidFill>
                  <a:schemeClr val="tx1">
                    <a:lumMod val="50000"/>
                  </a:schemeClr>
                </a:solidFill>
              </a:endParaRPr>
            </a:p>
            <a:p>
              <a:pPr>
                <a:lnSpc>
                  <a:spcPct val="130000"/>
                </a:lnSpc>
              </a:pPr>
              <a:r>
                <a:rPr lang="en-US" altLang="zh-CN" sz="1000">
                  <a:solidFill>
                    <a:schemeClr val="tx1">
                      <a:lumMod val="50000"/>
                    </a:schemeClr>
                  </a:solidFill>
                </a:rPr>
                <a:t>【</a:t>
              </a:r>
              <a:r>
                <a:rPr lang="zh-CN" altLang="en-US" sz="1000">
                  <a:solidFill>
                    <a:schemeClr val="tx1">
                      <a:lumMod val="50000"/>
                    </a:schemeClr>
                  </a:solidFill>
                </a:rPr>
                <a:t>危机根源解析</a:t>
              </a:r>
              <a:r>
                <a:rPr lang="en-US" altLang="zh-CN" sz="1000">
                  <a:solidFill>
                    <a:schemeClr val="tx1">
                      <a:lumMod val="50000"/>
                    </a:schemeClr>
                  </a:solidFill>
                </a:rPr>
                <a:t>】</a:t>
              </a:r>
            </a:p>
            <a:p>
              <a:pPr>
                <a:lnSpc>
                  <a:spcPct val="130000"/>
                </a:lnSpc>
              </a:pPr>
              <a:r>
                <a:rPr lang="zh-CN" altLang="en-US" sz="1000">
                  <a:solidFill>
                    <a:schemeClr val="tx1">
                      <a:lumMod val="50000"/>
                    </a:schemeClr>
                  </a:solidFill>
                </a:rPr>
                <a:t>政治层面：</a:t>
              </a:r>
            </a:p>
            <a:p>
              <a:pPr>
                <a:lnSpc>
                  <a:spcPct val="130000"/>
                </a:lnSpc>
              </a:pPr>
              <a:r>
                <a:rPr lang="zh-CN" altLang="en-US" sz="1000">
                  <a:solidFill>
                    <a:schemeClr val="tx1">
                      <a:lumMod val="50000"/>
                    </a:schemeClr>
                  </a:solidFill>
                </a:rPr>
                <a:t>  </a:t>
              </a:r>
              <a:r>
                <a:rPr lang="en-US" altLang="zh-CN" sz="1000">
                  <a:solidFill>
                    <a:schemeClr val="tx1">
                      <a:lumMod val="50000"/>
                    </a:schemeClr>
                  </a:solidFill>
                </a:rPr>
                <a:t>- </a:t>
              </a:r>
              <a:r>
                <a:rPr lang="zh-CN" altLang="en-US" sz="1000">
                  <a:solidFill>
                    <a:schemeClr val="tx1">
                      <a:lumMod val="50000"/>
                    </a:schemeClr>
                  </a:solidFill>
                </a:rPr>
                <a:t>关键点</a:t>
              </a:r>
              <a:r>
                <a:rPr lang="en-US" altLang="zh-CN" sz="1000">
                  <a:solidFill>
                    <a:schemeClr val="tx1">
                      <a:lumMod val="50000"/>
                    </a:schemeClr>
                  </a:solidFill>
                </a:rPr>
                <a:t>1</a:t>
              </a:r>
              <a:r>
                <a:rPr lang="zh-CN" altLang="en-US" sz="1000">
                  <a:solidFill>
                    <a:schemeClr val="tx1">
                      <a:lumMod val="50000"/>
                    </a:schemeClr>
                  </a:solidFill>
                </a:rPr>
                <a:t>：</a:t>
              </a:r>
              <a:r>
                <a:rPr lang="en-US" altLang="zh-CN" sz="1000">
                  <a:solidFill>
                    <a:schemeClr val="tx1">
                      <a:lumMod val="50000"/>
                    </a:schemeClr>
                  </a:solidFill>
                </a:rPr>
                <a:t>... </a:t>
              </a:r>
              <a:r>
                <a:rPr lang="zh-CN" altLang="en-US" sz="1000">
                  <a:solidFill>
                    <a:schemeClr val="tx1">
                      <a:lumMod val="50000"/>
                    </a:schemeClr>
                  </a:solidFill>
                </a:rPr>
                <a:t>例子：</a:t>
              </a:r>
              <a:r>
                <a:rPr lang="en-US" altLang="zh-CN" sz="1000">
                  <a:solidFill>
                    <a:schemeClr val="tx1">
                      <a:lumMod val="50000"/>
                    </a:schemeClr>
                  </a:solidFill>
                </a:rPr>
                <a:t>...</a:t>
              </a:r>
            </a:p>
            <a:p>
              <a:pPr>
                <a:lnSpc>
                  <a:spcPct val="130000"/>
                </a:lnSpc>
              </a:pPr>
              <a:r>
                <a:rPr lang="en-US" altLang="zh-CN" sz="1000">
                  <a:solidFill>
                    <a:schemeClr val="tx1">
                      <a:lumMod val="50000"/>
                    </a:schemeClr>
                  </a:solidFill>
                </a:rPr>
                <a:t>  - </a:t>
              </a:r>
              <a:r>
                <a:rPr lang="zh-CN" altLang="en-US" sz="1000">
                  <a:solidFill>
                    <a:schemeClr val="tx1">
                      <a:lumMod val="50000"/>
                    </a:schemeClr>
                  </a:solidFill>
                </a:rPr>
                <a:t>关键点</a:t>
              </a:r>
              <a:r>
                <a:rPr lang="en-US" altLang="zh-CN" sz="1000">
                  <a:solidFill>
                    <a:schemeClr val="tx1">
                      <a:lumMod val="50000"/>
                    </a:schemeClr>
                  </a:solidFill>
                </a:rPr>
                <a:t>2</a:t>
              </a:r>
              <a:r>
                <a:rPr lang="zh-CN" altLang="en-US" sz="1000">
                  <a:solidFill>
                    <a:schemeClr val="tx1">
                      <a:lumMod val="50000"/>
                    </a:schemeClr>
                  </a:solidFill>
                </a:rPr>
                <a:t>：</a:t>
              </a:r>
              <a:r>
                <a:rPr lang="en-US" altLang="zh-CN" sz="1000">
                  <a:solidFill>
                    <a:schemeClr val="tx1">
                      <a:lumMod val="50000"/>
                    </a:schemeClr>
                  </a:solidFill>
                </a:rPr>
                <a:t>... </a:t>
              </a:r>
              <a:r>
                <a:rPr lang="zh-CN" altLang="en-US" sz="1000">
                  <a:solidFill>
                    <a:schemeClr val="tx1">
                      <a:lumMod val="50000"/>
                    </a:schemeClr>
                  </a:solidFill>
                </a:rPr>
                <a:t>例子：</a:t>
              </a:r>
              <a:r>
                <a:rPr lang="en-US" altLang="zh-CN" sz="1000">
                  <a:solidFill>
                    <a:schemeClr val="tx1">
                      <a:lumMod val="50000"/>
                    </a:schemeClr>
                  </a:solidFill>
                </a:rPr>
                <a:t>...</a:t>
              </a:r>
            </a:p>
            <a:p>
              <a:pPr>
                <a:lnSpc>
                  <a:spcPct val="130000"/>
                </a:lnSpc>
              </a:pPr>
              <a:r>
                <a:rPr lang="zh-CN" altLang="en-US" sz="1000">
                  <a:solidFill>
                    <a:schemeClr val="tx1">
                      <a:lumMod val="50000"/>
                    </a:schemeClr>
                  </a:solidFill>
                </a:rPr>
                <a:t>经济层面：</a:t>
              </a:r>
            </a:p>
            <a:p>
              <a:pPr>
                <a:lnSpc>
                  <a:spcPct val="130000"/>
                </a:lnSpc>
              </a:pPr>
              <a:r>
                <a:rPr lang="zh-CN" altLang="en-US" sz="1000">
                  <a:solidFill>
                    <a:schemeClr val="tx1">
                      <a:lumMod val="50000"/>
                    </a:schemeClr>
                  </a:solidFill>
                </a:rPr>
                <a:t>  </a:t>
              </a:r>
              <a:r>
                <a:rPr lang="en-US" altLang="zh-CN" sz="1000">
                  <a:solidFill>
                    <a:schemeClr val="tx1">
                      <a:lumMod val="50000"/>
                    </a:schemeClr>
                  </a:solidFill>
                </a:rPr>
                <a:t>- </a:t>
              </a:r>
              <a:r>
                <a:rPr lang="zh-CN" altLang="en-US" sz="1000">
                  <a:solidFill>
                    <a:schemeClr val="tx1">
                      <a:lumMod val="50000"/>
                    </a:schemeClr>
                  </a:solidFill>
                </a:rPr>
                <a:t>关键点</a:t>
              </a:r>
              <a:r>
                <a:rPr lang="en-US" altLang="zh-CN" sz="1000">
                  <a:solidFill>
                    <a:schemeClr val="tx1">
                      <a:lumMod val="50000"/>
                    </a:schemeClr>
                  </a:solidFill>
                </a:rPr>
                <a:t>1</a:t>
              </a:r>
              <a:r>
                <a:rPr lang="zh-CN" altLang="en-US" sz="1000">
                  <a:solidFill>
                    <a:schemeClr val="tx1">
                      <a:lumMod val="50000"/>
                    </a:schemeClr>
                  </a:solidFill>
                </a:rPr>
                <a:t>：</a:t>
              </a:r>
              <a:r>
                <a:rPr lang="en-US" altLang="zh-CN" sz="1000">
                  <a:solidFill>
                    <a:schemeClr val="tx1">
                      <a:lumMod val="50000"/>
                    </a:schemeClr>
                  </a:solidFill>
                </a:rPr>
                <a:t>... </a:t>
              </a:r>
              <a:r>
                <a:rPr lang="zh-CN" altLang="en-US" sz="1000">
                  <a:solidFill>
                    <a:schemeClr val="tx1">
                      <a:lumMod val="50000"/>
                    </a:schemeClr>
                  </a:solidFill>
                </a:rPr>
                <a:t>例子：</a:t>
              </a:r>
              <a:r>
                <a:rPr lang="en-US" altLang="zh-CN" sz="1000">
                  <a:solidFill>
                    <a:schemeClr val="tx1">
                      <a:lumMod val="50000"/>
                    </a:schemeClr>
                  </a:solidFill>
                </a:rPr>
                <a:t>...</a:t>
              </a:r>
            </a:p>
            <a:p>
              <a:pPr>
                <a:lnSpc>
                  <a:spcPct val="130000"/>
                </a:lnSpc>
              </a:pPr>
              <a:r>
                <a:rPr lang="en-US" altLang="zh-CN" sz="1000">
                  <a:solidFill>
                    <a:schemeClr val="tx1">
                      <a:lumMod val="50000"/>
                    </a:schemeClr>
                  </a:solidFill>
                </a:rPr>
                <a:t>  - </a:t>
              </a:r>
              <a:r>
                <a:rPr lang="zh-CN" altLang="en-US" sz="1000">
                  <a:solidFill>
                    <a:schemeClr val="tx1">
                      <a:lumMod val="50000"/>
                    </a:schemeClr>
                  </a:solidFill>
                </a:rPr>
                <a:t>关键点</a:t>
              </a:r>
              <a:r>
                <a:rPr lang="en-US" altLang="zh-CN" sz="1000">
                  <a:solidFill>
                    <a:schemeClr val="tx1">
                      <a:lumMod val="50000"/>
                    </a:schemeClr>
                  </a:solidFill>
                </a:rPr>
                <a:t>2</a:t>
              </a:r>
              <a:r>
                <a:rPr lang="zh-CN" altLang="en-US" sz="1000">
                  <a:solidFill>
                    <a:schemeClr val="tx1">
                      <a:lumMod val="50000"/>
                    </a:schemeClr>
                  </a:solidFill>
                </a:rPr>
                <a:t>：</a:t>
              </a:r>
              <a:r>
                <a:rPr lang="en-US" altLang="zh-CN" sz="1000">
                  <a:solidFill>
                    <a:schemeClr val="tx1">
                      <a:lumMod val="50000"/>
                    </a:schemeClr>
                  </a:solidFill>
                </a:rPr>
                <a:t>... </a:t>
              </a:r>
              <a:r>
                <a:rPr lang="zh-CN" altLang="en-US" sz="1000">
                  <a:solidFill>
                    <a:schemeClr val="tx1">
                      <a:lumMod val="50000"/>
                    </a:schemeClr>
                  </a:solidFill>
                </a:rPr>
                <a:t>例子：</a:t>
              </a:r>
              <a:r>
                <a:rPr lang="en-US" altLang="zh-CN" sz="1000">
                  <a:solidFill>
                    <a:schemeClr val="tx1">
                      <a:lumMod val="50000"/>
                    </a:schemeClr>
                  </a:solidFill>
                </a:rPr>
                <a:t>...</a:t>
              </a:r>
            </a:p>
            <a:p>
              <a:pPr>
                <a:lnSpc>
                  <a:spcPct val="130000"/>
                </a:lnSpc>
              </a:pPr>
              <a:r>
                <a:rPr lang="zh-CN" altLang="en-US" sz="1000">
                  <a:solidFill>
                    <a:schemeClr val="tx1">
                      <a:lumMod val="50000"/>
                    </a:schemeClr>
                  </a:solidFill>
                </a:rPr>
                <a:t>思想层面：</a:t>
              </a:r>
            </a:p>
            <a:p>
              <a:pPr>
                <a:lnSpc>
                  <a:spcPct val="130000"/>
                </a:lnSpc>
              </a:pPr>
              <a:r>
                <a:rPr lang="zh-CN" altLang="en-US" sz="1000">
                  <a:solidFill>
                    <a:schemeClr val="tx1">
                      <a:lumMod val="50000"/>
                    </a:schemeClr>
                  </a:solidFill>
                </a:rPr>
                <a:t>  </a:t>
              </a:r>
              <a:r>
                <a:rPr lang="en-US" altLang="zh-CN" sz="1000">
                  <a:solidFill>
                    <a:schemeClr val="tx1">
                      <a:lumMod val="50000"/>
                    </a:schemeClr>
                  </a:solidFill>
                </a:rPr>
                <a:t>- </a:t>
              </a:r>
              <a:r>
                <a:rPr lang="zh-CN" altLang="en-US" sz="1000">
                  <a:solidFill>
                    <a:schemeClr val="tx1">
                      <a:lumMod val="50000"/>
                    </a:schemeClr>
                  </a:solidFill>
                </a:rPr>
                <a:t>关键点</a:t>
              </a:r>
              <a:r>
                <a:rPr lang="en-US" altLang="zh-CN" sz="1000">
                  <a:solidFill>
                    <a:schemeClr val="tx1">
                      <a:lumMod val="50000"/>
                    </a:schemeClr>
                  </a:solidFill>
                </a:rPr>
                <a:t>1</a:t>
              </a:r>
              <a:r>
                <a:rPr lang="zh-CN" altLang="en-US" sz="1000">
                  <a:solidFill>
                    <a:schemeClr val="tx1">
                      <a:lumMod val="50000"/>
                    </a:schemeClr>
                  </a:solidFill>
                </a:rPr>
                <a:t>：</a:t>
              </a:r>
              <a:r>
                <a:rPr lang="en-US" altLang="zh-CN" sz="1000">
                  <a:solidFill>
                    <a:schemeClr val="tx1">
                      <a:lumMod val="50000"/>
                    </a:schemeClr>
                  </a:solidFill>
                </a:rPr>
                <a:t>... </a:t>
              </a:r>
              <a:r>
                <a:rPr lang="zh-CN" altLang="en-US" sz="1000">
                  <a:solidFill>
                    <a:schemeClr val="tx1">
                      <a:lumMod val="50000"/>
                    </a:schemeClr>
                  </a:solidFill>
                </a:rPr>
                <a:t>例子：</a:t>
              </a:r>
              <a:r>
                <a:rPr lang="en-US" altLang="zh-CN" sz="1000">
                  <a:solidFill>
                    <a:schemeClr val="tx1">
                      <a:lumMod val="50000"/>
                    </a:schemeClr>
                  </a:solidFill>
                </a:rPr>
                <a:t>...</a:t>
              </a:r>
            </a:p>
            <a:p>
              <a:pPr>
                <a:lnSpc>
                  <a:spcPct val="130000"/>
                </a:lnSpc>
              </a:pPr>
              <a:r>
                <a:rPr lang="en-US" altLang="zh-CN" sz="1000">
                  <a:solidFill>
                    <a:schemeClr val="tx1">
                      <a:lumMod val="50000"/>
                    </a:schemeClr>
                  </a:solidFill>
                </a:rPr>
                <a:t>  - </a:t>
              </a:r>
              <a:r>
                <a:rPr lang="zh-CN" altLang="en-US" sz="1000">
                  <a:solidFill>
                    <a:schemeClr val="tx1">
                      <a:lumMod val="50000"/>
                    </a:schemeClr>
                  </a:solidFill>
                </a:rPr>
                <a:t>关键点</a:t>
              </a:r>
              <a:r>
                <a:rPr lang="en-US" altLang="zh-CN" sz="1000">
                  <a:solidFill>
                    <a:schemeClr val="tx1">
                      <a:lumMod val="50000"/>
                    </a:schemeClr>
                  </a:solidFill>
                </a:rPr>
                <a:t>2</a:t>
              </a:r>
              <a:r>
                <a:rPr lang="zh-CN" altLang="en-US" sz="1000">
                  <a:solidFill>
                    <a:schemeClr val="tx1">
                      <a:lumMod val="50000"/>
                    </a:schemeClr>
                  </a:solidFill>
                </a:rPr>
                <a:t>：</a:t>
              </a:r>
              <a:r>
                <a:rPr lang="en-US" altLang="zh-CN" sz="1000">
                  <a:solidFill>
                    <a:schemeClr val="tx1">
                      <a:lumMod val="50000"/>
                    </a:schemeClr>
                  </a:solidFill>
                </a:rPr>
                <a:t>... </a:t>
              </a:r>
              <a:r>
                <a:rPr lang="zh-CN" altLang="en-US" sz="1000">
                  <a:solidFill>
                    <a:schemeClr val="tx1">
                      <a:lumMod val="50000"/>
                    </a:schemeClr>
                  </a:solidFill>
                </a:rPr>
                <a:t>例子：</a:t>
              </a:r>
              <a:r>
                <a:rPr lang="en-US" altLang="zh-CN" sz="1000">
                  <a:solidFill>
                    <a:schemeClr val="tx1">
                      <a:lumMod val="50000"/>
                    </a:schemeClr>
                  </a:solidFill>
                </a:rPr>
                <a:t>...</a:t>
              </a:r>
            </a:p>
            <a:p>
              <a:pPr>
                <a:lnSpc>
                  <a:spcPct val="130000"/>
                </a:lnSpc>
              </a:pPr>
              <a:r>
                <a:rPr lang="en-US" altLang="zh-CN" sz="1000">
                  <a:solidFill>
                    <a:schemeClr val="tx1">
                      <a:lumMod val="50000"/>
                    </a:schemeClr>
                  </a:solidFill>
                </a:rPr>
                <a:t>【</a:t>
              </a:r>
              <a:r>
                <a:rPr lang="zh-CN" altLang="en-US" sz="1000">
                  <a:solidFill>
                    <a:schemeClr val="tx1">
                      <a:lumMod val="50000"/>
                    </a:schemeClr>
                  </a:solidFill>
                </a:rPr>
                <a:t>记忆法宝</a:t>
              </a:r>
              <a:r>
                <a:rPr lang="en-US" altLang="zh-CN" sz="1000">
                  <a:solidFill>
                    <a:schemeClr val="tx1">
                      <a:lumMod val="50000"/>
                    </a:schemeClr>
                  </a:solidFill>
                </a:rPr>
                <a:t>】</a:t>
              </a:r>
            </a:p>
            <a:p>
              <a:pPr>
                <a:lnSpc>
                  <a:spcPct val="130000"/>
                </a:lnSpc>
              </a:pPr>
              <a:r>
                <a:rPr lang="zh-CN" altLang="en-US" sz="1000">
                  <a:solidFill>
                    <a:schemeClr val="tx1">
                      <a:lumMod val="50000"/>
                    </a:schemeClr>
                  </a:solidFill>
                </a:rPr>
                <a:t>（请提供一个巧妙的比喻、口诀或联想图像，将这三大层面串联起来，方便学生瞬间记忆）</a:t>
              </a:r>
            </a:p>
          </p:txBody>
        </p:sp>
      </p:grpSp>
      <p:sp>
        <p:nvSpPr>
          <p:cNvPr id="66" name="矩形: 圆角 65">
            <a:extLst>
              <a:ext uri="{FF2B5EF4-FFF2-40B4-BE49-F238E27FC236}">
                <a16:creationId xmlns:a16="http://schemas.microsoft.com/office/drawing/2014/main" id="{2313353D-E79E-0422-7BE4-DB8431F45FF9}"/>
              </a:ext>
            </a:extLst>
          </p:cNvPr>
          <p:cNvSpPr/>
          <p:nvPr/>
        </p:nvSpPr>
        <p:spPr>
          <a:xfrm>
            <a:off x="5973821" y="977053"/>
            <a:ext cx="4279312" cy="184135"/>
          </a:xfrm>
          <a:prstGeom prst="roundRect">
            <a:avLst/>
          </a:prstGeom>
          <a:solidFill>
            <a:srgbClr val="00B050">
              <a:alpha val="20000"/>
            </a:srgbClr>
          </a:solidFill>
          <a:ln w="31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圆角 66">
            <a:extLst>
              <a:ext uri="{FF2B5EF4-FFF2-40B4-BE49-F238E27FC236}">
                <a16:creationId xmlns:a16="http://schemas.microsoft.com/office/drawing/2014/main" id="{764DCDE2-F71E-06A1-87E7-8D560F77B5C8}"/>
              </a:ext>
            </a:extLst>
          </p:cNvPr>
          <p:cNvSpPr/>
          <p:nvPr/>
        </p:nvSpPr>
        <p:spPr>
          <a:xfrm>
            <a:off x="5973821" y="1365267"/>
            <a:ext cx="4279312" cy="184134"/>
          </a:xfrm>
          <a:prstGeom prst="roundRect">
            <a:avLst/>
          </a:prstGeom>
          <a:solidFill>
            <a:srgbClr val="92D050">
              <a:alpha val="20000"/>
            </a:srgbClr>
          </a:solidFill>
          <a:ln w="31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a:extLst>
              <a:ext uri="{FF2B5EF4-FFF2-40B4-BE49-F238E27FC236}">
                <a16:creationId xmlns:a16="http://schemas.microsoft.com/office/drawing/2014/main" id="{51AF12BB-0CE1-3B5D-A9D2-34D5CC0CFBA3}"/>
              </a:ext>
            </a:extLst>
          </p:cNvPr>
          <p:cNvSpPr/>
          <p:nvPr/>
        </p:nvSpPr>
        <p:spPr>
          <a:xfrm>
            <a:off x="5973818" y="3367862"/>
            <a:ext cx="5297431" cy="3242488"/>
          </a:xfrm>
          <a:prstGeom prst="roundRect">
            <a:avLst>
              <a:gd name="adj" fmla="val 1000"/>
            </a:avLst>
          </a:prstGeom>
          <a:solidFill>
            <a:srgbClr val="7030A0">
              <a:alpha val="20000"/>
            </a:srgbClr>
          </a:solidFill>
          <a:ln w="31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a:extLst>
              <a:ext uri="{FF2B5EF4-FFF2-40B4-BE49-F238E27FC236}">
                <a16:creationId xmlns:a16="http://schemas.microsoft.com/office/drawing/2014/main" id="{DCFF96C5-C143-6573-170F-F41FF8E71273}"/>
              </a:ext>
            </a:extLst>
          </p:cNvPr>
          <p:cNvSpPr/>
          <p:nvPr/>
        </p:nvSpPr>
        <p:spPr>
          <a:xfrm>
            <a:off x="5973819" y="2386948"/>
            <a:ext cx="5297430" cy="959502"/>
          </a:xfrm>
          <a:prstGeom prst="roundRect">
            <a:avLst>
              <a:gd name="adj" fmla="val 3647"/>
            </a:avLst>
          </a:prstGeom>
          <a:solidFill>
            <a:srgbClr val="FFC000">
              <a:alpha val="20000"/>
            </a:srgbClr>
          </a:solidFill>
          <a:ln w="31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圆角 69">
            <a:extLst>
              <a:ext uri="{FF2B5EF4-FFF2-40B4-BE49-F238E27FC236}">
                <a16:creationId xmlns:a16="http://schemas.microsoft.com/office/drawing/2014/main" id="{2200BE01-3392-ACBB-91CE-EE020C42B183}"/>
              </a:ext>
            </a:extLst>
          </p:cNvPr>
          <p:cNvSpPr/>
          <p:nvPr/>
        </p:nvSpPr>
        <p:spPr>
          <a:xfrm>
            <a:off x="6251104" y="1756214"/>
            <a:ext cx="4084278" cy="202510"/>
          </a:xfrm>
          <a:prstGeom prst="roundRect">
            <a:avLst>
              <a:gd name="adj" fmla="val 11440"/>
            </a:avLst>
          </a:prstGeom>
          <a:solidFill>
            <a:srgbClr val="00B0F0">
              <a:alpha val="20000"/>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圆角 70">
            <a:extLst>
              <a:ext uri="{FF2B5EF4-FFF2-40B4-BE49-F238E27FC236}">
                <a16:creationId xmlns:a16="http://schemas.microsoft.com/office/drawing/2014/main" id="{87A92046-1EB2-F03F-A3BD-283AFB0BCD6D}"/>
              </a:ext>
            </a:extLst>
          </p:cNvPr>
          <p:cNvSpPr/>
          <p:nvPr/>
        </p:nvSpPr>
        <p:spPr>
          <a:xfrm>
            <a:off x="6238404" y="2187325"/>
            <a:ext cx="4150196" cy="184134"/>
          </a:xfrm>
          <a:prstGeom prst="roundRect">
            <a:avLst>
              <a:gd name="adj" fmla="val 11440"/>
            </a:avLst>
          </a:prstGeom>
          <a:solidFill>
            <a:srgbClr val="00B0F0">
              <a:alpha val="20000"/>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圆角 71">
            <a:extLst>
              <a:ext uri="{FF2B5EF4-FFF2-40B4-BE49-F238E27FC236}">
                <a16:creationId xmlns:a16="http://schemas.microsoft.com/office/drawing/2014/main" id="{2DA01321-9B17-8C3D-8282-802EDCD3EAEC}"/>
              </a:ext>
            </a:extLst>
          </p:cNvPr>
          <p:cNvSpPr/>
          <p:nvPr/>
        </p:nvSpPr>
        <p:spPr>
          <a:xfrm>
            <a:off x="10369550" y="1759558"/>
            <a:ext cx="844550" cy="199166"/>
          </a:xfrm>
          <a:prstGeom prst="roundRect">
            <a:avLst>
              <a:gd name="adj" fmla="val 11440"/>
            </a:avLst>
          </a:prstGeom>
          <a:solidFill>
            <a:srgbClr val="77933C">
              <a:alpha val="20000"/>
            </a:srgbClr>
          </a:solidFill>
          <a:ln w="3175">
            <a:solidFill>
              <a:srgbClr val="7793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圆角 72">
            <a:extLst>
              <a:ext uri="{FF2B5EF4-FFF2-40B4-BE49-F238E27FC236}">
                <a16:creationId xmlns:a16="http://schemas.microsoft.com/office/drawing/2014/main" id="{A0C3A71A-D30B-0CF8-AB51-4E6CB6B6FF30}"/>
              </a:ext>
            </a:extLst>
          </p:cNvPr>
          <p:cNvSpPr/>
          <p:nvPr/>
        </p:nvSpPr>
        <p:spPr>
          <a:xfrm>
            <a:off x="5973820" y="1982966"/>
            <a:ext cx="4361561" cy="174161"/>
          </a:xfrm>
          <a:prstGeom prst="roundRect">
            <a:avLst>
              <a:gd name="adj" fmla="val 11440"/>
            </a:avLst>
          </a:prstGeom>
          <a:solidFill>
            <a:srgbClr val="77933C">
              <a:alpha val="20000"/>
            </a:srgbClr>
          </a:solidFill>
          <a:ln w="3175">
            <a:solidFill>
              <a:srgbClr val="7793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659138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decel="50000"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p:cTn id="7" dur="200" fill="hold"/>
                                        <p:tgtEl>
                                          <p:spTgt spid="65"/>
                                        </p:tgtEl>
                                        <p:attrNameLst>
                                          <p:attrName>ppt_w</p:attrName>
                                        </p:attrNameLst>
                                      </p:cBhvr>
                                      <p:tavLst>
                                        <p:tav tm="0">
                                          <p:val>
                                            <p:strVal val="0"/>
                                          </p:val>
                                        </p:tav>
                                        <p:tav tm="100000">
                                          <p:val>
                                            <p:strVal val="#ppt_w"/>
                                          </p:val>
                                        </p:tav>
                                      </p:tavLst>
                                    </p:anim>
                                    <p:anim calcmode="lin" valueType="num">
                                      <p:cBhvr>
                                        <p:cTn id="8" dur="200" fill="hold"/>
                                        <p:tgtEl>
                                          <p:spTgt spid="65"/>
                                        </p:tgtEl>
                                        <p:attrNameLst>
                                          <p:attrName>ppt_h</p:attrName>
                                        </p:attrNameLst>
                                      </p:cBhvr>
                                      <p:tavLst>
                                        <p:tav tm="0">
                                          <p:val>
                                            <p:strVal val="0"/>
                                          </p:val>
                                        </p:tav>
                                        <p:tav tm="100000">
                                          <p:val>
                                            <p:strVal val="#ppt_h"/>
                                          </p:val>
                                        </p:tav>
                                      </p:tavLst>
                                    </p:anim>
                                    <p:animScale>
                                      <p:cBhvr>
                                        <p:cTn id="9" dur="100" autoRev="1" fill="hold">
                                          <p:stCondLst>
                                            <p:cond delay="200"/>
                                          </p:stCondLst>
                                        </p:cTn>
                                        <p:tgtEl>
                                          <p:spTgt spid="65"/>
                                        </p:tgtEl>
                                      </p:cBhvr>
                                      <p:from x="100000" y="100000"/>
                                      <p:to x="110000" y="110000"/>
                                    </p:animScale>
                                    <p:animScale>
                                      <p:cBhvr>
                                        <p:cTn id="10" dur="100" autoRev="1" fill="hold">
                                          <p:stCondLst>
                                            <p:cond delay="400"/>
                                          </p:stCondLst>
                                        </p:cTn>
                                        <p:tgtEl>
                                          <p:spTgt spid="65"/>
                                        </p:tgtEl>
                                      </p:cBhvr>
                                      <p:from x="100000" y="100000"/>
                                      <p:to x="90000" y="90000"/>
                                    </p:animScale>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6"/>
                                        </p:tgtEl>
                                        <p:attrNameLst>
                                          <p:attrName>style.visibility</p:attrName>
                                        </p:attrNameLst>
                                      </p:cBhvr>
                                      <p:to>
                                        <p:strVal val="visible"/>
                                      </p:to>
                                    </p:set>
                                    <p:animEffect transition="in" filter="wipe(left)">
                                      <p:cBhvr>
                                        <p:cTn id="15" dur="500"/>
                                        <p:tgtEl>
                                          <p:spTgt spid="6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7"/>
                                        </p:tgtEl>
                                        <p:attrNameLst>
                                          <p:attrName>style.visibility</p:attrName>
                                        </p:attrNameLst>
                                      </p:cBhvr>
                                      <p:to>
                                        <p:strVal val="visible"/>
                                      </p:to>
                                    </p:set>
                                    <p:animEffect transition="in" filter="wipe(left)">
                                      <p:cBhvr>
                                        <p:cTn id="20" dur="500"/>
                                        <p:tgtEl>
                                          <p:spTgt spid="6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0"/>
                                        </p:tgtEl>
                                        <p:attrNameLst>
                                          <p:attrName>style.visibility</p:attrName>
                                        </p:attrNameLst>
                                      </p:cBhvr>
                                      <p:to>
                                        <p:strVal val="visible"/>
                                      </p:to>
                                    </p:set>
                                    <p:animEffect transition="in" filter="wipe(left)">
                                      <p:cBhvr>
                                        <p:cTn id="25" dur="500"/>
                                        <p:tgtEl>
                                          <p:spTgt spid="7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1"/>
                                        </p:tgtEl>
                                        <p:attrNameLst>
                                          <p:attrName>style.visibility</p:attrName>
                                        </p:attrNameLst>
                                      </p:cBhvr>
                                      <p:to>
                                        <p:strVal val="visible"/>
                                      </p:to>
                                    </p:set>
                                    <p:animEffect transition="in" filter="wipe(left)">
                                      <p:cBhvr>
                                        <p:cTn id="30" dur="500"/>
                                        <p:tgtEl>
                                          <p:spTgt spid="7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72"/>
                                        </p:tgtEl>
                                        <p:attrNameLst>
                                          <p:attrName>style.visibility</p:attrName>
                                        </p:attrNameLst>
                                      </p:cBhvr>
                                      <p:to>
                                        <p:strVal val="visible"/>
                                      </p:to>
                                    </p:set>
                                    <p:animEffect transition="in" filter="wipe(left)">
                                      <p:cBhvr>
                                        <p:cTn id="35" dur="500"/>
                                        <p:tgtEl>
                                          <p:spTgt spid="72"/>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73"/>
                                        </p:tgtEl>
                                        <p:attrNameLst>
                                          <p:attrName>style.visibility</p:attrName>
                                        </p:attrNameLst>
                                      </p:cBhvr>
                                      <p:to>
                                        <p:strVal val="visible"/>
                                      </p:to>
                                    </p:set>
                                    <p:animEffect transition="in" filter="wipe(left)">
                                      <p:cBhvr>
                                        <p:cTn id="39" dur="500"/>
                                        <p:tgtEl>
                                          <p:spTgt spid="7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69"/>
                                        </p:tgtEl>
                                        <p:attrNameLst>
                                          <p:attrName>style.visibility</p:attrName>
                                        </p:attrNameLst>
                                      </p:cBhvr>
                                      <p:to>
                                        <p:strVal val="visible"/>
                                      </p:to>
                                    </p:set>
                                    <p:animEffect transition="in" filter="wipe(left)">
                                      <p:cBhvr>
                                        <p:cTn id="44" dur="500"/>
                                        <p:tgtEl>
                                          <p:spTgt spid="6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68"/>
                                        </p:tgtEl>
                                        <p:attrNameLst>
                                          <p:attrName>style.visibility</p:attrName>
                                        </p:attrNameLst>
                                      </p:cBhvr>
                                      <p:to>
                                        <p:strVal val="visible"/>
                                      </p:to>
                                    </p:set>
                                    <p:animEffect transition="in" filter="wipe(up)">
                                      <p:cBhvr>
                                        <p:cTn id="49"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7" grpId="0" animBg="1"/>
      <p:bldP spid="68" grpId="0" animBg="1"/>
      <p:bldP spid="69" grpId="0" animBg="1"/>
      <p:bldP spid="70" grpId="0" animBg="1"/>
      <p:bldP spid="71" grpId="0" animBg="1"/>
      <p:bldP spid="72" grpId="0" animBg="1"/>
      <p:bldP spid="7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6E92A-3814-1533-FC22-E2DD98DE195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93B2FD68-A7D3-4F68-427C-11953B0438D9}"/>
              </a:ext>
            </a:extLst>
          </p:cNvPr>
          <p:cNvSpPr>
            <a:spLocks noGrp="1"/>
          </p:cNvSpPr>
          <p:nvPr>
            <p:ph type="title"/>
          </p:nvPr>
        </p:nvSpPr>
        <p:spPr/>
        <p:txBody>
          <a:bodyPr/>
          <a:lstStyle/>
          <a:p>
            <a:r>
              <a:rPr lang="zh-CN" altLang="en-US"/>
              <a:t>提示词工程</a:t>
            </a:r>
          </a:p>
        </p:txBody>
      </p:sp>
      <p:sp>
        <p:nvSpPr>
          <p:cNvPr id="7" name="!!线条1">
            <a:extLst>
              <a:ext uri="{FF2B5EF4-FFF2-40B4-BE49-F238E27FC236}">
                <a16:creationId xmlns:a16="http://schemas.microsoft.com/office/drawing/2014/main" id="{C753E83B-48C1-DDDA-CE36-286627E9B049}"/>
              </a:ext>
            </a:extLst>
          </p:cNvPr>
          <p:cNvSpPr/>
          <p:nvPr/>
        </p:nvSpPr>
        <p:spPr>
          <a:xfrm>
            <a:off x="1530350" y="2053508"/>
            <a:ext cx="1797050" cy="1797050"/>
          </a:xfrm>
          <a:prstGeom prst="flowChartConnector">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数字1">
            <a:extLst>
              <a:ext uri="{FF2B5EF4-FFF2-40B4-BE49-F238E27FC236}">
                <a16:creationId xmlns:a16="http://schemas.microsoft.com/office/drawing/2014/main" id="{9423CD7C-9C63-DA47-C283-ADE9BD654A58}"/>
              </a:ext>
            </a:extLst>
          </p:cNvPr>
          <p:cNvSpPr/>
          <p:nvPr/>
        </p:nvSpPr>
        <p:spPr>
          <a:xfrm>
            <a:off x="1606550" y="2129708"/>
            <a:ext cx="1644650" cy="1644650"/>
          </a:xfrm>
          <a:prstGeom prst="flowChartConnector">
            <a:avLst/>
          </a:prstGeom>
          <a:gradFill>
            <a:gsLst>
              <a:gs pos="0">
                <a:srgbClr val="00B050"/>
              </a:gs>
              <a:gs pos="100000">
                <a:srgbClr val="00B050"/>
              </a:gs>
            </a:gsLst>
            <a:lin ang="5400000" scaled="1"/>
          </a:gra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a:solidFill>
                  <a:schemeClr val="bg1"/>
                </a:solidFill>
                <a:latin typeface="荆南波波黑" panose="02000800000000000000" pitchFamily="2" charset="-122"/>
                <a:ea typeface="荆南波波黑" panose="02000800000000000000" pitchFamily="2" charset="-122"/>
              </a:rPr>
              <a:t>角色</a:t>
            </a:r>
          </a:p>
        </p:txBody>
      </p:sp>
      <p:sp>
        <p:nvSpPr>
          <p:cNvPr id="10" name="!!线条2">
            <a:extLst>
              <a:ext uri="{FF2B5EF4-FFF2-40B4-BE49-F238E27FC236}">
                <a16:creationId xmlns:a16="http://schemas.microsoft.com/office/drawing/2014/main" id="{799F604C-E1FB-1DA9-D5D2-014499F9E461}"/>
              </a:ext>
            </a:extLst>
          </p:cNvPr>
          <p:cNvSpPr/>
          <p:nvPr/>
        </p:nvSpPr>
        <p:spPr>
          <a:xfrm>
            <a:off x="5060950" y="2053508"/>
            <a:ext cx="1797050" cy="1797050"/>
          </a:xfrm>
          <a:prstGeom prst="flowChartConnector">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数字2">
            <a:extLst>
              <a:ext uri="{FF2B5EF4-FFF2-40B4-BE49-F238E27FC236}">
                <a16:creationId xmlns:a16="http://schemas.microsoft.com/office/drawing/2014/main" id="{3AD1AAB3-95FE-77C7-6953-326060C12458}"/>
              </a:ext>
            </a:extLst>
          </p:cNvPr>
          <p:cNvSpPr/>
          <p:nvPr/>
        </p:nvSpPr>
        <p:spPr>
          <a:xfrm>
            <a:off x="5137150" y="2129708"/>
            <a:ext cx="1644650" cy="1644650"/>
          </a:xfrm>
          <a:prstGeom prst="flowChartConnector">
            <a:avLst/>
          </a:prstGeom>
          <a:solidFill>
            <a:srgbClr val="92D050"/>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a:solidFill>
                  <a:schemeClr val="bg1"/>
                </a:solidFill>
                <a:latin typeface="荆南波波黑" panose="02000800000000000000" pitchFamily="2" charset="-122"/>
                <a:ea typeface="荆南波波黑" panose="02000800000000000000" pitchFamily="2" charset="-122"/>
              </a:rPr>
              <a:t>任务</a:t>
            </a:r>
          </a:p>
        </p:txBody>
      </p:sp>
      <p:sp>
        <p:nvSpPr>
          <p:cNvPr id="12" name="!!线条4">
            <a:extLst>
              <a:ext uri="{FF2B5EF4-FFF2-40B4-BE49-F238E27FC236}">
                <a16:creationId xmlns:a16="http://schemas.microsoft.com/office/drawing/2014/main" id="{17456264-EFE8-E1DB-7D32-A7DA1B7546B4}"/>
              </a:ext>
            </a:extLst>
          </p:cNvPr>
          <p:cNvSpPr/>
          <p:nvPr/>
        </p:nvSpPr>
        <p:spPr>
          <a:xfrm>
            <a:off x="8591550" y="2053508"/>
            <a:ext cx="1797050" cy="1797050"/>
          </a:xfrm>
          <a:prstGeom prst="flowChartConnector">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数字4">
            <a:extLst>
              <a:ext uri="{FF2B5EF4-FFF2-40B4-BE49-F238E27FC236}">
                <a16:creationId xmlns:a16="http://schemas.microsoft.com/office/drawing/2014/main" id="{4DF44567-A3F8-EC56-D2C1-83013C0810CD}"/>
              </a:ext>
            </a:extLst>
          </p:cNvPr>
          <p:cNvSpPr/>
          <p:nvPr/>
        </p:nvSpPr>
        <p:spPr>
          <a:xfrm>
            <a:off x="8667750" y="2129708"/>
            <a:ext cx="1644650" cy="1644650"/>
          </a:xfrm>
          <a:prstGeom prst="flowChartConnector">
            <a:avLst/>
          </a:prstGeom>
          <a:solidFill>
            <a:srgbClr val="00B0F0"/>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a:solidFill>
                  <a:schemeClr val="bg1"/>
                </a:solidFill>
                <a:latin typeface="荆南波波黑" panose="02000800000000000000" pitchFamily="2" charset="-122"/>
                <a:ea typeface="荆南波波黑" panose="02000800000000000000" pitchFamily="2" charset="-122"/>
              </a:rPr>
              <a:t>要求</a:t>
            </a:r>
          </a:p>
        </p:txBody>
      </p:sp>
      <p:sp>
        <p:nvSpPr>
          <p:cNvPr id="14" name="ïş1iḍé">
            <a:extLst>
              <a:ext uri="{FF2B5EF4-FFF2-40B4-BE49-F238E27FC236}">
                <a16:creationId xmlns:a16="http://schemas.microsoft.com/office/drawing/2014/main" id="{B610C8BA-F129-18BB-5249-573D977785A0}"/>
              </a:ext>
            </a:extLst>
          </p:cNvPr>
          <p:cNvSpPr txBox="1"/>
          <p:nvPr/>
        </p:nvSpPr>
        <p:spPr bwMode="auto">
          <a:xfrm>
            <a:off x="1219694" y="4244064"/>
            <a:ext cx="2418362"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pPr>
            <a:r>
              <a:rPr lang="zh-CN" altLang="en-US" sz="1600" b="1"/>
              <a:t>给大模型设定角色与能力</a:t>
            </a:r>
            <a:endParaRPr lang="en-US" altLang="zh-CN" sz="1600" b="1" dirty="0"/>
          </a:p>
        </p:txBody>
      </p:sp>
      <p:sp>
        <p:nvSpPr>
          <p:cNvPr id="15" name="íṩľiḍè">
            <a:extLst>
              <a:ext uri="{FF2B5EF4-FFF2-40B4-BE49-F238E27FC236}">
                <a16:creationId xmlns:a16="http://schemas.microsoft.com/office/drawing/2014/main" id="{16CF10BD-51C2-035E-5E76-41A86D8BEFC7}"/>
              </a:ext>
            </a:extLst>
          </p:cNvPr>
          <p:cNvSpPr txBox="1"/>
          <p:nvPr/>
        </p:nvSpPr>
        <p:spPr bwMode="auto">
          <a:xfrm>
            <a:off x="4876602" y="4244064"/>
            <a:ext cx="2032198"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pPr>
            <a:r>
              <a:rPr lang="zh-CN" altLang="en-US" sz="1600" b="1"/>
              <a:t>明确核心请求与任务</a:t>
            </a:r>
            <a:endParaRPr lang="en-US" altLang="zh-CN" sz="1600" b="1" dirty="0"/>
          </a:p>
        </p:txBody>
      </p:sp>
      <p:sp>
        <p:nvSpPr>
          <p:cNvPr id="16" name="îṡ1íḍê">
            <a:extLst>
              <a:ext uri="{FF2B5EF4-FFF2-40B4-BE49-F238E27FC236}">
                <a16:creationId xmlns:a16="http://schemas.microsoft.com/office/drawing/2014/main" id="{B9ADA6E5-556B-D7D5-CB77-207805B30274}"/>
              </a:ext>
            </a:extLst>
          </p:cNvPr>
          <p:cNvSpPr txBox="1"/>
          <p:nvPr/>
        </p:nvSpPr>
        <p:spPr bwMode="auto">
          <a:xfrm>
            <a:off x="4870252" y="4695991"/>
            <a:ext cx="2032198"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pPr>
            <a:r>
              <a:rPr lang="zh-CN" altLang="en-US" sz="1600" b="1"/>
              <a:t>按步骤拆解复杂任务</a:t>
            </a:r>
            <a:endParaRPr lang="en-US" altLang="zh-CN" sz="1600" b="1" dirty="0"/>
          </a:p>
        </p:txBody>
      </p:sp>
      <p:sp>
        <p:nvSpPr>
          <p:cNvPr id="17" name="îšļîde">
            <a:extLst>
              <a:ext uri="{FF2B5EF4-FFF2-40B4-BE49-F238E27FC236}">
                <a16:creationId xmlns:a16="http://schemas.microsoft.com/office/drawing/2014/main" id="{067A47D6-827A-C30B-4C42-244FE81CA381}"/>
              </a:ext>
            </a:extLst>
          </p:cNvPr>
          <p:cNvSpPr txBox="1"/>
          <p:nvPr/>
        </p:nvSpPr>
        <p:spPr bwMode="auto">
          <a:xfrm flipH="1">
            <a:off x="8548547" y="5147918"/>
            <a:ext cx="2051213"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zh-CN" altLang="en-US" sz="1600" b="1"/>
              <a:t>提供输入输出的示例</a:t>
            </a:r>
            <a:endParaRPr lang="en-US" altLang="zh-CN" sz="1600" b="1" dirty="0"/>
          </a:p>
        </p:txBody>
      </p:sp>
      <p:sp>
        <p:nvSpPr>
          <p:cNvPr id="18" name="íŝ1íḋê">
            <a:extLst>
              <a:ext uri="{FF2B5EF4-FFF2-40B4-BE49-F238E27FC236}">
                <a16:creationId xmlns:a16="http://schemas.microsoft.com/office/drawing/2014/main" id="{84438344-EABE-CF2F-C8AF-707D623CA956}"/>
              </a:ext>
            </a:extLst>
          </p:cNvPr>
          <p:cNvSpPr txBox="1"/>
          <p:nvPr/>
        </p:nvSpPr>
        <p:spPr bwMode="auto">
          <a:xfrm flipH="1">
            <a:off x="8667750" y="4695991"/>
            <a:ext cx="1812808"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zh-CN" altLang="en-US" sz="1600" b="1"/>
              <a:t>明确要求输出格式</a:t>
            </a:r>
            <a:endParaRPr lang="en-US" altLang="zh-CN" sz="1600" b="1" dirty="0"/>
          </a:p>
        </p:txBody>
      </p:sp>
      <p:sp>
        <p:nvSpPr>
          <p:cNvPr id="19" name="isliḓè">
            <a:extLst>
              <a:ext uri="{FF2B5EF4-FFF2-40B4-BE49-F238E27FC236}">
                <a16:creationId xmlns:a16="http://schemas.microsoft.com/office/drawing/2014/main" id="{CECBE29C-CE64-CCF3-37C6-FF2387318E97}"/>
              </a:ext>
            </a:extLst>
          </p:cNvPr>
          <p:cNvSpPr txBox="1"/>
          <p:nvPr/>
        </p:nvSpPr>
        <p:spPr bwMode="auto">
          <a:xfrm flipH="1">
            <a:off x="8667750" y="4244064"/>
            <a:ext cx="1587026" cy="33000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zh-CN" altLang="en-US" sz="1600" b="1"/>
              <a:t>指定风格与语气</a:t>
            </a:r>
            <a:endParaRPr lang="en-US" altLang="zh-CN" sz="1600" b="1" dirty="0"/>
          </a:p>
        </p:txBody>
      </p:sp>
    </p:spTree>
    <p:extLst>
      <p:ext uri="{BB962C8B-B14F-4D97-AF65-F5344CB8AC3E}">
        <p14:creationId xmlns:p14="http://schemas.microsoft.com/office/powerpoint/2010/main" val="38364906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C1BCBB56-6B65-FD12-1BB0-39E015AF1E59}"/>
              </a:ext>
            </a:extLst>
          </p:cNvPr>
          <p:cNvSpPr>
            <a:spLocks noGrp="1"/>
          </p:cNvSpPr>
          <p:nvPr>
            <p:ph type="body" sz="quarter" idx="10"/>
          </p:nvPr>
        </p:nvSpPr>
        <p:spPr>
          <a:xfrm>
            <a:off x="3638551" y="1359878"/>
            <a:ext cx="8108950" cy="3962399"/>
          </a:xfrm>
        </p:spPr>
        <p:txBody>
          <a:bodyPr/>
          <a:lstStyle/>
          <a:p>
            <a:pPr marL="342900" indent="-342900">
              <a:buFont typeface="+mj-lt"/>
              <a:buAutoNum type="arabicPeriod"/>
            </a:pPr>
            <a:r>
              <a:rPr lang="zh-CN" altLang="en-US"/>
              <a:t>提示词</a:t>
            </a:r>
            <a:r>
              <a:rPr lang="en-US" altLang="zh-CN"/>
              <a:t>(Prompt)</a:t>
            </a:r>
            <a:r>
              <a:rPr lang="zh-CN" altLang="en-US"/>
              <a:t>与提示词工程</a:t>
            </a:r>
            <a:r>
              <a:rPr lang="en-US" altLang="zh-CN"/>
              <a:t>(Prompt Engineer)?</a:t>
            </a:r>
          </a:p>
          <a:p>
            <a:pPr marL="644400" indent="-285750">
              <a:buFont typeface="Arial" panose="020B0604020202020204" pitchFamily="34" charset="0"/>
              <a:buChar char="•"/>
            </a:pPr>
            <a:r>
              <a:rPr lang="zh-CN" altLang="en-US" sz="1400"/>
              <a:t>提示词是引导大模型</a:t>
            </a:r>
            <a:r>
              <a:rPr lang="en-US" altLang="zh-CN" sz="1400"/>
              <a:t>(LLM)</a:t>
            </a:r>
            <a:r>
              <a:rPr lang="zh-CN" altLang="en-US" sz="1400"/>
              <a:t>进行内容生成的命令</a:t>
            </a:r>
            <a:r>
              <a:rPr lang="en-US" altLang="zh-CN" sz="1400"/>
              <a:t>(</a:t>
            </a:r>
            <a:r>
              <a:rPr lang="zh-CN" altLang="en-US" sz="1400"/>
              <a:t>一个问题</a:t>
            </a:r>
            <a:r>
              <a:rPr lang="en-US" altLang="zh-CN" sz="1400"/>
              <a:t>/</a:t>
            </a:r>
            <a:r>
              <a:rPr lang="zh-CN" altLang="en-US" sz="1400"/>
              <a:t>一句话等</a:t>
            </a:r>
            <a:r>
              <a:rPr lang="en-US" altLang="zh-CN" sz="1400"/>
              <a:t>)</a:t>
            </a:r>
            <a:r>
              <a:rPr lang="zh-CN" altLang="en-US" sz="1400"/>
              <a:t>。</a:t>
            </a:r>
            <a:endParaRPr lang="en-US" altLang="zh-CN" sz="1400"/>
          </a:p>
          <a:p>
            <a:pPr marL="644400" indent="-285750">
              <a:buFont typeface="Arial" panose="020B0604020202020204" pitchFamily="34" charset="0"/>
              <a:buChar char="•"/>
            </a:pPr>
            <a:r>
              <a:rPr lang="zh-CN" altLang="en-US" sz="1400"/>
              <a:t>提示词工程是指不断优化提示词，使大模型生成的内容尽可能符合预期的这一过程。</a:t>
            </a:r>
          </a:p>
        </p:txBody>
      </p:sp>
      <p:sp>
        <p:nvSpPr>
          <p:cNvPr id="4" name="文本框 3">
            <a:extLst>
              <a:ext uri="{FF2B5EF4-FFF2-40B4-BE49-F238E27FC236}">
                <a16:creationId xmlns:a16="http://schemas.microsoft.com/office/drawing/2014/main" id="{71B0DD8A-A3EB-E8D6-2BD8-78494A99D83C}"/>
              </a:ext>
            </a:extLst>
          </p:cNvPr>
          <p:cNvSpPr txBox="1"/>
          <p:nvPr/>
        </p:nvSpPr>
        <p:spPr>
          <a:xfrm>
            <a:off x="5524500" y="4159250"/>
            <a:ext cx="697627" cy="400110"/>
          </a:xfrm>
          <a:prstGeom prst="rect">
            <a:avLst/>
          </a:prstGeom>
          <a:noFill/>
        </p:spPr>
        <p:txBody>
          <a:bodyPr wrap="none" rtlCol="0">
            <a:spAutoFit/>
          </a:bodyPr>
          <a:lstStyle/>
          <a:p>
            <a:r>
              <a:rPr lang="zh-CN" altLang="en-US" sz="2000">
                <a:solidFill>
                  <a:srgbClr val="C00000"/>
                </a:solidFill>
                <a:latin typeface="荆南波波黑" panose="02000800000000000000" pitchFamily="2" charset="-122"/>
                <a:ea typeface="荆南波波黑" panose="02000800000000000000" pitchFamily="2" charset="-122"/>
              </a:rPr>
              <a:t>角色</a:t>
            </a:r>
          </a:p>
        </p:txBody>
      </p:sp>
      <p:sp>
        <p:nvSpPr>
          <p:cNvPr id="5" name="文本框 4">
            <a:extLst>
              <a:ext uri="{FF2B5EF4-FFF2-40B4-BE49-F238E27FC236}">
                <a16:creationId xmlns:a16="http://schemas.microsoft.com/office/drawing/2014/main" id="{1C9A5AF5-5B96-7347-4DD1-3B752C2B8DE1}"/>
              </a:ext>
            </a:extLst>
          </p:cNvPr>
          <p:cNvSpPr txBox="1"/>
          <p:nvPr/>
        </p:nvSpPr>
        <p:spPr>
          <a:xfrm>
            <a:off x="7112000" y="4159250"/>
            <a:ext cx="697627" cy="400110"/>
          </a:xfrm>
          <a:prstGeom prst="rect">
            <a:avLst/>
          </a:prstGeom>
          <a:noFill/>
        </p:spPr>
        <p:txBody>
          <a:bodyPr wrap="none" rtlCol="0">
            <a:spAutoFit/>
          </a:bodyPr>
          <a:lstStyle/>
          <a:p>
            <a:r>
              <a:rPr lang="zh-CN" altLang="en-US" sz="2000">
                <a:solidFill>
                  <a:srgbClr val="C00000"/>
                </a:solidFill>
                <a:latin typeface="荆南波波黑" panose="02000800000000000000" pitchFamily="2" charset="-122"/>
                <a:ea typeface="荆南波波黑" panose="02000800000000000000" pitchFamily="2" charset="-122"/>
              </a:rPr>
              <a:t>任务</a:t>
            </a:r>
          </a:p>
        </p:txBody>
      </p:sp>
      <p:sp>
        <p:nvSpPr>
          <p:cNvPr id="6" name="文本框 5">
            <a:extLst>
              <a:ext uri="{FF2B5EF4-FFF2-40B4-BE49-F238E27FC236}">
                <a16:creationId xmlns:a16="http://schemas.microsoft.com/office/drawing/2014/main" id="{0E02570A-95E6-EC52-670B-F6692727BBA0}"/>
              </a:ext>
            </a:extLst>
          </p:cNvPr>
          <p:cNvSpPr txBox="1"/>
          <p:nvPr/>
        </p:nvSpPr>
        <p:spPr>
          <a:xfrm>
            <a:off x="8699500" y="4159250"/>
            <a:ext cx="697627" cy="400110"/>
          </a:xfrm>
          <a:prstGeom prst="rect">
            <a:avLst/>
          </a:prstGeom>
          <a:noFill/>
        </p:spPr>
        <p:txBody>
          <a:bodyPr wrap="none" rtlCol="0">
            <a:spAutoFit/>
          </a:bodyPr>
          <a:lstStyle/>
          <a:p>
            <a:r>
              <a:rPr lang="zh-CN" altLang="en-US" sz="2000">
                <a:solidFill>
                  <a:srgbClr val="C00000"/>
                </a:solidFill>
                <a:latin typeface="荆南波波黑" panose="02000800000000000000" pitchFamily="2" charset="-122"/>
                <a:ea typeface="荆南波波黑" panose="02000800000000000000" pitchFamily="2" charset="-122"/>
              </a:rPr>
              <a:t>要求</a:t>
            </a:r>
          </a:p>
        </p:txBody>
      </p:sp>
    </p:spTree>
    <p:extLst>
      <p:ext uri="{BB962C8B-B14F-4D97-AF65-F5344CB8AC3E}">
        <p14:creationId xmlns:p14="http://schemas.microsoft.com/office/powerpoint/2010/main" val="361417347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3" presetClass="entr" presetSubtype="32"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strVal val="4*#ppt_w"/>
                                          </p:val>
                                        </p:tav>
                                        <p:tav tm="100000">
                                          <p:val>
                                            <p:strVal val="#ppt_w"/>
                                          </p:val>
                                        </p:tav>
                                      </p:tavLst>
                                    </p:anim>
                                    <p:anim calcmode="lin" valueType="num">
                                      <p:cBhvr>
                                        <p:cTn id="16" dur="500" fill="hold"/>
                                        <p:tgtEl>
                                          <p:spTgt spid="4"/>
                                        </p:tgtEl>
                                        <p:attrNameLst>
                                          <p:attrName>ppt_h</p:attrName>
                                        </p:attrNameLst>
                                      </p:cBhvr>
                                      <p:tavLst>
                                        <p:tav tm="0">
                                          <p:val>
                                            <p:strVal val="4*#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32"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strVal val="4*#ppt_w"/>
                                          </p:val>
                                        </p:tav>
                                        <p:tav tm="100000">
                                          <p:val>
                                            <p:strVal val="#ppt_w"/>
                                          </p:val>
                                        </p:tav>
                                      </p:tavLst>
                                    </p:anim>
                                    <p:anim calcmode="lin" valueType="num">
                                      <p:cBhvr>
                                        <p:cTn id="22" dur="500" fill="hold"/>
                                        <p:tgtEl>
                                          <p:spTgt spid="5"/>
                                        </p:tgtEl>
                                        <p:attrNameLst>
                                          <p:attrName>ppt_h</p:attrName>
                                        </p:attrNameLst>
                                      </p:cBhvr>
                                      <p:tavLst>
                                        <p:tav tm="0">
                                          <p:val>
                                            <p:strVal val="4*#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3" presetClass="entr" presetSubtype="32"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strVal val="4*#ppt_w"/>
                                          </p:val>
                                        </p:tav>
                                        <p:tav tm="100000">
                                          <p:val>
                                            <p:strVal val="#ppt_w"/>
                                          </p:val>
                                        </p:tav>
                                      </p:tavLst>
                                    </p:anim>
                                    <p:anim calcmode="lin" valueType="num">
                                      <p:cBhvr>
                                        <p:cTn id="28" dur="500" fill="hold"/>
                                        <p:tgtEl>
                                          <p:spTgt spid="6"/>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10E95-E755-03E4-3B4F-0C6B8CF2DE4C}"/>
            </a:ext>
          </a:extLst>
        </p:cNvPr>
        <p:cNvGrpSpPr/>
        <p:nvPr/>
      </p:nvGrpSpPr>
      <p:grpSpPr>
        <a:xfrm>
          <a:off x="0" y="0"/>
          <a:ext cx="0" cy="0"/>
          <a:chOff x="0" y="0"/>
          <a:chExt cx="0" cy="0"/>
        </a:xfrm>
      </p:grpSpPr>
      <p:sp>
        <p:nvSpPr>
          <p:cNvPr id="2" name="!!文本框 9">
            <a:extLst>
              <a:ext uri="{FF2B5EF4-FFF2-40B4-BE49-F238E27FC236}">
                <a16:creationId xmlns:a16="http://schemas.microsoft.com/office/drawing/2014/main" id="{17E88FC2-B60A-8B58-2983-5E7A5E3F0BCC}"/>
              </a:ext>
            </a:extLst>
          </p:cNvPr>
          <p:cNvSpPr>
            <a:spLocks noGrp="1"/>
          </p:cNvSpPr>
          <p:nvPr>
            <p:ph type="body" sz="quarter" idx="10"/>
          </p:nvPr>
        </p:nvSpPr>
        <p:spPr>
          <a:xfrm>
            <a:off x="6602755" y="2110631"/>
            <a:ext cx="2899053" cy="1619856"/>
          </a:xfrm>
        </p:spPr>
        <p:txBody>
          <a:bodyPr/>
          <a:lstStyle/>
          <a:p>
            <a:r>
              <a:rPr lang="en-US" altLang="zh-CN"/>
              <a:t>AI</a:t>
            </a:r>
            <a:r>
              <a:rPr lang="zh-CN" altLang="en-US"/>
              <a:t>应用</a:t>
            </a:r>
            <a:r>
              <a:rPr lang="en-US" altLang="zh-CN"/>
              <a:t>-</a:t>
            </a:r>
            <a:r>
              <a:rPr lang="zh-CN" altLang="en-US"/>
              <a:t>基础</a:t>
            </a:r>
            <a:endParaRPr lang="en-US" altLang="zh-CN"/>
          </a:p>
          <a:p>
            <a:r>
              <a:rPr lang="en-US" altLang="zh-CN">
                <a:solidFill>
                  <a:srgbClr val="C00000"/>
                </a:solidFill>
              </a:rPr>
              <a:t>AI</a:t>
            </a:r>
            <a:r>
              <a:rPr lang="zh-CN" altLang="en-US">
                <a:solidFill>
                  <a:srgbClr val="C00000"/>
                </a:solidFill>
              </a:rPr>
              <a:t>应用</a:t>
            </a:r>
            <a:r>
              <a:rPr lang="en-US" altLang="zh-CN">
                <a:solidFill>
                  <a:srgbClr val="C00000"/>
                </a:solidFill>
              </a:rPr>
              <a:t>-</a:t>
            </a:r>
            <a:r>
              <a:rPr lang="zh-CN" altLang="en-US">
                <a:solidFill>
                  <a:srgbClr val="C00000"/>
                </a:solidFill>
              </a:rPr>
              <a:t>实战</a:t>
            </a:r>
            <a:endParaRPr lang="en-US" altLang="zh-CN">
              <a:solidFill>
                <a:srgbClr val="C00000"/>
              </a:solidFill>
            </a:endParaRPr>
          </a:p>
          <a:p>
            <a:r>
              <a:rPr lang="en-US" altLang="zh-CN"/>
              <a:t>AI</a:t>
            </a:r>
            <a:r>
              <a:rPr lang="zh-CN" altLang="en-US"/>
              <a:t>应用</a:t>
            </a:r>
            <a:r>
              <a:rPr lang="en-US" altLang="zh-CN"/>
              <a:t>-</a:t>
            </a:r>
            <a:r>
              <a:rPr lang="zh-CN" altLang="en-US"/>
              <a:t>知识扩展</a:t>
            </a:r>
            <a:endParaRPr lang="en-US" altLang="zh-CN"/>
          </a:p>
        </p:txBody>
      </p:sp>
    </p:spTree>
    <p:extLst>
      <p:ext uri="{BB962C8B-B14F-4D97-AF65-F5344CB8AC3E}">
        <p14:creationId xmlns:p14="http://schemas.microsoft.com/office/powerpoint/2010/main" val="2790847610"/>
      </p:ext>
    </p:extLst>
  </p:cSld>
  <p:clrMapOvr>
    <a:masterClrMapping/>
  </p:clrMapOvr>
  <mc:AlternateContent xmlns:mc="http://schemas.openxmlformats.org/markup-compatibility/2006" xmlns:p14="http://schemas.microsoft.com/office/powerpoint/2010/main">
    <mc:Choice Requires="p14">
      <p:transition spd="slow" p14:dur="2000">
        <p14:ripple/>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A640C-E6BB-F1C7-50ED-32209147ED64}"/>
            </a:ext>
          </a:extLst>
        </p:cNvPr>
        <p:cNvGrpSpPr/>
        <p:nvPr/>
      </p:nvGrpSpPr>
      <p:grpSpPr>
        <a:xfrm>
          <a:off x="0" y="0"/>
          <a:ext cx="0" cy="0"/>
          <a:chOff x="0" y="0"/>
          <a:chExt cx="0" cy="0"/>
        </a:xfrm>
      </p:grpSpPr>
      <p:sp>
        <p:nvSpPr>
          <p:cNvPr id="2" name="!!文本框 9">
            <a:extLst>
              <a:ext uri="{FF2B5EF4-FFF2-40B4-BE49-F238E27FC236}">
                <a16:creationId xmlns:a16="http://schemas.microsoft.com/office/drawing/2014/main" id="{62B06DFF-88EE-D2A9-8C9E-0EEDE2B535E3}"/>
              </a:ext>
            </a:extLst>
          </p:cNvPr>
          <p:cNvSpPr>
            <a:spLocks noGrp="1"/>
          </p:cNvSpPr>
          <p:nvPr>
            <p:ph type="body" sz="quarter" idx="10"/>
          </p:nvPr>
        </p:nvSpPr>
        <p:spPr>
          <a:xfrm>
            <a:off x="6602756" y="2110631"/>
            <a:ext cx="2117174" cy="491067"/>
          </a:xfrm>
        </p:spPr>
        <p:txBody>
          <a:bodyPr/>
          <a:lstStyle/>
          <a:p>
            <a:r>
              <a:rPr lang="en-US" altLang="zh-CN"/>
              <a:t>AI</a:t>
            </a:r>
            <a:r>
              <a:rPr lang="zh-CN" altLang="en-US"/>
              <a:t>应用</a:t>
            </a:r>
            <a:r>
              <a:rPr lang="en-US" altLang="zh-CN"/>
              <a:t>-</a:t>
            </a:r>
            <a:r>
              <a:rPr lang="zh-CN" altLang="en-US"/>
              <a:t>基础</a:t>
            </a:r>
            <a:endParaRPr lang="en-US" altLang="zh-CN"/>
          </a:p>
        </p:txBody>
      </p:sp>
      <p:sp>
        <p:nvSpPr>
          <p:cNvPr id="3" name="!!文本框 10">
            <a:extLst>
              <a:ext uri="{FF2B5EF4-FFF2-40B4-BE49-F238E27FC236}">
                <a16:creationId xmlns:a16="http://schemas.microsoft.com/office/drawing/2014/main" id="{D2C2B0C7-C0DB-7245-5013-B75BAC741F46}"/>
              </a:ext>
            </a:extLst>
          </p:cNvPr>
          <p:cNvSpPr txBox="1">
            <a:spLocks/>
          </p:cNvSpPr>
          <p:nvPr/>
        </p:nvSpPr>
        <p:spPr>
          <a:xfrm>
            <a:off x="6602756" y="2665823"/>
            <a:ext cx="1891887" cy="544076"/>
          </a:xfrm>
          <a:prstGeom prst="rect">
            <a:avLst/>
          </a:prstGeom>
        </p:spPr>
        <p:txBody>
          <a:bodyPr anchor="ctr"/>
          <a:lstStyle>
            <a:lvl1pPr marL="342900" indent="-342900" algn="l" defTabSz="914400" rtl="0" eaLnBrk="1" latinLnBrk="0" hangingPunct="1">
              <a:lnSpc>
                <a:spcPct val="150000"/>
              </a:lnSpc>
              <a:spcBef>
                <a:spcPts val="1000"/>
              </a:spcBef>
              <a:buFont typeface="Wingdings" panose="05000000000000000000" pitchFamily="2" charset="2"/>
              <a:buChar char="u"/>
              <a:defRPr sz="1800" kern="1200">
                <a:solidFill>
                  <a:schemeClr val="tx1"/>
                </a:solidFill>
                <a:latin typeface="+mn-ea"/>
                <a:ea typeface="+mn-ea"/>
                <a:cs typeface="阿里巴巴普惠体 Medium" panose="00020600040101010101"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AI</a:t>
            </a:r>
            <a:r>
              <a:rPr lang="zh-CN" altLang="en-US"/>
              <a:t>应用</a:t>
            </a:r>
            <a:r>
              <a:rPr lang="en-US" altLang="zh-CN"/>
              <a:t>-</a:t>
            </a:r>
            <a:r>
              <a:rPr lang="zh-CN" altLang="en-US"/>
              <a:t>实战</a:t>
            </a:r>
            <a:endParaRPr lang="en-US" altLang="zh-CN"/>
          </a:p>
        </p:txBody>
      </p:sp>
      <p:sp>
        <p:nvSpPr>
          <p:cNvPr id="6" name="!!文本框 11">
            <a:extLst>
              <a:ext uri="{FF2B5EF4-FFF2-40B4-BE49-F238E27FC236}">
                <a16:creationId xmlns:a16="http://schemas.microsoft.com/office/drawing/2014/main" id="{5854213B-9F6F-3934-6AA9-578CAD43F212}"/>
              </a:ext>
            </a:extLst>
          </p:cNvPr>
          <p:cNvSpPr txBox="1">
            <a:spLocks/>
          </p:cNvSpPr>
          <p:nvPr/>
        </p:nvSpPr>
        <p:spPr>
          <a:xfrm>
            <a:off x="6602756" y="3256281"/>
            <a:ext cx="2221534" cy="544076"/>
          </a:xfrm>
          <a:prstGeom prst="rect">
            <a:avLst/>
          </a:prstGeom>
        </p:spPr>
        <p:txBody>
          <a:bodyPr anchor="ctr"/>
          <a:lstStyle>
            <a:lvl1pPr marL="342900" indent="-342900" algn="l" defTabSz="914400" rtl="0" eaLnBrk="1" latinLnBrk="0" hangingPunct="1">
              <a:lnSpc>
                <a:spcPct val="150000"/>
              </a:lnSpc>
              <a:spcBef>
                <a:spcPts val="1000"/>
              </a:spcBef>
              <a:buFont typeface="Wingdings" panose="05000000000000000000" pitchFamily="2" charset="2"/>
              <a:buChar char="u"/>
              <a:defRPr sz="1800" kern="1200">
                <a:solidFill>
                  <a:schemeClr val="tx1"/>
                </a:solidFill>
                <a:latin typeface="+mn-ea"/>
                <a:ea typeface="+mn-ea"/>
                <a:cs typeface="阿里巴巴普惠体 Medium" panose="00020600040101010101"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AI</a:t>
            </a:r>
            <a:r>
              <a:rPr lang="zh-CN" altLang="en-US"/>
              <a:t>应用</a:t>
            </a:r>
            <a:r>
              <a:rPr lang="en-US" altLang="zh-CN"/>
              <a:t>-</a:t>
            </a:r>
            <a:r>
              <a:rPr lang="zh-CN" altLang="en-US"/>
              <a:t>知识扩展</a:t>
            </a:r>
          </a:p>
        </p:txBody>
      </p:sp>
      <p:pic>
        <p:nvPicPr>
          <p:cNvPr id="4" name="图片 3" descr="图片包含 图形用户界面&#10;&#10;AI 生成的内容可能不正确。">
            <a:extLst>
              <a:ext uri="{FF2B5EF4-FFF2-40B4-BE49-F238E27FC236}">
                <a16:creationId xmlns:a16="http://schemas.microsoft.com/office/drawing/2014/main" id="{EFCE5929-D7BC-6D5A-85FE-F1A94FEF2C6E}"/>
              </a:ext>
            </a:extLst>
          </p:cNvPr>
          <p:cNvPicPr>
            <a:picLocks noChangeAspect="1"/>
          </p:cNvPicPr>
          <p:nvPr/>
        </p:nvPicPr>
        <p:blipFill>
          <a:blip r:embed="rId2"/>
          <a:stretch>
            <a:fillRect/>
          </a:stretch>
        </p:blipFill>
        <p:spPr>
          <a:xfrm>
            <a:off x="0" y="0"/>
            <a:ext cx="12192000" cy="6858000"/>
          </a:xfrm>
          <a:prstGeom prst="rect">
            <a:avLst/>
          </a:prstGeom>
        </p:spPr>
      </p:pic>
      <p:sp>
        <p:nvSpPr>
          <p:cNvPr id="5" name="文本框 4">
            <a:extLst>
              <a:ext uri="{FF2B5EF4-FFF2-40B4-BE49-F238E27FC236}">
                <a16:creationId xmlns:a16="http://schemas.microsoft.com/office/drawing/2014/main" id="{A7CAEBC9-74EA-2CAE-DDF1-ABA676AC4731}"/>
              </a:ext>
            </a:extLst>
          </p:cNvPr>
          <p:cNvSpPr txBox="1"/>
          <p:nvPr/>
        </p:nvSpPr>
        <p:spPr>
          <a:xfrm>
            <a:off x="9415669" y="2963893"/>
            <a:ext cx="2433680" cy="584775"/>
          </a:xfrm>
          <a:prstGeom prst="rect">
            <a:avLst/>
          </a:prstGeom>
          <a:noFill/>
        </p:spPr>
        <p:txBody>
          <a:bodyPr wrap="none" rtlCol="0">
            <a:spAutoFit/>
          </a:bodyPr>
          <a:lstStyle/>
          <a:p>
            <a:r>
              <a:rPr lang="en-US" altLang="zh-CN" sz="3200" b="1">
                <a:solidFill>
                  <a:srgbClr val="C00000"/>
                </a:solidFill>
                <a:ea typeface="荆南波波黑" panose="02000800000000000000" pitchFamily="2" charset="-122"/>
              </a:rPr>
              <a:t>Streamlit</a:t>
            </a:r>
            <a:endParaRPr lang="zh-CN" altLang="en-US" sz="3200" b="1">
              <a:solidFill>
                <a:srgbClr val="C00000"/>
              </a:solidFill>
              <a:ea typeface="荆南波波黑" panose="02000800000000000000" pitchFamily="2" charset="-122"/>
            </a:endParaRPr>
          </a:p>
        </p:txBody>
      </p:sp>
    </p:spTree>
    <p:extLst>
      <p:ext uri="{BB962C8B-B14F-4D97-AF65-F5344CB8AC3E}">
        <p14:creationId xmlns:p14="http://schemas.microsoft.com/office/powerpoint/2010/main" val="11417414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strVal val="4*#ppt_w"/>
                                          </p:val>
                                        </p:tav>
                                        <p:tav tm="100000">
                                          <p:val>
                                            <p:strVal val="#ppt_w"/>
                                          </p:val>
                                        </p:tav>
                                      </p:tavLst>
                                    </p:anim>
                                    <p:anim calcmode="lin" valueType="num">
                                      <p:cBhvr>
                                        <p:cTn id="8" dur="500" fill="hold"/>
                                        <p:tgtEl>
                                          <p:spTgt spid="5"/>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72754A5B-E7AE-CBFE-8FEC-7ED1C6D2FEF7}"/>
              </a:ext>
            </a:extLst>
          </p:cNvPr>
          <p:cNvSpPr>
            <a:spLocks noGrp="1"/>
          </p:cNvSpPr>
          <p:nvPr>
            <p:ph type="body" sz="quarter" idx="11"/>
          </p:nvPr>
        </p:nvSpPr>
        <p:spPr/>
        <p:txBody>
          <a:bodyPr/>
          <a:lstStyle/>
          <a:p>
            <a:r>
              <a:rPr lang="en-US" altLang="zh-CN"/>
              <a:t>AI</a:t>
            </a:r>
            <a:r>
              <a:rPr lang="zh-CN" altLang="en-US"/>
              <a:t>应用</a:t>
            </a:r>
            <a:r>
              <a:rPr lang="en-US" altLang="zh-CN"/>
              <a:t>-</a:t>
            </a:r>
            <a:r>
              <a:rPr lang="zh-CN" altLang="en-US"/>
              <a:t>实战</a:t>
            </a:r>
          </a:p>
        </p:txBody>
      </p:sp>
      <p:sp>
        <p:nvSpPr>
          <p:cNvPr id="3" name="文本占位符 2">
            <a:extLst>
              <a:ext uri="{FF2B5EF4-FFF2-40B4-BE49-F238E27FC236}">
                <a16:creationId xmlns:a16="http://schemas.microsoft.com/office/drawing/2014/main" id="{2E180187-1AE9-00F0-3FDA-45F5ADEE1E10}"/>
              </a:ext>
            </a:extLst>
          </p:cNvPr>
          <p:cNvSpPr>
            <a:spLocks noGrp="1"/>
          </p:cNvSpPr>
          <p:nvPr>
            <p:ph type="body" sz="quarter" idx="10"/>
          </p:nvPr>
        </p:nvSpPr>
        <p:spPr/>
        <p:txBody>
          <a:bodyPr/>
          <a:lstStyle/>
          <a:p>
            <a:r>
              <a:rPr lang="en-US" altLang="zh-CN">
                <a:latin typeface="+mn-lt"/>
              </a:rPr>
              <a:t>Streamlit</a:t>
            </a:r>
          </a:p>
          <a:p>
            <a:r>
              <a:rPr lang="en-US" altLang="zh-CN">
                <a:latin typeface="+mn-lt"/>
              </a:rPr>
              <a:t>AI</a:t>
            </a:r>
            <a:r>
              <a:rPr lang="zh-CN" altLang="en-US">
                <a:latin typeface="+mn-lt"/>
              </a:rPr>
              <a:t>智能伴侣</a:t>
            </a:r>
            <a:r>
              <a:rPr lang="en-US" altLang="zh-CN">
                <a:latin typeface="+mn-lt"/>
              </a:rPr>
              <a:t>-</a:t>
            </a:r>
            <a:r>
              <a:rPr lang="zh-CN" altLang="en-US">
                <a:latin typeface="+mn-lt"/>
              </a:rPr>
              <a:t>基本交互</a:t>
            </a:r>
            <a:endParaRPr lang="en-US" altLang="zh-CN">
              <a:latin typeface="+mn-lt"/>
            </a:endParaRPr>
          </a:p>
          <a:p>
            <a:r>
              <a:rPr lang="en-US" altLang="zh-CN"/>
              <a:t>AI</a:t>
            </a:r>
            <a:r>
              <a:rPr lang="zh-CN" altLang="en-US"/>
              <a:t>智能伴侣</a:t>
            </a:r>
            <a:r>
              <a:rPr kumimoji="0" lang="en-US" altLang="zh-CN" sz="1800" b="0" i="0" u="none" strike="noStrike" kern="1200" cap="none" spc="0" normalizeH="0" baseline="0" noProof="0">
                <a:ln>
                  <a:noFill/>
                </a:ln>
                <a:solidFill>
                  <a:srgbClr val="363C3B"/>
                </a:solidFill>
                <a:effectLst/>
                <a:uLnTx/>
                <a:uFillTx/>
                <a:latin typeface="Source Code Pro"/>
                <a:ea typeface="阿里巴巴普惠体"/>
                <a:cs typeface="阿里巴巴普惠体 Medium" panose="00020600040101010101" pitchFamily="18" charset="-122"/>
              </a:rPr>
              <a:t>-</a:t>
            </a:r>
            <a:r>
              <a:rPr lang="zh-CN" altLang="en-US"/>
              <a:t>会话记忆</a:t>
            </a:r>
            <a:endParaRPr lang="en-US" altLang="zh-CN"/>
          </a:p>
          <a:p>
            <a:r>
              <a:rPr lang="en-US" altLang="zh-CN">
                <a:latin typeface="+mn-lt"/>
              </a:rPr>
              <a:t>AI</a:t>
            </a:r>
            <a:r>
              <a:rPr lang="zh-CN" altLang="en-US">
                <a:latin typeface="+mn-lt"/>
              </a:rPr>
              <a:t>智能伴侣</a:t>
            </a:r>
            <a:r>
              <a:rPr lang="en-US" altLang="zh-CN">
                <a:latin typeface="+mn-lt"/>
              </a:rPr>
              <a:t>-</a:t>
            </a:r>
            <a:r>
              <a:rPr lang="zh-CN" altLang="en-US">
                <a:latin typeface="+mn-lt"/>
              </a:rPr>
              <a:t>侧边栏功能</a:t>
            </a:r>
          </a:p>
        </p:txBody>
      </p:sp>
      <p:sp>
        <p:nvSpPr>
          <p:cNvPr id="5" name="文本占位符 4">
            <a:extLst>
              <a:ext uri="{FF2B5EF4-FFF2-40B4-BE49-F238E27FC236}">
                <a16:creationId xmlns:a16="http://schemas.microsoft.com/office/drawing/2014/main" id="{C336C2AE-D6AB-4126-2743-3FB4F8C4CF5A}"/>
              </a:ext>
            </a:extLst>
          </p:cNvPr>
          <p:cNvSpPr>
            <a:spLocks noGrp="1"/>
          </p:cNvSpPr>
          <p:nvPr>
            <p:ph type="body" sz="quarter" idx="14"/>
          </p:nvPr>
        </p:nvSpPr>
        <p:spPr/>
        <p:txBody>
          <a:bodyPr/>
          <a:lstStyle/>
          <a:p>
            <a:r>
              <a:rPr lang="en-US" altLang="zh-CN"/>
              <a:t>2</a:t>
            </a:r>
            <a:endParaRPr lang="zh-CN" altLang="en-US"/>
          </a:p>
        </p:txBody>
      </p:sp>
    </p:spTree>
    <p:extLst>
      <p:ext uri="{BB962C8B-B14F-4D97-AF65-F5344CB8AC3E}">
        <p14:creationId xmlns:p14="http://schemas.microsoft.com/office/powerpoint/2010/main" val="1746140182"/>
      </p:ext>
    </p:extLst>
  </p:cSld>
  <p:clrMapOvr>
    <a:masterClrMapping/>
  </p:clrMapOvr>
  <mc:AlternateContent xmlns:mc="http://schemas.openxmlformats.org/markup-compatibility/2006" xmlns:p14="http://schemas.microsoft.com/office/powerpoint/2010/main">
    <mc:Choice Requires="p14">
      <p:transition spd="slow" p14:dur="1600">
        <p14:gallery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 fill="hold"/>
                                        <p:tgtEl>
                                          <p:spTgt spid="3">
                                            <p:txEl>
                                              <p:pRg st="0" end="0"/>
                                            </p:txEl>
                                          </p:spTgt>
                                        </p:tgtEl>
                                        <p:attrNameLst>
                                          <p:attrName>style.color</p:attrName>
                                        </p:attrNameLst>
                                      </p:cBhvr>
                                      <p:to>
                                        <a:srgbClr val="C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B3E453A7-38E3-3DEB-25A8-31EAAFFBDF9A}"/>
              </a:ext>
            </a:extLst>
          </p:cNvPr>
          <p:cNvSpPr>
            <a:spLocks noGrp="1"/>
          </p:cNvSpPr>
          <p:nvPr>
            <p:ph idx="1"/>
          </p:nvPr>
        </p:nvSpPr>
        <p:spPr>
          <a:xfrm>
            <a:off x="576197" y="956242"/>
            <a:ext cx="11060481" cy="1435776"/>
          </a:xfrm>
        </p:spPr>
        <p:txBody>
          <a:bodyPr/>
          <a:lstStyle/>
          <a:p>
            <a:pPr marL="285750" indent="-285750">
              <a:buFont typeface="Wingdings" panose="05000000000000000000" pitchFamily="2" charset="2"/>
              <a:buChar char="l"/>
            </a:pPr>
            <a:r>
              <a:rPr lang="en-US" altLang="zh-CN"/>
              <a:t>Streamlit</a:t>
            </a:r>
            <a:r>
              <a:rPr lang="zh-CN" altLang="en-US"/>
              <a:t>是一个开源的</a:t>
            </a:r>
            <a:r>
              <a:rPr lang="en-US" altLang="zh-CN"/>
              <a:t>Python</a:t>
            </a:r>
            <a:r>
              <a:rPr lang="zh-CN" altLang="en-US"/>
              <a:t>库，专为数据工程师及机器学习工程师设计，用来快速基于</a:t>
            </a:r>
            <a:r>
              <a:rPr lang="en-US" altLang="zh-CN"/>
              <a:t>Python</a:t>
            </a:r>
            <a:r>
              <a:rPr lang="zh-CN" altLang="en-US"/>
              <a:t>代码构建交互式的</a:t>
            </a:r>
            <a:r>
              <a:rPr lang="en-US" altLang="zh-CN"/>
              <a:t>web</a:t>
            </a:r>
            <a:r>
              <a:rPr lang="zh-CN" altLang="en-US"/>
              <a:t>网站（无需掌握前端技术）。</a:t>
            </a:r>
            <a:endParaRPr lang="en-US" altLang="zh-CN"/>
          </a:p>
          <a:p>
            <a:pPr marL="285750" indent="-285750">
              <a:buFont typeface="Wingdings" panose="05000000000000000000" pitchFamily="2" charset="2"/>
              <a:buChar char="l"/>
            </a:pPr>
            <a:r>
              <a:rPr lang="zh-CN" altLang="en-US"/>
              <a:t>官方网站：</a:t>
            </a:r>
            <a:r>
              <a:rPr lang="en-US" altLang="zh-CN"/>
              <a:t> </a:t>
            </a:r>
            <a:r>
              <a:rPr lang="en-US" altLang="zh-CN">
                <a:hlinkClick r:id="rId4"/>
              </a:rPr>
              <a:t>https://streamlit.io</a:t>
            </a:r>
            <a:endParaRPr lang="zh-CN" altLang="en-US"/>
          </a:p>
        </p:txBody>
      </p:sp>
      <p:sp>
        <p:nvSpPr>
          <p:cNvPr id="5" name="标题 4">
            <a:extLst>
              <a:ext uri="{FF2B5EF4-FFF2-40B4-BE49-F238E27FC236}">
                <a16:creationId xmlns:a16="http://schemas.microsoft.com/office/drawing/2014/main" id="{782929EB-1706-862A-107B-65A2C4CE1FDA}"/>
              </a:ext>
            </a:extLst>
          </p:cNvPr>
          <p:cNvSpPr>
            <a:spLocks noGrp="1"/>
          </p:cNvSpPr>
          <p:nvPr>
            <p:ph type="title"/>
          </p:nvPr>
        </p:nvSpPr>
        <p:spPr/>
        <p:txBody>
          <a:bodyPr/>
          <a:lstStyle/>
          <a:p>
            <a:r>
              <a:rPr lang="en-US" altLang="zh-CN"/>
              <a:t>Streamlit</a:t>
            </a:r>
            <a:endParaRPr lang="zh-CN" altLang="en-US"/>
          </a:p>
        </p:txBody>
      </p:sp>
      <p:pic>
        <p:nvPicPr>
          <p:cNvPr id="7" name="hero-video">
            <a:hlinkClick r:id="" action="ppaction://media"/>
            <a:extLst>
              <a:ext uri="{FF2B5EF4-FFF2-40B4-BE49-F238E27FC236}">
                <a16:creationId xmlns:a16="http://schemas.microsoft.com/office/drawing/2014/main" id="{4D6E1680-32BC-6831-A418-001FEAAE32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000540" y="2315930"/>
            <a:ext cx="7924800" cy="4457700"/>
          </a:xfrm>
          <a:prstGeom prst="rect">
            <a:avLst/>
          </a:prstGeom>
        </p:spPr>
      </p:pic>
    </p:spTree>
    <p:extLst>
      <p:ext uri="{BB962C8B-B14F-4D97-AF65-F5344CB8AC3E}">
        <p14:creationId xmlns:p14="http://schemas.microsoft.com/office/powerpoint/2010/main" val="38881722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1" presetClass="mediacall" presetSubtype="0" fill="hold" nodeType="withEffect">
                                  <p:stCondLst>
                                    <p:cond delay="0"/>
                                  </p:stCondLst>
                                  <p:childTnLst>
                                    <p:cmd type="call" cmd="playFrom(0.0)">
                                      <p:cBhvr>
                                        <p:cTn id="10" dur="4218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7"/>
                </p:tgtEl>
              </p:cMediaNode>
            </p:video>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0AF56-19E1-84F1-C368-05CC1149D84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5F733755-4D6F-E594-DC10-BB0E8649DDBA}"/>
              </a:ext>
            </a:extLst>
          </p:cNvPr>
          <p:cNvSpPr>
            <a:spLocks noGrp="1"/>
          </p:cNvSpPr>
          <p:nvPr>
            <p:ph type="title"/>
          </p:nvPr>
        </p:nvSpPr>
        <p:spPr/>
        <p:txBody>
          <a:bodyPr/>
          <a:lstStyle/>
          <a:p>
            <a:r>
              <a:rPr lang="en-US" altLang="zh-CN"/>
              <a:t>Streamlit</a:t>
            </a:r>
            <a:r>
              <a:rPr lang="zh-CN" altLang="en-US"/>
              <a:t>入门程序</a:t>
            </a:r>
          </a:p>
        </p:txBody>
      </p:sp>
      <p:sp>
        <p:nvSpPr>
          <p:cNvPr id="2" name="文本占位符 1">
            <a:extLst>
              <a:ext uri="{FF2B5EF4-FFF2-40B4-BE49-F238E27FC236}">
                <a16:creationId xmlns:a16="http://schemas.microsoft.com/office/drawing/2014/main" id="{08B81FC6-5A28-9596-9E06-268266CCC88C}"/>
              </a:ext>
            </a:extLst>
          </p:cNvPr>
          <p:cNvSpPr>
            <a:spLocks noGrp="1"/>
          </p:cNvSpPr>
          <p:nvPr>
            <p:ph type="body" sz="quarter" idx="10"/>
          </p:nvPr>
        </p:nvSpPr>
        <p:spPr>
          <a:xfrm>
            <a:off x="616226" y="1024932"/>
            <a:ext cx="10707413" cy="2023068"/>
          </a:xfrm>
        </p:spPr>
        <p:txBody>
          <a:bodyPr/>
          <a:lstStyle/>
          <a:p>
            <a:pPr marL="342900" indent="-342900">
              <a:buAutoNum type="arabicPeriod"/>
            </a:pPr>
            <a:r>
              <a:rPr lang="zh-CN" altLang="en-US"/>
              <a:t>安装</a:t>
            </a:r>
            <a:r>
              <a:rPr lang="en-US" altLang="zh-CN"/>
              <a:t>streamlit</a:t>
            </a:r>
            <a:r>
              <a:rPr lang="zh-CN" altLang="en-US"/>
              <a:t>：</a:t>
            </a:r>
            <a:r>
              <a:rPr lang="en-US" altLang="zh-CN">
                <a:solidFill>
                  <a:srgbClr val="C00000"/>
                </a:solidFill>
              </a:rPr>
              <a:t>pip install streamlit</a:t>
            </a:r>
          </a:p>
          <a:p>
            <a:pPr marL="342900" indent="-342900">
              <a:buAutoNum type="arabicPeriod"/>
            </a:pPr>
            <a:r>
              <a:rPr lang="zh-CN" altLang="en-US"/>
              <a:t>在</a:t>
            </a:r>
            <a:r>
              <a:rPr lang="en-US" altLang="zh-CN"/>
              <a:t>python</a:t>
            </a:r>
            <a:r>
              <a:rPr lang="zh-CN" altLang="en-US"/>
              <a:t>文件中引入</a:t>
            </a:r>
            <a:r>
              <a:rPr lang="en-US" altLang="zh-CN"/>
              <a:t>streamlit</a:t>
            </a:r>
            <a:r>
              <a:rPr lang="zh-CN" altLang="en-US"/>
              <a:t>模块</a:t>
            </a:r>
            <a:endParaRPr lang="en-US" altLang="zh-CN"/>
          </a:p>
          <a:p>
            <a:pPr marL="342900" indent="-342900">
              <a:buAutoNum type="arabicPeriod"/>
            </a:pPr>
            <a:r>
              <a:rPr lang="zh-CN" altLang="en-US"/>
              <a:t>基于</a:t>
            </a:r>
            <a:r>
              <a:rPr lang="en-US" altLang="zh-CN"/>
              <a:t>streamlit</a:t>
            </a:r>
            <a:r>
              <a:rPr lang="zh-CN" altLang="en-US"/>
              <a:t>中提供的</a:t>
            </a:r>
            <a:r>
              <a:rPr lang="en-US" altLang="zh-CN"/>
              <a:t>API</a:t>
            </a:r>
            <a:r>
              <a:rPr lang="zh-CN" altLang="en-US"/>
              <a:t>来构建</a:t>
            </a:r>
            <a:r>
              <a:rPr lang="en-US" altLang="zh-CN"/>
              <a:t>Web</a:t>
            </a:r>
            <a:r>
              <a:rPr lang="zh-CN" altLang="en-US"/>
              <a:t>应用</a:t>
            </a:r>
            <a:endParaRPr lang="en-US" altLang="zh-CN"/>
          </a:p>
          <a:p>
            <a:pPr marL="342900" indent="-342900">
              <a:buAutoNum type="arabicPeriod"/>
            </a:pPr>
            <a:r>
              <a:rPr lang="zh-CN" altLang="en-US"/>
              <a:t>运行程序：</a:t>
            </a:r>
            <a:r>
              <a:rPr lang="en-US" altLang="zh-CN">
                <a:solidFill>
                  <a:srgbClr val="C00000"/>
                </a:solidFill>
              </a:rPr>
              <a:t>streamlit run </a:t>
            </a:r>
            <a:r>
              <a:rPr lang="en-US" altLang="zh-CN"/>
              <a:t>xxxx.py</a:t>
            </a:r>
            <a:endParaRPr lang="zh-CN" altLang="en-US"/>
          </a:p>
        </p:txBody>
      </p:sp>
      <p:grpSp>
        <p:nvGrpSpPr>
          <p:cNvPr id="3" name="组合 2">
            <a:extLst>
              <a:ext uri="{FF2B5EF4-FFF2-40B4-BE49-F238E27FC236}">
                <a16:creationId xmlns:a16="http://schemas.microsoft.com/office/drawing/2014/main" id="{2EBF2479-6B6C-4830-C0AD-C2BDD1B261BD}"/>
              </a:ext>
            </a:extLst>
          </p:cNvPr>
          <p:cNvGrpSpPr/>
          <p:nvPr/>
        </p:nvGrpSpPr>
        <p:grpSpPr>
          <a:xfrm>
            <a:off x="5371753" y="857175"/>
            <a:ext cx="6740735" cy="5960898"/>
            <a:chOff x="2297719" y="3660321"/>
            <a:chExt cx="7427037" cy="5961253"/>
          </a:xfrm>
        </p:grpSpPr>
        <p:sp>
          <p:nvSpPr>
            <p:cNvPr id="4" name="矩形: 圆角 3">
              <a:extLst>
                <a:ext uri="{FF2B5EF4-FFF2-40B4-BE49-F238E27FC236}">
                  <a16:creationId xmlns:a16="http://schemas.microsoft.com/office/drawing/2014/main" id="{E0A0FE0A-16A4-996D-8246-53A0314BD996}"/>
                </a:ext>
              </a:extLst>
            </p:cNvPr>
            <p:cNvSpPr/>
            <p:nvPr/>
          </p:nvSpPr>
          <p:spPr>
            <a:xfrm>
              <a:off x="2297728" y="3660321"/>
              <a:ext cx="7427028" cy="5961253"/>
            </a:xfrm>
            <a:prstGeom prst="roundRect">
              <a:avLst>
                <a:gd name="adj" fmla="val 1135"/>
              </a:avLst>
            </a:prstGeom>
            <a:solidFill>
              <a:srgbClr val="F6F6F6"/>
            </a:solidFill>
            <a:ln w="3175">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0" rIns="36000" bIns="0" rtlCol="0" anchor="t"/>
            <a:lstStyle/>
            <a:p>
              <a:pPr>
                <a:lnSpc>
                  <a:spcPct val="130000"/>
                </a:lnSpc>
                <a:buNone/>
              </a:pPr>
              <a:r>
                <a:rPr lang="en-US" altLang="zh-CN" sz="1100">
                  <a:solidFill>
                    <a:srgbClr val="0033B3"/>
                  </a:solidFill>
                  <a:effectLst/>
                  <a:latin typeface="Fira Code" panose="020B0809050000020004" pitchFamily="49" charset="0"/>
                </a:rPr>
                <a:t>import </a:t>
              </a:r>
              <a:r>
                <a:rPr lang="en-US" altLang="zh-CN" sz="1100">
                  <a:solidFill>
                    <a:srgbClr val="080808"/>
                  </a:solidFill>
                  <a:effectLst/>
                  <a:latin typeface="Fira Code" panose="020B0809050000020004" pitchFamily="49" charset="0"/>
                </a:rPr>
                <a:t>streamlit </a:t>
              </a:r>
              <a:r>
                <a:rPr lang="en-US" altLang="zh-CN" sz="1100">
                  <a:solidFill>
                    <a:srgbClr val="0033B3"/>
                  </a:solidFill>
                  <a:effectLst/>
                  <a:latin typeface="Fira Code" panose="020B0809050000020004" pitchFamily="49" charset="0"/>
                </a:rPr>
                <a:t>as </a:t>
              </a:r>
              <a:r>
                <a:rPr lang="en-US" altLang="zh-CN" sz="1100">
                  <a:solidFill>
                    <a:srgbClr val="080808"/>
                  </a:solidFill>
                  <a:effectLst/>
                  <a:latin typeface="Fira Code" panose="020B0809050000020004" pitchFamily="49" charset="0"/>
                </a:rPr>
                <a:t>st</a:t>
              </a:r>
              <a:br>
                <a:rPr lang="en-US" altLang="zh-CN" sz="1100">
                  <a:solidFill>
                    <a:srgbClr val="080808"/>
                  </a:solidFill>
                  <a:effectLst/>
                  <a:latin typeface="Fira Code" panose="020B0809050000020004" pitchFamily="49" charset="0"/>
                </a:rPr>
              </a:br>
              <a:br>
                <a:rPr lang="en-US" altLang="zh-CN" sz="1100">
                  <a:solidFill>
                    <a:srgbClr val="080808"/>
                  </a:solidFill>
                  <a:effectLst/>
                  <a:latin typeface="Fira Code" panose="020B0809050000020004" pitchFamily="49" charset="0"/>
                </a:rPr>
              </a:br>
              <a:r>
                <a:rPr lang="en-US" altLang="zh-CN" sz="1100">
                  <a:solidFill>
                    <a:srgbClr val="8C8C8C"/>
                  </a:solidFill>
                  <a:effectLst/>
                  <a:latin typeface="Fira Code" panose="020B0809050000020004" pitchFamily="49" charset="0"/>
                </a:rPr>
                <a:t># </a:t>
              </a:r>
              <a:r>
                <a:rPr lang="zh-CN" altLang="en-US" sz="1100">
                  <a:solidFill>
                    <a:srgbClr val="8C8C8C"/>
                  </a:solidFill>
                  <a:effectLst/>
                  <a:latin typeface="Courier New" panose="02070309020205020404" pitchFamily="49" charset="0"/>
                </a:rPr>
                <a:t>标题</a:t>
              </a:r>
              <a:br>
                <a:rPr lang="zh-CN" altLang="en-US" sz="1100">
                  <a:solidFill>
                    <a:srgbClr val="8C8C8C"/>
                  </a:solidFill>
                  <a:effectLst/>
                  <a:latin typeface="Courier New" panose="02070309020205020404" pitchFamily="49" charset="0"/>
                </a:rPr>
              </a:br>
              <a:r>
                <a:rPr lang="en-US" altLang="zh-CN" sz="1100">
                  <a:solidFill>
                    <a:srgbClr val="080808"/>
                  </a:solidFill>
                  <a:effectLst/>
                  <a:latin typeface="Fira Code" panose="020B0809050000020004" pitchFamily="49" charset="0"/>
                </a:rPr>
                <a:t>st.title(</a:t>
              </a:r>
              <a:r>
                <a:rPr lang="en-US" altLang="zh-CN" sz="1100">
                  <a:solidFill>
                    <a:srgbClr val="067D17"/>
                  </a:solidFill>
                  <a:effectLst/>
                  <a:latin typeface="Fira Code" panose="020B0809050000020004" pitchFamily="49" charset="0"/>
                </a:rPr>
                <a:t>"AI</a:t>
              </a:r>
              <a:r>
                <a:rPr lang="zh-CN" altLang="en-US" sz="1100">
                  <a:solidFill>
                    <a:srgbClr val="067D17"/>
                  </a:solidFill>
                  <a:effectLst/>
                  <a:latin typeface="Courier New" panose="02070309020205020404" pitchFamily="49" charset="0"/>
                </a:rPr>
                <a:t>智能伴侣</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br>
                <a:rPr lang="en-US" altLang="zh-CN" sz="1100">
                  <a:solidFill>
                    <a:srgbClr val="080808"/>
                  </a:solidFill>
                  <a:effectLst/>
                  <a:latin typeface="Fira Code" panose="020B0809050000020004" pitchFamily="49" charset="0"/>
                </a:rPr>
              </a:br>
              <a:r>
                <a:rPr lang="en-US" altLang="zh-CN" sz="1100">
                  <a:solidFill>
                    <a:srgbClr val="8C8C8C"/>
                  </a:solidFill>
                  <a:effectLst/>
                  <a:latin typeface="Fira Code" panose="020B0809050000020004" pitchFamily="49" charset="0"/>
                </a:rPr>
                <a:t># </a:t>
              </a:r>
              <a:r>
                <a:rPr lang="zh-CN" altLang="en-US" sz="1100">
                  <a:solidFill>
                    <a:srgbClr val="8C8C8C"/>
                  </a:solidFill>
                  <a:effectLst/>
                  <a:latin typeface="Courier New" panose="02070309020205020404" pitchFamily="49" charset="0"/>
                </a:rPr>
                <a:t>段落</a:t>
              </a:r>
              <a:br>
                <a:rPr lang="zh-CN" altLang="en-US" sz="1100">
                  <a:solidFill>
                    <a:srgbClr val="8C8C8C"/>
                  </a:solidFill>
                  <a:effectLst/>
                  <a:latin typeface="Courier New" panose="02070309020205020404" pitchFamily="49" charset="0"/>
                </a:rPr>
              </a:br>
              <a:r>
                <a:rPr lang="en-US" altLang="zh-CN" sz="1100">
                  <a:solidFill>
                    <a:srgbClr val="080808"/>
                  </a:solidFill>
                  <a:effectLst/>
                  <a:latin typeface="Fira Code" panose="020B0809050000020004" pitchFamily="49" charset="0"/>
                </a:rPr>
                <a:t>st.write(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布偶猫是一种源于美国的大型半长毛猫，以温顺黏人的</a:t>
              </a:r>
              <a:r>
                <a:rPr lang="zh-CN" altLang="en-US"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小狗猫</a:t>
              </a:r>
              <a:r>
                <a:rPr lang="zh-CN" altLang="en-US"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性格、湛蓝色的眼睛和松弛柔软的抱感著称，拥有重点色、手套色和双色等经典图案，需要定期梳毛并注意遗传性心脏病等健康问题，是理想的家庭陪伴宠物。</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br>
                <a:rPr lang="en-US" altLang="zh-CN" sz="1100">
                  <a:solidFill>
                    <a:srgbClr val="080808"/>
                  </a:solidFill>
                  <a:effectLst/>
                  <a:latin typeface="Fira Code" panose="020B0809050000020004" pitchFamily="49" charset="0"/>
                </a:rPr>
              </a:br>
              <a:r>
                <a:rPr lang="en-US" altLang="zh-CN" sz="1100">
                  <a:solidFill>
                    <a:srgbClr val="8C8C8C"/>
                  </a:solidFill>
                  <a:effectLst/>
                  <a:latin typeface="Fira Code" panose="020B0809050000020004" pitchFamily="49" charset="0"/>
                </a:rPr>
                <a:t># </a:t>
              </a:r>
              <a:r>
                <a:rPr lang="zh-CN" altLang="en-US" sz="1100">
                  <a:solidFill>
                    <a:srgbClr val="8C8C8C"/>
                  </a:solidFill>
                  <a:effectLst/>
                  <a:latin typeface="Courier New" panose="02070309020205020404" pitchFamily="49" charset="0"/>
                </a:rPr>
                <a:t>图片</a:t>
              </a:r>
              <a:br>
                <a:rPr lang="zh-CN" altLang="en-US" sz="1100">
                  <a:solidFill>
                    <a:srgbClr val="8C8C8C"/>
                  </a:solidFill>
                  <a:effectLst/>
                  <a:latin typeface="Courier New" panose="02070309020205020404" pitchFamily="49" charset="0"/>
                </a:rPr>
              </a:br>
              <a:r>
                <a:rPr lang="en-US" altLang="zh-CN" sz="1100">
                  <a:solidFill>
                    <a:srgbClr val="080808"/>
                  </a:solidFill>
                  <a:effectLst/>
                  <a:latin typeface="Fira Code" panose="020B0809050000020004" pitchFamily="49" charset="0"/>
                </a:rPr>
                <a:t>st.image(</a:t>
              </a:r>
              <a:r>
                <a:rPr lang="en-US" altLang="zh-CN" sz="1100">
                  <a:solidFill>
                    <a:srgbClr val="067D17"/>
                  </a:solidFill>
                  <a:effectLst/>
                  <a:latin typeface="Fira Code" panose="020B0809050000020004" pitchFamily="49" charset="0"/>
                </a:rPr>
                <a:t>"cat.jpg"</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br>
                <a:rPr lang="en-US" altLang="zh-CN" sz="1100">
                  <a:solidFill>
                    <a:srgbClr val="080808"/>
                  </a:solidFill>
                  <a:effectLst/>
                  <a:latin typeface="Fira Code" panose="020B0809050000020004" pitchFamily="49" charset="0"/>
                </a:rPr>
              </a:br>
              <a:r>
                <a:rPr lang="en-US" altLang="zh-CN" sz="1100">
                  <a:solidFill>
                    <a:srgbClr val="8C8C8C"/>
                  </a:solidFill>
                  <a:effectLst/>
                  <a:latin typeface="Fira Code" panose="020B0809050000020004" pitchFamily="49" charset="0"/>
                </a:rPr>
                <a:t># </a:t>
              </a:r>
              <a:r>
                <a:rPr lang="zh-CN" altLang="en-US" sz="1100">
                  <a:solidFill>
                    <a:srgbClr val="8C8C8C"/>
                  </a:solidFill>
                  <a:effectLst/>
                  <a:latin typeface="Courier New" panose="02070309020205020404" pitchFamily="49" charset="0"/>
                </a:rPr>
                <a:t>分隔线</a:t>
              </a:r>
              <a:br>
                <a:rPr lang="zh-CN" altLang="en-US" sz="1100">
                  <a:solidFill>
                    <a:srgbClr val="8C8C8C"/>
                  </a:solidFill>
                  <a:effectLst/>
                  <a:latin typeface="Courier New" panose="02070309020205020404" pitchFamily="49" charset="0"/>
                </a:rPr>
              </a:br>
              <a:r>
                <a:rPr lang="en-US" altLang="zh-CN" sz="1100">
                  <a:solidFill>
                    <a:srgbClr val="080808"/>
                  </a:solidFill>
                  <a:effectLst/>
                  <a:latin typeface="Fira Code" panose="020B0809050000020004" pitchFamily="49" charset="0"/>
                </a:rPr>
                <a:t>st.divider()</a:t>
              </a:r>
              <a:br>
                <a:rPr lang="en-US" altLang="zh-CN" sz="1100">
                  <a:solidFill>
                    <a:srgbClr val="080808"/>
                  </a:solidFill>
                  <a:effectLst/>
                  <a:latin typeface="Fira Code" panose="020B0809050000020004" pitchFamily="49" charset="0"/>
                </a:rPr>
              </a:br>
              <a:br>
                <a:rPr lang="en-US" altLang="zh-CN" sz="1100">
                  <a:solidFill>
                    <a:srgbClr val="080808"/>
                  </a:solidFill>
                  <a:effectLst/>
                  <a:latin typeface="Fira Code" panose="020B0809050000020004" pitchFamily="49" charset="0"/>
                </a:rPr>
              </a:br>
              <a:r>
                <a:rPr lang="en-US" altLang="zh-CN" sz="1100">
                  <a:solidFill>
                    <a:srgbClr val="8C8C8C"/>
                  </a:solidFill>
                  <a:effectLst/>
                  <a:latin typeface="Fira Code" panose="020B0809050000020004" pitchFamily="49" charset="0"/>
                </a:rPr>
                <a:t># </a:t>
              </a:r>
              <a:r>
                <a:rPr lang="zh-CN" altLang="en-US" sz="1100">
                  <a:solidFill>
                    <a:srgbClr val="8C8C8C"/>
                  </a:solidFill>
                  <a:effectLst/>
                  <a:latin typeface="Courier New" panose="02070309020205020404" pitchFamily="49" charset="0"/>
                </a:rPr>
                <a:t>表格</a:t>
              </a:r>
              <a:br>
                <a:rPr lang="zh-CN" altLang="en-US" sz="1100">
                  <a:solidFill>
                    <a:srgbClr val="8C8C8C"/>
                  </a:solidFill>
                  <a:effectLst/>
                  <a:latin typeface="Courier New" panose="02070309020205020404" pitchFamily="49" charset="0"/>
                </a:rPr>
              </a:br>
              <a:r>
                <a:rPr lang="en-US" altLang="zh-CN" sz="1100">
                  <a:solidFill>
                    <a:srgbClr val="080808"/>
                  </a:solidFill>
                  <a:effectLst/>
                  <a:latin typeface="Fira Code" panose="020B0809050000020004" pitchFamily="49" charset="0"/>
                </a:rPr>
                <a:t>data = {</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姓名</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王林</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李慕婉</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贝罗</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莫厉海</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石萧</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红蝶</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十三</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学号</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"20230001"</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"20230002"</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"20230003"</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"20230004"</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"20230005"</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"20230006"</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"20230007"</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语文</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80</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90</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85</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70</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95</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90</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85</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数学</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87</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92</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87</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81</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92</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69</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83</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英语</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90</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85</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90</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95</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80</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85</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90</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总分</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257</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267</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262</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241</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267</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244</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258</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st.table(data)</a:t>
              </a:r>
            </a:p>
          </p:txBody>
        </p:sp>
        <p:sp>
          <p:nvSpPr>
            <p:cNvPr id="6" name="矩形: 圆顶角 5">
              <a:extLst>
                <a:ext uri="{FF2B5EF4-FFF2-40B4-BE49-F238E27FC236}">
                  <a16:creationId xmlns:a16="http://schemas.microsoft.com/office/drawing/2014/main" id="{A4915488-F211-34C9-90BD-D7E9970A26C7}"/>
                </a:ext>
              </a:extLst>
            </p:cNvPr>
            <p:cNvSpPr/>
            <p:nvPr/>
          </p:nvSpPr>
          <p:spPr>
            <a:xfrm>
              <a:off x="2297719" y="3660322"/>
              <a:ext cx="7427028" cy="270190"/>
            </a:xfrm>
            <a:prstGeom prst="round2SameRect">
              <a:avLst>
                <a:gd name="adj1" fmla="val 22255"/>
                <a:gd name="adj2" fmla="val 0"/>
              </a:avLst>
            </a:prstGeom>
            <a:solidFill>
              <a:srgbClr val="BCBCBC"/>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ltLang="zh-CN"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endParaRPr>
            </a:p>
          </p:txBody>
        </p:sp>
        <p:sp>
          <p:nvSpPr>
            <p:cNvPr id="7" name="椭圆 6">
              <a:extLst>
                <a:ext uri="{FF2B5EF4-FFF2-40B4-BE49-F238E27FC236}">
                  <a16:creationId xmlns:a16="http://schemas.microsoft.com/office/drawing/2014/main" id="{888B2522-3E95-FEE7-8051-F26B80952604}"/>
                </a:ext>
              </a:extLst>
            </p:cNvPr>
            <p:cNvSpPr>
              <a:spLocks/>
            </p:cNvSpPr>
            <p:nvPr/>
          </p:nvSpPr>
          <p:spPr>
            <a:xfrm>
              <a:off x="2383302" y="3730461"/>
              <a:ext cx="121920" cy="101613"/>
            </a:xfrm>
            <a:prstGeom prst="ellipse">
              <a:avLst/>
            </a:prstGeom>
            <a:solidFill>
              <a:srgbClr val="FE5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FF46D8D0-72C9-958B-D6C2-4CB9F0FA7376}"/>
                </a:ext>
              </a:extLst>
            </p:cNvPr>
            <p:cNvSpPr>
              <a:spLocks/>
            </p:cNvSpPr>
            <p:nvPr/>
          </p:nvSpPr>
          <p:spPr>
            <a:xfrm>
              <a:off x="2798298" y="3733257"/>
              <a:ext cx="121920" cy="101613"/>
            </a:xfrm>
            <a:prstGeom prst="ellipse">
              <a:avLst/>
            </a:prstGeom>
            <a:solidFill>
              <a:srgbClr val="2FC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169C6C5D-83D4-E034-A867-A61180D63C0A}"/>
                </a:ext>
              </a:extLst>
            </p:cNvPr>
            <p:cNvSpPr/>
            <p:nvPr/>
          </p:nvSpPr>
          <p:spPr>
            <a:xfrm>
              <a:off x="2590800" y="3730461"/>
              <a:ext cx="121920" cy="101613"/>
            </a:xfrm>
            <a:prstGeom prst="ellipse">
              <a:avLst/>
            </a:prstGeom>
            <a:solidFill>
              <a:srgbClr val="FFC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515836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D9C32-FC82-EB3B-64D8-72CCEC0E20A4}"/>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DE08A1AD-8CF7-F726-FF51-895664DDC312}"/>
              </a:ext>
            </a:extLst>
          </p:cNvPr>
          <p:cNvSpPr>
            <a:spLocks noGrp="1"/>
          </p:cNvSpPr>
          <p:nvPr>
            <p:ph type="body" sz="quarter" idx="10"/>
          </p:nvPr>
        </p:nvSpPr>
        <p:spPr>
          <a:xfrm>
            <a:off x="4013735" y="1359878"/>
            <a:ext cx="7807204" cy="3962399"/>
          </a:xfrm>
        </p:spPr>
        <p:txBody>
          <a:bodyPr/>
          <a:lstStyle/>
          <a:p>
            <a:pPr marL="342900" indent="-342900">
              <a:buFont typeface="+mj-lt"/>
              <a:buAutoNum type="arabicPeriod"/>
            </a:pPr>
            <a:r>
              <a:rPr lang="zh-CN" altLang="en-US"/>
              <a:t>什么是</a:t>
            </a:r>
            <a:r>
              <a:rPr lang="en-US" altLang="zh-CN"/>
              <a:t>Streamlit?</a:t>
            </a:r>
          </a:p>
          <a:p>
            <a:pPr marL="612000" lvl="1" indent="-285750">
              <a:lnSpc>
                <a:spcPct val="150000"/>
              </a:lnSpc>
              <a:spcBef>
                <a:spcPts val="600"/>
              </a:spcBef>
            </a:pPr>
            <a:r>
              <a:rPr lang="en-US" altLang="zh-CN" sz="1600"/>
              <a:t>Streamlit</a:t>
            </a:r>
            <a:r>
              <a:rPr lang="zh-CN" altLang="en-US" sz="1600"/>
              <a:t>是一个用于快速基于</a:t>
            </a:r>
            <a:r>
              <a:rPr lang="en-US" altLang="zh-CN" sz="1600"/>
              <a:t>python</a:t>
            </a:r>
            <a:r>
              <a:rPr lang="zh-CN" altLang="en-US" sz="1600"/>
              <a:t>代码构建</a:t>
            </a:r>
            <a:r>
              <a:rPr lang="en-US" altLang="zh-CN" sz="1600"/>
              <a:t>web</a:t>
            </a:r>
            <a:r>
              <a:rPr lang="zh-CN" altLang="en-US" sz="1600"/>
              <a:t>网页的</a:t>
            </a:r>
            <a:r>
              <a:rPr lang="en-US" altLang="zh-CN" sz="1600"/>
              <a:t>python</a:t>
            </a:r>
            <a:r>
              <a:rPr lang="zh-CN" altLang="en-US" sz="1600"/>
              <a:t>库</a:t>
            </a:r>
            <a:r>
              <a:rPr lang="en-US" altLang="zh-CN" sz="1600"/>
              <a:t>(</a:t>
            </a:r>
            <a:r>
              <a:rPr lang="zh-CN" altLang="en-US" sz="1600"/>
              <a:t>数据科学及机器学习领域</a:t>
            </a:r>
            <a:r>
              <a:rPr lang="en-US" altLang="zh-CN" sz="1600"/>
              <a:t>)</a:t>
            </a:r>
          </a:p>
          <a:p>
            <a:pPr marL="342900" indent="-342900">
              <a:buFont typeface="+mj-lt"/>
              <a:buAutoNum type="arabicPeriod"/>
            </a:pPr>
            <a:r>
              <a:rPr lang="en-US" altLang="zh-CN"/>
              <a:t>Streamlit</a:t>
            </a:r>
            <a:r>
              <a:rPr lang="zh-CN" altLang="en-US"/>
              <a:t>的使用步骤</a:t>
            </a:r>
            <a:r>
              <a:rPr lang="en-US" altLang="zh-CN"/>
              <a:t>?</a:t>
            </a:r>
          </a:p>
          <a:p>
            <a:pPr marL="612000" lvl="1" indent="-285750">
              <a:lnSpc>
                <a:spcPct val="150000"/>
              </a:lnSpc>
              <a:spcBef>
                <a:spcPts val="600"/>
              </a:spcBef>
            </a:pPr>
            <a:r>
              <a:rPr lang="zh-CN" altLang="en-US" sz="1600"/>
              <a:t>安装（</a:t>
            </a:r>
            <a:r>
              <a:rPr lang="en-US" altLang="zh-CN" sz="1600"/>
              <a:t>pip install streamlit</a:t>
            </a:r>
            <a:r>
              <a:rPr lang="zh-CN" altLang="en-US" sz="1600"/>
              <a:t>）</a:t>
            </a:r>
            <a:endParaRPr lang="en-US" altLang="zh-CN" sz="1600"/>
          </a:p>
          <a:p>
            <a:pPr marL="612000" lvl="1" indent="-285750">
              <a:lnSpc>
                <a:spcPct val="150000"/>
              </a:lnSpc>
              <a:spcBef>
                <a:spcPts val="600"/>
              </a:spcBef>
            </a:pPr>
            <a:r>
              <a:rPr lang="zh-CN" altLang="en-US" sz="1600"/>
              <a:t>基于</a:t>
            </a:r>
            <a:r>
              <a:rPr lang="en-US" altLang="zh-CN" sz="1600"/>
              <a:t>streamlit</a:t>
            </a:r>
            <a:r>
              <a:rPr lang="zh-CN" altLang="en-US" sz="1600"/>
              <a:t>中的</a:t>
            </a:r>
            <a:r>
              <a:rPr lang="en-US" altLang="zh-CN" sz="1600"/>
              <a:t>api</a:t>
            </a:r>
            <a:r>
              <a:rPr lang="zh-CN" altLang="en-US" sz="1600"/>
              <a:t>构建页面</a:t>
            </a:r>
            <a:endParaRPr lang="en-US" altLang="zh-CN" sz="1600"/>
          </a:p>
          <a:p>
            <a:pPr marL="612000" lvl="1" indent="-285750">
              <a:lnSpc>
                <a:spcPct val="150000"/>
              </a:lnSpc>
              <a:spcBef>
                <a:spcPts val="600"/>
              </a:spcBef>
            </a:pPr>
            <a:r>
              <a:rPr lang="zh-CN" altLang="en-US" sz="1600"/>
              <a:t>运行（</a:t>
            </a:r>
            <a:r>
              <a:rPr lang="en-US" altLang="zh-CN" sz="1600"/>
              <a:t>streamlit run xxx.py</a:t>
            </a:r>
            <a:r>
              <a:rPr lang="zh-CN" altLang="en-US" sz="1600"/>
              <a:t>）</a:t>
            </a:r>
          </a:p>
        </p:txBody>
      </p:sp>
    </p:spTree>
    <p:extLst>
      <p:ext uri="{BB962C8B-B14F-4D97-AF65-F5344CB8AC3E}">
        <p14:creationId xmlns:p14="http://schemas.microsoft.com/office/powerpoint/2010/main" val="127118145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2" dur="500"/>
                                        <p:tgtEl>
                                          <p:spTgt spid="2">
                                            <p:txEl>
                                              <p:pRg st="3" end="3"/>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5" dur="500"/>
                                        <p:tgtEl>
                                          <p:spTgt spid="2">
                                            <p:txEl>
                                              <p:pRg st="4" end="4"/>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8"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E9029-8008-596B-1F49-28D5A5884EBD}"/>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8CBF552C-45FE-B77C-477C-AE6DB3776EF5}"/>
              </a:ext>
            </a:extLst>
          </p:cNvPr>
          <p:cNvSpPr>
            <a:spLocks noGrp="1"/>
          </p:cNvSpPr>
          <p:nvPr>
            <p:ph type="body" sz="quarter" idx="11"/>
          </p:nvPr>
        </p:nvSpPr>
        <p:spPr/>
        <p:txBody>
          <a:bodyPr/>
          <a:lstStyle/>
          <a:p>
            <a:r>
              <a:rPr lang="en-US" altLang="zh-CN"/>
              <a:t>AI</a:t>
            </a:r>
            <a:r>
              <a:rPr lang="zh-CN" altLang="en-US"/>
              <a:t>应用</a:t>
            </a:r>
            <a:r>
              <a:rPr lang="en-US" altLang="zh-CN"/>
              <a:t>-</a:t>
            </a:r>
            <a:r>
              <a:rPr lang="zh-CN" altLang="en-US"/>
              <a:t>实战</a:t>
            </a:r>
          </a:p>
        </p:txBody>
      </p:sp>
      <p:sp>
        <p:nvSpPr>
          <p:cNvPr id="3" name="文本占位符 2">
            <a:extLst>
              <a:ext uri="{FF2B5EF4-FFF2-40B4-BE49-F238E27FC236}">
                <a16:creationId xmlns:a16="http://schemas.microsoft.com/office/drawing/2014/main" id="{EBDE5BDC-CBFD-272D-0D59-7DFB176ED6B7}"/>
              </a:ext>
            </a:extLst>
          </p:cNvPr>
          <p:cNvSpPr>
            <a:spLocks noGrp="1"/>
          </p:cNvSpPr>
          <p:nvPr>
            <p:ph type="body" sz="quarter" idx="10"/>
          </p:nvPr>
        </p:nvSpPr>
        <p:spPr/>
        <p:txBody>
          <a:bodyPr/>
          <a:lstStyle/>
          <a:p>
            <a:r>
              <a:rPr lang="en-US" altLang="zh-CN">
                <a:latin typeface="+mn-lt"/>
              </a:rPr>
              <a:t>Streamlit</a:t>
            </a:r>
          </a:p>
          <a:p>
            <a:r>
              <a:rPr lang="en-US" altLang="zh-CN">
                <a:latin typeface="+mn-lt"/>
              </a:rPr>
              <a:t>AI</a:t>
            </a:r>
            <a:r>
              <a:rPr lang="zh-CN" altLang="en-US">
                <a:latin typeface="+mn-lt"/>
              </a:rPr>
              <a:t>智能伴侣</a:t>
            </a:r>
            <a:r>
              <a:rPr lang="en-US" altLang="zh-CN">
                <a:latin typeface="+mn-lt"/>
              </a:rPr>
              <a:t>-</a:t>
            </a:r>
            <a:r>
              <a:rPr lang="zh-CN" altLang="en-US">
                <a:latin typeface="+mn-lt"/>
              </a:rPr>
              <a:t>基本交互</a:t>
            </a:r>
            <a:endParaRPr lang="en-US" altLang="zh-CN">
              <a:latin typeface="+mn-lt"/>
            </a:endParaRPr>
          </a:p>
          <a:p>
            <a:r>
              <a:rPr lang="en-US" altLang="zh-CN"/>
              <a:t>AI</a:t>
            </a:r>
            <a:r>
              <a:rPr lang="zh-CN" altLang="en-US"/>
              <a:t>智能伴侣</a:t>
            </a:r>
            <a:r>
              <a:rPr kumimoji="0" lang="en-US" altLang="zh-CN" sz="1800" b="0" i="0" u="none" strike="noStrike" kern="1200" cap="none" spc="0" normalizeH="0" baseline="0" noProof="0">
                <a:ln>
                  <a:noFill/>
                </a:ln>
                <a:solidFill>
                  <a:srgbClr val="363C3B"/>
                </a:solidFill>
                <a:effectLst/>
                <a:uLnTx/>
                <a:uFillTx/>
                <a:latin typeface="Source Code Pro"/>
                <a:ea typeface="阿里巴巴普惠体"/>
                <a:cs typeface="阿里巴巴普惠体 Medium" panose="00020600040101010101" pitchFamily="18" charset="-122"/>
              </a:rPr>
              <a:t>-</a:t>
            </a:r>
            <a:r>
              <a:rPr lang="zh-CN" altLang="en-US"/>
              <a:t>会话记忆</a:t>
            </a:r>
            <a:endParaRPr lang="en-US" altLang="zh-CN"/>
          </a:p>
          <a:p>
            <a:r>
              <a:rPr lang="en-US" altLang="zh-CN">
                <a:latin typeface="+mn-lt"/>
              </a:rPr>
              <a:t>AI</a:t>
            </a:r>
            <a:r>
              <a:rPr lang="zh-CN" altLang="en-US">
                <a:latin typeface="+mn-lt"/>
              </a:rPr>
              <a:t>智能伴侣</a:t>
            </a:r>
            <a:r>
              <a:rPr lang="en-US" altLang="zh-CN">
                <a:latin typeface="+mn-lt"/>
              </a:rPr>
              <a:t>-</a:t>
            </a:r>
            <a:r>
              <a:rPr lang="zh-CN" altLang="en-US">
                <a:latin typeface="+mn-lt"/>
              </a:rPr>
              <a:t>侧边栏功能</a:t>
            </a:r>
          </a:p>
        </p:txBody>
      </p:sp>
      <p:sp>
        <p:nvSpPr>
          <p:cNvPr id="5" name="文本占位符 4">
            <a:extLst>
              <a:ext uri="{FF2B5EF4-FFF2-40B4-BE49-F238E27FC236}">
                <a16:creationId xmlns:a16="http://schemas.microsoft.com/office/drawing/2014/main" id="{3E979728-7724-F00C-F121-0854A5DA6B38}"/>
              </a:ext>
            </a:extLst>
          </p:cNvPr>
          <p:cNvSpPr>
            <a:spLocks noGrp="1"/>
          </p:cNvSpPr>
          <p:nvPr>
            <p:ph type="body" sz="quarter" idx="14"/>
          </p:nvPr>
        </p:nvSpPr>
        <p:spPr/>
        <p:txBody>
          <a:bodyPr/>
          <a:lstStyle/>
          <a:p>
            <a:r>
              <a:rPr lang="en-US" altLang="zh-CN"/>
              <a:t>2</a:t>
            </a:r>
            <a:endParaRPr lang="zh-CN" altLang="en-US"/>
          </a:p>
        </p:txBody>
      </p:sp>
    </p:spTree>
    <p:extLst>
      <p:ext uri="{BB962C8B-B14F-4D97-AF65-F5344CB8AC3E}">
        <p14:creationId xmlns:p14="http://schemas.microsoft.com/office/powerpoint/2010/main" val="3059753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 fill="hold"/>
                                        <p:tgtEl>
                                          <p:spTgt spid="3">
                                            <p:txEl>
                                              <p:pRg st="1" end="1"/>
                                            </p:txEl>
                                          </p:spTgt>
                                        </p:tgtEl>
                                        <p:attrNameLst>
                                          <p:attrName>style.color</p:attrName>
                                        </p:attrNameLst>
                                      </p:cBhvr>
                                      <p:to>
                                        <a:srgbClr val="C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91C94-399B-6CAC-D14D-FFF190FEE131}"/>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822E04A-5994-0A23-7299-C0B45244C665}"/>
              </a:ext>
            </a:extLst>
          </p:cNvPr>
          <p:cNvSpPr>
            <a:spLocks noGrp="1"/>
          </p:cNvSpPr>
          <p:nvPr>
            <p:ph type="title"/>
          </p:nvPr>
        </p:nvSpPr>
        <p:spPr/>
        <p:txBody>
          <a:bodyPr/>
          <a:lstStyle/>
          <a:p>
            <a:r>
              <a:rPr lang="en-US" altLang="zh-CN"/>
              <a:t>AI</a:t>
            </a:r>
            <a:r>
              <a:rPr lang="zh-CN" altLang="en-US"/>
              <a:t>智能伴侣</a:t>
            </a:r>
            <a:r>
              <a:rPr lang="en-US" altLang="zh-CN"/>
              <a:t>-</a:t>
            </a:r>
            <a:r>
              <a:rPr lang="zh-CN" altLang="en-US"/>
              <a:t>基本布局</a:t>
            </a:r>
            <a:r>
              <a:rPr lang="en-US" altLang="zh-CN"/>
              <a:t>&amp;</a:t>
            </a:r>
            <a:r>
              <a:rPr lang="zh-CN" altLang="en-US"/>
              <a:t>交互</a:t>
            </a:r>
          </a:p>
        </p:txBody>
      </p:sp>
      <p:pic>
        <p:nvPicPr>
          <p:cNvPr id="2" name="图片 1" descr="图片包含 图形用户界面&#10;&#10;AI 生成的内容可能不正确。">
            <a:extLst>
              <a:ext uri="{FF2B5EF4-FFF2-40B4-BE49-F238E27FC236}">
                <a16:creationId xmlns:a16="http://schemas.microsoft.com/office/drawing/2014/main" id="{36625B39-6BB9-5D5F-2393-05412CFD580B}"/>
              </a:ext>
            </a:extLst>
          </p:cNvPr>
          <p:cNvPicPr>
            <a:picLocks noChangeAspect="1"/>
          </p:cNvPicPr>
          <p:nvPr/>
        </p:nvPicPr>
        <p:blipFill>
          <a:blip r:embed="rId2"/>
          <a:stretch>
            <a:fillRect/>
          </a:stretch>
        </p:blipFill>
        <p:spPr>
          <a:xfrm>
            <a:off x="690571" y="880354"/>
            <a:ext cx="10368369" cy="5832207"/>
          </a:xfrm>
          <a:prstGeom prst="roundRect">
            <a:avLst>
              <a:gd name="adj" fmla="val 1216"/>
            </a:avLst>
          </a:prstGeom>
        </p:spPr>
      </p:pic>
      <p:sp>
        <p:nvSpPr>
          <p:cNvPr id="3" name="矩形: 圆角 2">
            <a:extLst>
              <a:ext uri="{FF2B5EF4-FFF2-40B4-BE49-F238E27FC236}">
                <a16:creationId xmlns:a16="http://schemas.microsoft.com/office/drawing/2014/main" id="{BF2009A2-E037-C965-B6F1-2A927C3D0B75}"/>
              </a:ext>
            </a:extLst>
          </p:cNvPr>
          <p:cNvSpPr/>
          <p:nvPr/>
        </p:nvSpPr>
        <p:spPr>
          <a:xfrm>
            <a:off x="2663687" y="927652"/>
            <a:ext cx="8342243" cy="5731565"/>
          </a:xfrm>
          <a:prstGeom prst="roundRect">
            <a:avLst>
              <a:gd name="adj" fmla="val 829"/>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0834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EBFB1-5877-D8C3-102E-7A2B9CB2435A}"/>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688803AF-2936-4928-63FE-798E1B303CAC}"/>
              </a:ext>
            </a:extLst>
          </p:cNvPr>
          <p:cNvSpPr>
            <a:spLocks noGrp="1"/>
          </p:cNvSpPr>
          <p:nvPr>
            <p:ph type="body" sz="quarter" idx="11"/>
          </p:nvPr>
        </p:nvSpPr>
        <p:spPr/>
        <p:txBody>
          <a:bodyPr/>
          <a:lstStyle/>
          <a:p>
            <a:r>
              <a:rPr lang="en-US" altLang="zh-CN"/>
              <a:t>AI</a:t>
            </a:r>
            <a:r>
              <a:rPr lang="zh-CN" altLang="en-US"/>
              <a:t>应用</a:t>
            </a:r>
            <a:r>
              <a:rPr lang="en-US" altLang="zh-CN"/>
              <a:t>-</a:t>
            </a:r>
            <a:r>
              <a:rPr lang="zh-CN" altLang="en-US"/>
              <a:t>实战</a:t>
            </a:r>
          </a:p>
        </p:txBody>
      </p:sp>
      <p:sp>
        <p:nvSpPr>
          <p:cNvPr id="3" name="文本占位符 2">
            <a:extLst>
              <a:ext uri="{FF2B5EF4-FFF2-40B4-BE49-F238E27FC236}">
                <a16:creationId xmlns:a16="http://schemas.microsoft.com/office/drawing/2014/main" id="{7537BFB5-AD85-B573-D61C-DAE3C92E1A13}"/>
              </a:ext>
            </a:extLst>
          </p:cNvPr>
          <p:cNvSpPr>
            <a:spLocks noGrp="1"/>
          </p:cNvSpPr>
          <p:nvPr>
            <p:ph type="body" sz="quarter" idx="10"/>
          </p:nvPr>
        </p:nvSpPr>
        <p:spPr/>
        <p:txBody>
          <a:bodyPr/>
          <a:lstStyle/>
          <a:p>
            <a:r>
              <a:rPr lang="en-US" altLang="zh-CN">
                <a:latin typeface="+mn-lt"/>
              </a:rPr>
              <a:t>Streamlit</a:t>
            </a:r>
          </a:p>
          <a:p>
            <a:r>
              <a:rPr lang="en-US" altLang="zh-CN">
                <a:latin typeface="+mn-lt"/>
              </a:rPr>
              <a:t>AI</a:t>
            </a:r>
            <a:r>
              <a:rPr lang="zh-CN" altLang="en-US">
                <a:latin typeface="+mn-lt"/>
              </a:rPr>
              <a:t>智能伴侣</a:t>
            </a:r>
            <a:r>
              <a:rPr lang="en-US" altLang="zh-CN">
                <a:latin typeface="+mn-lt"/>
              </a:rPr>
              <a:t>-</a:t>
            </a:r>
            <a:r>
              <a:rPr lang="zh-CN" altLang="en-US">
                <a:latin typeface="+mn-lt"/>
              </a:rPr>
              <a:t>基本交互</a:t>
            </a:r>
            <a:endParaRPr lang="en-US" altLang="zh-CN">
              <a:latin typeface="+mn-lt"/>
            </a:endParaRPr>
          </a:p>
          <a:p>
            <a:r>
              <a:rPr lang="en-US" altLang="zh-CN">
                <a:solidFill>
                  <a:srgbClr val="C00000"/>
                </a:solidFill>
                <a:latin typeface="+mn-lt"/>
              </a:rPr>
              <a:t>AI</a:t>
            </a:r>
            <a:r>
              <a:rPr lang="zh-CN" altLang="en-US">
                <a:solidFill>
                  <a:srgbClr val="C00000"/>
                </a:solidFill>
                <a:latin typeface="+mn-lt"/>
              </a:rPr>
              <a:t>智能伴侣</a:t>
            </a:r>
            <a:r>
              <a:rPr kumimoji="0" lang="en-US" altLang="zh-CN" sz="1800" b="0" i="0" u="none" strike="noStrike" kern="1200" cap="none" spc="0" normalizeH="0" baseline="0" noProof="0">
                <a:ln>
                  <a:noFill/>
                </a:ln>
                <a:solidFill>
                  <a:srgbClr val="C00000"/>
                </a:solidFill>
                <a:effectLst/>
                <a:uLnTx/>
                <a:uFillTx/>
                <a:latin typeface="+mn-lt"/>
                <a:ea typeface="阿里巴巴普惠体"/>
                <a:cs typeface="阿里巴巴普惠体 Medium" panose="00020600040101010101" pitchFamily="18" charset="-122"/>
              </a:rPr>
              <a:t>-</a:t>
            </a:r>
            <a:r>
              <a:rPr lang="zh-CN" altLang="en-US">
                <a:solidFill>
                  <a:srgbClr val="C00000"/>
                </a:solidFill>
                <a:latin typeface="+mn-lt"/>
              </a:rPr>
              <a:t>会话记忆</a:t>
            </a:r>
            <a:endParaRPr lang="en-US" altLang="zh-CN">
              <a:solidFill>
                <a:srgbClr val="C00000"/>
              </a:solidFill>
              <a:latin typeface="+mn-lt"/>
            </a:endParaRPr>
          </a:p>
          <a:p>
            <a:r>
              <a:rPr lang="en-US" altLang="zh-CN">
                <a:latin typeface="+mn-lt"/>
              </a:rPr>
              <a:t>AI</a:t>
            </a:r>
            <a:r>
              <a:rPr lang="zh-CN" altLang="en-US">
                <a:latin typeface="+mn-lt"/>
              </a:rPr>
              <a:t>智能伴侣</a:t>
            </a:r>
            <a:r>
              <a:rPr lang="en-US" altLang="zh-CN">
                <a:latin typeface="+mn-lt"/>
              </a:rPr>
              <a:t>-</a:t>
            </a:r>
            <a:r>
              <a:rPr lang="zh-CN" altLang="en-US">
                <a:latin typeface="+mn-lt"/>
              </a:rPr>
              <a:t>侧边栏功能</a:t>
            </a:r>
          </a:p>
        </p:txBody>
      </p:sp>
      <p:sp>
        <p:nvSpPr>
          <p:cNvPr id="5" name="文本占位符 4">
            <a:extLst>
              <a:ext uri="{FF2B5EF4-FFF2-40B4-BE49-F238E27FC236}">
                <a16:creationId xmlns:a16="http://schemas.microsoft.com/office/drawing/2014/main" id="{A7A0F91F-A8A2-2403-4E2D-36674AC3D84F}"/>
              </a:ext>
            </a:extLst>
          </p:cNvPr>
          <p:cNvSpPr>
            <a:spLocks noGrp="1"/>
          </p:cNvSpPr>
          <p:nvPr>
            <p:ph type="body" sz="quarter" idx="14"/>
          </p:nvPr>
        </p:nvSpPr>
        <p:spPr/>
        <p:txBody>
          <a:bodyPr/>
          <a:lstStyle/>
          <a:p>
            <a:r>
              <a:rPr lang="en-US" altLang="zh-CN"/>
              <a:t>2</a:t>
            </a:r>
            <a:endParaRPr lang="zh-CN" altLang="en-US"/>
          </a:p>
        </p:txBody>
      </p:sp>
    </p:spTree>
    <p:extLst>
      <p:ext uri="{BB962C8B-B14F-4D97-AF65-F5344CB8AC3E}">
        <p14:creationId xmlns:p14="http://schemas.microsoft.com/office/powerpoint/2010/main" val="8877392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78041-F6F1-AC8A-5E04-33E439E570E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E7FBFA7-879A-1052-15F5-CAFF5D4F4FFF}"/>
              </a:ext>
            </a:extLst>
          </p:cNvPr>
          <p:cNvSpPr>
            <a:spLocks noGrp="1"/>
          </p:cNvSpPr>
          <p:nvPr>
            <p:ph type="title"/>
          </p:nvPr>
        </p:nvSpPr>
        <p:spPr/>
        <p:txBody>
          <a:bodyPr/>
          <a:lstStyle/>
          <a:p>
            <a:r>
              <a:rPr lang="zh-CN" altLang="en-US"/>
              <a:t>会话记忆</a:t>
            </a:r>
            <a:r>
              <a:rPr lang="en-US" altLang="zh-CN"/>
              <a:t>-</a:t>
            </a:r>
            <a:r>
              <a:rPr lang="zh-CN" altLang="en-US"/>
              <a:t>现状</a:t>
            </a:r>
          </a:p>
        </p:txBody>
      </p:sp>
      <p:sp>
        <p:nvSpPr>
          <p:cNvPr id="6" name="矩形: 圆角 5">
            <a:extLst>
              <a:ext uri="{FF2B5EF4-FFF2-40B4-BE49-F238E27FC236}">
                <a16:creationId xmlns:a16="http://schemas.microsoft.com/office/drawing/2014/main" id="{49CB6781-BC8C-E5AE-4AD0-AB6E1DCA8455}"/>
              </a:ext>
            </a:extLst>
          </p:cNvPr>
          <p:cNvSpPr/>
          <p:nvPr/>
        </p:nvSpPr>
        <p:spPr>
          <a:xfrm>
            <a:off x="2946399" y="916286"/>
            <a:ext cx="8771467" cy="1143287"/>
          </a:xfrm>
          <a:prstGeom prst="roundRect">
            <a:avLst>
              <a:gd name="adj" fmla="val 10704"/>
            </a:avLst>
          </a:prstGeom>
          <a:solidFill>
            <a:srgbClr val="00B0F0">
              <a:alpha val="10196"/>
            </a:srgbClr>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buFont typeface="Arial" panose="020B0604020202020204" pitchFamily="34" charset="0"/>
              <a:buNone/>
            </a:pPr>
            <a:r>
              <a:rPr lang="en-US" altLang="zh-CN" sz="1050">
                <a:solidFill>
                  <a:srgbClr val="A31515"/>
                </a:solidFill>
              </a:rPr>
              <a:t>"messages"</a:t>
            </a:r>
            <a:r>
              <a:rPr lang="en-US" altLang="zh-CN" sz="1050">
                <a:solidFill>
                  <a:srgbClr val="000000"/>
                </a:solidFill>
              </a:rPr>
              <a:t>: [</a:t>
            </a:r>
          </a:p>
          <a:p>
            <a:pPr>
              <a:lnSpc>
                <a:spcPct val="150000"/>
              </a:lnSpc>
              <a:buFont typeface="Arial" panose="020B0604020202020204" pitchFamily="34" charset="0"/>
              <a:buNone/>
            </a:pPr>
            <a:r>
              <a:rPr lang="en-US" altLang="zh-CN" sz="1050">
                <a:solidFill>
                  <a:srgbClr val="000000"/>
                </a:solidFill>
              </a:rPr>
              <a:t>   { </a:t>
            </a:r>
            <a:r>
              <a:rPr lang="en-US" altLang="zh-CN" sz="1050">
                <a:solidFill>
                  <a:srgbClr val="A31515"/>
                </a:solidFill>
              </a:rPr>
              <a:t>"role"</a:t>
            </a:r>
            <a:r>
              <a:rPr lang="en-US" altLang="zh-CN" sz="1050">
                <a:solidFill>
                  <a:srgbClr val="000000"/>
                </a:solidFill>
              </a:rPr>
              <a:t>: </a:t>
            </a:r>
            <a:r>
              <a:rPr lang="en-US" altLang="zh-CN" sz="1050">
                <a:solidFill>
                  <a:srgbClr val="0451A5"/>
                </a:solidFill>
              </a:rPr>
              <a:t>"system"</a:t>
            </a:r>
            <a:r>
              <a:rPr lang="en-US" altLang="zh-CN" sz="1050">
                <a:solidFill>
                  <a:srgbClr val="000000"/>
                </a:solidFill>
              </a:rPr>
              <a:t>, </a:t>
            </a:r>
            <a:r>
              <a:rPr lang="en-US" altLang="zh-CN" sz="1050">
                <a:solidFill>
                  <a:srgbClr val="A31515"/>
                </a:solidFill>
              </a:rPr>
              <a:t>"content"</a:t>
            </a:r>
            <a:r>
              <a:rPr lang="en-US" altLang="zh-CN" sz="1050">
                <a:solidFill>
                  <a:srgbClr val="000000"/>
                </a:solidFill>
              </a:rPr>
              <a:t>: </a:t>
            </a:r>
            <a:r>
              <a:rPr lang="en-US" altLang="zh-CN" sz="1050">
                <a:solidFill>
                  <a:srgbClr val="0451A5"/>
                </a:solidFill>
              </a:rPr>
              <a:t>"</a:t>
            </a:r>
            <a:r>
              <a:rPr lang="zh-CN" altLang="en-US" sz="1050">
                <a:solidFill>
                  <a:srgbClr val="0451A5"/>
                </a:solidFill>
              </a:rPr>
              <a:t>你是一名可爱的</a:t>
            </a:r>
            <a:r>
              <a:rPr lang="en-US" altLang="zh-CN" sz="1050">
                <a:solidFill>
                  <a:srgbClr val="0451A5"/>
                </a:solidFill>
              </a:rPr>
              <a:t>AI</a:t>
            </a:r>
            <a:r>
              <a:rPr lang="zh-CN" altLang="en-US" sz="1050">
                <a:solidFill>
                  <a:srgbClr val="0451A5"/>
                </a:solidFill>
              </a:rPr>
              <a:t>助手</a:t>
            </a:r>
            <a:r>
              <a:rPr lang="en-US" altLang="zh-CN" sz="1050">
                <a:solidFill>
                  <a:srgbClr val="0451A5"/>
                </a:solidFill>
              </a:rPr>
              <a:t>, </a:t>
            </a:r>
            <a:r>
              <a:rPr lang="zh-CN" altLang="en-US" sz="1050">
                <a:solidFill>
                  <a:srgbClr val="0451A5"/>
                </a:solidFill>
              </a:rPr>
              <a:t>你的名字叫小甜甜</a:t>
            </a:r>
            <a:r>
              <a:rPr lang="en-US" altLang="zh-CN" sz="1050">
                <a:solidFill>
                  <a:srgbClr val="0451A5"/>
                </a:solidFill>
              </a:rPr>
              <a:t>, </a:t>
            </a:r>
            <a:r>
              <a:rPr lang="zh-CN" altLang="en-US" sz="1050">
                <a:solidFill>
                  <a:srgbClr val="0451A5"/>
                </a:solidFill>
              </a:rPr>
              <a:t>请以亲切、可爱语气来回答用户的问题</a:t>
            </a:r>
            <a:r>
              <a:rPr lang="en-US" altLang="zh-CN" sz="1050">
                <a:solidFill>
                  <a:srgbClr val="0451A5"/>
                </a:solidFill>
              </a:rPr>
              <a:t>"</a:t>
            </a:r>
            <a:r>
              <a:rPr lang="zh-CN" altLang="en-US" sz="1050">
                <a:solidFill>
                  <a:srgbClr val="000000"/>
                </a:solidFill>
              </a:rPr>
              <a:t> </a:t>
            </a:r>
            <a:r>
              <a:rPr lang="en-US" altLang="zh-CN" sz="1050">
                <a:solidFill>
                  <a:srgbClr val="000000"/>
                </a:solidFill>
              </a:rPr>
              <a:t>},</a:t>
            </a:r>
          </a:p>
          <a:p>
            <a:pPr>
              <a:lnSpc>
                <a:spcPct val="150000"/>
              </a:lnSpc>
              <a:buNone/>
            </a:pPr>
            <a:r>
              <a:rPr lang="en-US" altLang="zh-CN" sz="1050">
                <a:solidFill>
                  <a:srgbClr val="000000"/>
                </a:solidFill>
              </a:rPr>
              <a:t>   { </a:t>
            </a:r>
            <a:r>
              <a:rPr lang="en-US" altLang="zh-CN" sz="1050">
                <a:solidFill>
                  <a:srgbClr val="A31515"/>
                </a:solidFill>
              </a:rPr>
              <a:t>"role"</a:t>
            </a:r>
            <a:r>
              <a:rPr lang="en-US" altLang="zh-CN" sz="1050">
                <a:solidFill>
                  <a:srgbClr val="000000"/>
                </a:solidFill>
              </a:rPr>
              <a:t>: </a:t>
            </a:r>
            <a:r>
              <a:rPr lang="en-US" altLang="zh-CN" sz="1050">
                <a:solidFill>
                  <a:srgbClr val="0451A5"/>
                </a:solidFill>
              </a:rPr>
              <a:t>"user"</a:t>
            </a:r>
            <a:r>
              <a:rPr lang="en-US" altLang="zh-CN" sz="1050">
                <a:solidFill>
                  <a:srgbClr val="000000"/>
                </a:solidFill>
              </a:rPr>
              <a:t>, </a:t>
            </a:r>
            <a:r>
              <a:rPr lang="en-US" altLang="zh-CN" sz="1050">
                <a:solidFill>
                  <a:srgbClr val="A31515"/>
                </a:solidFill>
              </a:rPr>
              <a:t>"content"</a:t>
            </a:r>
            <a:r>
              <a:rPr lang="en-US" altLang="zh-CN" sz="1050">
                <a:solidFill>
                  <a:srgbClr val="000000"/>
                </a:solidFill>
              </a:rPr>
              <a:t>: </a:t>
            </a:r>
            <a:r>
              <a:rPr lang="en-US" altLang="zh-CN" sz="1050">
                <a:solidFill>
                  <a:srgbClr val="0451A5"/>
                </a:solidFill>
              </a:rPr>
              <a:t>"</a:t>
            </a:r>
            <a:r>
              <a:rPr lang="en-US" altLang="zh-CN" sz="1050" b="0">
                <a:solidFill>
                  <a:srgbClr val="0451A5"/>
                </a:solidFill>
                <a:effectLst/>
                <a:latin typeface="Consolas" panose="020B0609020204030204" pitchFamily="49" charset="0"/>
              </a:rPr>
              <a:t>12</a:t>
            </a:r>
            <a:r>
              <a:rPr lang="zh-CN" altLang="en-US" sz="1050" b="0">
                <a:solidFill>
                  <a:srgbClr val="0451A5"/>
                </a:solidFill>
                <a:effectLst/>
                <a:latin typeface="Consolas" panose="020B0609020204030204" pitchFamily="49" charset="0"/>
              </a:rPr>
              <a:t>个苹果</a:t>
            </a:r>
            <a:r>
              <a:rPr lang="en-US" altLang="zh-CN" sz="1050" b="0">
                <a:solidFill>
                  <a:srgbClr val="0451A5"/>
                </a:solidFill>
                <a:effectLst/>
                <a:latin typeface="Consolas" panose="020B0609020204030204" pitchFamily="49" charset="0"/>
              </a:rPr>
              <a:t>,3</a:t>
            </a:r>
            <a:r>
              <a:rPr lang="zh-CN" altLang="en-US" sz="1050" b="0">
                <a:solidFill>
                  <a:srgbClr val="0451A5"/>
                </a:solidFill>
                <a:effectLst/>
                <a:latin typeface="Consolas" panose="020B0609020204030204" pitchFamily="49" charset="0"/>
              </a:rPr>
              <a:t>个人怎么均分</a:t>
            </a:r>
            <a:r>
              <a:rPr lang="en-US" altLang="zh-CN" sz="1050">
                <a:solidFill>
                  <a:srgbClr val="0451A5"/>
                </a:solidFill>
              </a:rPr>
              <a:t>"</a:t>
            </a:r>
            <a:r>
              <a:rPr lang="zh-CN" altLang="en-US" sz="1050">
                <a:solidFill>
                  <a:srgbClr val="000000"/>
                </a:solidFill>
              </a:rPr>
              <a:t> </a:t>
            </a:r>
            <a:r>
              <a:rPr lang="en-US" altLang="zh-CN" sz="1050">
                <a:solidFill>
                  <a:srgbClr val="000000"/>
                </a:solidFill>
              </a:rPr>
              <a:t>}</a:t>
            </a:r>
          </a:p>
          <a:p>
            <a:pPr>
              <a:lnSpc>
                <a:spcPct val="150000"/>
              </a:lnSpc>
              <a:buFont typeface="Arial" panose="020B0604020202020204" pitchFamily="34" charset="0"/>
              <a:buNone/>
            </a:pPr>
            <a:r>
              <a:rPr lang="en-US" altLang="zh-CN" sz="1050">
                <a:solidFill>
                  <a:srgbClr val="000000"/>
                </a:solidFill>
              </a:rPr>
              <a:t>]</a:t>
            </a:r>
          </a:p>
        </p:txBody>
      </p:sp>
      <p:sp>
        <p:nvSpPr>
          <p:cNvPr id="9" name="矩形: 圆角 8">
            <a:extLst>
              <a:ext uri="{FF2B5EF4-FFF2-40B4-BE49-F238E27FC236}">
                <a16:creationId xmlns:a16="http://schemas.microsoft.com/office/drawing/2014/main" id="{8E0B5549-446D-4E9F-5A28-AB69E22C23AB}"/>
              </a:ext>
            </a:extLst>
          </p:cNvPr>
          <p:cNvSpPr/>
          <p:nvPr/>
        </p:nvSpPr>
        <p:spPr>
          <a:xfrm>
            <a:off x="517359" y="2179980"/>
            <a:ext cx="9591841" cy="774887"/>
          </a:xfrm>
          <a:prstGeom prst="roundRect">
            <a:avLst>
              <a:gd name="adj" fmla="val 11729"/>
            </a:avLst>
          </a:prstGeom>
          <a:solidFill>
            <a:schemeClr val="bg1">
              <a:lumMod val="75000"/>
              <a:alpha val="10196"/>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altLang="zh-CN" sz="1000" b="0" i="0" u="none" strike="noStrike" kern="1200" cap="none" spc="0" normalizeH="0" baseline="0" noProof="0">
                <a:ln>
                  <a:noFill/>
                </a:ln>
                <a:solidFill>
                  <a:srgbClr val="A31515"/>
                </a:solidFill>
                <a:effectLst/>
                <a:uLnTx/>
                <a:uFillTx/>
                <a:latin typeface="Source Code Pro"/>
                <a:ea typeface="阿里巴巴普惠体"/>
              </a:rPr>
              <a:t>"messages"</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p>
          <a:p>
            <a:pPr>
              <a:lnSpc>
                <a:spcPct val="150000"/>
              </a:lnSpc>
              <a:buNone/>
            </a:pP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r>
              <a:rPr kumimoji="0" lang="en-US" altLang="zh-CN" sz="1000" b="0" i="0" u="none" strike="noStrike" kern="1200" cap="none" spc="0" normalizeH="0" baseline="0" noProof="0">
                <a:ln>
                  <a:noFill/>
                </a:ln>
                <a:solidFill>
                  <a:srgbClr val="A31515"/>
                </a:solidFill>
                <a:effectLst/>
                <a:uLnTx/>
                <a:uFillTx/>
                <a:latin typeface="Source Code Pro"/>
                <a:ea typeface="阿里巴巴普惠体"/>
              </a:rPr>
              <a:t>"role"</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r>
              <a:rPr kumimoji="0" lang="en-US" altLang="zh-CN" sz="1000" b="0" i="0" u="none" strike="noStrike" kern="1200" cap="none" spc="0" normalizeH="0" baseline="0" noProof="0">
                <a:ln>
                  <a:noFill/>
                </a:ln>
                <a:solidFill>
                  <a:srgbClr val="0451A5"/>
                </a:solidFill>
                <a:effectLst/>
                <a:uLnTx/>
                <a:uFillTx/>
                <a:latin typeface="Source Code Pro"/>
                <a:ea typeface="阿里巴巴普惠体"/>
              </a:rPr>
              <a:t>"assistant"</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r>
              <a:rPr kumimoji="0" lang="en-US" altLang="zh-CN" sz="1000" b="0" i="0" u="none" strike="noStrike" kern="1200" cap="none" spc="0" normalizeH="0" baseline="0" noProof="0">
                <a:ln>
                  <a:noFill/>
                </a:ln>
                <a:solidFill>
                  <a:srgbClr val="A31515"/>
                </a:solidFill>
                <a:effectLst/>
                <a:uLnTx/>
                <a:uFillTx/>
                <a:latin typeface="Source Code Pro"/>
                <a:ea typeface="阿里巴巴普惠体"/>
              </a:rPr>
              <a:t>"content"</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r>
              <a:rPr kumimoji="0" lang="en-US" altLang="zh-CN" sz="1000" b="0" i="0" u="none" strike="noStrike" kern="1200" cap="none" spc="0" normalizeH="0" baseline="0" noProof="0">
                <a:ln>
                  <a:noFill/>
                </a:ln>
                <a:solidFill>
                  <a:srgbClr val="0451A5"/>
                </a:solidFill>
                <a:effectLst/>
                <a:uLnTx/>
                <a:uFillTx/>
                <a:latin typeface="Source Code Pro"/>
                <a:ea typeface="阿里巴巴普惠体"/>
              </a:rPr>
              <a:t>"</a:t>
            </a:r>
            <a:r>
              <a:rPr lang="zh-CN" altLang="en-US" sz="1000" b="0">
                <a:solidFill>
                  <a:srgbClr val="0451A5"/>
                </a:solidFill>
                <a:effectLst/>
                <a:latin typeface="Consolas" panose="020B0609020204030204" pitchFamily="49" charset="0"/>
              </a:rPr>
              <a:t>嘻嘻，这个问题很简单哦！</a:t>
            </a:r>
            <a:r>
              <a:rPr lang="en-US" altLang="zh-CN" sz="1000" b="0">
                <a:solidFill>
                  <a:srgbClr val="0451A5"/>
                </a:solidFill>
                <a:effectLst/>
                <a:latin typeface="Consolas" panose="020B0609020204030204" pitchFamily="49" charset="0"/>
              </a:rPr>
              <a:t>12</a:t>
            </a:r>
            <a:r>
              <a:rPr lang="zh-CN" altLang="en-US" sz="1000" b="0">
                <a:solidFill>
                  <a:srgbClr val="0451A5"/>
                </a:solidFill>
                <a:effectLst/>
                <a:latin typeface="Consolas" panose="020B0609020204030204" pitchFamily="49" charset="0"/>
              </a:rPr>
              <a:t>个苹果分给</a:t>
            </a:r>
            <a:r>
              <a:rPr lang="en-US" altLang="zh-CN" sz="1000" b="0">
                <a:solidFill>
                  <a:srgbClr val="0451A5"/>
                </a:solidFill>
                <a:effectLst/>
                <a:latin typeface="Consolas" panose="020B0609020204030204" pitchFamily="49" charset="0"/>
              </a:rPr>
              <a:t>3</a:t>
            </a:r>
            <a:r>
              <a:rPr lang="zh-CN" altLang="en-US" sz="1000" b="0">
                <a:solidFill>
                  <a:srgbClr val="0451A5"/>
                </a:solidFill>
                <a:effectLst/>
                <a:latin typeface="Consolas" panose="020B0609020204030204" pitchFamily="49" charset="0"/>
              </a:rPr>
              <a:t>个人，每个人可以分到 **</a:t>
            </a:r>
            <a:r>
              <a:rPr lang="en-US" altLang="zh-CN" sz="1000" b="0">
                <a:solidFill>
                  <a:srgbClr val="0451A5"/>
                </a:solidFill>
                <a:effectLst/>
                <a:latin typeface="Consolas" panose="020B0609020204030204" pitchFamily="49" charset="0"/>
              </a:rPr>
              <a:t>4</a:t>
            </a:r>
            <a:r>
              <a:rPr lang="zh-CN" altLang="en-US" sz="1000" b="0">
                <a:solidFill>
                  <a:srgbClr val="0451A5"/>
                </a:solidFill>
                <a:effectLst/>
                <a:latin typeface="Consolas" panose="020B0609020204030204" pitchFamily="49" charset="0"/>
              </a:rPr>
              <a:t>个苹果** 哦～ 算式是：</a:t>
            </a:r>
            <a:r>
              <a:rPr lang="en-US" altLang="zh-CN" sz="1000" b="0">
                <a:solidFill>
                  <a:srgbClr val="0451A5"/>
                </a:solidFill>
                <a:effectLst/>
                <a:latin typeface="Consolas" panose="020B0609020204030204" pitchFamily="49" charset="0"/>
              </a:rPr>
              <a:t>12 ÷ 3 = 4</a:t>
            </a:r>
            <a:r>
              <a:rPr kumimoji="0" lang="en-US" altLang="zh-CN" sz="1000" b="0" i="0" u="none" strike="noStrike" kern="1200" cap="none" spc="0" normalizeH="0" baseline="0" noProof="0">
                <a:ln>
                  <a:noFill/>
                </a:ln>
                <a:solidFill>
                  <a:srgbClr val="0451A5"/>
                </a:solidFill>
                <a:effectLst/>
                <a:uLnTx/>
                <a:uFillTx/>
                <a:latin typeface="Source Code Pro"/>
                <a:ea typeface="阿里巴巴普惠体"/>
              </a:rPr>
              <a:t>"</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a:t>
            </a:r>
          </a:p>
        </p:txBody>
      </p:sp>
      <p:sp>
        <p:nvSpPr>
          <p:cNvPr id="10" name="矩形: 圆角 9">
            <a:extLst>
              <a:ext uri="{FF2B5EF4-FFF2-40B4-BE49-F238E27FC236}">
                <a16:creationId xmlns:a16="http://schemas.microsoft.com/office/drawing/2014/main" id="{B84A7742-A0B7-EDD0-449C-2AC62A7063A8}"/>
              </a:ext>
            </a:extLst>
          </p:cNvPr>
          <p:cNvSpPr/>
          <p:nvPr/>
        </p:nvSpPr>
        <p:spPr>
          <a:xfrm>
            <a:off x="2946398" y="3075274"/>
            <a:ext cx="8771468" cy="988112"/>
          </a:xfrm>
          <a:prstGeom prst="roundRect">
            <a:avLst>
              <a:gd name="adj" fmla="val 10704"/>
            </a:avLst>
          </a:prstGeom>
          <a:solidFill>
            <a:srgbClr val="00B0F0">
              <a:alpha val="10196"/>
            </a:srgbClr>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buFont typeface="Arial" panose="020B0604020202020204" pitchFamily="34" charset="0"/>
              <a:buNone/>
            </a:pPr>
            <a:r>
              <a:rPr lang="en-US" altLang="zh-CN" sz="1050">
                <a:solidFill>
                  <a:srgbClr val="A31515"/>
                </a:solidFill>
              </a:rPr>
              <a:t>"messages"</a:t>
            </a:r>
            <a:r>
              <a:rPr lang="en-US" altLang="zh-CN" sz="1050">
                <a:solidFill>
                  <a:srgbClr val="000000"/>
                </a:solidFill>
              </a:rPr>
              <a:t>: [</a:t>
            </a:r>
          </a:p>
          <a:p>
            <a:pPr>
              <a:lnSpc>
                <a:spcPct val="150000"/>
              </a:lnSpc>
              <a:buFont typeface="Arial" panose="020B0604020202020204" pitchFamily="34" charset="0"/>
              <a:buNone/>
            </a:pPr>
            <a:r>
              <a:rPr lang="en-US" altLang="zh-CN" sz="1050">
                <a:solidFill>
                  <a:srgbClr val="000000"/>
                </a:solidFill>
              </a:rPr>
              <a:t>   { </a:t>
            </a:r>
            <a:r>
              <a:rPr lang="en-US" altLang="zh-CN" sz="1050">
                <a:solidFill>
                  <a:srgbClr val="A31515"/>
                </a:solidFill>
              </a:rPr>
              <a:t>"role"</a:t>
            </a:r>
            <a:r>
              <a:rPr lang="en-US" altLang="zh-CN" sz="1050">
                <a:solidFill>
                  <a:srgbClr val="000000"/>
                </a:solidFill>
              </a:rPr>
              <a:t>: </a:t>
            </a:r>
            <a:r>
              <a:rPr lang="en-US" altLang="zh-CN" sz="1050">
                <a:solidFill>
                  <a:srgbClr val="0451A5"/>
                </a:solidFill>
              </a:rPr>
              <a:t>"system"</a:t>
            </a:r>
            <a:r>
              <a:rPr lang="en-US" altLang="zh-CN" sz="1050">
                <a:solidFill>
                  <a:srgbClr val="000000"/>
                </a:solidFill>
              </a:rPr>
              <a:t>, </a:t>
            </a:r>
            <a:r>
              <a:rPr lang="en-US" altLang="zh-CN" sz="1050">
                <a:solidFill>
                  <a:srgbClr val="A31515"/>
                </a:solidFill>
              </a:rPr>
              <a:t>"content"</a:t>
            </a:r>
            <a:r>
              <a:rPr lang="en-US" altLang="zh-CN" sz="1050">
                <a:solidFill>
                  <a:srgbClr val="000000"/>
                </a:solidFill>
              </a:rPr>
              <a:t>: </a:t>
            </a:r>
            <a:r>
              <a:rPr lang="en-US" altLang="zh-CN" sz="1050">
                <a:solidFill>
                  <a:srgbClr val="0451A5"/>
                </a:solidFill>
              </a:rPr>
              <a:t>"</a:t>
            </a:r>
            <a:r>
              <a:rPr lang="zh-CN" altLang="en-US" sz="1050">
                <a:solidFill>
                  <a:srgbClr val="0451A5"/>
                </a:solidFill>
              </a:rPr>
              <a:t>你是一名可爱的</a:t>
            </a:r>
            <a:r>
              <a:rPr lang="en-US" altLang="zh-CN" sz="1050">
                <a:solidFill>
                  <a:srgbClr val="0451A5"/>
                </a:solidFill>
              </a:rPr>
              <a:t>AI</a:t>
            </a:r>
            <a:r>
              <a:rPr lang="zh-CN" altLang="en-US" sz="1050">
                <a:solidFill>
                  <a:srgbClr val="0451A5"/>
                </a:solidFill>
              </a:rPr>
              <a:t>助手</a:t>
            </a:r>
            <a:r>
              <a:rPr lang="en-US" altLang="zh-CN" sz="1050">
                <a:solidFill>
                  <a:srgbClr val="0451A5"/>
                </a:solidFill>
              </a:rPr>
              <a:t>, </a:t>
            </a:r>
            <a:r>
              <a:rPr lang="zh-CN" altLang="en-US" sz="1050">
                <a:solidFill>
                  <a:srgbClr val="0451A5"/>
                </a:solidFill>
              </a:rPr>
              <a:t>你的名字叫小甜甜</a:t>
            </a:r>
            <a:r>
              <a:rPr lang="en-US" altLang="zh-CN" sz="1050">
                <a:solidFill>
                  <a:srgbClr val="0451A5"/>
                </a:solidFill>
              </a:rPr>
              <a:t>, </a:t>
            </a:r>
            <a:r>
              <a:rPr lang="zh-CN" altLang="en-US" sz="1050">
                <a:solidFill>
                  <a:srgbClr val="0451A5"/>
                </a:solidFill>
              </a:rPr>
              <a:t>请以亲切、可爱语气来回答用户的问题</a:t>
            </a:r>
            <a:r>
              <a:rPr lang="en-US" altLang="zh-CN" sz="1050">
                <a:solidFill>
                  <a:srgbClr val="0451A5"/>
                </a:solidFill>
              </a:rPr>
              <a:t>"</a:t>
            </a:r>
            <a:r>
              <a:rPr lang="zh-CN" altLang="en-US" sz="1050">
                <a:solidFill>
                  <a:srgbClr val="000000"/>
                </a:solidFill>
              </a:rPr>
              <a:t> </a:t>
            </a:r>
            <a:r>
              <a:rPr lang="en-US" altLang="zh-CN" sz="1050">
                <a:solidFill>
                  <a:srgbClr val="000000"/>
                </a:solidFill>
              </a:rPr>
              <a:t>},</a:t>
            </a:r>
          </a:p>
          <a:p>
            <a:pPr>
              <a:lnSpc>
                <a:spcPct val="150000"/>
              </a:lnSpc>
              <a:buNone/>
            </a:pPr>
            <a:r>
              <a:rPr lang="en-US" altLang="zh-CN" sz="1050">
                <a:solidFill>
                  <a:srgbClr val="000000"/>
                </a:solidFill>
              </a:rPr>
              <a:t>   { </a:t>
            </a:r>
            <a:r>
              <a:rPr lang="en-US" altLang="zh-CN" sz="1050">
                <a:solidFill>
                  <a:srgbClr val="A31515"/>
                </a:solidFill>
              </a:rPr>
              <a:t>"role"</a:t>
            </a:r>
            <a:r>
              <a:rPr lang="en-US" altLang="zh-CN" sz="1050">
                <a:solidFill>
                  <a:srgbClr val="000000"/>
                </a:solidFill>
              </a:rPr>
              <a:t>: </a:t>
            </a:r>
            <a:r>
              <a:rPr lang="en-US" altLang="zh-CN" sz="1050">
                <a:solidFill>
                  <a:srgbClr val="0451A5"/>
                </a:solidFill>
              </a:rPr>
              <a:t>"user"</a:t>
            </a:r>
            <a:r>
              <a:rPr lang="en-US" altLang="zh-CN" sz="1050">
                <a:solidFill>
                  <a:srgbClr val="000000"/>
                </a:solidFill>
              </a:rPr>
              <a:t>, </a:t>
            </a:r>
            <a:r>
              <a:rPr lang="en-US" altLang="zh-CN" sz="1050">
                <a:solidFill>
                  <a:srgbClr val="A31515"/>
                </a:solidFill>
              </a:rPr>
              <a:t>"content"</a:t>
            </a:r>
            <a:r>
              <a:rPr lang="en-US" altLang="zh-CN" sz="1050">
                <a:solidFill>
                  <a:srgbClr val="000000"/>
                </a:solidFill>
              </a:rPr>
              <a:t>: </a:t>
            </a:r>
            <a:r>
              <a:rPr lang="en-US" altLang="zh-CN" sz="1050">
                <a:solidFill>
                  <a:srgbClr val="0451A5"/>
                </a:solidFill>
              </a:rPr>
              <a:t>"</a:t>
            </a:r>
            <a:r>
              <a:rPr lang="zh-CN" altLang="en-US" sz="1050">
                <a:solidFill>
                  <a:srgbClr val="0451A5"/>
                </a:solidFill>
              </a:rPr>
              <a:t>那</a:t>
            </a:r>
            <a:r>
              <a:rPr lang="en-US" altLang="zh-CN" sz="1050">
                <a:solidFill>
                  <a:srgbClr val="0451A5"/>
                </a:solidFill>
              </a:rPr>
              <a:t>2</a:t>
            </a:r>
            <a:r>
              <a:rPr lang="zh-CN" altLang="en-US" sz="1050">
                <a:solidFill>
                  <a:srgbClr val="0451A5"/>
                </a:solidFill>
              </a:rPr>
              <a:t>个人呢</a:t>
            </a:r>
            <a:r>
              <a:rPr lang="en-US" altLang="zh-CN" sz="1050">
                <a:solidFill>
                  <a:srgbClr val="0451A5"/>
                </a:solidFill>
              </a:rPr>
              <a:t>?"</a:t>
            </a:r>
            <a:r>
              <a:rPr lang="zh-CN" altLang="en-US" sz="1050">
                <a:solidFill>
                  <a:srgbClr val="000000"/>
                </a:solidFill>
              </a:rPr>
              <a:t> </a:t>
            </a:r>
            <a:r>
              <a:rPr lang="en-US" altLang="zh-CN" sz="1050">
                <a:solidFill>
                  <a:srgbClr val="000000"/>
                </a:solidFill>
              </a:rPr>
              <a:t>}</a:t>
            </a:r>
          </a:p>
          <a:p>
            <a:pPr>
              <a:lnSpc>
                <a:spcPct val="150000"/>
              </a:lnSpc>
              <a:buFont typeface="Arial" panose="020B0604020202020204" pitchFamily="34" charset="0"/>
              <a:buNone/>
            </a:pPr>
            <a:r>
              <a:rPr lang="en-US" altLang="zh-CN" sz="1050">
                <a:solidFill>
                  <a:srgbClr val="000000"/>
                </a:solidFill>
              </a:rPr>
              <a:t>]</a:t>
            </a:r>
          </a:p>
        </p:txBody>
      </p:sp>
      <p:sp>
        <p:nvSpPr>
          <p:cNvPr id="11" name="矩形: 圆角 10">
            <a:extLst>
              <a:ext uri="{FF2B5EF4-FFF2-40B4-BE49-F238E27FC236}">
                <a16:creationId xmlns:a16="http://schemas.microsoft.com/office/drawing/2014/main" id="{7100C3AC-B9E0-A6A3-3B04-A901652D1E7A}"/>
              </a:ext>
            </a:extLst>
          </p:cNvPr>
          <p:cNvSpPr/>
          <p:nvPr/>
        </p:nvSpPr>
        <p:spPr>
          <a:xfrm>
            <a:off x="517359" y="4183793"/>
            <a:ext cx="9591842" cy="774887"/>
          </a:xfrm>
          <a:prstGeom prst="roundRect">
            <a:avLst>
              <a:gd name="adj" fmla="val 11729"/>
            </a:avLst>
          </a:prstGeom>
          <a:solidFill>
            <a:schemeClr val="bg1">
              <a:lumMod val="75000"/>
              <a:alpha val="10196"/>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altLang="zh-CN" sz="1000" b="0" i="0" u="none" strike="noStrike" kern="1200" cap="none" spc="0" normalizeH="0" baseline="0" noProof="0">
                <a:ln>
                  <a:noFill/>
                </a:ln>
                <a:solidFill>
                  <a:srgbClr val="A31515"/>
                </a:solidFill>
                <a:effectLst/>
                <a:uLnTx/>
                <a:uFillTx/>
                <a:latin typeface="Source Code Pro"/>
                <a:ea typeface="阿里巴巴普惠体"/>
              </a:rPr>
              <a:t>"messages"</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p>
          <a:p>
            <a:pPr>
              <a:lnSpc>
                <a:spcPts val="1200"/>
              </a:lnSpc>
              <a:buNone/>
            </a:pP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r>
              <a:rPr kumimoji="0" lang="en-US" altLang="zh-CN" sz="1000" b="0" i="0" u="none" strike="noStrike" kern="1200" cap="none" spc="0" normalizeH="0" baseline="0" noProof="0">
                <a:ln>
                  <a:noFill/>
                </a:ln>
                <a:solidFill>
                  <a:srgbClr val="A31515"/>
                </a:solidFill>
                <a:effectLst/>
                <a:uLnTx/>
                <a:uFillTx/>
                <a:latin typeface="Source Code Pro"/>
                <a:ea typeface="阿里巴巴普惠体"/>
              </a:rPr>
              <a:t>"role"</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r>
              <a:rPr kumimoji="0" lang="en-US" altLang="zh-CN" sz="1000" b="0" i="0" u="none" strike="noStrike" kern="1200" cap="none" spc="0" normalizeH="0" baseline="0" noProof="0">
                <a:ln>
                  <a:noFill/>
                </a:ln>
                <a:solidFill>
                  <a:srgbClr val="0451A5"/>
                </a:solidFill>
                <a:effectLst/>
                <a:uLnTx/>
                <a:uFillTx/>
                <a:latin typeface="Source Code Pro"/>
                <a:ea typeface="阿里巴巴普惠体"/>
              </a:rPr>
              <a:t>"assistant"</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r>
              <a:rPr kumimoji="0" lang="en-US" altLang="zh-CN" sz="1000" b="0" i="0" u="none" strike="noStrike" kern="1200" cap="none" spc="0" normalizeH="0" baseline="0" noProof="0">
                <a:ln>
                  <a:noFill/>
                </a:ln>
                <a:solidFill>
                  <a:srgbClr val="A31515"/>
                </a:solidFill>
                <a:effectLst/>
                <a:uLnTx/>
                <a:uFillTx/>
                <a:latin typeface="Source Code Pro"/>
                <a:ea typeface="阿里巴巴普惠体"/>
              </a:rPr>
              <a:t>"content"</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 </a:t>
            </a:r>
            <a:r>
              <a:rPr kumimoji="0" lang="en-US" altLang="zh-CN" sz="1000" b="0" i="0" u="none" strike="noStrike" kern="1200" cap="none" spc="0" normalizeH="0" baseline="0" noProof="0">
                <a:ln>
                  <a:noFill/>
                </a:ln>
                <a:solidFill>
                  <a:srgbClr val="0451A5"/>
                </a:solidFill>
                <a:effectLst/>
                <a:uLnTx/>
                <a:uFillTx/>
                <a:latin typeface="Source Code Pro"/>
                <a:ea typeface="阿里巴巴普惠体"/>
              </a:rPr>
              <a:t>"</a:t>
            </a:r>
            <a:r>
              <a:rPr lang="zh-CN" altLang="en-US" sz="1000">
                <a:solidFill>
                  <a:srgbClr val="0451A5"/>
                </a:solidFill>
                <a:latin typeface="Consolas" panose="020B0609020204030204" pitchFamily="49" charset="0"/>
              </a:rPr>
              <a:t>你是指哪两个人呢？可以告诉我更多细节吗？我会尽力帮你解答的</a:t>
            </a:r>
            <a:r>
              <a:rPr lang="zh-CN" altLang="en-US" sz="1000" b="0">
                <a:solidFill>
                  <a:srgbClr val="0451A5"/>
                </a:solidFill>
                <a:effectLst/>
                <a:latin typeface="Consolas" panose="020B0609020204030204" pitchFamily="49" charset="0"/>
              </a:rPr>
              <a:t>？</a:t>
            </a:r>
            <a:r>
              <a:rPr kumimoji="0" lang="en-US" altLang="zh-CN" sz="1000" b="0" i="0" u="none" strike="noStrike" kern="1200" cap="none" spc="0" normalizeH="0" baseline="0" noProof="0">
                <a:ln>
                  <a:noFill/>
                </a:ln>
                <a:solidFill>
                  <a:srgbClr val="0451A5"/>
                </a:solidFill>
                <a:effectLst/>
                <a:uLnTx/>
                <a:uFillTx/>
                <a:latin typeface="Source Code Pro"/>
                <a:ea typeface="阿里巴巴普惠体"/>
              </a:rPr>
              <a:t>"</a:t>
            </a: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altLang="zh-CN" sz="1000" b="0" i="0" u="none" strike="noStrike" kern="1200" cap="none" spc="0" normalizeH="0" baseline="0" noProof="0">
                <a:ln>
                  <a:noFill/>
                </a:ln>
                <a:solidFill>
                  <a:srgbClr val="000000"/>
                </a:solidFill>
                <a:effectLst/>
                <a:uLnTx/>
                <a:uFillTx/>
                <a:latin typeface="Source Code Pro"/>
                <a:ea typeface="阿里巴巴普惠体"/>
              </a:rPr>
              <a:t>]</a:t>
            </a:r>
          </a:p>
        </p:txBody>
      </p:sp>
      <p:sp>
        <p:nvSpPr>
          <p:cNvPr id="13" name="文本框 12">
            <a:extLst>
              <a:ext uri="{FF2B5EF4-FFF2-40B4-BE49-F238E27FC236}">
                <a16:creationId xmlns:a16="http://schemas.microsoft.com/office/drawing/2014/main" id="{CB4D6C4C-901F-AEFA-C23C-A6638130DBC5}"/>
              </a:ext>
            </a:extLst>
          </p:cNvPr>
          <p:cNvSpPr txBox="1"/>
          <p:nvPr/>
        </p:nvSpPr>
        <p:spPr>
          <a:xfrm flipH="1">
            <a:off x="414865" y="6050281"/>
            <a:ext cx="7213601" cy="369332"/>
          </a:xfrm>
          <a:prstGeom prst="rect">
            <a:avLst/>
          </a:prstGeom>
          <a:noFill/>
        </p:spPr>
        <p:txBody>
          <a:bodyPr wrap="square" rtlCol="0">
            <a:spAutoFit/>
          </a:bodyPr>
          <a:lstStyle/>
          <a:p>
            <a:r>
              <a:rPr lang="zh-CN" altLang="en-US">
                <a:solidFill>
                  <a:srgbClr val="C00000"/>
                </a:solidFill>
                <a:latin typeface="荆南波波黑" panose="02000800000000000000" pitchFamily="2" charset="-122"/>
                <a:ea typeface="荆南波波黑" panose="02000800000000000000" pitchFamily="2" charset="-122"/>
              </a:rPr>
              <a:t>与</a:t>
            </a:r>
            <a:r>
              <a:rPr lang="en-US" altLang="zh-CN">
                <a:solidFill>
                  <a:srgbClr val="C00000"/>
                </a:solidFill>
                <a:latin typeface="荆南波波黑" panose="02000800000000000000" pitchFamily="2" charset="-122"/>
                <a:ea typeface="荆南波波黑" panose="02000800000000000000" pitchFamily="2" charset="-122"/>
              </a:rPr>
              <a:t>AI</a:t>
            </a:r>
            <a:r>
              <a:rPr lang="zh-CN" altLang="en-US">
                <a:solidFill>
                  <a:srgbClr val="C00000"/>
                </a:solidFill>
                <a:latin typeface="荆南波波黑" panose="02000800000000000000" pitchFamily="2" charset="-122"/>
                <a:ea typeface="荆南波波黑" panose="02000800000000000000" pitchFamily="2" charset="-122"/>
              </a:rPr>
              <a:t>大模型的交互本质是无状态的，每一次请求响应都是相互独立的。</a:t>
            </a:r>
          </a:p>
        </p:txBody>
      </p:sp>
      <p:sp>
        <p:nvSpPr>
          <p:cNvPr id="14" name="文本框 13">
            <a:extLst>
              <a:ext uri="{FF2B5EF4-FFF2-40B4-BE49-F238E27FC236}">
                <a16:creationId xmlns:a16="http://schemas.microsoft.com/office/drawing/2014/main" id="{5D4F0EA8-05E2-BEDB-CFC7-1798C015578A}"/>
              </a:ext>
            </a:extLst>
          </p:cNvPr>
          <p:cNvSpPr txBox="1"/>
          <p:nvPr/>
        </p:nvSpPr>
        <p:spPr>
          <a:xfrm flipH="1">
            <a:off x="7442198" y="6050281"/>
            <a:ext cx="4419601" cy="369332"/>
          </a:xfrm>
          <a:prstGeom prst="rect">
            <a:avLst/>
          </a:prstGeom>
          <a:noFill/>
        </p:spPr>
        <p:txBody>
          <a:bodyPr wrap="square" rtlCol="0">
            <a:spAutoFit/>
          </a:bodyPr>
          <a:lstStyle/>
          <a:p>
            <a:r>
              <a:rPr lang="zh-CN" altLang="en-US">
                <a:solidFill>
                  <a:srgbClr val="C00000"/>
                </a:solidFill>
                <a:latin typeface="荆南波波黑" panose="02000800000000000000" pitchFamily="2" charset="-122"/>
                <a:ea typeface="荆南波波黑" panose="02000800000000000000" pitchFamily="2" charset="-122"/>
              </a:rPr>
              <a:t>（</a:t>
            </a:r>
            <a:r>
              <a:rPr lang="en-US" altLang="zh-CN">
                <a:solidFill>
                  <a:srgbClr val="C00000"/>
                </a:solidFill>
                <a:latin typeface="荆南波波黑" panose="02000800000000000000" pitchFamily="2" charset="-122"/>
                <a:ea typeface="荆南波波黑" panose="02000800000000000000" pitchFamily="2" charset="-122"/>
              </a:rPr>
              <a:t>AI</a:t>
            </a:r>
            <a:r>
              <a:rPr lang="zh-CN" altLang="en-US">
                <a:solidFill>
                  <a:srgbClr val="C00000"/>
                </a:solidFill>
                <a:latin typeface="荆南波波黑" panose="02000800000000000000" pitchFamily="2" charset="-122"/>
                <a:ea typeface="荆南波波黑" panose="02000800000000000000" pitchFamily="2" charset="-122"/>
              </a:rPr>
              <a:t>大模型本身没有真正的会话记忆能力）</a:t>
            </a:r>
          </a:p>
        </p:txBody>
      </p:sp>
    </p:spTree>
    <p:extLst>
      <p:ext uri="{BB962C8B-B14F-4D97-AF65-F5344CB8AC3E}">
        <p14:creationId xmlns:p14="http://schemas.microsoft.com/office/powerpoint/2010/main" val="2190943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randombar(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randombar(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32"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p:cTn id="27" dur="500" fill="hold"/>
                                        <p:tgtEl>
                                          <p:spTgt spid="13"/>
                                        </p:tgtEl>
                                        <p:attrNameLst>
                                          <p:attrName>ppt_w</p:attrName>
                                        </p:attrNameLst>
                                      </p:cBhvr>
                                      <p:tavLst>
                                        <p:tav tm="0">
                                          <p:val>
                                            <p:strVal val="4*#ppt_w"/>
                                          </p:val>
                                        </p:tav>
                                        <p:tav tm="100000">
                                          <p:val>
                                            <p:strVal val="#ppt_w"/>
                                          </p:val>
                                        </p:tav>
                                      </p:tavLst>
                                    </p:anim>
                                    <p:anim calcmode="lin" valueType="num">
                                      <p:cBhvr>
                                        <p:cTn id="28" dur="500" fill="hold"/>
                                        <p:tgtEl>
                                          <p:spTgt spid="13"/>
                                        </p:tgtEl>
                                        <p:attrNameLst>
                                          <p:attrName>ppt_h</p:attrName>
                                        </p:attrNameLst>
                                      </p:cBhvr>
                                      <p:tavLst>
                                        <p:tav tm="0">
                                          <p:val>
                                            <p:strVal val="4*#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3" presetClass="entr" presetSubtype="32"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p:cTn id="33" dur="500" fill="hold"/>
                                        <p:tgtEl>
                                          <p:spTgt spid="14"/>
                                        </p:tgtEl>
                                        <p:attrNameLst>
                                          <p:attrName>ppt_w</p:attrName>
                                        </p:attrNameLst>
                                      </p:cBhvr>
                                      <p:tavLst>
                                        <p:tav tm="0">
                                          <p:val>
                                            <p:strVal val="4*#ppt_w"/>
                                          </p:val>
                                        </p:tav>
                                        <p:tav tm="100000">
                                          <p:val>
                                            <p:strVal val="#ppt_w"/>
                                          </p:val>
                                        </p:tav>
                                      </p:tavLst>
                                    </p:anim>
                                    <p:anim calcmode="lin" valueType="num">
                                      <p:cBhvr>
                                        <p:cTn id="34" dur="500" fill="hold"/>
                                        <p:tgtEl>
                                          <p:spTgt spid="14"/>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11" grpId="0" animBg="1"/>
      <p:bldP spid="13" grpId="0"/>
      <p:bldP spid="1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D7460-215D-BF96-0D04-6874915A88B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A350EC1-610E-E780-E1B2-E1E8A49A0655}"/>
              </a:ext>
            </a:extLst>
          </p:cNvPr>
          <p:cNvSpPr>
            <a:spLocks noGrp="1"/>
          </p:cNvSpPr>
          <p:nvPr>
            <p:ph type="title"/>
          </p:nvPr>
        </p:nvSpPr>
        <p:spPr/>
        <p:txBody>
          <a:bodyPr/>
          <a:lstStyle/>
          <a:p>
            <a:r>
              <a:rPr lang="zh-CN" altLang="en-US"/>
              <a:t>会话记忆</a:t>
            </a:r>
            <a:r>
              <a:rPr lang="en-US" altLang="zh-CN"/>
              <a:t>-</a:t>
            </a:r>
            <a:r>
              <a:rPr lang="zh-CN" altLang="en-US"/>
              <a:t>处理方案</a:t>
            </a:r>
            <a:r>
              <a:rPr lang="en-US" altLang="zh-CN"/>
              <a:t>(</a:t>
            </a:r>
            <a:r>
              <a:rPr lang="zh-CN" altLang="en-US"/>
              <a:t>会话历史滚雪球</a:t>
            </a:r>
            <a:r>
              <a:rPr lang="en-US" altLang="zh-CN"/>
              <a:t>)</a:t>
            </a:r>
            <a:endParaRPr lang="zh-CN" altLang="en-US"/>
          </a:p>
        </p:txBody>
      </p:sp>
      <p:sp>
        <p:nvSpPr>
          <p:cNvPr id="6" name="矩形: 圆角 5">
            <a:extLst>
              <a:ext uri="{FF2B5EF4-FFF2-40B4-BE49-F238E27FC236}">
                <a16:creationId xmlns:a16="http://schemas.microsoft.com/office/drawing/2014/main" id="{9E6A190C-77C0-B71A-8820-921D4BE2FD20}"/>
              </a:ext>
            </a:extLst>
          </p:cNvPr>
          <p:cNvSpPr/>
          <p:nvPr/>
        </p:nvSpPr>
        <p:spPr>
          <a:xfrm>
            <a:off x="3505200" y="806216"/>
            <a:ext cx="8212667" cy="878646"/>
          </a:xfrm>
          <a:prstGeom prst="roundRect">
            <a:avLst>
              <a:gd name="adj" fmla="val 10704"/>
            </a:avLst>
          </a:prstGeom>
          <a:solidFill>
            <a:srgbClr val="00B0F0">
              <a:alpha val="10196"/>
            </a:srgbClr>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buFont typeface="Arial" panose="020B0604020202020204" pitchFamily="34" charset="0"/>
              <a:buNone/>
            </a:pPr>
            <a:r>
              <a:rPr lang="en-US" altLang="zh-CN" sz="1000">
                <a:solidFill>
                  <a:srgbClr val="A31515"/>
                </a:solidFill>
              </a:rPr>
              <a:t>"messages"</a:t>
            </a:r>
            <a:r>
              <a:rPr lang="en-US" altLang="zh-CN" sz="1000">
                <a:solidFill>
                  <a:srgbClr val="000000"/>
                </a:solidFill>
              </a:rPr>
              <a:t>: [</a:t>
            </a:r>
          </a:p>
          <a:p>
            <a:pPr>
              <a:lnSpc>
                <a:spcPct val="150000"/>
              </a:lnSpc>
              <a:buFont typeface="Arial" panose="020B0604020202020204" pitchFamily="34" charset="0"/>
              <a:buNone/>
            </a:pPr>
            <a:r>
              <a:rPr lang="en-US" altLang="zh-CN" sz="1000">
                <a:solidFill>
                  <a:srgbClr val="000000"/>
                </a:solidFill>
              </a:rPr>
              <a:t>   { </a:t>
            </a:r>
            <a:r>
              <a:rPr lang="en-US" altLang="zh-CN" sz="1000">
                <a:solidFill>
                  <a:srgbClr val="A31515"/>
                </a:solidFill>
              </a:rPr>
              <a:t>"role"</a:t>
            </a:r>
            <a:r>
              <a:rPr lang="en-US" altLang="zh-CN" sz="1000">
                <a:solidFill>
                  <a:srgbClr val="000000"/>
                </a:solidFill>
              </a:rPr>
              <a:t>: </a:t>
            </a:r>
            <a:r>
              <a:rPr lang="en-US" altLang="zh-CN" sz="1000">
                <a:solidFill>
                  <a:srgbClr val="0451A5"/>
                </a:solidFill>
              </a:rPr>
              <a:t>"system"</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zh-CN" altLang="en-US" sz="1000">
                <a:solidFill>
                  <a:srgbClr val="0451A5"/>
                </a:solidFill>
              </a:rPr>
              <a:t>你是一名可爱的</a:t>
            </a:r>
            <a:r>
              <a:rPr lang="en-US" altLang="zh-CN" sz="1000">
                <a:solidFill>
                  <a:srgbClr val="0451A5"/>
                </a:solidFill>
              </a:rPr>
              <a:t>AI</a:t>
            </a:r>
            <a:r>
              <a:rPr lang="zh-CN" altLang="en-US" sz="1000">
                <a:solidFill>
                  <a:srgbClr val="0451A5"/>
                </a:solidFill>
              </a:rPr>
              <a:t>助手</a:t>
            </a:r>
            <a:r>
              <a:rPr lang="en-US" altLang="zh-CN" sz="1000">
                <a:solidFill>
                  <a:srgbClr val="0451A5"/>
                </a:solidFill>
              </a:rPr>
              <a:t>, </a:t>
            </a:r>
            <a:r>
              <a:rPr lang="zh-CN" altLang="en-US" sz="1000">
                <a:solidFill>
                  <a:srgbClr val="0451A5"/>
                </a:solidFill>
              </a:rPr>
              <a:t>你的名字叫小甜甜</a:t>
            </a:r>
            <a:r>
              <a:rPr lang="en-US" altLang="zh-CN" sz="1000">
                <a:solidFill>
                  <a:srgbClr val="0451A5"/>
                </a:solidFill>
              </a:rPr>
              <a:t>, </a:t>
            </a:r>
            <a:r>
              <a:rPr lang="zh-CN" altLang="en-US" sz="1000">
                <a:solidFill>
                  <a:srgbClr val="0451A5"/>
                </a:solidFill>
              </a:rPr>
              <a:t>请以亲切、可爱语气来回答用户的问题</a:t>
            </a:r>
            <a:r>
              <a:rPr lang="en-US" altLang="zh-CN" sz="1000">
                <a:solidFill>
                  <a:srgbClr val="0451A5"/>
                </a:solidFill>
              </a:rPr>
              <a:t>"</a:t>
            </a:r>
            <a:r>
              <a:rPr lang="zh-CN" altLang="en-US" sz="1000">
                <a:solidFill>
                  <a:srgbClr val="000000"/>
                </a:solidFill>
              </a:rPr>
              <a:t> </a:t>
            </a:r>
            <a:r>
              <a:rPr lang="en-US" altLang="zh-CN" sz="1000">
                <a:solidFill>
                  <a:srgbClr val="000000"/>
                </a:solidFill>
              </a:rPr>
              <a:t>},</a:t>
            </a:r>
          </a:p>
          <a:p>
            <a:pPr>
              <a:lnSpc>
                <a:spcPct val="150000"/>
              </a:lnSpc>
              <a:buNone/>
            </a:pPr>
            <a:r>
              <a:rPr lang="en-US" altLang="zh-CN" sz="1000">
                <a:solidFill>
                  <a:srgbClr val="000000"/>
                </a:solidFill>
              </a:rPr>
              <a:t>   { </a:t>
            </a:r>
            <a:r>
              <a:rPr lang="en-US" altLang="zh-CN" sz="1000">
                <a:solidFill>
                  <a:srgbClr val="A31515"/>
                </a:solidFill>
              </a:rPr>
              <a:t>"role"</a:t>
            </a:r>
            <a:r>
              <a:rPr lang="en-US" altLang="zh-CN" sz="1000">
                <a:solidFill>
                  <a:srgbClr val="000000"/>
                </a:solidFill>
              </a:rPr>
              <a:t>: </a:t>
            </a:r>
            <a:r>
              <a:rPr lang="en-US" altLang="zh-CN" sz="1000">
                <a:solidFill>
                  <a:srgbClr val="0451A5"/>
                </a:solidFill>
              </a:rPr>
              <a:t>"user"</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en-US" altLang="zh-CN" sz="1000" b="0">
                <a:solidFill>
                  <a:srgbClr val="0451A5"/>
                </a:solidFill>
                <a:effectLst/>
                <a:latin typeface="Consolas" panose="020B0609020204030204" pitchFamily="49" charset="0"/>
              </a:rPr>
              <a:t>12</a:t>
            </a:r>
            <a:r>
              <a:rPr lang="zh-CN" altLang="en-US" sz="1000" b="0">
                <a:solidFill>
                  <a:srgbClr val="0451A5"/>
                </a:solidFill>
                <a:effectLst/>
                <a:latin typeface="Consolas" panose="020B0609020204030204" pitchFamily="49" charset="0"/>
              </a:rPr>
              <a:t>个苹果</a:t>
            </a:r>
            <a:r>
              <a:rPr lang="en-US" altLang="zh-CN" sz="1000" b="0">
                <a:solidFill>
                  <a:srgbClr val="0451A5"/>
                </a:solidFill>
                <a:effectLst/>
                <a:latin typeface="Consolas" panose="020B0609020204030204" pitchFamily="49" charset="0"/>
              </a:rPr>
              <a:t>,3</a:t>
            </a:r>
            <a:r>
              <a:rPr lang="zh-CN" altLang="en-US" sz="1000" b="0">
                <a:solidFill>
                  <a:srgbClr val="0451A5"/>
                </a:solidFill>
                <a:effectLst/>
                <a:latin typeface="Consolas" panose="020B0609020204030204" pitchFamily="49" charset="0"/>
              </a:rPr>
              <a:t>个人怎么均分</a:t>
            </a:r>
            <a:r>
              <a:rPr lang="en-US" altLang="zh-CN" sz="1000">
                <a:solidFill>
                  <a:srgbClr val="0451A5"/>
                </a:solidFill>
              </a:rPr>
              <a:t>"</a:t>
            </a:r>
            <a:r>
              <a:rPr lang="zh-CN" altLang="en-US" sz="1000">
                <a:solidFill>
                  <a:srgbClr val="000000"/>
                </a:solidFill>
              </a:rPr>
              <a:t> </a:t>
            </a:r>
            <a:r>
              <a:rPr lang="en-US" altLang="zh-CN" sz="1000">
                <a:solidFill>
                  <a:srgbClr val="000000"/>
                </a:solidFill>
              </a:rPr>
              <a:t>}</a:t>
            </a:r>
          </a:p>
          <a:p>
            <a:pPr>
              <a:lnSpc>
                <a:spcPct val="150000"/>
              </a:lnSpc>
              <a:buFont typeface="Arial" panose="020B0604020202020204" pitchFamily="34" charset="0"/>
              <a:buNone/>
            </a:pPr>
            <a:r>
              <a:rPr lang="en-US" altLang="zh-CN" sz="1000">
                <a:solidFill>
                  <a:srgbClr val="000000"/>
                </a:solidFill>
              </a:rPr>
              <a:t>]</a:t>
            </a:r>
          </a:p>
        </p:txBody>
      </p:sp>
      <p:sp>
        <p:nvSpPr>
          <p:cNvPr id="9" name="矩形: 圆角 8">
            <a:extLst>
              <a:ext uri="{FF2B5EF4-FFF2-40B4-BE49-F238E27FC236}">
                <a16:creationId xmlns:a16="http://schemas.microsoft.com/office/drawing/2014/main" id="{8C70B599-EFCD-FB59-EF4D-43AEB350FCD5}"/>
              </a:ext>
            </a:extLst>
          </p:cNvPr>
          <p:cNvSpPr/>
          <p:nvPr/>
        </p:nvSpPr>
        <p:spPr>
          <a:xfrm>
            <a:off x="576626" y="1731311"/>
            <a:ext cx="7390508" cy="595742"/>
          </a:xfrm>
          <a:prstGeom prst="roundRect">
            <a:avLst>
              <a:gd name="adj" fmla="val 11729"/>
            </a:avLst>
          </a:prstGeom>
          <a:solidFill>
            <a:schemeClr val="bg1">
              <a:lumMod val="75000"/>
              <a:alpha val="10196"/>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40000"/>
              </a:lnSpc>
              <a:spcBef>
                <a:spcPts val="0"/>
              </a:spcBef>
              <a:spcAft>
                <a:spcPts val="0"/>
              </a:spcAft>
              <a:buClrTx/>
              <a:buSzTx/>
              <a:buFont typeface="Arial" panose="020B0604020202020204" pitchFamily="34" charset="0"/>
              <a:buNone/>
              <a:tabLst/>
              <a:defRPr/>
            </a:pP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"messages"</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p>
          <a:p>
            <a:pPr>
              <a:lnSpc>
                <a:spcPct val="140000"/>
              </a:lnSpc>
              <a:buNone/>
            </a:pP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"role"</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"assistant"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"content"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t>
            </a:r>
            <a:r>
              <a:rPr lang="zh-CN" altLang="en-US" sz="900" b="0">
                <a:solidFill>
                  <a:srgbClr val="0451A5"/>
                </a:solidFill>
                <a:effectLst/>
                <a:latin typeface="Consolas" panose="020B0609020204030204" pitchFamily="49" charset="0"/>
              </a:rPr>
              <a:t>嘻嘻，</a:t>
            </a:r>
            <a:r>
              <a:rPr lang="en-US" altLang="zh-CN" sz="900" b="0">
                <a:solidFill>
                  <a:srgbClr val="0451A5"/>
                </a:solidFill>
                <a:effectLst/>
                <a:latin typeface="Consolas" panose="020B0609020204030204" pitchFamily="49" charset="0"/>
              </a:rPr>
              <a:t>12</a:t>
            </a:r>
            <a:r>
              <a:rPr lang="zh-CN" altLang="en-US" sz="900" b="0">
                <a:solidFill>
                  <a:srgbClr val="0451A5"/>
                </a:solidFill>
                <a:effectLst/>
                <a:latin typeface="Consolas" panose="020B0609020204030204" pitchFamily="49" charset="0"/>
              </a:rPr>
              <a:t>个苹果分给</a:t>
            </a:r>
            <a:r>
              <a:rPr lang="en-US" altLang="zh-CN" sz="900" b="0">
                <a:solidFill>
                  <a:srgbClr val="0451A5"/>
                </a:solidFill>
                <a:effectLst/>
                <a:latin typeface="Consolas" panose="020B0609020204030204" pitchFamily="49" charset="0"/>
              </a:rPr>
              <a:t>3</a:t>
            </a:r>
            <a:r>
              <a:rPr lang="zh-CN" altLang="en-US" sz="900" b="0">
                <a:solidFill>
                  <a:srgbClr val="0451A5"/>
                </a:solidFill>
                <a:effectLst/>
                <a:latin typeface="Consolas" panose="020B0609020204030204" pitchFamily="49" charset="0"/>
              </a:rPr>
              <a:t>个人，每个人可以分到 **</a:t>
            </a:r>
            <a:r>
              <a:rPr lang="en-US" altLang="zh-CN" sz="900" b="0">
                <a:solidFill>
                  <a:srgbClr val="0451A5"/>
                </a:solidFill>
                <a:effectLst/>
                <a:latin typeface="Consolas" panose="020B0609020204030204" pitchFamily="49" charset="0"/>
              </a:rPr>
              <a:t>4</a:t>
            </a:r>
            <a:r>
              <a:rPr lang="zh-CN" altLang="en-US" sz="900" b="0">
                <a:solidFill>
                  <a:srgbClr val="0451A5"/>
                </a:solidFill>
                <a:effectLst/>
                <a:latin typeface="Consolas" panose="020B0609020204030204" pitchFamily="49" charset="0"/>
              </a:rPr>
              <a:t>个苹果** 哦～ 算式是：</a:t>
            </a:r>
            <a:r>
              <a:rPr lang="en-US" altLang="zh-CN" sz="900" b="0">
                <a:solidFill>
                  <a:srgbClr val="0451A5"/>
                </a:solidFill>
                <a:effectLst/>
                <a:latin typeface="Consolas" panose="020B0609020204030204" pitchFamily="49" charset="0"/>
              </a:rPr>
              <a:t>12 ÷ 3 = 4</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a:t>
            </a:r>
          </a:p>
          <a:p>
            <a:pPr marL="0" marR="0" lvl="0" indent="0" algn="l" defTabSz="914400" rtl="0" eaLnBrk="1" fontAlgn="auto" latinLnBrk="0" hangingPunct="1">
              <a:lnSpc>
                <a:spcPct val="140000"/>
              </a:lnSpc>
              <a:spcBef>
                <a:spcPts val="0"/>
              </a:spcBef>
              <a:spcAft>
                <a:spcPts val="0"/>
              </a:spcAft>
              <a:buClrTx/>
              <a:buSzTx/>
              <a:buFont typeface="Arial" panose="020B0604020202020204" pitchFamily="34" charset="0"/>
              <a:buNone/>
              <a:tabLst/>
              <a:defRPr/>
            </a:pP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a:t>
            </a:r>
          </a:p>
        </p:txBody>
      </p:sp>
      <p:sp>
        <p:nvSpPr>
          <p:cNvPr id="10" name="矩形: 圆角 9">
            <a:extLst>
              <a:ext uri="{FF2B5EF4-FFF2-40B4-BE49-F238E27FC236}">
                <a16:creationId xmlns:a16="http://schemas.microsoft.com/office/drawing/2014/main" id="{087A49BD-4973-EFD4-5987-270409C3C06E}"/>
              </a:ext>
            </a:extLst>
          </p:cNvPr>
          <p:cNvSpPr/>
          <p:nvPr/>
        </p:nvSpPr>
        <p:spPr>
          <a:xfrm>
            <a:off x="3505199" y="2381962"/>
            <a:ext cx="8212667" cy="1301037"/>
          </a:xfrm>
          <a:prstGeom prst="roundRect">
            <a:avLst>
              <a:gd name="adj" fmla="val 7462"/>
            </a:avLst>
          </a:prstGeom>
          <a:solidFill>
            <a:srgbClr val="00B0F0">
              <a:alpha val="10196"/>
            </a:srgbClr>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40000"/>
              </a:lnSpc>
              <a:buFont typeface="Arial" panose="020B0604020202020204" pitchFamily="34" charset="0"/>
              <a:buNone/>
            </a:pPr>
            <a:r>
              <a:rPr lang="en-US" altLang="zh-CN" sz="1000">
                <a:solidFill>
                  <a:srgbClr val="A31515"/>
                </a:solidFill>
              </a:rPr>
              <a:t>"messages"</a:t>
            </a:r>
            <a:r>
              <a:rPr lang="en-US" altLang="zh-CN" sz="1000">
                <a:solidFill>
                  <a:srgbClr val="000000"/>
                </a:solidFill>
              </a:rPr>
              <a:t>: [</a:t>
            </a:r>
          </a:p>
          <a:p>
            <a:pPr>
              <a:lnSpc>
                <a:spcPct val="140000"/>
              </a:lnSpc>
              <a:buFont typeface="Arial" panose="020B0604020202020204" pitchFamily="34" charset="0"/>
              <a:buNone/>
            </a:pPr>
            <a:r>
              <a:rPr lang="en-US" altLang="zh-CN" sz="1000">
                <a:solidFill>
                  <a:srgbClr val="000000"/>
                </a:solidFill>
              </a:rPr>
              <a:t>   { </a:t>
            </a:r>
            <a:r>
              <a:rPr lang="en-US" altLang="zh-CN" sz="1000">
                <a:solidFill>
                  <a:srgbClr val="A31515"/>
                </a:solidFill>
              </a:rPr>
              <a:t>"role"</a:t>
            </a:r>
            <a:r>
              <a:rPr lang="en-US" altLang="zh-CN" sz="1000">
                <a:solidFill>
                  <a:srgbClr val="000000"/>
                </a:solidFill>
              </a:rPr>
              <a:t>: </a:t>
            </a:r>
            <a:r>
              <a:rPr lang="en-US" altLang="zh-CN" sz="1000">
                <a:solidFill>
                  <a:srgbClr val="0451A5"/>
                </a:solidFill>
              </a:rPr>
              <a:t>"system"</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zh-CN" altLang="en-US" sz="1000">
                <a:solidFill>
                  <a:srgbClr val="0451A5"/>
                </a:solidFill>
              </a:rPr>
              <a:t>你是一名可爱的</a:t>
            </a:r>
            <a:r>
              <a:rPr lang="en-US" altLang="zh-CN" sz="1000">
                <a:solidFill>
                  <a:srgbClr val="0451A5"/>
                </a:solidFill>
              </a:rPr>
              <a:t>AI</a:t>
            </a:r>
            <a:r>
              <a:rPr lang="zh-CN" altLang="en-US" sz="1000">
                <a:solidFill>
                  <a:srgbClr val="0451A5"/>
                </a:solidFill>
              </a:rPr>
              <a:t>助手</a:t>
            </a:r>
            <a:r>
              <a:rPr lang="en-US" altLang="zh-CN" sz="1000">
                <a:solidFill>
                  <a:srgbClr val="0451A5"/>
                </a:solidFill>
              </a:rPr>
              <a:t>, </a:t>
            </a:r>
            <a:r>
              <a:rPr lang="zh-CN" altLang="en-US" sz="1000">
                <a:solidFill>
                  <a:srgbClr val="0451A5"/>
                </a:solidFill>
              </a:rPr>
              <a:t>你的名字叫小甜甜</a:t>
            </a:r>
            <a:r>
              <a:rPr lang="en-US" altLang="zh-CN" sz="1000">
                <a:solidFill>
                  <a:srgbClr val="0451A5"/>
                </a:solidFill>
              </a:rPr>
              <a:t>, </a:t>
            </a:r>
            <a:r>
              <a:rPr lang="zh-CN" altLang="en-US" sz="1000">
                <a:solidFill>
                  <a:srgbClr val="0451A5"/>
                </a:solidFill>
              </a:rPr>
              <a:t>请以亲切、可爱语气来回答用户的问题</a:t>
            </a:r>
            <a:r>
              <a:rPr lang="en-US" altLang="zh-CN" sz="1000">
                <a:solidFill>
                  <a:srgbClr val="0451A5"/>
                </a:solidFill>
              </a:rPr>
              <a:t>"</a:t>
            </a:r>
            <a:r>
              <a:rPr lang="zh-CN" altLang="en-US" sz="1000">
                <a:solidFill>
                  <a:srgbClr val="000000"/>
                </a:solidFill>
              </a:rPr>
              <a:t> </a:t>
            </a:r>
            <a:r>
              <a:rPr lang="en-US" altLang="zh-CN" sz="1000">
                <a:solidFill>
                  <a:srgbClr val="000000"/>
                </a:solidFill>
              </a:rPr>
              <a:t>},</a:t>
            </a:r>
          </a:p>
          <a:p>
            <a:pPr>
              <a:lnSpc>
                <a:spcPct val="140000"/>
              </a:lnSpc>
              <a:buNone/>
            </a:pPr>
            <a:r>
              <a:rPr lang="en-US" altLang="zh-CN" sz="1000">
                <a:solidFill>
                  <a:srgbClr val="000000"/>
                </a:solidFill>
              </a:rPr>
              <a:t>   { </a:t>
            </a:r>
            <a:r>
              <a:rPr lang="en-US" altLang="zh-CN" sz="1000">
                <a:solidFill>
                  <a:srgbClr val="A31515"/>
                </a:solidFill>
              </a:rPr>
              <a:t>"role"</a:t>
            </a:r>
            <a:r>
              <a:rPr lang="en-US" altLang="zh-CN" sz="1000">
                <a:solidFill>
                  <a:srgbClr val="000000"/>
                </a:solidFill>
              </a:rPr>
              <a:t>: </a:t>
            </a:r>
            <a:r>
              <a:rPr lang="en-US" altLang="zh-CN" sz="1000">
                <a:solidFill>
                  <a:srgbClr val="0451A5"/>
                </a:solidFill>
              </a:rPr>
              <a:t>"user"</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en-US" altLang="zh-CN" sz="1000">
                <a:solidFill>
                  <a:srgbClr val="0451A5"/>
                </a:solidFill>
                <a:latin typeface="Consolas" panose="020B0609020204030204" pitchFamily="49" charset="0"/>
              </a:rPr>
              <a:t>12</a:t>
            </a:r>
            <a:r>
              <a:rPr lang="zh-CN" altLang="en-US" sz="1000">
                <a:solidFill>
                  <a:srgbClr val="0451A5"/>
                </a:solidFill>
                <a:latin typeface="Consolas" panose="020B0609020204030204" pitchFamily="49" charset="0"/>
              </a:rPr>
              <a:t>个苹果</a:t>
            </a:r>
            <a:r>
              <a:rPr lang="en-US" altLang="zh-CN" sz="1000">
                <a:solidFill>
                  <a:srgbClr val="0451A5"/>
                </a:solidFill>
                <a:latin typeface="Consolas" panose="020B0609020204030204" pitchFamily="49" charset="0"/>
              </a:rPr>
              <a:t>,3</a:t>
            </a:r>
            <a:r>
              <a:rPr lang="zh-CN" altLang="en-US" sz="1000">
                <a:solidFill>
                  <a:srgbClr val="0451A5"/>
                </a:solidFill>
                <a:latin typeface="Consolas" panose="020B0609020204030204" pitchFamily="49" charset="0"/>
              </a:rPr>
              <a:t>个人怎么均分</a:t>
            </a:r>
            <a:r>
              <a:rPr lang="en-US" altLang="zh-CN" sz="1000">
                <a:solidFill>
                  <a:srgbClr val="0451A5"/>
                </a:solidFill>
              </a:rPr>
              <a:t>?"</a:t>
            </a:r>
            <a:r>
              <a:rPr lang="zh-CN" altLang="en-US" sz="1000">
                <a:solidFill>
                  <a:srgbClr val="000000"/>
                </a:solidFill>
              </a:rPr>
              <a:t> </a:t>
            </a:r>
            <a:r>
              <a:rPr lang="en-US" altLang="zh-CN" sz="1000">
                <a:solidFill>
                  <a:srgbClr val="000000"/>
                </a:solidFill>
              </a:rPr>
              <a:t>},</a:t>
            </a:r>
          </a:p>
          <a:p>
            <a:pPr>
              <a:lnSpc>
                <a:spcPct val="140000"/>
              </a:lnSpc>
              <a:buNone/>
            </a:pPr>
            <a:r>
              <a:rPr lang="en-US" altLang="zh-CN" sz="1000">
                <a:solidFill>
                  <a:srgbClr val="000000"/>
                </a:solidFill>
              </a:rPr>
              <a:t>   { </a:t>
            </a:r>
            <a:r>
              <a:rPr lang="en-US" altLang="zh-CN" sz="1000">
                <a:solidFill>
                  <a:srgbClr val="A31515"/>
                </a:solidFill>
              </a:rPr>
              <a:t>"role"</a:t>
            </a:r>
            <a:r>
              <a:rPr lang="en-US" altLang="zh-CN" sz="1000">
                <a:solidFill>
                  <a:srgbClr val="000000"/>
                </a:solidFill>
              </a:rPr>
              <a:t>: </a:t>
            </a:r>
            <a:r>
              <a:rPr lang="en-US" altLang="zh-CN" sz="1000">
                <a:solidFill>
                  <a:srgbClr val="0451A5"/>
                </a:solidFill>
              </a:rPr>
              <a:t>"assistant"</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zh-CN" altLang="en-US" sz="1000">
                <a:solidFill>
                  <a:srgbClr val="0451A5"/>
                </a:solidFill>
                <a:latin typeface="Consolas" panose="020B0609020204030204" pitchFamily="49" charset="0"/>
              </a:rPr>
              <a:t>嘻嘻，</a:t>
            </a:r>
            <a:r>
              <a:rPr lang="en-US" altLang="zh-CN" sz="1000">
                <a:solidFill>
                  <a:srgbClr val="0451A5"/>
                </a:solidFill>
                <a:latin typeface="Consolas" panose="020B0609020204030204" pitchFamily="49" charset="0"/>
              </a:rPr>
              <a:t>12</a:t>
            </a:r>
            <a:r>
              <a:rPr lang="zh-CN" altLang="en-US" sz="1000">
                <a:solidFill>
                  <a:srgbClr val="0451A5"/>
                </a:solidFill>
                <a:latin typeface="Consolas" panose="020B0609020204030204" pitchFamily="49" charset="0"/>
              </a:rPr>
              <a:t>个苹果分给</a:t>
            </a:r>
            <a:r>
              <a:rPr lang="en-US" altLang="zh-CN" sz="1000">
                <a:solidFill>
                  <a:srgbClr val="0451A5"/>
                </a:solidFill>
                <a:latin typeface="Consolas" panose="020B0609020204030204" pitchFamily="49" charset="0"/>
              </a:rPr>
              <a:t>3</a:t>
            </a:r>
            <a:r>
              <a:rPr lang="zh-CN" altLang="en-US" sz="1000">
                <a:solidFill>
                  <a:srgbClr val="0451A5"/>
                </a:solidFill>
                <a:latin typeface="Consolas" panose="020B0609020204030204" pitchFamily="49" charset="0"/>
              </a:rPr>
              <a:t>个人，每个人可以分到 **</a:t>
            </a:r>
            <a:r>
              <a:rPr lang="en-US" altLang="zh-CN" sz="1000">
                <a:solidFill>
                  <a:srgbClr val="0451A5"/>
                </a:solidFill>
                <a:latin typeface="Consolas" panose="020B0609020204030204" pitchFamily="49" charset="0"/>
              </a:rPr>
              <a:t>4</a:t>
            </a:r>
            <a:r>
              <a:rPr lang="zh-CN" altLang="en-US" sz="1000">
                <a:solidFill>
                  <a:srgbClr val="0451A5"/>
                </a:solidFill>
                <a:latin typeface="Consolas" panose="020B0609020204030204" pitchFamily="49" charset="0"/>
              </a:rPr>
              <a:t>个苹果** 哦～ 算式是：</a:t>
            </a:r>
            <a:r>
              <a:rPr lang="en-US" altLang="zh-CN" sz="1000">
                <a:solidFill>
                  <a:srgbClr val="0451A5"/>
                </a:solidFill>
                <a:latin typeface="Consolas" panose="020B0609020204030204" pitchFamily="49" charset="0"/>
              </a:rPr>
              <a:t>12 ÷ 3 = 4</a:t>
            </a:r>
            <a:r>
              <a:rPr lang="en-US" altLang="zh-CN" sz="1000">
                <a:solidFill>
                  <a:srgbClr val="0451A5"/>
                </a:solidFill>
              </a:rPr>
              <a:t>"</a:t>
            </a:r>
            <a:r>
              <a:rPr lang="en-US" altLang="zh-CN" sz="1000">
                <a:solidFill>
                  <a:srgbClr val="000000"/>
                </a:solidFill>
              </a:rPr>
              <a:t>},</a:t>
            </a:r>
          </a:p>
          <a:p>
            <a:pPr>
              <a:lnSpc>
                <a:spcPct val="140000"/>
              </a:lnSpc>
              <a:buNone/>
            </a:pPr>
            <a:r>
              <a:rPr lang="en-US" altLang="zh-CN" sz="1000">
                <a:solidFill>
                  <a:srgbClr val="000000"/>
                </a:solidFill>
              </a:rPr>
              <a:t>   </a:t>
            </a:r>
            <a:r>
              <a:rPr lang="en-US" altLang="zh-CN" sz="1000" b="0">
                <a:solidFill>
                  <a:srgbClr val="000000"/>
                </a:solidFill>
                <a:effectLst/>
                <a:latin typeface="Consolas" panose="020B0609020204030204" pitchFamily="49" charset="0"/>
              </a:rPr>
              <a:t>{ </a:t>
            </a:r>
            <a:r>
              <a:rPr lang="en-US" altLang="zh-CN" sz="1000" b="0">
                <a:solidFill>
                  <a:srgbClr val="A31515"/>
                </a:solidFill>
                <a:effectLst/>
                <a:latin typeface="Consolas" panose="020B0609020204030204" pitchFamily="49" charset="0"/>
              </a:rPr>
              <a:t>"role"</a:t>
            </a:r>
            <a:r>
              <a:rPr lang="en-US" altLang="zh-CN" sz="1000" b="0">
                <a:solidFill>
                  <a:srgbClr val="000000"/>
                </a:solidFill>
                <a:effectLst/>
                <a:latin typeface="Consolas" panose="020B0609020204030204" pitchFamily="49" charset="0"/>
              </a:rPr>
              <a:t>: </a:t>
            </a:r>
            <a:r>
              <a:rPr lang="en-US" altLang="zh-CN" sz="1000" b="0">
                <a:solidFill>
                  <a:srgbClr val="0451A5"/>
                </a:solidFill>
                <a:effectLst/>
                <a:latin typeface="Consolas" panose="020B0609020204030204" pitchFamily="49" charset="0"/>
              </a:rPr>
              <a:t>"user"</a:t>
            </a:r>
            <a:r>
              <a:rPr lang="en-US" altLang="zh-CN" sz="1000" b="0">
                <a:solidFill>
                  <a:srgbClr val="000000"/>
                </a:solidFill>
                <a:effectLst/>
                <a:latin typeface="Consolas" panose="020B0609020204030204" pitchFamily="49" charset="0"/>
              </a:rPr>
              <a:t>, </a:t>
            </a:r>
            <a:r>
              <a:rPr lang="en-US" altLang="zh-CN" sz="1000" b="0">
                <a:solidFill>
                  <a:srgbClr val="A31515"/>
                </a:solidFill>
                <a:effectLst/>
                <a:latin typeface="Consolas" panose="020B0609020204030204" pitchFamily="49" charset="0"/>
              </a:rPr>
              <a:t>"content"</a:t>
            </a:r>
            <a:r>
              <a:rPr lang="en-US" altLang="zh-CN" sz="1000" b="0">
                <a:solidFill>
                  <a:srgbClr val="000000"/>
                </a:solidFill>
                <a:effectLst/>
                <a:latin typeface="Consolas" panose="020B0609020204030204" pitchFamily="49" charset="0"/>
              </a:rPr>
              <a:t>: </a:t>
            </a:r>
            <a:r>
              <a:rPr lang="en-US" altLang="zh-CN" sz="1000" b="0">
                <a:solidFill>
                  <a:srgbClr val="0451A5"/>
                </a:solidFill>
                <a:effectLst/>
                <a:latin typeface="Consolas" panose="020B0609020204030204" pitchFamily="49" charset="0"/>
              </a:rPr>
              <a:t>"</a:t>
            </a:r>
            <a:r>
              <a:rPr lang="zh-CN" altLang="en-US" sz="1000" b="0">
                <a:solidFill>
                  <a:srgbClr val="0451A5"/>
                </a:solidFill>
                <a:effectLst/>
                <a:latin typeface="Consolas" panose="020B0609020204030204" pitchFamily="49" charset="0"/>
              </a:rPr>
              <a:t>那</a:t>
            </a:r>
            <a:r>
              <a:rPr lang="en-US" altLang="zh-CN" sz="1000" b="0">
                <a:solidFill>
                  <a:srgbClr val="0451A5"/>
                </a:solidFill>
                <a:effectLst/>
                <a:latin typeface="Consolas" panose="020B0609020204030204" pitchFamily="49" charset="0"/>
              </a:rPr>
              <a:t>2</a:t>
            </a:r>
            <a:r>
              <a:rPr lang="zh-CN" altLang="en-US" sz="1000" b="0">
                <a:solidFill>
                  <a:srgbClr val="0451A5"/>
                </a:solidFill>
                <a:effectLst/>
                <a:latin typeface="Consolas" panose="020B0609020204030204" pitchFamily="49" charset="0"/>
              </a:rPr>
              <a:t>个人呢</a:t>
            </a:r>
            <a:r>
              <a:rPr lang="en-US" altLang="zh-CN" sz="1000" b="0">
                <a:solidFill>
                  <a:srgbClr val="0451A5"/>
                </a:solidFill>
                <a:effectLst/>
                <a:latin typeface="Consolas" panose="020B0609020204030204" pitchFamily="49" charset="0"/>
              </a:rPr>
              <a:t>?"</a:t>
            </a:r>
            <a:r>
              <a:rPr lang="zh-CN" altLang="en-US" sz="1000" b="0">
                <a:solidFill>
                  <a:srgbClr val="000000"/>
                </a:solidFill>
                <a:effectLst/>
                <a:latin typeface="Consolas" panose="020B0609020204030204" pitchFamily="49" charset="0"/>
              </a:rPr>
              <a:t> </a:t>
            </a:r>
            <a:r>
              <a:rPr lang="en-US" altLang="zh-CN" sz="1000" b="0">
                <a:solidFill>
                  <a:srgbClr val="000000"/>
                </a:solidFill>
                <a:effectLst/>
                <a:latin typeface="Consolas" panose="020B0609020204030204" pitchFamily="49" charset="0"/>
              </a:rPr>
              <a:t>}</a:t>
            </a:r>
            <a:endParaRPr lang="en-US" altLang="zh-CN" sz="1000">
              <a:solidFill>
                <a:srgbClr val="000000"/>
              </a:solidFill>
            </a:endParaRPr>
          </a:p>
          <a:p>
            <a:pPr>
              <a:lnSpc>
                <a:spcPct val="140000"/>
              </a:lnSpc>
              <a:buFont typeface="Arial" panose="020B0604020202020204" pitchFamily="34" charset="0"/>
              <a:buNone/>
            </a:pPr>
            <a:r>
              <a:rPr lang="en-US" altLang="zh-CN" sz="1000">
                <a:solidFill>
                  <a:srgbClr val="000000"/>
                </a:solidFill>
              </a:rPr>
              <a:t>]</a:t>
            </a:r>
          </a:p>
        </p:txBody>
      </p:sp>
      <p:sp>
        <p:nvSpPr>
          <p:cNvPr id="4" name="矩形: 圆角 3">
            <a:extLst>
              <a:ext uri="{FF2B5EF4-FFF2-40B4-BE49-F238E27FC236}">
                <a16:creationId xmlns:a16="http://schemas.microsoft.com/office/drawing/2014/main" id="{658CAF6E-2F9A-F0F2-6C6E-A4FC64A7CEF6}"/>
              </a:ext>
            </a:extLst>
          </p:cNvPr>
          <p:cNvSpPr/>
          <p:nvPr/>
        </p:nvSpPr>
        <p:spPr>
          <a:xfrm>
            <a:off x="576626" y="3737908"/>
            <a:ext cx="7390508" cy="595742"/>
          </a:xfrm>
          <a:prstGeom prst="roundRect">
            <a:avLst>
              <a:gd name="adj" fmla="val 11729"/>
            </a:avLst>
          </a:prstGeom>
          <a:solidFill>
            <a:schemeClr val="bg1">
              <a:lumMod val="75000"/>
              <a:alpha val="10196"/>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40000"/>
              </a:lnSpc>
              <a:spcBef>
                <a:spcPts val="0"/>
              </a:spcBef>
              <a:spcAft>
                <a:spcPts val="0"/>
              </a:spcAft>
              <a:buClrTx/>
              <a:buSzTx/>
              <a:buFont typeface="Arial" panose="020B0604020202020204" pitchFamily="34" charset="0"/>
              <a:buNone/>
              <a:tabLst/>
              <a:defRPr/>
            </a:pP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"messages"</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p>
          <a:p>
            <a:pPr>
              <a:lnSpc>
                <a:spcPct val="140000"/>
              </a:lnSpc>
              <a:buNone/>
            </a:pP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"role"</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"assistant"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"content"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t>
            </a:r>
            <a:r>
              <a:rPr lang="zh-CN" altLang="en-US" sz="900" b="0">
                <a:solidFill>
                  <a:srgbClr val="0451A5"/>
                </a:solidFill>
                <a:effectLst/>
                <a:latin typeface="Consolas" panose="020B0609020204030204" pitchFamily="49" charset="0"/>
              </a:rPr>
              <a:t>哎呀，如果是</a:t>
            </a:r>
            <a:r>
              <a:rPr lang="en-US" altLang="zh-CN" sz="900" b="0">
                <a:solidFill>
                  <a:srgbClr val="0451A5"/>
                </a:solidFill>
                <a:effectLst/>
                <a:latin typeface="Consolas" panose="020B0609020204030204" pitchFamily="49" charset="0"/>
              </a:rPr>
              <a:t>2</a:t>
            </a:r>
            <a:r>
              <a:rPr lang="zh-CN" altLang="en-US" sz="900" b="0">
                <a:solidFill>
                  <a:srgbClr val="0451A5"/>
                </a:solidFill>
                <a:effectLst/>
                <a:latin typeface="Consolas" panose="020B0609020204030204" pitchFamily="49" charset="0"/>
              </a:rPr>
              <a:t>个人的话，每个人可以分到 **</a:t>
            </a:r>
            <a:r>
              <a:rPr lang="en-US" altLang="zh-CN" sz="900" b="0">
                <a:solidFill>
                  <a:srgbClr val="0451A5"/>
                </a:solidFill>
                <a:effectLst/>
                <a:latin typeface="Consolas" panose="020B0609020204030204" pitchFamily="49" charset="0"/>
              </a:rPr>
              <a:t>6</a:t>
            </a:r>
            <a:r>
              <a:rPr lang="zh-CN" altLang="en-US" sz="900" b="0">
                <a:solidFill>
                  <a:srgbClr val="0451A5"/>
                </a:solidFill>
                <a:effectLst/>
                <a:latin typeface="Consolas" panose="020B0609020204030204" pitchFamily="49" charset="0"/>
              </a:rPr>
              <a:t>个苹果** 呢～ 算式是：</a:t>
            </a:r>
            <a:r>
              <a:rPr lang="en-US" altLang="zh-CN" sz="900" b="0">
                <a:solidFill>
                  <a:srgbClr val="0451A5"/>
                </a:solidFill>
                <a:effectLst/>
                <a:latin typeface="Consolas" panose="020B0609020204030204" pitchFamily="49" charset="0"/>
              </a:rPr>
              <a:t>12 ÷ 2 = 6</a:t>
            </a:r>
            <a:r>
              <a:rPr lang="zh-CN" altLang="en-US" sz="900">
                <a:solidFill>
                  <a:srgbClr val="0451A5"/>
                </a:solidFill>
                <a:latin typeface="Consolas" panose="020B0609020204030204" pitchFamily="49" charset="0"/>
              </a:rPr>
              <a:t> </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a:t>
            </a:r>
          </a:p>
          <a:p>
            <a:pPr marL="0" marR="0" lvl="0" indent="0" algn="l" defTabSz="914400" rtl="0" eaLnBrk="1" fontAlgn="auto" latinLnBrk="0" hangingPunct="1">
              <a:lnSpc>
                <a:spcPct val="140000"/>
              </a:lnSpc>
              <a:spcBef>
                <a:spcPts val="0"/>
              </a:spcBef>
              <a:spcAft>
                <a:spcPts val="0"/>
              </a:spcAft>
              <a:buClrTx/>
              <a:buSzTx/>
              <a:buFont typeface="Arial" panose="020B0604020202020204" pitchFamily="34" charset="0"/>
              <a:buNone/>
              <a:tabLst/>
              <a:defRPr/>
            </a:pP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a:t>
            </a:r>
          </a:p>
        </p:txBody>
      </p:sp>
      <p:sp>
        <p:nvSpPr>
          <p:cNvPr id="5" name="矩形: 圆角 4">
            <a:extLst>
              <a:ext uri="{FF2B5EF4-FFF2-40B4-BE49-F238E27FC236}">
                <a16:creationId xmlns:a16="http://schemas.microsoft.com/office/drawing/2014/main" id="{86F02123-4314-01B6-5CCC-2CF4EDA7AEF8}"/>
              </a:ext>
            </a:extLst>
          </p:cNvPr>
          <p:cNvSpPr/>
          <p:nvPr/>
        </p:nvSpPr>
        <p:spPr>
          <a:xfrm>
            <a:off x="3505198" y="4388559"/>
            <a:ext cx="8212667" cy="1654758"/>
          </a:xfrm>
          <a:prstGeom prst="roundRect">
            <a:avLst>
              <a:gd name="adj" fmla="val 5415"/>
            </a:avLst>
          </a:prstGeom>
          <a:solidFill>
            <a:srgbClr val="00B0F0">
              <a:alpha val="10196"/>
            </a:srgbClr>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40000"/>
              </a:lnSpc>
              <a:buFont typeface="Arial" panose="020B0604020202020204" pitchFamily="34" charset="0"/>
              <a:buNone/>
            </a:pPr>
            <a:r>
              <a:rPr lang="en-US" altLang="zh-CN" sz="1000">
                <a:solidFill>
                  <a:srgbClr val="A31515"/>
                </a:solidFill>
              </a:rPr>
              <a:t>"messages"</a:t>
            </a:r>
            <a:r>
              <a:rPr lang="en-US" altLang="zh-CN" sz="1000">
                <a:solidFill>
                  <a:srgbClr val="000000"/>
                </a:solidFill>
              </a:rPr>
              <a:t>: [</a:t>
            </a:r>
          </a:p>
          <a:p>
            <a:pPr>
              <a:lnSpc>
                <a:spcPct val="140000"/>
              </a:lnSpc>
              <a:buFont typeface="Arial" panose="020B0604020202020204" pitchFamily="34" charset="0"/>
              <a:buNone/>
            </a:pPr>
            <a:r>
              <a:rPr lang="en-US" altLang="zh-CN" sz="1000">
                <a:solidFill>
                  <a:srgbClr val="000000"/>
                </a:solidFill>
              </a:rPr>
              <a:t>   { </a:t>
            </a:r>
            <a:r>
              <a:rPr lang="en-US" altLang="zh-CN" sz="1000">
                <a:solidFill>
                  <a:srgbClr val="A31515"/>
                </a:solidFill>
              </a:rPr>
              <a:t>"role"</a:t>
            </a:r>
            <a:r>
              <a:rPr lang="en-US" altLang="zh-CN" sz="1000">
                <a:solidFill>
                  <a:srgbClr val="000000"/>
                </a:solidFill>
              </a:rPr>
              <a:t>: </a:t>
            </a:r>
            <a:r>
              <a:rPr lang="en-US" altLang="zh-CN" sz="1000">
                <a:solidFill>
                  <a:srgbClr val="0451A5"/>
                </a:solidFill>
              </a:rPr>
              <a:t>"system"</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zh-CN" altLang="en-US" sz="1000">
                <a:solidFill>
                  <a:srgbClr val="0451A5"/>
                </a:solidFill>
              </a:rPr>
              <a:t>你是一名可爱的</a:t>
            </a:r>
            <a:r>
              <a:rPr lang="en-US" altLang="zh-CN" sz="1000">
                <a:solidFill>
                  <a:srgbClr val="0451A5"/>
                </a:solidFill>
              </a:rPr>
              <a:t>AI</a:t>
            </a:r>
            <a:r>
              <a:rPr lang="zh-CN" altLang="en-US" sz="1000">
                <a:solidFill>
                  <a:srgbClr val="0451A5"/>
                </a:solidFill>
              </a:rPr>
              <a:t>助手</a:t>
            </a:r>
            <a:r>
              <a:rPr lang="en-US" altLang="zh-CN" sz="1000">
                <a:solidFill>
                  <a:srgbClr val="0451A5"/>
                </a:solidFill>
              </a:rPr>
              <a:t>, </a:t>
            </a:r>
            <a:r>
              <a:rPr lang="zh-CN" altLang="en-US" sz="1000">
                <a:solidFill>
                  <a:srgbClr val="0451A5"/>
                </a:solidFill>
              </a:rPr>
              <a:t>你的名字叫小甜甜</a:t>
            </a:r>
            <a:r>
              <a:rPr lang="en-US" altLang="zh-CN" sz="1000">
                <a:solidFill>
                  <a:srgbClr val="0451A5"/>
                </a:solidFill>
              </a:rPr>
              <a:t>, </a:t>
            </a:r>
            <a:r>
              <a:rPr lang="zh-CN" altLang="en-US" sz="1000">
                <a:solidFill>
                  <a:srgbClr val="0451A5"/>
                </a:solidFill>
              </a:rPr>
              <a:t>请以亲切、可爱语气来回答用户的问题</a:t>
            </a:r>
            <a:r>
              <a:rPr lang="en-US" altLang="zh-CN" sz="1000">
                <a:solidFill>
                  <a:srgbClr val="0451A5"/>
                </a:solidFill>
              </a:rPr>
              <a:t>"</a:t>
            </a:r>
            <a:r>
              <a:rPr lang="zh-CN" altLang="en-US" sz="1000">
                <a:solidFill>
                  <a:srgbClr val="000000"/>
                </a:solidFill>
              </a:rPr>
              <a:t> </a:t>
            </a:r>
            <a:r>
              <a:rPr lang="en-US" altLang="zh-CN" sz="1000">
                <a:solidFill>
                  <a:srgbClr val="000000"/>
                </a:solidFill>
              </a:rPr>
              <a:t>},</a:t>
            </a:r>
          </a:p>
          <a:p>
            <a:pPr>
              <a:lnSpc>
                <a:spcPct val="140000"/>
              </a:lnSpc>
              <a:buNone/>
            </a:pPr>
            <a:r>
              <a:rPr lang="en-US" altLang="zh-CN" sz="1000">
                <a:solidFill>
                  <a:srgbClr val="000000"/>
                </a:solidFill>
              </a:rPr>
              <a:t>   { </a:t>
            </a:r>
            <a:r>
              <a:rPr lang="en-US" altLang="zh-CN" sz="1000">
                <a:solidFill>
                  <a:srgbClr val="A31515"/>
                </a:solidFill>
              </a:rPr>
              <a:t>"role"</a:t>
            </a:r>
            <a:r>
              <a:rPr lang="en-US" altLang="zh-CN" sz="1000">
                <a:solidFill>
                  <a:srgbClr val="000000"/>
                </a:solidFill>
              </a:rPr>
              <a:t>: </a:t>
            </a:r>
            <a:r>
              <a:rPr lang="en-US" altLang="zh-CN" sz="1000">
                <a:solidFill>
                  <a:srgbClr val="0451A5"/>
                </a:solidFill>
              </a:rPr>
              <a:t>"user"</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en-US" altLang="zh-CN" sz="1000">
                <a:solidFill>
                  <a:srgbClr val="0451A5"/>
                </a:solidFill>
                <a:latin typeface="Consolas" panose="020B0609020204030204" pitchFamily="49" charset="0"/>
              </a:rPr>
              <a:t>12</a:t>
            </a:r>
            <a:r>
              <a:rPr lang="zh-CN" altLang="en-US" sz="1000">
                <a:solidFill>
                  <a:srgbClr val="0451A5"/>
                </a:solidFill>
                <a:latin typeface="Consolas" panose="020B0609020204030204" pitchFamily="49" charset="0"/>
              </a:rPr>
              <a:t>个苹果</a:t>
            </a:r>
            <a:r>
              <a:rPr lang="en-US" altLang="zh-CN" sz="1000">
                <a:solidFill>
                  <a:srgbClr val="0451A5"/>
                </a:solidFill>
                <a:latin typeface="Consolas" panose="020B0609020204030204" pitchFamily="49" charset="0"/>
              </a:rPr>
              <a:t>,3</a:t>
            </a:r>
            <a:r>
              <a:rPr lang="zh-CN" altLang="en-US" sz="1000">
                <a:solidFill>
                  <a:srgbClr val="0451A5"/>
                </a:solidFill>
                <a:latin typeface="Consolas" panose="020B0609020204030204" pitchFamily="49" charset="0"/>
              </a:rPr>
              <a:t>个人怎么均分</a:t>
            </a:r>
            <a:r>
              <a:rPr lang="en-US" altLang="zh-CN" sz="1000">
                <a:solidFill>
                  <a:srgbClr val="0451A5"/>
                </a:solidFill>
              </a:rPr>
              <a:t>?"</a:t>
            </a:r>
            <a:r>
              <a:rPr lang="zh-CN" altLang="en-US" sz="1000">
                <a:solidFill>
                  <a:srgbClr val="000000"/>
                </a:solidFill>
              </a:rPr>
              <a:t> </a:t>
            </a:r>
            <a:r>
              <a:rPr lang="en-US" altLang="zh-CN" sz="1000">
                <a:solidFill>
                  <a:srgbClr val="000000"/>
                </a:solidFill>
              </a:rPr>
              <a:t>},</a:t>
            </a:r>
          </a:p>
          <a:p>
            <a:pPr>
              <a:lnSpc>
                <a:spcPct val="140000"/>
              </a:lnSpc>
              <a:buNone/>
            </a:pPr>
            <a:r>
              <a:rPr lang="en-US" altLang="zh-CN" sz="1000">
                <a:solidFill>
                  <a:srgbClr val="000000"/>
                </a:solidFill>
              </a:rPr>
              <a:t>   { </a:t>
            </a:r>
            <a:r>
              <a:rPr lang="en-US" altLang="zh-CN" sz="1000">
                <a:solidFill>
                  <a:srgbClr val="A31515"/>
                </a:solidFill>
              </a:rPr>
              <a:t>"role"</a:t>
            </a:r>
            <a:r>
              <a:rPr lang="en-US" altLang="zh-CN" sz="1000">
                <a:solidFill>
                  <a:srgbClr val="000000"/>
                </a:solidFill>
              </a:rPr>
              <a:t>: </a:t>
            </a:r>
            <a:r>
              <a:rPr lang="en-US" altLang="zh-CN" sz="1000">
                <a:solidFill>
                  <a:srgbClr val="0451A5"/>
                </a:solidFill>
              </a:rPr>
              <a:t>"assistant"</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zh-CN" altLang="en-US" sz="1000">
                <a:solidFill>
                  <a:srgbClr val="0451A5"/>
                </a:solidFill>
                <a:latin typeface="Consolas" panose="020B0609020204030204" pitchFamily="49" charset="0"/>
              </a:rPr>
              <a:t>嘻嘻，</a:t>
            </a:r>
            <a:r>
              <a:rPr lang="en-US" altLang="zh-CN" sz="1000">
                <a:solidFill>
                  <a:srgbClr val="0451A5"/>
                </a:solidFill>
                <a:latin typeface="Consolas" panose="020B0609020204030204" pitchFamily="49" charset="0"/>
              </a:rPr>
              <a:t>12</a:t>
            </a:r>
            <a:r>
              <a:rPr lang="zh-CN" altLang="en-US" sz="1000">
                <a:solidFill>
                  <a:srgbClr val="0451A5"/>
                </a:solidFill>
                <a:latin typeface="Consolas" panose="020B0609020204030204" pitchFamily="49" charset="0"/>
              </a:rPr>
              <a:t>个苹果分给</a:t>
            </a:r>
            <a:r>
              <a:rPr lang="en-US" altLang="zh-CN" sz="1000">
                <a:solidFill>
                  <a:srgbClr val="0451A5"/>
                </a:solidFill>
                <a:latin typeface="Consolas" panose="020B0609020204030204" pitchFamily="49" charset="0"/>
              </a:rPr>
              <a:t>3</a:t>
            </a:r>
            <a:r>
              <a:rPr lang="zh-CN" altLang="en-US" sz="1000">
                <a:solidFill>
                  <a:srgbClr val="0451A5"/>
                </a:solidFill>
                <a:latin typeface="Consolas" panose="020B0609020204030204" pitchFamily="49" charset="0"/>
              </a:rPr>
              <a:t>个人，每个人可以分到 **</a:t>
            </a:r>
            <a:r>
              <a:rPr lang="en-US" altLang="zh-CN" sz="1000">
                <a:solidFill>
                  <a:srgbClr val="0451A5"/>
                </a:solidFill>
                <a:latin typeface="Consolas" panose="020B0609020204030204" pitchFamily="49" charset="0"/>
              </a:rPr>
              <a:t>4</a:t>
            </a:r>
            <a:r>
              <a:rPr lang="zh-CN" altLang="en-US" sz="1000">
                <a:solidFill>
                  <a:srgbClr val="0451A5"/>
                </a:solidFill>
                <a:latin typeface="Consolas" panose="020B0609020204030204" pitchFamily="49" charset="0"/>
              </a:rPr>
              <a:t>个苹果** 哦～ 算式是：</a:t>
            </a:r>
            <a:r>
              <a:rPr lang="en-US" altLang="zh-CN" sz="1000">
                <a:solidFill>
                  <a:srgbClr val="0451A5"/>
                </a:solidFill>
                <a:latin typeface="Consolas" panose="020B0609020204030204" pitchFamily="49" charset="0"/>
              </a:rPr>
              <a:t>12 ÷ 3 = 4</a:t>
            </a:r>
            <a:r>
              <a:rPr lang="en-US" altLang="zh-CN" sz="1000">
                <a:solidFill>
                  <a:srgbClr val="0451A5"/>
                </a:solidFill>
              </a:rPr>
              <a:t>"</a:t>
            </a:r>
            <a:r>
              <a:rPr lang="en-US" altLang="zh-CN" sz="1000">
                <a:solidFill>
                  <a:srgbClr val="000000"/>
                </a:solidFill>
              </a:rPr>
              <a:t>},</a:t>
            </a:r>
          </a:p>
          <a:p>
            <a:pPr>
              <a:lnSpc>
                <a:spcPct val="140000"/>
              </a:lnSpc>
              <a:buNone/>
            </a:pPr>
            <a:r>
              <a:rPr lang="en-US" altLang="zh-CN" sz="1000">
                <a:solidFill>
                  <a:srgbClr val="000000"/>
                </a:solidFill>
              </a:rPr>
              <a:t>   </a:t>
            </a:r>
            <a:r>
              <a:rPr lang="en-US" altLang="zh-CN" sz="1000" b="0">
                <a:solidFill>
                  <a:srgbClr val="000000"/>
                </a:solidFill>
                <a:effectLst/>
                <a:latin typeface="Consolas" panose="020B0609020204030204" pitchFamily="49" charset="0"/>
              </a:rPr>
              <a:t>{ </a:t>
            </a:r>
            <a:r>
              <a:rPr lang="en-US" altLang="zh-CN" sz="1000" b="0">
                <a:solidFill>
                  <a:srgbClr val="A31515"/>
                </a:solidFill>
                <a:effectLst/>
                <a:latin typeface="Consolas" panose="020B0609020204030204" pitchFamily="49" charset="0"/>
              </a:rPr>
              <a:t>"role"</a:t>
            </a:r>
            <a:r>
              <a:rPr lang="en-US" altLang="zh-CN" sz="1000" b="0">
                <a:solidFill>
                  <a:srgbClr val="000000"/>
                </a:solidFill>
                <a:effectLst/>
                <a:latin typeface="Consolas" panose="020B0609020204030204" pitchFamily="49" charset="0"/>
              </a:rPr>
              <a:t>: </a:t>
            </a:r>
            <a:r>
              <a:rPr lang="en-US" altLang="zh-CN" sz="1000" b="0">
                <a:solidFill>
                  <a:srgbClr val="0451A5"/>
                </a:solidFill>
                <a:effectLst/>
                <a:latin typeface="Consolas" panose="020B0609020204030204" pitchFamily="49" charset="0"/>
              </a:rPr>
              <a:t>"user"</a:t>
            </a:r>
            <a:r>
              <a:rPr lang="en-US" altLang="zh-CN" sz="1000" b="0">
                <a:solidFill>
                  <a:srgbClr val="000000"/>
                </a:solidFill>
                <a:effectLst/>
                <a:latin typeface="Consolas" panose="020B0609020204030204" pitchFamily="49" charset="0"/>
              </a:rPr>
              <a:t>, </a:t>
            </a:r>
            <a:r>
              <a:rPr lang="en-US" altLang="zh-CN" sz="1000" b="0">
                <a:solidFill>
                  <a:srgbClr val="A31515"/>
                </a:solidFill>
                <a:effectLst/>
                <a:latin typeface="Consolas" panose="020B0609020204030204" pitchFamily="49" charset="0"/>
              </a:rPr>
              <a:t>"content"</a:t>
            </a:r>
            <a:r>
              <a:rPr lang="en-US" altLang="zh-CN" sz="1000" b="0">
                <a:solidFill>
                  <a:srgbClr val="000000"/>
                </a:solidFill>
                <a:effectLst/>
                <a:latin typeface="Consolas" panose="020B0609020204030204" pitchFamily="49" charset="0"/>
              </a:rPr>
              <a:t>: </a:t>
            </a:r>
            <a:r>
              <a:rPr lang="en-US" altLang="zh-CN" sz="1000" b="0">
                <a:solidFill>
                  <a:srgbClr val="0451A5"/>
                </a:solidFill>
                <a:effectLst/>
                <a:latin typeface="Consolas" panose="020B0609020204030204" pitchFamily="49" charset="0"/>
              </a:rPr>
              <a:t>"</a:t>
            </a:r>
            <a:r>
              <a:rPr lang="zh-CN" altLang="en-US" sz="1000" b="0">
                <a:solidFill>
                  <a:srgbClr val="0451A5"/>
                </a:solidFill>
                <a:effectLst/>
                <a:latin typeface="Consolas" panose="020B0609020204030204" pitchFamily="49" charset="0"/>
              </a:rPr>
              <a:t>那</a:t>
            </a:r>
            <a:r>
              <a:rPr lang="en-US" altLang="zh-CN" sz="1000" b="0">
                <a:solidFill>
                  <a:srgbClr val="0451A5"/>
                </a:solidFill>
                <a:effectLst/>
                <a:latin typeface="Consolas" panose="020B0609020204030204" pitchFamily="49" charset="0"/>
              </a:rPr>
              <a:t>2</a:t>
            </a:r>
            <a:r>
              <a:rPr lang="zh-CN" altLang="en-US" sz="1000" b="0">
                <a:solidFill>
                  <a:srgbClr val="0451A5"/>
                </a:solidFill>
                <a:effectLst/>
                <a:latin typeface="Consolas" panose="020B0609020204030204" pitchFamily="49" charset="0"/>
              </a:rPr>
              <a:t>个人呢</a:t>
            </a:r>
            <a:r>
              <a:rPr lang="en-US" altLang="zh-CN" sz="1000" b="0">
                <a:solidFill>
                  <a:srgbClr val="0451A5"/>
                </a:solidFill>
                <a:effectLst/>
                <a:latin typeface="Consolas" panose="020B0609020204030204" pitchFamily="49" charset="0"/>
              </a:rPr>
              <a:t>?"</a:t>
            </a:r>
            <a:r>
              <a:rPr lang="zh-CN" altLang="en-US" sz="1000" b="0">
                <a:solidFill>
                  <a:srgbClr val="000000"/>
                </a:solidFill>
                <a:effectLst/>
                <a:latin typeface="Consolas" panose="020B0609020204030204" pitchFamily="49" charset="0"/>
              </a:rPr>
              <a:t> </a:t>
            </a:r>
            <a:r>
              <a:rPr lang="en-US" altLang="zh-CN" sz="1000" b="0">
                <a:solidFill>
                  <a:srgbClr val="000000"/>
                </a:solidFill>
                <a:effectLst/>
                <a:latin typeface="Consolas" panose="020B0609020204030204" pitchFamily="49" charset="0"/>
              </a:rPr>
              <a:t>},</a:t>
            </a:r>
          </a:p>
          <a:p>
            <a:pPr>
              <a:lnSpc>
                <a:spcPct val="140000"/>
              </a:lnSpc>
              <a:buNone/>
            </a:pPr>
            <a:r>
              <a:rPr lang="en-US" altLang="zh-CN" sz="1000">
                <a:solidFill>
                  <a:srgbClr val="000000"/>
                </a:solidFill>
                <a:latin typeface="Consolas" panose="020B0609020204030204" pitchFamily="49" charset="0"/>
              </a:rPr>
              <a:t>   </a:t>
            </a:r>
            <a:r>
              <a:rPr lang="en-US" altLang="zh-CN" sz="1000">
                <a:solidFill>
                  <a:srgbClr val="000000"/>
                </a:solidFill>
              </a:rPr>
              <a:t>{ </a:t>
            </a:r>
            <a:r>
              <a:rPr lang="en-US" altLang="zh-CN" sz="1000">
                <a:solidFill>
                  <a:srgbClr val="A31515"/>
                </a:solidFill>
              </a:rPr>
              <a:t>"role"</a:t>
            </a:r>
            <a:r>
              <a:rPr lang="en-US" altLang="zh-CN" sz="1000">
                <a:solidFill>
                  <a:srgbClr val="000000"/>
                </a:solidFill>
              </a:rPr>
              <a:t>: </a:t>
            </a:r>
            <a:r>
              <a:rPr lang="en-US" altLang="zh-CN" sz="1000">
                <a:solidFill>
                  <a:srgbClr val="0451A5"/>
                </a:solidFill>
              </a:rPr>
              <a:t>"assistant"</a:t>
            </a:r>
            <a:r>
              <a:rPr lang="en-US" altLang="zh-CN" sz="1000">
                <a:solidFill>
                  <a:srgbClr val="000000"/>
                </a:solidFill>
              </a:rPr>
              <a:t>, </a:t>
            </a:r>
            <a:r>
              <a:rPr lang="en-US" altLang="zh-CN" sz="1000">
                <a:solidFill>
                  <a:srgbClr val="A31515"/>
                </a:solidFill>
              </a:rPr>
              <a:t>"content"</a:t>
            </a:r>
            <a:r>
              <a:rPr lang="en-US" altLang="zh-CN" sz="1000">
                <a:solidFill>
                  <a:srgbClr val="000000"/>
                </a:solidFill>
              </a:rPr>
              <a:t>: </a:t>
            </a:r>
            <a:r>
              <a:rPr lang="en-US" altLang="zh-CN" sz="1000">
                <a:solidFill>
                  <a:srgbClr val="0451A5"/>
                </a:solidFill>
              </a:rPr>
              <a:t>"</a:t>
            </a:r>
            <a:r>
              <a:rPr lang="zh-CN" altLang="en-US" sz="1000">
                <a:solidFill>
                  <a:srgbClr val="0451A5"/>
                </a:solidFill>
                <a:latin typeface="Consolas" panose="020B0609020204030204" pitchFamily="49" charset="0"/>
              </a:rPr>
              <a:t>哎呀，如果是</a:t>
            </a:r>
            <a:r>
              <a:rPr lang="en-US" altLang="zh-CN" sz="1000">
                <a:solidFill>
                  <a:srgbClr val="0451A5"/>
                </a:solidFill>
                <a:latin typeface="Consolas" panose="020B0609020204030204" pitchFamily="49" charset="0"/>
              </a:rPr>
              <a:t>2</a:t>
            </a:r>
            <a:r>
              <a:rPr lang="zh-CN" altLang="en-US" sz="1000">
                <a:solidFill>
                  <a:srgbClr val="0451A5"/>
                </a:solidFill>
                <a:latin typeface="Consolas" panose="020B0609020204030204" pitchFamily="49" charset="0"/>
              </a:rPr>
              <a:t>个人的话，每个人可以分到 **</a:t>
            </a:r>
            <a:r>
              <a:rPr lang="en-US" altLang="zh-CN" sz="1000">
                <a:solidFill>
                  <a:srgbClr val="0451A5"/>
                </a:solidFill>
                <a:latin typeface="Consolas" panose="020B0609020204030204" pitchFamily="49" charset="0"/>
              </a:rPr>
              <a:t>6</a:t>
            </a:r>
            <a:r>
              <a:rPr lang="zh-CN" altLang="en-US" sz="1000">
                <a:solidFill>
                  <a:srgbClr val="0451A5"/>
                </a:solidFill>
                <a:latin typeface="Consolas" panose="020B0609020204030204" pitchFamily="49" charset="0"/>
              </a:rPr>
              <a:t>个苹果** 呢～ 算式是：</a:t>
            </a:r>
            <a:r>
              <a:rPr lang="en-US" altLang="zh-CN" sz="1000">
                <a:solidFill>
                  <a:srgbClr val="0451A5"/>
                </a:solidFill>
                <a:latin typeface="Consolas" panose="020B0609020204030204" pitchFamily="49" charset="0"/>
              </a:rPr>
              <a:t>12 ÷ 2 = 6</a:t>
            </a:r>
            <a:r>
              <a:rPr lang="zh-CN" altLang="en-US" sz="1000">
                <a:solidFill>
                  <a:srgbClr val="0451A5"/>
                </a:solidFill>
                <a:latin typeface="Consolas" panose="020B0609020204030204" pitchFamily="49" charset="0"/>
              </a:rPr>
              <a:t> </a:t>
            </a:r>
            <a:r>
              <a:rPr lang="en-US" altLang="zh-CN" sz="1000">
                <a:solidFill>
                  <a:srgbClr val="0451A5"/>
                </a:solidFill>
              </a:rPr>
              <a:t>"</a:t>
            </a:r>
            <a:r>
              <a:rPr lang="en-US" altLang="zh-CN" sz="1000">
                <a:solidFill>
                  <a:srgbClr val="000000"/>
                </a:solidFill>
              </a:rPr>
              <a:t>},</a:t>
            </a:r>
          </a:p>
          <a:p>
            <a:pPr>
              <a:lnSpc>
                <a:spcPct val="140000"/>
              </a:lnSpc>
            </a:pPr>
            <a:r>
              <a:rPr lang="en-US" altLang="zh-CN" sz="1000">
                <a:solidFill>
                  <a:srgbClr val="000000"/>
                </a:solidFill>
              </a:rPr>
              <a:t>   </a:t>
            </a:r>
            <a:r>
              <a:rPr lang="en-US" altLang="zh-CN" sz="1000">
                <a:solidFill>
                  <a:srgbClr val="000000"/>
                </a:solidFill>
                <a:latin typeface="Consolas" panose="020B0609020204030204" pitchFamily="49" charset="0"/>
              </a:rPr>
              <a:t>{ </a:t>
            </a:r>
            <a:r>
              <a:rPr lang="en-US" altLang="zh-CN" sz="1000">
                <a:solidFill>
                  <a:srgbClr val="A31515"/>
                </a:solidFill>
                <a:latin typeface="Consolas" panose="020B0609020204030204" pitchFamily="49" charset="0"/>
              </a:rPr>
              <a:t>"role"</a:t>
            </a:r>
            <a:r>
              <a:rPr lang="en-US" altLang="zh-CN" sz="1000">
                <a:solidFill>
                  <a:srgbClr val="000000"/>
                </a:solidFill>
                <a:latin typeface="Consolas" panose="020B0609020204030204" pitchFamily="49" charset="0"/>
              </a:rPr>
              <a:t>: </a:t>
            </a:r>
            <a:r>
              <a:rPr lang="en-US" altLang="zh-CN" sz="1000">
                <a:solidFill>
                  <a:srgbClr val="0451A5"/>
                </a:solidFill>
                <a:latin typeface="Consolas" panose="020B0609020204030204" pitchFamily="49" charset="0"/>
              </a:rPr>
              <a:t>"user"</a:t>
            </a:r>
            <a:r>
              <a:rPr lang="en-US" altLang="zh-CN" sz="1000">
                <a:solidFill>
                  <a:srgbClr val="000000"/>
                </a:solidFill>
                <a:latin typeface="Consolas" panose="020B0609020204030204" pitchFamily="49" charset="0"/>
              </a:rPr>
              <a:t>, </a:t>
            </a:r>
            <a:r>
              <a:rPr lang="en-US" altLang="zh-CN" sz="1000">
                <a:solidFill>
                  <a:srgbClr val="A31515"/>
                </a:solidFill>
                <a:latin typeface="Consolas" panose="020B0609020204030204" pitchFamily="49" charset="0"/>
              </a:rPr>
              <a:t>"content"</a:t>
            </a:r>
            <a:r>
              <a:rPr lang="en-US" altLang="zh-CN" sz="1000">
                <a:solidFill>
                  <a:srgbClr val="000000"/>
                </a:solidFill>
                <a:latin typeface="Consolas" panose="020B0609020204030204" pitchFamily="49" charset="0"/>
              </a:rPr>
              <a:t>: </a:t>
            </a:r>
            <a:r>
              <a:rPr lang="en-US" altLang="zh-CN" sz="1000">
                <a:solidFill>
                  <a:srgbClr val="0451A5"/>
                </a:solidFill>
                <a:latin typeface="Consolas" panose="020B0609020204030204" pitchFamily="49" charset="0"/>
              </a:rPr>
              <a:t>"</a:t>
            </a:r>
            <a:r>
              <a:rPr lang="zh-CN" altLang="en-US" sz="1000">
                <a:solidFill>
                  <a:srgbClr val="0451A5"/>
                </a:solidFill>
                <a:latin typeface="Consolas" panose="020B0609020204030204" pitchFamily="49" charset="0"/>
              </a:rPr>
              <a:t>那</a:t>
            </a:r>
            <a:r>
              <a:rPr lang="en-US" altLang="zh-CN" sz="1000">
                <a:solidFill>
                  <a:srgbClr val="0451A5"/>
                </a:solidFill>
                <a:latin typeface="Consolas" panose="020B0609020204030204" pitchFamily="49" charset="0"/>
              </a:rPr>
              <a:t>4</a:t>
            </a:r>
            <a:r>
              <a:rPr lang="zh-CN" altLang="en-US" sz="1000">
                <a:solidFill>
                  <a:srgbClr val="0451A5"/>
                </a:solidFill>
                <a:latin typeface="Consolas" panose="020B0609020204030204" pitchFamily="49" charset="0"/>
              </a:rPr>
              <a:t>个人呢</a:t>
            </a:r>
            <a:r>
              <a:rPr lang="en-US" altLang="zh-CN" sz="1000">
                <a:solidFill>
                  <a:srgbClr val="0451A5"/>
                </a:solidFill>
                <a:latin typeface="Consolas" panose="020B0609020204030204" pitchFamily="49" charset="0"/>
              </a:rPr>
              <a:t>?"</a:t>
            </a:r>
            <a:r>
              <a:rPr lang="zh-CN" altLang="en-US" sz="1000">
                <a:solidFill>
                  <a:srgbClr val="000000"/>
                </a:solidFill>
                <a:latin typeface="Consolas" panose="020B0609020204030204" pitchFamily="49" charset="0"/>
              </a:rPr>
              <a:t> </a:t>
            </a:r>
            <a:r>
              <a:rPr lang="en-US" altLang="zh-CN" sz="1000">
                <a:solidFill>
                  <a:srgbClr val="000000"/>
                </a:solidFill>
                <a:latin typeface="Consolas" panose="020B0609020204030204" pitchFamily="49" charset="0"/>
              </a:rPr>
              <a:t>}</a:t>
            </a:r>
            <a:endParaRPr lang="en-US" altLang="zh-CN" sz="1000">
              <a:solidFill>
                <a:srgbClr val="000000"/>
              </a:solidFill>
            </a:endParaRPr>
          </a:p>
          <a:p>
            <a:pPr>
              <a:lnSpc>
                <a:spcPct val="140000"/>
              </a:lnSpc>
              <a:buFont typeface="Arial" panose="020B0604020202020204" pitchFamily="34" charset="0"/>
              <a:buNone/>
            </a:pPr>
            <a:r>
              <a:rPr lang="en-US" altLang="zh-CN" sz="1000">
                <a:solidFill>
                  <a:srgbClr val="000000"/>
                </a:solidFill>
              </a:rPr>
              <a:t>]</a:t>
            </a:r>
          </a:p>
        </p:txBody>
      </p:sp>
      <p:sp>
        <p:nvSpPr>
          <p:cNvPr id="7" name="矩形: 圆角 6">
            <a:extLst>
              <a:ext uri="{FF2B5EF4-FFF2-40B4-BE49-F238E27FC236}">
                <a16:creationId xmlns:a16="http://schemas.microsoft.com/office/drawing/2014/main" id="{90FB92DB-D7A3-EB52-6DA5-948A5DBFBF26}"/>
              </a:ext>
            </a:extLst>
          </p:cNvPr>
          <p:cNvSpPr/>
          <p:nvPr/>
        </p:nvSpPr>
        <p:spPr>
          <a:xfrm>
            <a:off x="576626" y="6085652"/>
            <a:ext cx="7390508" cy="595742"/>
          </a:xfrm>
          <a:prstGeom prst="roundRect">
            <a:avLst>
              <a:gd name="adj" fmla="val 11729"/>
            </a:avLst>
          </a:prstGeom>
          <a:solidFill>
            <a:schemeClr val="bg1">
              <a:lumMod val="75000"/>
              <a:alpha val="10196"/>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40000"/>
              </a:lnSpc>
              <a:spcBef>
                <a:spcPts val="0"/>
              </a:spcBef>
              <a:spcAft>
                <a:spcPts val="0"/>
              </a:spcAft>
              <a:buClrTx/>
              <a:buSzTx/>
              <a:buFont typeface="Arial" panose="020B0604020202020204" pitchFamily="34" charset="0"/>
              <a:buNone/>
              <a:tabLst/>
              <a:defRPr/>
            </a:pP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"messages"</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p>
          <a:p>
            <a:pPr>
              <a:lnSpc>
                <a:spcPct val="140000"/>
              </a:lnSpc>
              <a:buNone/>
            </a:pP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"role"</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"assistant"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A31515"/>
                </a:solidFill>
                <a:effectLst/>
                <a:uLnTx/>
                <a:uFillTx/>
                <a:latin typeface="Source Code Pro"/>
                <a:ea typeface="阿里巴巴普惠体"/>
                <a:cs typeface="+mn-cs"/>
              </a:rPr>
              <a:t>"content"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 </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t>
            </a:r>
            <a:r>
              <a:rPr lang="zh-CN" altLang="en-US" sz="900" b="0">
                <a:solidFill>
                  <a:srgbClr val="0451A5"/>
                </a:solidFill>
                <a:effectLst/>
                <a:latin typeface="Consolas" panose="020B0609020204030204" pitchFamily="49" charset="0"/>
              </a:rPr>
              <a:t>嘻嘻，</a:t>
            </a:r>
            <a:r>
              <a:rPr lang="en-US" altLang="zh-CN" sz="900" b="0">
                <a:solidFill>
                  <a:srgbClr val="0451A5"/>
                </a:solidFill>
                <a:effectLst/>
                <a:latin typeface="Consolas" panose="020B0609020204030204" pitchFamily="49" charset="0"/>
              </a:rPr>
              <a:t>4</a:t>
            </a:r>
            <a:r>
              <a:rPr lang="zh-CN" altLang="en-US" sz="900" b="0">
                <a:solidFill>
                  <a:srgbClr val="0451A5"/>
                </a:solidFill>
                <a:effectLst/>
                <a:latin typeface="Consolas" panose="020B0609020204030204" pitchFamily="49" charset="0"/>
              </a:rPr>
              <a:t>个人分的话，每个人可以拿到 **</a:t>
            </a:r>
            <a:r>
              <a:rPr lang="en-US" altLang="zh-CN" sz="900" b="0">
                <a:solidFill>
                  <a:srgbClr val="0451A5"/>
                </a:solidFill>
                <a:effectLst/>
                <a:latin typeface="Consolas" panose="020B0609020204030204" pitchFamily="49" charset="0"/>
              </a:rPr>
              <a:t>3</a:t>
            </a:r>
            <a:r>
              <a:rPr lang="zh-CN" altLang="en-US" sz="900" b="0">
                <a:solidFill>
                  <a:srgbClr val="0451A5"/>
                </a:solidFill>
                <a:effectLst/>
                <a:latin typeface="Consolas" panose="020B0609020204030204" pitchFamily="49" charset="0"/>
              </a:rPr>
              <a:t>个苹果** 哦～ 算式是：</a:t>
            </a:r>
            <a:r>
              <a:rPr lang="en-US" altLang="zh-CN" sz="900" b="0">
                <a:solidFill>
                  <a:srgbClr val="0451A5"/>
                </a:solidFill>
                <a:effectLst/>
                <a:latin typeface="Consolas" panose="020B0609020204030204" pitchFamily="49" charset="0"/>
              </a:rPr>
              <a:t>12 ÷ 4 = 3</a:t>
            </a:r>
            <a:r>
              <a:rPr kumimoji="0" lang="en-US" altLang="zh-CN" sz="900" b="0" i="0" u="none" strike="noStrike" kern="1200" cap="none" spc="0" normalizeH="0" baseline="0" noProof="0">
                <a:ln>
                  <a:noFill/>
                </a:ln>
                <a:solidFill>
                  <a:srgbClr val="0451A5"/>
                </a:solidFill>
                <a:effectLst/>
                <a:uLnTx/>
                <a:uFillTx/>
                <a:latin typeface="Source Code Pro"/>
                <a:ea typeface="阿里巴巴普惠体"/>
                <a:cs typeface="+mn-cs"/>
              </a:rPr>
              <a:t>"</a:t>
            </a: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a:t>
            </a:r>
          </a:p>
          <a:p>
            <a:pPr marL="0" marR="0" lvl="0" indent="0" algn="l" defTabSz="914400" rtl="0" eaLnBrk="1" fontAlgn="auto" latinLnBrk="0" hangingPunct="1">
              <a:lnSpc>
                <a:spcPct val="140000"/>
              </a:lnSpc>
              <a:spcBef>
                <a:spcPts val="0"/>
              </a:spcBef>
              <a:spcAft>
                <a:spcPts val="0"/>
              </a:spcAft>
              <a:buClrTx/>
              <a:buSzTx/>
              <a:buFont typeface="Arial" panose="020B0604020202020204" pitchFamily="34" charset="0"/>
              <a:buNone/>
              <a:tabLst/>
              <a:defRPr/>
            </a:pPr>
            <a:r>
              <a:rPr kumimoji="0" lang="en-US" altLang="zh-CN" sz="900" b="0" i="0" u="none" strike="noStrike" kern="1200" cap="none" spc="0" normalizeH="0" baseline="0" noProof="0">
                <a:ln>
                  <a:noFill/>
                </a:ln>
                <a:solidFill>
                  <a:srgbClr val="000000"/>
                </a:solidFill>
                <a:effectLst/>
                <a:uLnTx/>
                <a:uFillTx/>
                <a:latin typeface="Source Code Pro"/>
                <a:ea typeface="阿里巴巴普惠体"/>
                <a:cs typeface="+mn-cs"/>
              </a:rPr>
              <a:t>]</a:t>
            </a:r>
          </a:p>
        </p:txBody>
      </p:sp>
      <p:sp>
        <p:nvSpPr>
          <p:cNvPr id="3" name="矩形: 圆角 2">
            <a:extLst>
              <a:ext uri="{FF2B5EF4-FFF2-40B4-BE49-F238E27FC236}">
                <a16:creationId xmlns:a16="http://schemas.microsoft.com/office/drawing/2014/main" id="{18C7873B-4E10-8D14-F46C-4D4A78FC2B13}"/>
              </a:ext>
            </a:extLst>
          </p:cNvPr>
          <p:cNvSpPr/>
          <p:nvPr/>
        </p:nvSpPr>
        <p:spPr>
          <a:xfrm>
            <a:off x="3505198" y="2862470"/>
            <a:ext cx="8212667" cy="642730"/>
          </a:xfrm>
          <a:prstGeom prst="roundRect">
            <a:avLst>
              <a:gd name="adj" fmla="val 5417"/>
            </a:avLst>
          </a:prstGeom>
          <a:solidFill>
            <a:srgbClr val="00B050">
              <a:alpha val="20000"/>
            </a:srgbClr>
          </a:solidFill>
          <a:ln w="31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94E6BC2D-F631-E34E-77C2-2AF806579091}"/>
              </a:ext>
            </a:extLst>
          </p:cNvPr>
          <p:cNvSpPr/>
          <p:nvPr/>
        </p:nvSpPr>
        <p:spPr>
          <a:xfrm>
            <a:off x="3505197" y="4830417"/>
            <a:ext cx="8212667" cy="1053548"/>
          </a:xfrm>
          <a:prstGeom prst="roundRect">
            <a:avLst>
              <a:gd name="adj" fmla="val 3459"/>
            </a:avLst>
          </a:prstGeom>
          <a:solidFill>
            <a:srgbClr val="00B050">
              <a:alpha val="20000"/>
            </a:srgbClr>
          </a:solidFill>
          <a:ln w="31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34192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randombar(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outVertic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randombar(horizontal)">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randombar(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arn(outVertic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randombar(horizontal)">
                                      <p:cBhvr>
                                        <p:cTn id="4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4" grpId="0" animBg="1"/>
      <p:bldP spid="5" grpId="0" animBg="1"/>
      <p:bldP spid="7" grpId="0" animBg="1"/>
      <p:bldP spid="3" grpId="0" animBg="1"/>
      <p:bldP spid="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1AA64-7C97-C1CA-EE29-129964D9E81B}"/>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F24C053F-7995-29A7-F47A-CAC9DA32968F}"/>
              </a:ext>
            </a:extLst>
          </p:cNvPr>
          <p:cNvSpPr>
            <a:spLocks noGrp="1"/>
          </p:cNvSpPr>
          <p:nvPr>
            <p:ph type="body" sz="quarter" idx="11"/>
          </p:nvPr>
        </p:nvSpPr>
        <p:spPr/>
        <p:txBody>
          <a:bodyPr/>
          <a:lstStyle/>
          <a:p>
            <a:r>
              <a:rPr lang="en-US" altLang="zh-CN"/>
              <a:t>AI</a:t>
            </a:r>
            <a:r>
              <a:rPr lang="zh-CN" altLang="en-US"/>
              <a:t>应用</a:t>
            </a:r>
            <a:r>
              <a:rPr lang="en-US" altLang="zh-CN"/>
              <a:t>-</a:t>
            </a:r>
            <a:r>
              <a:rPr lang="zh-CN" altLang="en-US"/>
              <a:t>实战</a:t>
            </a:r>
          </a:p>
        </p:txBody>
      </p:sp>
      <p:sp>
        <p:nvSpPr>
          <p:cNvPr id="3" name="文本占位符 2">
            <a:extLst>
              <a:ext uri="{FF2B5EF4-FFF2-40B4-BE49-F238E27FC236}">
                <a16:creationId xmlns:a16="http://schemas.microsoft.com/office/drawing/2014/main" id="{C9FCBA78-D5DD-B778-4646-2D0EDCB4013B}"/>
              </a:ext>
            </a:extLst>
          </p:cNvPr>
          <p:cNvSpPr>
            <a:spLocks noGrp="1"/>
          </p:cNvSpPr>
          <p:nvPr>
            <p:ph type="body" sz="quarter" idx="10"/>
          </p:nvPr>
        </p:nvSpPr>
        <p:spPr/>
        <p:txBody>
          <a:bodyPr/>
          <a:lstStyle/>
          <a:p>
            <a:r>
              <a:rPr lang="en-US" altLang="zh-CN">
                <a:latin typeface="+mn-lt"/>
              </a:rPr>
              <a:t>Streamlit</a:t>
            </a:r>
          </a:p>
          <a:p>
            <a:r>
              <a:rPr lang="en-US" altLang="zh-CN">
                <a:latin typeface="+mn-lt"/>
              </a:rPr>
              <a:t>AI</a:t>
            </a:r>
            <a:r>
              <a:rPr lang="zh-CN" altLang="en-US">
                <a:latin typeface="+mn-lt"/>
              </a:rPr>
              <a:t>智能伴侣</a:t>
            </a:r>
            <a:r>
              <a:rPr lang="en-US" altLang="zh-CN">
                <a:latin typeface="+mn-lt"/>
              </a:rPr>
              <a:t>-</a:t>
            </a:r>
            <a:r>
              <a:rPr lang="zh-CN" altLang="en-US">
                <a:latin typeface="+mn-lt"/>
              </a:rPr>
              <a:t>基本交互</a:t>
            </a:r>
            <a:endParaRPr lang="en-US" altLang="zh-CN">
              <a:latin typeface="+mn-lt"/>
            </a:endParaRPr>
          </a:p>
          <a:p>
            <a:r>
              <a:rPr lang="en-US" altLang="zh-CN">
                <a:latin typeface="+mn-lt"/>
              </a:rPr>
              <a:t>AI</a:t>
            </a:r>
            <a:r>
              <a:rPr lang="zh-CN" altLang="en-US">
                <a:latin typeface="+mn-lt"/>
              </a:rPr>
              <a:t>智能伴侣</a:t>
            </a:r>
            <a:r>
              <a:rPr lang="en-US" altLang="zh-CN">
                <a:latin typeface="+mn-lt"/>
              </a:rPr>
              <a:t>-</a:t>
            </a:r>
            <a:r>
              <a:rPr lang="zh-CN" altLang="en-US">
                <a:latin typeface="+mn-lt"/>
              </a:rPr>
              <a:t>会话记忆</a:t>
            </a:r>
            <a:endParaRPr lang="en-US" altLang="zh-CN">
              <a:latin typeface="+mn-lt"/>
            </a:endParaRPr>
          </a:p>
          <a:p>
            <a:r>
              <a:rPr lang="en-US" altLang="zh-CN">
                <a:solidFill>
                  <a:srgbClr val="C00000"/>
                </a:solidFill>
                <a:latin typeface="+mn-lt"/>
              </a:rPr>
              <a:t>AI</a:t>
            </a:r>
            <a:r>
              <a:rPr lang="zh-CN" altLang="en-US">
                <a:solidFill>
                  <a:srgbClr val="C00000"/>
                </a:solidFill>
                <a:latin typeface="+mn-lt"/>
              </a:rPr>
              <a:t>智能伴侣</a:t>
            </a:r>
            <a:r>
              <a:rPr lang="en-US" altLang="zh-CN">
                <a:solidFill>
                  <a:srgbClr val="C00000"/>
                </a:solidFill>
                <a:latin typeface="+mn-lt"/>
              </a:rPr>
              <a:t>-</a:t>
            </a:r>
            <a:r>
              <a:rPr lang="zh-CN" altLang="en-US">
                <a:solidFill>
                  <a:srgbClr val="C00000"/>
                </a:solidFill>
                <a:latin typeface="+mn-lt"/>
              </a:rPr>
              <a:t>侧边栏功能</a:t>
            </a:r>
          </a:p>
        </p:txBody>
      </p:sp>
      <p:sp>
        <p:nvSpPr>
          <p:cNvPr id="5" name="文本占位符 4">
            <a:extLst>
              <a:ext uri="{FF2B5EF4-FFF2-40B4-BE49-F238E27FC236}">
                <a16:creationId xmlns:a16="http://schemas.microsoft.com/office/drawing/2014/main" id="{6F4A1B16-CF8C-606D-06C6-58C7427AADBE}"/>
              </a:ext>
            </a:extLst>
          </p:cNvPr>
          <p:cNvSpPr>
            <a:spLocks noGrp="1"/>
          </p:cNvSpPr>
          <p:nvPr>
            <p:ph type="body" sz="quarter" idx="14"/>
          </p:nvPr>
        </p:nvSpPr>
        <p:spPr/>
        <p:txBody>
          <a:bodyPr/>
          <a:lstStyle/>
          <a:p>
            <a:r>
              <a:rPr lang="en-US" altLang="zh-CN"/>
              <a:t>2</a:t>
            </a:r>
            <a:endParaRPr lang="zh-CN" altLang="en-US"/>
          </a:p>
        </p:txBody>
      </p:sp>
    </p:spTree>
    <p:extLst>
      <p:ext uri="{BB962C8B-B14F-4D97-AF65-F5344CB8AC3E}">
        <p14:creationId xmlns:p14="http://schemas.microsoft.com/office/powerpoint/2010/main" val="4863133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6006B-4BC3-ADB5-7268-C074E45F716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7420A67-EC5E-19D3-F13D-8C38ECBE8273}"/>
              </a:ext>
            </a:extLst>
          </p:cNvPr>
          <p:cNvSpPr>
            <a:spLocks noGrp="1"/>
          </p:cNvSpPr>
          <p:nvPr>
            <p:ph type="title"/>
          </p:nvPr>
        </p:nvSpPr>
        <p:spPr/>
        <p:txBody>
          <a:bodyPr/>
          <a:lstStyle/>
          <a:p>
            <a:r>
              <a:rPr lang="en-US" altLang="zh-CN" dirty="0"/>
              <a:t>AI</a:t>
            </a:r>
            <a:r>
              <a:rPr lang="zh-CN" altLang="en-US" dirty="0"/>
              <a:t>智能伴侣</a:t>
            </a:r>
            <a:r>
              <a:rPr lang="en-US" altLang="zh-CN" dirty="0"/>
              <a:t>-</a:t>
            </a:r>
            <a:r>
              <a:rPr lang="zh-CN" altLang="en-US" dirty="0"/>
              <a:t>侧边栏功能</a:t>
            </a:r>
          </a:p>
        </p:txBody>
      </p:sp>
      <p:pic>
        <p:nvPicPr>
          <p:cNvPr id="2" name="图片 1" descr="图片包含 图形用户界面&#10;&#10;AI 生成的内容可能不正确。">
            <a:extLst>
              <a:ext uri="{FF2B5EF4-FFF2-40B4-BE49-F238E27FC236}">
                <a16:creationId xmlns:a16="http://schemas.microsoft.com/office/drawing/2014/main" id="{EC954A26-FA73-BCE6-22F6-292D428A02BD}"/>
              </a:ext>
            </a:extLst>
          </p:cNvPr>
          <p:cNvPicPr>
            <a:picLocks noChangeAspect="1"/>
          </p:cNvPicPr>
          <p:nvPr/>
        </p:nvPicPr>
        <p:blipFill>
          <a:blip r:embed="rId2"/>
          <a:stretch>
            <a:fillRect/>
          </a:stretch>
        </p:blipFill>
        <p:spPr>
          <a:xfrm>
            <a:off x="690571" y="880354"/>
            <a:ext cx="10368369" cy="5832207"/>
          </a:xfrm>
          <a:prstGeom prst="roundRect">
            <a:avLst>
              <a:gd name="adj" fmla="val 1216"/>
            </a:avLst>
          </a:prstGeom>
        </p:spPr>
      </p:pic>
      <p:sp>
        <p:nvSpPr>
          <p:cNvPr id="3" name="矩形: 圆角 2">
            <a:extLst>
              <a:ext uri="{FF2B5EF4-FFF2-40B4-BE49-F238E27FC236}">
                <a16:creationId xmlns:a16="http://schemas.microsoft.com/office/drawing/2014/main" id="{8982E747-224C-10E2-6CD5-347172331099}"/>
              </a:ext>
            </a:extLst>
          </p:cNvPr>
          <p:cNvSpPr/>
          <p:nvPr/>
        </p:nvSpPr>
        <p:spPr>
          <a:xfrm>
            <a:off x="742122" y="930674"/>
            <a:ext cx="1802296" cy="5731565"/>
          </a:xfrm>
          <a:prstGeom prst="roundRect">
            <a:avLst>
              <a:gd name="adj" fmla="val 2312"/>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58958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C758A-F500-E227-AB51-BEC2E1A1A96E}"/>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C5C7FBA-0829-5209-74ED-89440E12BA1A}"/>
              </a:ext>
            </a:extLst>
          </p:cNvPr>
          <p:cNvSpPr>
            <a:spLocks noGrp="1"/>
          </p:cNvSpPr>
          <p:nvPr>
            <p:ph type="title"/>
          </p:nvPr>
        </p:nvSpPr>
        <p:spPr/>
        <p:txBody>
          <a:bodyPr/>
          <a:lstStyle/>
          <a:p>
            <a:r>
              <a:rPr lang="en-US" altLang="zh-CN"/>
              <a:t>AI</a:t>
            </a:r>
            <a:r>
              <a:rPr lang="zh-CN" altLang="en-US"/>
              <a:t>智能伴侣</a:t>
            </a:r>
            <a:r>
              <a:rPr lang="en-US" altLang="zh-CN"/>
              <a:t>-</a:t>
            </a:r>
            <a:r>
              <a:rPr lang="zh-CN" altLang="en-US"/>
              <a:t>侧边栏功能</a:t>
            </a:r>
          </a:p>
        </p:txBody>
      </p:sp>
      <p:pic>
        <p:nvPicPr>
          <p:cNvPr id="2" name="图片 1" descr="图片包含 图形用户界面&#10;&#10;AI 生成的内容可能不正确。">
            <a:extLst>
              <a:ext uri="{FF2B5EF4-FFF2-40B4-BE49-F238E27FC236}">
                <a16:creationId xmlns:a16="http://schemas.microsoft.com/office/drawing/2014/main" id="{BCD72E81-5589-3CB9-5AE4-5BF3831A8CE8}"/>
              </a:ext>
            </a:extLst>
          </p:cNvPr>
          <p:cNvPicPr>
            <a:picLocks noChangeAspect="1"/>
          </p:cNvPicPr>
          <p:nvPr/>
        </p:nvPicPr>
        <p:blipFill>
          <a:blip r:embed="rId2"/>
          <a:stretch>
            <a:fillRect/>
          </a:stretch>
        </p:blipFill>
        <p:spPr>
          <a:xfrm>
            <a:off x="690571" y="880354"/>
            <a:ext cx="10368369" cy="5832207"/>
          </a:xfrm>
          <a:prstGeom prst="roundRect">
            <a:avLst>
              <a:gd name="adj" fmla="val 1216"/>
            </a:avLst>
          </a:prstGeom>
        </p:spPr>
      </p:pic>
      <p:sp>
        <p:nvSpPr>
          <p:cNvPr id="3" name="矩形: 圆角 2">
            <a:extLst>
              <a:ext uri="{FF2B5EF4-FFF2-40B4-BE49-F238E27FC236}">
                <a16:creationId xmlns:a16="http://schemas.microsoft.com/office/drawing/2014/main" id="{C0021E0F-322B-AE6B-CA55-C1D34098431B}"/>
              </a:ext>
            </a:extLst>
          </p:cNvPr>
          <p:cNvSpPr/>
          <p:nvPr/>
        </p:nvSpPr>
        <p:spPr>
          <a:xfrm>
            <a:off x="748748" y="1630018"/>
            <a:ext cx="1802296" cy="1798981"/>
          </a:xfrm>
          <a:prstGeom prst="roundRect">
            <a:avLst>
              <a:gd name="adj" fmla="val 2312"/>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18846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AEF31-AA73-190E-7EB1-7EBF8A485766}"/>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98E5E2A2-3777-C933-44AC-382D690E0227}"/>
              </a:ext>
            </a:extLst>
          </p:cNvPr>
          <p:cNvSpPr>
            <a:spLocks noGrp="1"/>
          </p:cNvSpPr>
          <p:nvPr>
            <p:ph type="title"/>
          </p:nvPr>
        </p:nvSpPr>
        <p:spPr/>
        <p:txBody>
          <a:bodyPr/>
          <a:lstStyle/>
          <a:p>
            <a:r>
              <a:rPr lang="en-US" altLang="zh-CN"/>
              <a:t>AI</a:t>
            </a:r>
            <a:r>
              <a:rPr lang="zh-CN" altLang="en-US"/>
              <a:t>智能伴侣</a:t>
            </a:r>
            <a:r>
              <a:rPr lang="en-US" altLang="zh-CN"/>
              <a:t>-</a:t>
            </a:r>
            <a:r>
              <a:rPr lang="zh-CN" altLang="en-US"/>
              <a:t>侧边栏功能</a:t>
            </a:r>
          </a:p>
        </p:txBody>
      </p:sp>
      <p:pic>
        <p:nvPicPr>
          <p:cNvPr id="2" name="图片 1" descr="图片包含 图形用户界面&#10;&#10;AI 生成的内容可能不正确。">
            <a:extLst>
              <a:ext uri="{FF2B5EF4-FFF2-40B4-BE49-F238E27FC236}">
                <a16:creationId xmlns:a16="http://schemas.microsoft.com/office/drawing/2014/main" id="{78FEBDAA-304F-9F2A-5CB4-C369232BD658}"/>
              </a:ext>
            </a:extLst>
          </p:cNvPr>
          <p:cNvPicPr>
            <a:picLocks noChangeAspect="1"/>
          </p:cNvPicPr>
          <p:nvPr/>
        </p:nvPicPr>
        <p:blipFill>
          <a:blip r:embed="rId2"/>
          <a:stretch>
            <a:fillRect/>
          </a:stretch>
        </p:blipFill>
        <p:spPr>
          <a:xfrm>
            <a:off x="690571" y="880354"/>
            <a:ext cx="10368369" cy="5832207"/>
          </a:xfrm>
          <a:prstGeom prst="roundRect">
            <a:avLst>
              <a:gd name="adj" fmla="val 1216"/>
            </a:avLst>
          </a:prstGeom>
        </p:spPr>
      </p:pic>
      <p:sp>
        <p:nvSpPr>
          <p:cNvPr id="3" name="矩形: 圆角 2">
            <a:extLst>
              <a:ext uri="{FF2B5EF4-FFF2-40B4-BE49-F238E27FC236}">
                <a16:creationId xmlns:a16="http://schemas.microsoft.com/office/drawing/2014/main" id="{BD8E47FA-4144-D390-8226-6E8BCA10DADA}"/>
              </a:ext>
            </a:extLst>
          </p:cNvPr>
          <p:cNvSpPr/>
          <p:nvPr/>
        </p:nvSpPr>
        <p:spPr>
          <a:xfrm>
            <a:off x="742122" y="3677479"/>
            <a:ext cx="1802296" cy="1636644"/>
          </a:xfrm>
          <a:prstGeom prst="roundRect">
            <a:avLst>
              <a:gd name="adj" fmla="val 2312"/>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392333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A1614-FC78-D9A4-8FDC-CDAA858572C6}"/>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9466AB1-32EC-C36A-CF28-CEF66CC5DE9F}"/>
              </a:ext>
            </a:extLst>
          </p:cNvPr>
          <p:cNvSpPr>
            <a:spLocks noGrp="1"/>
          </p:cNvSpPr>
          <p:nvPr>
            <p:ph type="title"/>
          </p:nvPr>
        </p:nvSpPr>
        <p:spPr/>
        <p:txBody>
          <a:bodyPr/>
          <a:lstStyle/>
          <a:p>
            <a:r>
              <a:rPr lang="en-US" altLang="zh-CN"/>
              <a:t>AI</a:t>
            </a:r>
            <a:r>
              <a:rPr lang="zh-CN" altLang="en-US"/>
              <a:t>智能伴侣</a:t>
            </a:r>
            <a:r>
              <a:rPr lang="en-US" altLang="zh-CN"/>
              <a:t>-</a:t>
            </a:r>
            <a:r>
              <a:rPr lang="zh-CN" altLang="en-US"/>
              <a:t>侧边栏功能</a:t>
            </a:r>
          </a:p>
        </p:txBody>
      </p:sp>
      <p:pic>
        <p:nvPicPr>
          <p:cNvPr id="2" name="图片 1" descr="图片包含 图形用户界面&#10;&#10;AI 生成的内容可能不正确。">
            <a:extLst>
              <a:ext uri="{FF2B5EF4-FFF2-40B4-BE49-F238E27FC236}">
                <a16:creationId xmlns:a16="http://schemas.microsoft.com/office/drawing/2014/main" id="{9D2B16D5-546F-14C3-1ED0-45A63C956C0F}"/>
              </a:ext>
            </a:extLst>
          </p:cNvPr>
          <p:cNvPicPr>
            <a:picLocks noChangeAspect="1"/>
          </p:cNvPicPr>
          <p:nvPr/>
        </p:nvPicPr>
        <p:blipFill>
          <a:blip r:embed="rId2"/>
          <a:stretch>
            <a:fillRect/>
          </a:stretch>
        </p:blipFill>
        <p:spPr>
          <a:xfrm>
            <a:off x="690571" y="880354"/>
            <a:ext cx="10368369" cy="5832207"/>
          </a:xfrm>
          <a:prstGeom prst="roundRect">
            <a:avLst>
              <a:gd name="adj" fmla="val 1216"/>
            </a:avLst>
          </a:prstGeom>
        </p:spPr>
      </p:pic>
      <p:sp>
        <p:nvSpPr>
          <p:cNvPr id="3" name="矩形: 圆角 2">
            <a:extLst>
              <a:ext uri="{FF2B5EF4-FFF2-40B4-BE49-F238E27FC236}">
                <a16:creationId xmlns:a16="http://schemas.microsoft.com/office/drawing/2014/main" id="{90CE6D73-D183-15F7-6623-04042AB733D9}"/>
              </a:ext>
            </a:extLst>
          </p:cNvPr>
          <p:cNvSpPr/>
          <p:nvPr/>
        </p:nvSpPr>
        <p:spPr>
          <a:xfrm>
            <a:off x="748748" y="1630018"/>
            <a:ext cx="1802296" cy="1798981"/>
          </a:xfrm>
          <a:prstGeom prst="roundRect">
            <a:avLst>
              <a:gd name="adj" fmla="val 2312"/>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D1E01D7F-C76E-52BC-7FE3-12A3D296DCCF}"/>
              </a:ext>
            </a:extLst>
          </p:cNvPr>
          <p:cNvSpPr txBox="1"/>
          <p:nvPr/>
        </p:nvSpPr>
        <p:spPr>
          <a:xfrm>
            <a:off x="6042990" y="1630018"/>
            <a:ext cx="1901688" cy="584775"/>
          </a:xfrm>
          <a:prstGeom prst="rect">
            <a:avLst/>
          </a:prstGeom>
          <a:noFill/>
        </p:spPr>
        <p:txBody>
          <a:bodyPr wrap="square" rtlCol="0">
            <a:spAutoFit/>
          </a:bodyPr>
          <a:lstStyle/>
          <a:p>
            <a:r>
              <a:rPr lang="zh-CN" altLang="en-US" sz="3200">
                <a:solidFill>
                  <a:srgbClr val="00B0F0"/>
                </a:solidFill>
                <a:latin typeface="荆南波波黑" panose="02000800000000000000" pitchFamily="2" charset="-122"/>
                <a:ea typeface="荆南波波黑" panose="02000800000000000000" pitchFamily="2" charset="-122"/>
              </a:rPr>
              <a:t>新建会话</a:t>
            </a:r>
          </a:p>
        </p:txBody>
      </p:sp>
      <p:sp>
        <p:nvSpPr>
          <p:cNvPr id="7" name="文本框 6">
            <a:extLst>
              <a:ext uri="{FF2B5EF4-FFF2-40B4-BE49-F238E27FC236}">
                <a16:creationId xmlns:a16="http://schemas.microsoft.com/office/drawing/2014/main" id="{AE7FBB37-04B3-2F57-C982-736183EE179A}"/>
              </a:ext>
            </a:extLst>
          </p:cNvPr>
          <p:cNvSpPr txBox="1"/>
          <p:nvPr/>
        </p:nvSpPr>
        <p:spPr>
          <a:xfrm>
            <a:off x="6042990" y="2285529"/>
            <a:ext cx="1901688" cy="584775"/>
          </a:xfrm>
          <a:prstGeom prst="rect">
            <a:avLst/>
          </a:prstGeom>
          <a:noFill/>
        </p:spPr>
        <p:txBody>
          <a:bodyPr wrap="square" rtlCol="0">
            <a:spAutoFit/>
          </a:bodyPr>
          <a:lstStyle/>
          <a:p>
            <a:r>
              <a:rPr lang="zh-CN" altLang="en-US" sz="3200">
                <a:solidFill>
                  <a:srgbClr val="00B0F0"/>
                </a:solidFill>
                <a:latin typeface="荆南波波黑" panose="02000800000000000000" pitchFamily="2" charset="-122"/>
                <a:ea typeface="荆南波波黑" panose="02000800000000000000" pitchFamily="2" charset="-122"/>
              </a:rPr>
              <a:t>保存会话</a:t>
            </a:r>
          </a:p>
        </p:txBody>
      </p:sp>
      <p:sp>
        <p:nvSpPr>
          <p:cNvPr id="8" name="文本框 7">
            <a:extLst>
              <a:ext uri="{FF2B5EF4-FFF2-40B4-BE49-F238E27FC236}">
                <a16:creationId xmlns:a16="http://schemas.microsoft.com/office/drawing/2014/main" id="{443F7AA7-A573-BB5C-13EF-EDCF9C1F5B0A}"/>
              </a:ext>
            </a:extLst>
          </p:cNvPr>
          <p:cNvSpPr txBox="1"/>
          <p:nvPr/>
        </p:nvSpPr>
        <p:spPr>
          <a:xfrm>
            <a:off x="6042990" y="2941040"/>
            <a:ext cx="2670314" cy="584775"/>
          </a:xfrm>
          <a:prstGeom prst="rect">
            <a:avLst/>
          </a:prstGeom>
          <a:noFill/>
        </p:spPr>
        <p:txBody>
          <a:bodyPr wrap="square" rtlCol="0">
            <a:spAutoFit/>
          </a:bodyPr>
          <a:lstStyle/>
          <a:p>
            <a:r>
              <a:rPr lang="zh-CN" altLang="en-US" sz="3200">
                <a:solidFill>
                  <a:srgbClr val="00B0F0"/>
                </a:solidFill>
                <a:latin typeface="荆南波波黑" panose="02000800000000000000" pitchFamily="2" charset="-122"/>
                <a:ea typeface="荆南波波黑" panose="02000800000000000000" pitchFamily="2" charset="-122"/>
              </a:rPr>
              <a:t>加载历史会话</a:t>
            </a:r>
          </a:p>
        </p:txBody>
      </p:sp>
      <p:sp>
        <p:nvSpPr>
          <p:cNvPr id="9" name="文本框 8">
            <a:extLst>
              <a:ext uri="{FF2B5EF4-FFF2-40B4-BE49-F238E27FC236}">
                <a16:creationId xmlns:a16="http://schemas.microsoft.com/office/drawing/2014/main" id="{8BB1CBD7-2368-68BA-40BD-5F47F1EA2194}"/>
              </a:ext>
            </a:extLst>
          </p:cNvPr>
          <p:cNvSpPr txBox="1"/>
          <p:nvPr/>
        </p:nvSpPr>
        <p:spPr>
          <a:xfrm>
            <a:off x="6096000" y="3596551"/>
            <a:ext cx="2670314" cy="584775"/>
          </a:xfrm>
          <a:prstGeom prst="rect">
            <a:avLst/>
          </a:prstGeom>
          <a:noFill/>
        </p:spPr>
        <p:txBody>
          <a:bodyPr wrap="square" rtlCol="0">
            <a:spAutoFit/>
          </a:bodyPr>
          <a:lstStyle/>
          <a:p>
            <a:r>
              <a:rPr lang="zh-CN" altLang="en-US" sz="3200">
                <a:solidFill>
                  <a:srgbClr val="00B0F0"/>
                </a:solidFill>
                <a:latin typeface="荆南波波黑" panose="02000800000000000000" pitchFamily="2" charset="-122"/>
                <a:ea typeface="荆南波波黑" panose="02000800000000000000" pitchFamily="2" charset="-122"/>
              </a:rPr>
              <a:t>删除历史会话</a:t>
            </a:r>
          </a:p>
        </p:txBody>
      </p:sp>
    </p:spTree>
    <p:extLst>
      <p:ext uri="{BB962C8B-B14F-4D97-AF65-F5344CB8AC3E}">
        <p14:creationId xmlns:p14="http://schemas.microsoft.com/office/powerpoint/2010/main" val="22287336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decel="5000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200" fill="hold"/>
                                        <p:tgtEl>
                                          <p:spTgt spid="6"/>
                                        </p:tgtEl>
                                        <p:attrNameLst>
                                          <p:attrName>ppt_w</p:attrName>
                                        </p:attrNameLst>
                                      </p:cBhvr>
                                      <p:tavLst>
                                        <p:tav tm="0">
                                          <p:val>
                                            <p:strVal val="0"/>
                                          </p:val>
                                        </p:tav>
                                        <p:tav tm="100000">
                                          <p:val>
                                            <p:strVal val="#ppt_w"/>
                                          </p:val>
                                        </p:tav>
                                      </p:tavLst>
                                    </p:anim>
                                    <p:anim calcmode="lin" valueType="num">
                                      <p:cBhvr>
                                        <p:cTn id="8" dur="200" fill="hold"/>
                                        <p:tgtEl>
                                          <p:spTgt spid="6"/>
                                        </p:tgtEl>
                                        <p:attrNameLst>
                                          <p:attrName>ppt_h</p:attrName>
                                        </p:attrNameLst>
                                      </p:cBhvr>
                                      <p:tavLst>
                                        <p:tav tm="0">
                                          <p:val>
                                            <p:strVal val="0"/>
                                          </p:val>
                                        </p:tav>
                                        <p:tav tm="100000">
                                          <p:val>
                                            <p:strVal val="#ppt_h"/>
                                          </p:val>
                                        </p:tav>
                                      </p:tavLst>
                                    </p:anim>
                                    <p:animScale>
                                      <p:cBhvr>
                                        <p:cTn id="9" dur="100" autoRev="1" fill="hold">
                                          <p:stCondLst>
                                            <p:cond delay="200"/>
                                          </p:stCondLst>
                                        </p:cTn>
                                        <p:tgtEl>
                                          <p:spTgt spid="6"/>
                                        </p:tgtEl>
                                      </p:cBhvr>
                                      <p:from x="100000" y="100000"/>
                                      <p:to x="110000" y="110000"/>
                                    </p:animScale>
                                    <p:animScale>
                                      <p:cBhvr>
                                        <p:cTn id="10" dur="100" autoRev="1" fill="hold">
                                          <p:stCondLst>
                                            <p:cond delay="400"/>
                                          </p:stCondLst>
                                        </p:cTn>
                                        <p:tgtEl>
                                          <p:spTgt spid="6"/>
                                        </p:tgtEl>
                                      </p:cBhvr>
                                      <p:from x="100000" y="100000"/>
                                      <p:to x="90000" y="90000"/>
                                    </p:animScale>
                                  </p:childTnLst>
                                </p:cTn>
                              </p:par>
                            </p:childTnLst>
                          </p:cTn>
                        </p:par>
                      </p:childTnLst>
                    </p:cTn>
                  </p:par>
                  <p:par>
                    <p:cTn id="11" fill="hold">
                      <p:stCondLst>
                        <p:cond delay="indefinite"/>
                      </p:stCondLst>
                      <p:childTnLst>
                        <p:par>
                          <p:cTn id="12" fill="hold">
                            <p:stCondLst>
                              <p:cond delay="0"/>
                            </p:stCondLst>
                            <p:childTnLst>
                              <p:par>
                                <p:cTn id="13" presetID="53" presetClass="entr" presetSubtype="16" decel="5000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200" fill="hold"/>
                                        <p:tgtEl>
                                          <p:spTgt spid="7"/>
                                        </p:tgtEl>
                                        <p:attrNameLst>
                                          <p:attrName>ppt_w</p:attrName>
                                        </p:attrNameLst>
                                      </p:cBhvr>
                                      <p:tavLst>
                                        <p:tav tm="0">
                                          <p:val>
                                            <p:strVal val="0"/>
                                          </p:val>
                                        </p:tav>
                                        <p:tav tm="100000">
                                          <p:val>
                                            <p:strVal val="#ppt_w"/>
                                          </p:val>
                                        </p:tav>
                                      </p:tavLst>
                                    </p:anim>
                                    <p:anim calcmode="lin" valueType="num">
                                      <p:cBhvr>
                                        <p:cTn id="16" dur="200" fill="hold"/>
                                        <p:tgtEl>
                                          <p:spTgt spid="7"/>
                                        </p:tgtEl>
                                        <p:attrNameLst>
                                          <p:attrName>ppt_h</p:attrName>
                                        </p:attrNameLst>
                                      </p:cBhvr>
                                      <p:tavLst>
                                        <p:tav tm="0">
                                          <p:val>
                                            <p:strVal val="0"/>
                                          </p:val>
                                        </p:tav>
                                        <p:tav tm="100000">
                                          <p:val>
                                            <p:strVal val="#ppt_h"/>
                                          </p:val>
                                        </p:tav>
                                      </p:tavLst>
                                    </p:anim>
                                    <p:animScale>
                                      <p:cBhvr>
                                        <p:cTn id="17" dur="100" autoRev="1" fill="hold">
                                          <p:stCondLst>
                                            <p:cond delay="200"/>
                                          </p:stCondLst>
                                        </p:cTn>
                                        <p:tgtEl>
                                          <p:spTgt spid="7"/>
                                        </p:tgtEl>
                                      </p:cBhvr>
                                      <p:from x="100000" y="100000"/>
                                      <p:to x="110000" y="110000"/>
                                    </p:animScale>
                                    <p:animScale>
                                      <p:cBhvr>
                                        <p:cTn id="18" dur="100" autoRev="1" fill="hold">
                                          <p:stCondLst>
                                            <p:cond delay="400"/>
                                          </p:stCondLst>
                                        </p:cTn>
                                        <p:tgtEl>
                                          <p:spTgt spid="7"/>
                                        </p:tgtEl>
                                      </p:cBhvr>
                                      <p:from x="100000" y="100000"/>
                                      <p:to x="90000" y="90000"/>
                                    </p:animScale>
                                  </p:childTnLst>
                                </p:cTn>
                              </p:par>
                            </p:childTnLst>
                          </p:cTn>
                        </p:par>
                      </p:childTnLst>
                    </p:cTn>
                  </p:par>
                  <p:par>
                    <p:cTn id="19" fill="hold">
                      <p:stCondLst>
                        <p:cond delay="indefinite"/>
                      </p:stCondLst>
                      <p:childTnLst>
                        <p:par>
                          <p:cTn id="20" fill="hold">
                            <p:stCondLst>
                              <p:cond delay="0"/>
                            </p:stCondLst>
                            <p:childTnLst>
                              <p:par>
                                <p:cTn id="21" presetID="53" presetClass="entr" presetSubtype="16" decel="5000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p:cTn id="23" dur="200" fill="hold"/>
                                        <p:tgtEl>
                                          <p:spTgt spid="8"/>
                                        </p:tgtEl>
                                        <p:attrNameLst>
                                          <p:attrName>ppt_w</p:attrName>
                                        </p:attrNameLst>
                                      </p:cBhvr>
                                      <p:tavLst>
                                        <p:tav tm="0">
                                          <p:val>
                                            <p:strVal val="0"/>
                                          </p:val>
                                        </p:tav>
                                        <p:tav tm="100000">
                                          <p:val>
                                            <p:strVal val="#ppt_w"/>
                                          </p:val>
                                        </p:tav>
                                      </p:tavLst>
                                    </p:anim>
                                    <p:anim calcmode="lin" valueType="num">
                                      <p:cBhvr>
                                        <p:cTn id="24" dur="200" fill="hold"/>
                                        <p:tgtEl>
                                          <p:spTgt spid="8"/>
                                        </p:tgtEl>
                                        <p:attrNameLst>
                                          <p:attrName>ppt_h</p:attrName>
                                        </p:attrNameLst>
                                      </p:cBhvr>
                                      <p:tavLst>
                                        <p:tav tm="0">
                                          <p:val>
                                            <p:strVal val="0"/>
                                          </p:val>
                                        </p:tav>
                                        <p:tav tm="100000">
                                          <p:val>
                                            <p:strVal val="#ppt_h"/>
                                          </p:val>
                                        </p:tav>
                                      </p:tavLst>
                                    </p:anim>
                                    <p:animScale>
                                      <p:cBhvr>
                                        <p:cTn id="25" dur="100" autoRev="1" fill="hold">
                                          <p:stCondLst>
                                            <p:cond delay="200"/>
                                          </p:stCondLst>
                                        </p:cTn>
                                        <p:tgtEl>
                                          <p:spTgt spid="8"/>
                                        </p:tgtEl>
                                      </p:cBhvr>
                                      <p:from x="100000" y="100000"/>
                                      <p:to x="110000" y="110000"/>
                                    </p:animScale>
                                    <p:animScale>
                                      <p:cBhvr>
                                        <p:cTn id="26" dur="100" autoRev="1" fill="hold">
                                          <p:stCondLst>
                                            <p:cond delay="400"/>
                                          </p:stCondLst>
                                        </p:cTn>
                                        <p:tgtEl>
                                          <p:spTgt spid="8"/>
                                        </p:tgtEl>
                                      </p:cBhvr>
                                      <p:from x="100000" y="100000"/>
                                      <p:to x="90000" y="90000"/>
                                    </p:animScale>
                                  </p:childTnLst>
                                </p:cTn>
                              </p:par>
                            </p:childTnLst>
                          </p:cTn>
                        </p:par>
                      </p:childTnLst>
                    </p:cTn>
                  </p:par>
                  <p:par>
                    <p:cTn id="27" fill="hold">
                      <p:stCondLst>
                        <p:cond delay="indefinite"/>
                      </p:stCondLst>
                      <p:childTnLst>
                        <p:par>
                          <p:cTn id="28" fill="hold">
                            <p:stCondLst>
                              <p:cond delay="0"/>
                            </p:stCondLst>
                            <p:childTnLst>
                              <p:par>
                                <p:cTn id="29" presetID="53" presetClass="entr" presetSubtype="16" decel="5000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200" fill="hold"/>
                                        <p:tgtEl>
                                          <p:spTgt spid="9"/>
                                        </p:tgtEl>
                                        <p:attrNameLst>
                                          <p:attrName>ppt_w</p:attrName>
                                        </p:attrNameLst>
                                      </p:cBhvr>
                                      <p:tavLst>
                                        <p:tav tm="0">
                                          <p:val>
                                            <p:strVal val="0"/>
                                          </p:val>
                                        </p:tav>
                                        <p:tav tm="100000">
                                          <p:val>
                                            <p:strVal val="#ppt_w"/>
                                          </p:val>
                                        </p:tav>
                                      </p:tavLst>
                                    </p:anim>
                                    <p:anim calcmode="lin" valueType="num">
                                      <p:cBhvr>
                                        <p:cTn id="32" dur="200" fill="hold"/>
                                        <p:tgtEl>
                                          <p:spTgt spid="9"/>
                                        </p:tgtEl>
                                        <p:attrNameLst>
                                          <p:attrName>ppt_h</p:attrName>
                                        </p:attrNameLst>
                                      </p:cBhvr>
                                      <p:tavLst>
                                        <p:tav tm="0">
                                          <p:val>
                                            <p:strVal val="0"/>
                                          </p:val>
                                        </p:tav>
                                        <p:tav tm="100000">
                                          <p:val>
                                            <p:strVal val="#ppt_h"/>
                                          </p:val>
                                        </p:tav>
                                      </p:tavLst>
                                    </p:anim>
                                    <p:animScale>
                                      <p:cBhvr>
                                        <p:cTn id="33" dur="100" autoRev="1" fill="hold">
                                          <p:stCondLst>
                                            <p:cond delay="200"/>
                                          </p:stCondLst>
                                        </p:cTn>
                                        <p:tgtEl>
                                          <p:spTgt spid="9"/>
                                        </p:tgtEl>
                                      </p:cBhvr>
                                      <p:from x="100000" y="100000"/>
                                      <p:to x="110000" y="110000"/>
                                    </p:animScale>
                                    <p:animScale>
                                      <p:cBhvr>
                                        <p:cTn id="34" dur="100" autoRev="1" fill="hold">
                                          <p:stCondLst>
                                            <p:cond delay="400"/>
                                          </p:stCondLst>
                                        </p:cTn>
                                        <p:tgtEl>
                                          <p:spTgt spid="9"/>
                                        </p:tgtEl>
                                      </p:cBhvr>
                                      <p:from x="100000" y="100000"/>
                                      <p:to x="90000" y="9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1B0EB-2C93-DF69-224E-297F92F7188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9B108A13-2BEE-B110-F8CB-B97F114C3AD1}"/>
              </a:ext>
            </a:extLst>
          </p:cNvPr>
          <p:cNvSpPr>
            <a:spLocks noGrp="1"/>
          </p:cNvSpPr>
          <p:nvPr>
            <p:ph type="title"/>
          </p:nvPr>
        </p:nvSpPr>
        <p:spPr/>
        <p:txBody>
          <a:bodyPr/>
          <a:lstStyle/>
          <a:p>
            <a:r>
              <a:rPr lang="en-US" altLang="zh-CN"/>
              <a:t>AI</a:t>
            </a:r>
            <a:r>
              <a:rPr lang="zh-CN" altLang="en-US"/>
              <a:t>智能伴侣</a:t>
            </a:r>
            <a:r>
              <a:rPr lang="en-US" altLang="zh-CN"/>
              <a:t>-</a:t>
            </a:r>
            <a:r>
              <a:rPr lang="zh-CN" altLang="en-US"/>
              <a:t>会话管理</a:t>
            </a:r>
          </a:p>
        </p:txBody>
      </p:sp>
      <p:pic>
        <p:nvPicPr>
          <p:cNvPr id="2" name="图片 1" descr="图片包含 图形用户界面&#10;&#10;AI 生成的内容可能不正确。">
            <a:extLst>
              <a:ext uri="{FF2B5EF4-FFF2-40B4-BE49-F238E27FC236}">
                <a16:creationId xmlns:a16="http://schemas.microsoft.com/office/drawing/2014/main" id="{1A596618-0B83-0AD1-3451-47B46B03E22E}"/>
              </a:ext>
            </a:extLst>
          </p:cNvPr>
          <p:cNvPicPr>
            <a:picLocks noChangeAspect="1"/>
          </p:cNvPicPr>
          <p:nvPr/>
        </p:nvPicPr>
        <p:blipFill>
          <a:blip r:embed="rId2"/>
          <a:srcRect r="57963" b="3254"/>
          <a:stretch>
            <a:fillRect/>
          </a:stretch>
        </p:blipFill>
        <p:spPr>
          <a:xfrm>
            <a:off x="690572" y="880354"/>
            <a:ext cx="4039527" cy="5229499"/>
          </a:xfrm>
          <a:prstGeom prst="roundRect">
            <a:avLst>
              <a:gd name="adj" fmla="val 1216"/>
            </a:avLst>
          </a:prstGeom>
        </p:spPr>
      </p:pic>
      <p:sp>
        <p:nvSpPr>
          <p:cNvPr id="3" name="矩形: 圆角 2">
            <a:extLst>
              <a:ext uri="{FF2B5EF4-FFF2-40B4-BE49-F238E27FC236}">
                <a16:creationId xmlns:a16="http://schemas.microsoft.com/office/drawing/2014/main" id="{5F32BCDE-F15C-A433-45CD-6057CE01532D}"/>
              </a:ext>
            </a:extLst>
          </p:cNvPr>
          <p:cNvSpPr/>
          <p:nvPr/>
        </p:nvSpPr>
        <p:spPr>
          <a:xfrm>
            <a:off x="748748" y="1606274"/>
            <a:ext cx="1630017" cy="357809"/>
          </a:xfrm>
          <a:prstGeom prst="roundRect">
            <a:avLst>
              <a:gd name="adj" fmla="val 12844"/>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箭头连接符 5">
            <a:extLst>
              <a:ext uri="{FF2B5EF4-FFF2-40B4-BE49-F238E27FC236}">
                <a16:creationId xmlns:a16="http://schemas.microsoft.com/office/drawing/2014/main" id="{E311DB24-0754-DED7-882C-A5DC8771013D}"/>
              </a:ext>
            </a:extLst>
          </p:cNvPr>
          <p:cNvCxnSpPr>
            <a:cxnSpLocks/>
          </p:cNvCxnSpPr>
          <p:nvPr/>
        </p:nvCxnSpPr>
        <p:spPr>
          <a:xfrm>
            <a:off x="2378765" y="1798430"/>
            <a:ext cx="3196535" cy="0"/>
          </a:xfrm>
          <a:prstGeom prst="straightConnector1">
            <a:avLst/>
          </a:prstGeom>
          <a:ln w="1270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 name="矩形: 圆角 6">
            <a:extLst>
              <a:ext uri="{FF2B5EF4-FFF2-40B4-BE49-F238E27FC236}">
                <a16:creationId xmlns:a16="http://schemas.microsoft.com/office/drawing/2014/main" id="{174D8DEE-3543-21DA-2961-9FF8B3F9215D}"/>
              </a:ext>
            </a:extLst>
          </p:cNvPr>
          <p:cNvSpPr/>
          <p:nvPr/>
        </p:nvSpPr>
        <p:spPr>
          <a:xfrm>
            <a:off x="5689600" y="1372666"/>
            <a:ext cx="1994452" cy="374371"/>
          </a:xfrm>
          <a:prstGeom prst="roundRect">
            <a:avLst>
              <a:gd name="adj" fmla="val 14528"/>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200">
                <a:solidFill>
                  <a:schemeClr val="tx1">
                    <a:lumMod val="75000"/>
                  </a:schemeClr>
                </a:solidFill>
              </a:rPr>
              <a:t>1. </a:t>
            </a:r>
            <a:r>
              <a:rPr lang="zh-CN" altLang="en-US" sz="1200">
                <a:solidFill>
                  <a:schemeClr val="tx1">
                    <a:lumMod val="75000"/>
                  </a:schemeClr>
                </a:solidFill>
              </a:rPr>
              <a:t>保存当前会话数据</a:t>
            </a:r>
          </a:p>
        </p:txBody>
      </p:sp>
      <p:sp>
        <p:nvSpPr>
          <p:cNvPr id="8" name="矩形: 圆角 7">
            <a:extLst>
              <a:ext uri="{FF2B5EF4-FFF2-40B4-BE49-F238E27FC236}">
                <a16:creationId xmlns:a16="http://schemas.microsoft.com/office/drawing/2014/main" id="{BDD7E8DF-DA1A-FCB4-C21D-BB78256837AD}"/>
              </a:ext>
            </a:extLst>
          </p:cNvPr>
          <p:cNvSpPr/>
          <p:nvPr/>
        </p:nvSpPr>
        <p:spPr>
          <a:xfrm>
            <a:off x="5689600" y="1951891"/>
            <a:ext cx="1994452" cy="374371"/>
          </a:xfrm>
          <a:prstGeom prst="roundRect">
            <a:avLst>
              <a:gd name="adj" fmla="val 16224"/>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200">
                <a:solidFill>
                  <a:schemeClr val="tx1">
                    <a:lumMod val="75000"/>
                  </a:schemeClr>
                </a:solidFill>
              </a:rPr>
              <a:t>2. </a:t>
            </a:r>
            <a:r>
              <a:rPr lang="zh-CN" altLang="en-US" sz="1200">
                <a:solidFill>
                  <a:schemeClr val="tx1">
                    <a:lumMod val="75000"/>
                  </a:schemeClr>
                </a:solidFill>
              </a:rPr>
              <a:t>创建新会话并保存</a:t>
            </a:r>
          </a:p>
        </p:txBody>
      </p:sp>
      <p:grpSp>
        <p:nvGrpSpPr>
          <p:cNvPr id="9" name="!!组合 8">
            <a:extLst>
              <a:ext uri="{FF2B5EF4-FFF2-40B4-BE49-F238E27FC236}">
                <a16:creationId xmlns:a16="http://schemas.microsoft.com/office/drawing/2014/main" id="{BE3AA105-F659-286E-1685-A7C9C37ED417}"/>
              </a:ext>
            </a:extLst>
          </p:cNvPr>
          <p:cNvGrpSpPr/>
          <p:nvPr/>
        </p:nvGrpSpPr>
        <p:grpSpPr>
          <a:xfrm>
            <a:off x="8934174" y="534034"/>
            <a:ext cx="1042052" cy="1217959"/>
            <a:chOff x="2883349" y="3111062"/>
            <a:chExt cx="3280482" cy="3622047"/>
          </a:xfrm>
        </p:grpSpPr>
        <p:sp>
          <p:nvSpPr>
            <p:cNvPr id="10" name="任意多边形: 形状 9">
              <a:extLst>
                <a:ext uri="{FF2B5EF4-FFF2-40B4-BE49-F238E27FC236}">
                  <a16:creationId xmlns:a16="http://schemas.microsoft.com/office/drawing/2014/main" id="{7AB20A41-A5E4-B46C-DF63-F42C14217CDE}"/>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endParaRPr lang="zh-CN" altLang="en-US" sz="800">
                <a:solidFill>
                  <a:schemeClr val="tx1">
                    <a:lumMod val="50000"/>
                  </a:schemeClr>
                </a:solidFill>
              </a:endParaRPr>
            </a:p>
          </p:txBody>
        </p:sp>
        <p:sp>
          <p:nvSpPr>
            <p:cNvPr id="11" name="任意多边形: 形状 10">
              <a:extLst>
                <a:ext uri="{FF2B5EF4-FFF2-40B4-BE49-F238E27FC236}">
                  <a16:creationId xmlns:a16="http://schemas.microsoft.com/office/drawing/2014/main" id="{ED9A1BCE-184A-2B43-3F21-24C610F4B06E}"/>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12" name="组合 11">
            <a:extLst>
              <a:ext uri="{FF2B5EF4-FFF2-40B4-BE49-F238E27FC236}">
                <a16:creationId xmlns:a16="http://schemas.microsoft.com/office/drawing/2014/main" id="{C668BC68-B262-839A-81C4-88B78F65BC3E}"/>
              </a:ext>
            </a:extLst>
          </p:cNvPr>
          <p:cNvGrpSpPr/>
          <p:nvPr/>
        </p:nvGrpSpPr>
        <p:grpSpPr>
          <a:xfrm>
            <a:off x="8934174" y="1950824"/>
            <a:ext cx="1042052" cy="1217959"/>
            <a:chOff x="2883349" y="3111062"/>
            <a:chExt cx="3280482" cy="3622047"/>
          </a:xfrm>
        </p:grpSpPr>
        <p:sp>
          <p:nvSpPr>
            <p:cNvPr id="13" name="任意多边形: 形状 12">
              <a:extLst>
                <a:ext uri="{FF2B5EF4-FFF2-40B4-BE49-F238E27FC236}">
                  <a16:creationId xmlns:a16="http://schemas.microsoft.com/office/drawing/2014/main" id="{0C35E4BE-6F26-2E8B-3A4A-85F0DD4D5F6C}"/>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endParaRPr lang="zh-CN" altLang="en-US" sz="800">
                <a:solidFill>
                  <a:schemeClr val="tx1">
                    <a:lumMod val="50000"/>
                  </a:schemeClr>
                </a:solidFill>
              </a:endParaRPr>
            </a:p>
          </p:txBody>
        </p:sp>
        <p:sp>
          <p:nvSpPr>
            <p:cNvPr id="14" name="任意多边形: 形状 13">
              <a:extLst>
                <a:ext uri="{FF2B5EF4-FFF2-40B4-BE49-F238E27FC236}">
                  <a16:creationId xmlns:a16="http://schemas.microsoft.com/office/drawing/2014/main" id="{E399598D-A1FE-4C68-C30D-B9DAD3FEBBCD}"/>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cxnSp>
        <p:nvCxnSpPr>
          <p:cNvPr id="16" name="连接符: 肘形 15">
            <a:extLst>
              <a:ext uri="{FF2B5EF4-FFF2-40B4-BE49-F238E27FC236}">
                <a16:creationId xmlns:a16="http://schemas.microsoft.com/office/drawing/2014/main" id="{F31B8429-845D-4728-178B-14F7120C90E6}"/>
              </a:ext>
            </a:extLst>
          </p:cNvPr>
          <p:cNvCxnSpPr>
            <a:cxnSpLocks/>
            <a:stCxn id="7" idx="0"/>
          </p:cNvCxnSpPr>
          <p:nvPr/>
        </p:nvCxnSpPr>
        <p:spPr>
          <a:xfrm rot="5400000" flipH="1" flipV="1">
            <a:off x="7564344" y="2836"/>
            <a:ext cx="492312" cy="2247348"/>
          </a:xfrm>
          <a:prstGeom prst="curvedConnector2">
            <a:avLst/>
          </a:prstGeom>
          <a:ln w="1270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连接符: 肘形 21">
            <a:extLst>
              <a:ext uri="{FF2B5EF4-FFF2-40B4-BE49-F238E27FC236}">
                <a16:creationId xmlns:a16="http://schemas.microsoft.com/office/drawing/2014/main" id="{AB55984F-484C-6B4E-B512-4D5D82F4AE20}"/>
              </a:ext>
            </a:extLst>
          </p:cNvPr>
          <p:cNvCxnSpPr>
            <a:cxnSpLocks/>
            <a:stCxn id="8" idx="2"/>
          </p:cNvCxnSpPr>
          <p:nvPr/>
        </p:nvCxnSpPr>
        <p:spPr>
          <a:xfrm rot="16200000" flipH="1">
            <a:off x="7563931" y="1449157"/>
            <a:ext cx="493138" cy="2247348"/>
          </a:xfrm>
          <a:prstGeom prst="curvedConnector2">
            <a:avLst/>
          </a:prstGeom>
          <a:ln w="1270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6C6E898F-645E-BC03-29EE-27E07925FE21}"/>
              </a:ext>
            </a:extLst>
          </p:cNvPr>
          <p:cNvSpPr txBox="1"/>
          <p:nvPr/>
        </p:nvSpPr>
        <p:spPr>
          <a:xfrm>
            <a:off x="9931400" y="1038660"/>
            <a:ext cx="2044149" cy="276999"/>
          </a:xfrm>
          <a:prstGeom prst="rect">
            <a:avLst/>
          </a:prstGeom>
          <a:noFill/>
        </p:spPr>
        <p:txBody>
          <a:bodyPr wrap="none" rtlCol="0">
            <a:spAutoFit/>
          </a:bodyPr>
          <a:lstStyle/>
          <a:p>
            <a:r>
              <a:rPr lang="en-US" altLang="zh-CN" sz="1200"/>
              <a:t>20260109_160520.json</a:t>
            </a:r>
            <a:endParaRPr lang="zh-CN" altLang="en-US" sz="1200"/>
          </a:p>
        </p:txBody>
      </p:sp>
      <p:sp>
        <p:nvSpPr>
          <p:cNvPr id="26" name="文本框 25">
            <a:extLst>
              <a:ext uri="{FF2B5EF4-FFF2-40B4-BE49-F238E27FC236}">
                <a16:creationId xmlns:a16="http://schemas.microsoft.com/office/drawing/2014/main" id="{045E5024-3545-7763-B208-AD02948EF7A1}"/>
              </a:ext>
            </a:extLst>
          </p:cNvPr>
          <p:cNvSpPr txBox="1"/>
          <p:nvPr/>
        </p:nvSpPr>
        <p:spPr>
          <a:xfrm>
            <a:off x="9931400" y="2471186"/>
            <a:ext cx="2044149" cy="276999"/>
          </a:xfrm>
          <a:prstGeom prst="rect">
            <a:avLst/>
          </a:prstGeom>
          <a:noFill/>
        </p:spPr>
        <p:txBody>
          <a:bodyPr wrap="none" rtlCol="0">
            <a:spAutoFit/>
          </a:bodyPr>
          <a:lstStyle/>
          <a:p>
            <a:r>
              <a:rPr lang="en-US" altLang="zh-CN" sz="1200"/>
              <a:t>20260109_160805.json</a:t>
            </a:r>
            <a:endParaRPr lang="zh-CN" altLang="en-US" sz="1200"/>
          </a:p>
        </p:txBody>
      </p:sp>
      <p:grpSp>
        <p:nvGrpSpPr>
          <p:cNvPr id="31" name="组合 30">
            <a:extLst>
              <a:ext uri="{FF2B5EF4-FFF2-40B4-BE49-F238E27FC236}">
                <a16:creationId xmlns:a16="http://schemas.microsoft.com/office/drawing/2014/main" id="{81B7F8DA-16BD-6E56-7B8C-412FDEF74278}"/>
              </a:ext>
            </a:extLst>
          </p:cNvPr>
          <p:cNvGrpSpPr/>
          <p:nvPr/>
        </p:nvGrpSpPr>
        <p:grpSpPr>
          <a:xfrm>
            <a:off x="5772151" y="3774061"/>
            <a:ext cx="5826280" cy="2277489"/>
            <a:chOff x="5772151" y="4142361"/>
            <a:chExt cx="5826280" cy="2181605"/>
          </a:xfrm>
        </p:grpSpPr>
        <p:sp>
          <p:nvSpPr>
            <p:cNvPr id="28" name="矩形: 圆角 27">
              <a:extLst>
                <a:ext uri="{FF2B5EF4-FFF2-40B4-BE49-F238E27FC236}">
                  <a16:creationId xmlns:a16="http://schemas.microsoft.com/office/drawing/2014/main" id="{8664A33A-FA5B-7486-368E-E925F05FE4E1}"/>
                </a:ext>
              </a:extLst>
            </p:cNvPr>
            <p:cNvSpPr/>
            <p:nvPr/>
          </p:nvSpPr>
          <p:spPr>
            <a:xfrm>
              <a:off x="5772151" y="4470400"/>
              <a:ext cx="5729277" cy="1853566"/>
            </a:xfrm>
            <a:prstGeom prst="roundRect">
              <a:avLst>
                <a:gd name="adj" fmla="val 6047"/>
              </a:avLst>
            </a:prstGeom>
            <a:solidFill>
              <a:srgbClr val="92D050">
                <a:alpha val="10196"/>
              </a:srgb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nSpc>
                  <a:spcPct val="200000"/>
                </a:lnSpc>
                <a:buFont typeface="Arial" panose="020B0604020202020204" pitchFamily="34" charset="0"/>
                <a:buChar char="•"/>
              </a:pPr>
              <a:r>
                <a:rPr lang="zh-CN" altLang="en-US" sz="1200">
                  <a:solidFill>
                    <a:schemeClr val="tx1">
                      <a:lumMod val="75000"/>
                    </a:schemeClr>
                  </a:solidFill>
                </a:rPr>
                <a:t>思考：每一个历史会话文件中，需要保存哪些信息呢</a:t>
              </a:r>
              <a:r>
                <a:rPr lang="en-US" altLang="zh-CN" sz="1200">
                  <a:solidFill>
                    <a:schemeClr val="tx1">
                      <a:lumMod val="75000"/>
                    </a:schemeClr>
                  </a:solidFill>
                </a:rPr>
                <a:t>?</a:t>
              </a:r>
            </a:p>
            <a:p>
              <a:pPr marL="171450" indent="-171450">
                <a:lnSpc>
                  <a:spcPct val="200000"/>
                </a:lnSpc>
                <a:buFont typeface="Arial" panose="020B0604020202020204" pitchFamily="34" charset="0"/>
                <a:buChar char="•"/>
              </a:pPr>
              <a:endParaRPr lang="en-US" altLang="zh-CN" sz="1200">
                <a:solidFill>
                  <a:schemeClr val="tx1">
                    <a:lumMod val="75000"/>
                  </a:schemeClr>
                </a:solidFill>
              </a:endParaRPr>
            </a:p>
            <a:p>
              <a:pPr marL="171450" indent="-171450">
                <a:lnSpc>
                  <a:spcPct val="200000"/>
                </a:lnSpc>
                <a:buFont typeface="Arial" panose="020B0604020202020204" pitchFamily="34" charset="0"/>
                <a:buChar char="•"/>
              </a:pPr>
              <a:endParaRPr lang="en-US" altLang="zh-CN" sz="1200">
                <a:solidFill>
                  <a:schemeClr val="tx1">
                    <a:lumMod val="75000"/>
                  </a:schemeClr>
                </a:solidFill>
              </a:endParaRPr>
            </a:p>
            <a:p>
              <a:pPr marL="171450" indent="-171450">
                <a:lnSpc>
                  <a:spcPct val="200000"/>
                </a:lnSpc>
                <a:buFont typeface="Arial" panose="020B0604020202020204" pitchFamily="34" charset="0"/>
                <a:buChar char="•"/>
              </a:pPr>
              <a:endParaRPr lang="en-US" altLang="zh-CN" sz="1200">
                <a:solidFill>
                  <a:schemeClr val="tx1">
                    <a:lumMod val="75000"/>
                  </a:schemeClr>
                </a:solidFill>
              </a:endParaRPr>
            </a:p>
            <a:p>
              <a:pPr marL="171450" indent="-171450">
                <a:lnSpc>
                  <a:spcPct val="200000"/>
                </a:lnSpc>
                <a:buFont typeface="Arial" panose="020B0604020202020204" pitchFamily="34" charset="0"/>
                <a:buChar char="•"/>
              </a:pPr>
              <a:endParaRPr lang="en-US" altLang="zh-CN" sz="1200">
                <a:solidFill>
                  <a:schemeClr val="tx1">
                    <a:lumMod val="75000"/>
                  </a:schemeClr>
                </a:solidFill>
              </a:endParaRPr>
            </a:p>
          </p:txBody>
        </p:sp>
        <p:pic>
          <p:nvPicPr>
            <p:cNvPr id="30" name="图形 29" descr="铅笔 纯色填充">
              <a:extLst>
                <a:ext uri="{FF2B5EF4-FFF2-40B4-BE49-F238E27FC236}">
                  <a16:creationId xmlns:a16="http://schemas.microsoft.com/office/drawing/2014/main" id="{6A7D3DBF-ED5B-FEA9-870B-6F6CD0E5F5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42352" y="4142361"/>
              <a:ext cx="656079" cy="656079"/>
            </a:xfrm>
            <a:prstGeom prst="rect">
              <a:avLst/>
            </a:prstGeom>
          </p:spPr>
        </p:pic>
      </p:grpSp>
      <p:sp>
        <p:nvSpPr>
          <p:cNvPr id="35" name="文本框 34">
            <a:extLst>
              <a:ext uri="{FF2B5EF4-FFF2-40B4-BE49-F238E27FC236}">
                <a16:creationId xmlns:a16="http://schemas.microsoft.com/office/drawing/2014/main" id="{D093F53A-63DD-6C12-AD4D-027AC7A45414}"/>
              </a:ext>
            </a:extLst>
          </p:cNvPr>
          <p:cNvSpPr txBox="1"/>
          <p:nvPr/>
        </p:nvSpPr>
        <p:spPr>
          <a:xfrm>
            <a:off x="5792817" y="4458975"/>
            <a:ext cx="2377148" cy="1519903"/>
          </a:xfrm>
          <a:prstGeom prst="rect">
            <a:avLst/>
          </a:prstGeom>
          <a:noFill/>
        </p:spPr>
        <p:txBody>
          <a:bodyPr wrap="square">
            <a:spAutoFit/>
          </a:bodyPr>
          <a:lstStyle/>
          <a:p>
            <a:pPr marL="432000" marR="0" lvl="0" indent="-228600" algn="l" defTabSz="914400" rtl="0" eaLnBrk="1" fontAlgn="auto" latinLnBrk="0" hangingPunct="1">
              <a:lnSpc>
                <a:spcPct val="200000"/>
              </a:lnSpc>
              <a:spcBef>
                <a:spcPts val="0"/>
              </a:spcBef>
              <a:spcAft>
                <a:spcPts val="0"/>
              </a:spcAft>
              <a:buClrTx/>
              <a:buSzTx/>
              <a:buFont typeface="+mj-lt"/>
              <a:buAutoNum type="arabicPeriod"/>
              <a:tabLst/>
              <a:defRPr/>
            </a:pPr>
            <a:r>
              <a:rPr kumimoji="0" lang="zh-CN" altLang="en-US" sz="1200" b="0" i="0" u="none" strike="noStrike" kern="1200" cap="none" spc="0" normalizeH="0" baseline="0" noProof="0">
                <a:ln>
                  <a:noFill/>
                </a:ln>
                <a:solidFill>
                  <a:srgbClr val="363C3B">
                    <a:lumMod val="75000"/>
                  </a:srgbClr>
                </a:solidFill>
                <a:effectLst/>
                <a:uLnTx/>
                <a:uFillTx/>
                <a:latin typeface="Source Code Pro"/>
                <a:ea typeface="阿里巴巴普惠体"/>
                <a:cs typeface="+mn-cs"/>
              </a:rPr>
              <a:t>交互消息</a:t>
            </a:r>
            <a:endParaRPr kumimoji="0" lang="en-US" altLang="zh-CN" sz="1200" b="0" i="0" u="none" strike="noStrike" kern="1200" cap="none" spc="0" normalizeH="0" baseline="0" noProof="0">
              <a:ln>
                <a:noFill/>
              </a:ln>
              <a:solidFill>
                <a:srgbClr val="363C3B">
                  <a:lumMod val="75000"/>
                </a:srgbClr>
              </a:solidFill>
              <a:effectLst/>
              <a:uLnTx/>
              <a:uFillTx/>
              <a:latin typeface="Source Code Pro"/>
              <a:ea typeface="阿里巴巴普惠体"/>
              <a:cs typeface="+mn-cs"/>
            </a:endParaRPr>
          </a:p>
          <a:p>
            <a:pPr marL="432000" marR="0" lvl="0" indent="-228600" algn="l" defTabSz="914400" rtl="0" eaLnBrk="1" fontAlgn="auto" latinLnBrk="0" hangingPunct="1">
              <a:lnSpc>
                <a:spcPct val="200000"/>
              </a:lnSpc>
              <a:spcBef>
                <a:spcPts val="0"/>
              </a:spcBef>
              <a:spcAft>
                <a:spcPts val="0"/>
              </a:spcAft>
              <a:buClrTx/>
              <a:buSzTx/>
              <a:buFont typeface="+mj-lt"/>
              <a:buAutoNum type="arabicPeriod"/>
              <a:tabLst/>
              <a:defRPr/>
            </a:pPr>
            <a:r>
              <a:rPr kumimoji="0" lang="zh-CN" altLang="en-US" sz="1200" b="0" i="0" u="none" strike="noStrike" kern="1200" cap="none" spc="0" normalizeH="0" baseline="0" noProof="0">
                <a:ln>
                  <a:noFill/>
                </a:ln>
                <a:solidFill>
                  <a:srgbClr val="363C3B">
                    <a:lumMod val="75000"/>
                  </a:srgbClr>
                </a:solidFill>
                <a:effectLst/>
                <a:uLnTx/>
                <a:uFillTx/>
                <a:latin typeface="Source Code Pro"/>
                <a:ea typeface="阿里巴巴普惠体"/>
                <a:cs typeface="+mn-cs"/>
              </a:rPr>
              <a:t>昵称</a:t>
            </a:r>
            <a:endParaRPr kumimoji="0" lang="en-US" altLang="zh-CN" sz="1200" b="0" i="0" u="none" strike="noStrike" kern="1200" cap="none" spc="0" normalizeH="0" baseline="0" noProof="0">
              <a:ln>
                <a:noFill/>
              </a:ln>
              <a:solidFill>
                <a:srgbClr val="363C3B">
                  <a:lumMod val="75000"/>
                </a:srgbClr>
              </a:solidFill>
              <a:effectLst/>
              <a:uLnTx/>
              <a:uFillTx/>
              <a:latin typeface="Source Code Pro"/>
              <a:ea typeface="阿里巴巴普惠体"/>
              <a:cs typeface="+mn-cs"/>
            </a:endParaRPr>
          </a:p>
          <a:p>
            <a:pPr marL="432000" marR="0" lvl="0" indent="-228600" algn="l" defTabSz="914400" rtl="0" eaLnBrk="1" fontAlgn="auto" latinLnBrk="0" hangingPunct="1">
              <a:lnSpc>
                <a:spcPct val="200000"/>
              </a:lnSpc>
              <a:spcBef>
                <a:spcPts val="0"/>
              </a:spcBef>
              <a:spcAft>
                <a:spcPts val="0"/>
              </a:spcAft>
              <a:buClrTx/>
              <a:buSzTx/>
              <a:buFont typeface="+mj-lt"/>
              <a:buAutoNum type="arabicPeriod"/>
              <a:tabLst/>
              <a:defRPr/>
            </a:pPr>
            <a:r>
              <a:rPr kumimoji="0" lang="zh-CN" altLang="en-US" sz="1200" b="0" i="0" u="none" strike="noStrike" kern="1200" cap="none" spc="0" normalizeH="0" baseline="0" noProof="0">
                <a:ln>
                  <a:noFill/>
                </a:ln>
                <a:solidFill>
                  <a:srgbClr val="363C3B">
                    <a:lumMod val="75000"/>
                  </a:srgbClr>
                </a:solidFill>
                <a:effectLst/>
                <a:uLnTx/>
                <a:uFillTx/>
                <a:latin typeface="Source Code Pro"/>
                <a:ea typeface="阿里巴巴普惠体"/>
                <a:cs typeface="+mn-cs"/>
              </a:rPr>
              <a:t>性格</a:t>
            </a:r>
            <a:endParaRPr kumimoji="0" lang="en-US" altLang="zh-CN" sz="1200" b="0" i="0" u="none" strike="noStrike" kern="1200" cap="none" spc="0" normalizeH="0" baseline="0" noProof="0">
              <a:ln>
                <a:noFill/>
              </a:ln>
              <a:solidFill>
                <a:srgbClr val="363C3B">
                  <a:lumMod val="75000"/>
                </a:srgbClr>
              </a:solidFill>
              <a:effectLst/>
              <a:uLnTx/>
              <a:uFillTx/>
              <a:latin typeface="Source Code Pro"/>
              <a:ea typeface="阿里巴巴普惠体"/>
              <a:cs typeface="+mn-cs"/>
            </a:endParaRPr>
          </a:p>
          <a:p>
            <a:pPr marL="432000" marR="0" lvl="0" indent="-228600" algn="l" defTabSz="914400" rtl="0" eaLnBrk="1" fontAlgn="auto" latinLnBrk="0" hangingPunct="1">
              <a:lnSpc>
                <a:spcPct val="200000"/>
              </a:lnSpc>
              <a:spcBef>
                <a:spcPts val="0"/>
              </a:spcBef>
              <a:spcAft>
                <a:spcPts val="0"/>
              </a:spcAft>
              <a:buClrTx/>
              <a:buSzTx/>
              <a:buFont typeface="+mj-lt"/>
              <a:buAutoNum type="arabicPeriod"/>
              <a:tabLst/>
              <a:defRPr/>
            </a:pPr>
            <a:r>
              <a:rPr kumimoji="0" lang="zh-CN" altLang="en-US" sz="1200" b="0" i="0" u="none" strike="noStrike" kern="1200" cap="none" spc="0" normalizeH="0" baseline="0" noProof="0">
                <a:ln>
                  <a:noFill/>
                </a:ln>
                <a:solidFill>
                  <a:srgbClr val="363C3B">
                    <a:lumMod val="75000"/>
                  </a:srgbClr>
                </a:solidFill>
                <a:effectLst/>
                <a:uLnTx/>
                <a:uFillTx/>
                <a:latin typeface="Source Code Pro"/>
                <a:ea typeface="阿里巴巴普惠体"/>
                <a:cs typeface="+mn-cs"/>
              </a:rPr>
              <a:t>会话标识</a:t>
            </a:r>
            <a:r>
              <a:rPr kumimoji="0" lang="en-US" altLang="zh-CN" sz="1200" b="0" i="0" u="none" strike="noStrike" kern="1200" cap="none" spc="0" normalizeH="0" baseline="0" noProof="0">
                <a:ln>
                  <a:noFill/>
                </a:ln>
                <a:solidFill>
                  <a:srgbClr val="363C3B">
                    <a:lumMod val="75000"/>
                  </a:srgbClr>
                </a:solidFill>
                <a:effectLst/>
                <a:uLnTx/>
                <a:uFillTx/>
                <a:latin typeface="Source Code Pro"/>
                <a:ea typeface="阿里巴巴普惠体"/>
                <a:cs typeface="+mn-cs"/>
              </a:rPr>
              <a:t>(</a:t>
            </a:r>
            <a:r>
              <a:rPr kumimoji="0" lang="zh-CN" altLang="en-US" sz="1200" b="0" i="0" u="none" strike="noStrike" kern="1200" cap="none" spc="0" normalizeH="0" baseline="0" noProof="0">
                <a:ln>
                  <a:noFill/>
                </a:ln>
                <a:solidFill>
                  <a:srgbClr val="363C3B">
                    <a:lumMod val="75000"/>
                  </a:srgbClr>
                </a:solidFill>
                <a:effectLst/>
                <a:uLnTx/>
                <a:uFillTx/>
                <a:latin typeface="Source Code Pro"/>
                <a:ea typeface="阿里巴巴普惠体"/>
                <a:cs typeface="+mn-cs"/>
              </a:rPr>
              <a:t>名字</a:t>
            </a:r>
            <a:r>
              <a:rPr kumimoji="0" lang="en-US" altLang="zh-CN" sz="1200" b="0" i="0" u="none" strike="noStrike" kern="1200" cap="none" spc="0" normalizeH="0" baseline="0" noProof="0">
                <a:ln>
                  <a:noFill/>
                </a:ln>
                <a:solidFill>
                  <a:srgbClr val="363C3B">
                    <a:lumMod val="75000"/>
                  </a:srgbClr>
                </a:solidFill>
                <a:effectLst/>
                <a:uLnTx/>
                <a:uFillTx/>
                <a:latin typeface="Source Code Pro"/>
                <a:ea typeface="阿里巴巴普惠体"/>
                <a:cs typeface="+mn-cs"/>
              </a:rPr>
              <a:t>, </a:t>
            </a:r>
            <a:r>
              <a:rPr kumimoji="0" lang="zh-CN" altLang="en-US" sz="1200" b="0" i="0" u="none" strike="noStrike" kern="1200" cap="none" spc="0" normalizeH="0" baseline="0" noProof="0">
                <a:ln>
                  <a:noFill/>
                </a:ln>
                <a:solidFill>
                  <a:srgbClr val="363C3B">
                    <a:lumMod val="75000"/>
                  </a:srgbClr>
                </a:solidFill>
                <a:effectLst/>
                <a:uLnTx/>
                <a:uFillTx/>
                <a:latin typeface="Source Code Pro"/>
                <a:ea typeface="阿里巴巴普惠体"/>
                <a:cs typeface="+mn-cs"/>
              </a:rPr>
              <a:t>唯一</a:t>
            </a:r>
            <a:r>
              <a:rPr kumimoji="0" lang="en-US" altLang="zh-CN" sz="1200" b="0" i="0" u="none" strike="noStrike" kern="1200" cap="none" spc="0" normalizeH="0" baseline="0" noProof="0">
                <a:ln>
                  <a:noFill/>
                </a:ln>
                <a:solidFill>
                  <a:srgbClr val="363C3B">
                    <a:lumMod val="75000"/>
                  </a:srgbClr>
                </a:solidFill>
                <a:effectLst/>
                <a:uLnTx/>
                <a:uFillTx/>
                <a:latin typeface="Source Code Pro"/>
                <a:ea typeface="阿里巴巴普惠体"/>
                <a:cs typeface="+mn-cs"/>
              </a:rPr>
              <a:t>)</a:t>
            </a:r>
          </a:p>
        </p:txBody>
      </p:sp>
      <p:grpSp>
        <p:nvGrpSpPr>
          <p:cNvPr id="36" name="组合 35">
            <a:extLst>
              <a:ext uri="{FF2B5EF4-FFF2-40B4-BE49-F238E27FC236}">
                <a16:creationId xmlns:a16="http://schemas.microsoft.com/office/drawing/2014/main" id="{259EF404-B923-C5CB-6924-65BB8F73DC93}"/>
              </a:ext>
            </a:extLst>
          </p:cNvPr>
          <p:cNvGrpSpPr/>
          <p:nvPr/>
        </p:nvGrpSpPr>
        <p:grpSpPr>
          <a:xfrm>
            <a:off x="761595" y="6347433"/>
            <a:ext cx="10767796" cy="348335"/>
            <a:chOff x="4685665" y="1834757"/>
            <a:chExt cx="10841768" cy="348335"/>
          </a:xfrm>
        </p:grpSpPr>
        <p:sp>
          <p:nvSpPr>
            <p:cNvPr id="37" name="ComponentBackground2">
              <a:extLst>
                <a:ext uri="{FF2B5EF4-FFF2-40B4-BE49-F238E27FC236}">
                  <a16:creationId xmlns:a16="http://schemas.microsoft.com/office/drawing/2014/main" id="{FF80B367-3EF2-3D47-EB4E-2099F0EC90BE}"/>
                </a:ext>
              </a:extLst>
            </p:cNvPr>
            <p:cNvSpPr>
              <a:spLocks/>
            </p:cNvSpPr>
            <p:nvPr/>
          </p:nvSpPr>
          <p:spPr>
            <a:xfrm>
              <a:off x="4708525" y="1834757"/>
              <a:ext cx="10818908" cy="348335"/>
            </a:xfrm>
            <a:prstGeom prst="roundRect">
              <a:avLst>
                <a:gd name="adj" fmla="val 11490"/>
              </a:avLst>
            </a:prstGeom>
            <a:solidFill>
              <a:srgbClr val="000000">
                <a:alpha val="5000"/>
              </a:srgbClr>
            </a:solidFill>
            <a:ln w="12700" cap="flat" cmpd="sng" algn="ctr">
              <a:noFill/>
              <a:prstDash val="solid"/>
              <a:miter lim="800000"/>
            </a:ln>
            <a:effectLst/>
          </p:spPr>
          <p:txBody>
            <a:bodyPr lIns="180000" rIns="180000" rtlCol="0" anchor="ctr"/>
            <a:lstStyle/>
            <a:p>
              <a:pPr lvl="0">
                <a:defRPr/>
              </a:pPr>
              <a:r>
                <a:rPr kumimoji="1" lang="zh-CN" altLang="en-US" sz="1200" b="1" kern="0">
                  <a:solidFill>
                    <a:schemeClr val="tx1">
                      <a:lumMod val="50000"/>
                    </a:schemeClr>
                  </a:solidFill>
                  <a:ea typeface="微软雅黑"/>
                </a:rPr>
                <a:t>注意：</a:t>
              </a:r>
              <a:r>
                <a:rPr kumimoji="1" lang="zh-CN" altLang="en-US" sz="1200" kern="0">
                  <a:solidFill>
                    <a:schemeClr val="tx1">
                      <a:lumMod val="50000"/>
                    </a:schemeClr>
                  </a:solidFill>
                  <a:ea typeface="微软雅黑"/>
                </a:rPr>
                <a:t>内存中存放的数据在计算机关机后就会消失，要永久保存数据，就需要将数据保存在文件中</a:t>
              </a:r>
              <a:r>
                <a:rPr kumimoji="1" lang="en-US" altLang="zh-CN" sz="1200" kern="0">
                  <a:solidFill>
                    <a:schemeClr val="tx1">
                      <a:lumMod val="50000"/>
                    </a:schemeClr>
                  </a:solidFill>
                  <a:ea typeface="微软雅黑"/>
                </a:rPr>
                <a:t> </a:t>
              </a:r>
              <a:r>
                <a:rPr kumimoji="1" lang="zh-CN" altLang="en-US" sz="1200" kern="0">
                  <a:solidFill>
                    <a:schemeClr val="tx1">
                      <a:lumMod val="50000"/>
                    </a:schemeClr>
                  </a:solidFill>
                  <a:ea typeface="微软雅黑"/>
                </a:rPr>
                <a:t>。</a:t>
              </a:r>
              <a:endParaRPr kumimoji="1" lang="zh-CN" altLang="en-US" sz="1200" i="0" u="none" strike="noStrike" kern="0" cap="none" spc="0" normalizeH="0" baseline="0" noProof="0">
                <a:ln>
                  <a:noFill/>
                </a:ln>
                <a:solidFill>
                  <a:srgbClr val="000000"/>
                </a:solidFill>
                <a:effectLst/>
                <a:uLnTx/>
                <a:uFillTx/>
                <a:ea typeface="微软雅黑"/>
                <a:cs typeface="+mn-cs"/>
              </a:endParaRPr>
            </a:p>
          </p:txBody>
        </p:sp>
        <p:sp>
          <p:nvSpPr>
            <p:cNvPr id="38" name="Shape2">
              <a:extLst>
                <a:ext uri="{FF2B5EF4-FFF2-40B4-BE49-F238E27FC236}">
                  <a16:creationId xmlns:a16="http://schemas.microsoft.com/office/drawing/2014/main" id="{E2B51619-4536-F5E2-A5E3-F98980CC110D}"/>
                </a:ext>
              </a:extLst>
            </p:cNvPr>
            <p:cNvSpPr/>
            <p:nvPr/>
          </p:nvSpPr>
          <p:spPr>
            <a:xfrm>
              <a:off x="4685665" y="1860105"/>
              <a:ext cx="45719" cy="303939"/>
            </a:xfrm>
            <a:prstGeom prst="roundRect">
              <a:avLst>
                <a:gd name="adj" fmla="val 50000"/>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C00000"/>
                </a:solidFill>
                <a:effectLst/>
                <a:uLnTx/>
                <a:uFillTx/>
                <a:ea typeface="微软雅黑"/>
                <a:cs typeface="+mn-cs"/>
              </a:endParaRPr>
            </a:p>
          </p:txBody>
        </p:sp>
      </p:grpSp>
    </p:spTree>
    <p:extLst>
      <p:ext uri="{BB962C8B-B14F-4D97-AF65-F5344CB8AC3E}">
        <p14:creationId xmlns:p14="http://schemas.microsoft.com/office/powerpoint/2010/main" val="9827474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randombar(horizontal)">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randombar(horizontal)">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fade">
                                      <p:cBhvr>
                                        <p:cTn id="21" dur="500"/>
                                        <p:tgtEl>
                                          <p:spTgt spid="36"/>
                                        </p:tgtEl>
                                      </p:cBhvr>
                                    </p:animEffect>
                                    <p:anim calcmode="lin" valueType="num">
                                      <p:cBhvr>
                                        <p:cTn id="22" dur="500" fill="hold"/>
                                        <p:tgtEl>
                                          <p:spTgt spid="36"/>
                                        </p:tgtEl>
                                        <p:attrNameLst>
                                          <p:attrName>ppt_x</p:attrName>
                                        </p:attrNameLst>
                                      </p:cBhvr>
                                      <p:tavLst>
                                        <p:tav tm="0">
                                          <p:val>
                                            <p:strVal val="#ppt_x"/>
                                          </p:val>
                                        </p:tav>
                                        <p:tav tm="100000">
                                          <p:val>
                                            <p:strVal val="#ppt_x"/>
                                          </p:val>
                                        </p:tav>
                                      </p:tavLst>
                                    </p:anim>
                                    <p:anim calcmode="lin" valueType="num">
                                      <p:cBhvr>
                                        <p:cTn id="23" dur="5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childTnLst>
                          </p:cTn>
                        </p:par>
                        <p:par>
                          <p:cTn id="29" fill="hold">
                            <p:stCondLst>
                              <p:cond delay="500"/>
                            </p:stCondLst>
                            <p:childTnLst>
                              <p:par>
                                <p:cTn id="30" presetID="53" presetClass="entr" presetSubtype="16" decel="50000" fill="hold" nodeType="after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200" fill="hold"/>
                                        <p:tgtEl>
                                          <p:spTgt spid="9"/>
                                        </p:tgtEl>
                                        <p:attrNameLst>
                                          <p:attrName>ppt_w</p:attrName>
                                        </p:attrNameLst>
                                      </p:cBhvr>
                                      <p:tavLst>
                                        <p:tav tm="0">
                                          <p:val>
                                            <p:strVal val="0"/>
                                          </p:val>
                                        </p:tav>
                                        <p:tav tm="100000">
                                          <p:val>
                                            <p:strVal val="#ppt_w"/>
                                          </p:val>
                                        </p:tav>
                                      </p:tavLst>
                                    </p:anim>
                                    <p:anim calcmode="lin" valueType="num">
                                      <p:cBhvr>
                                        <p:cTn id="33" dur="200" fill="hold"/>
                                        <p:tgtEl>
                                          <p:spTgt spid="9"/>
                                        </p:tgtEl>
                                        <p:attrNameLst>
                                          <p:attrName>ppt_h</p:attrName>
                                        </p:attrNameLst>
                                      </p:cBhvr>
                                      <p:tavLst>
                                        <p:tav tm="0">
                                          <p:val>
                                            <p:strVal val="0"/>
                                          </p:val>
                                        </p:tav>
                                        <p:tav tm="100000">
                                          <p:val>
                                            <p:strVal val="#ppt_h"/>
                                          </p:val>
                                        </p:tav>
                                      </p:tavLst>
                                    </p:anim>
                                    <p:animScale>
                                      <p:cBhvr>
                                        <p:cTn id="34" dur="100" autoRev="1" fill="hold">
                                          <p:stCondLst>
                                            <p:cond delay="200"/>
                                          </p:stCondLst>
                                        </p:cTn>
                                        <p:tgtEl>
                                          <p:spTgt spid="9"/>
                                        </p:tgtEl>
                                      </p:cBhvr>
                                      <p:from x="100000" y="100000"/>
                                      <p:to x="110000" y="110000"/>
                                    </p:animScale>
                                    <p:animScale>
                                      <p:cBhvr>
                                        <p:cTn id="35" dur="100" autoRev="1" fill="hold">
                                          <p:stCondLst>
                                            <p:cond delay="400"/>
                                          </p:stCondLst>
                                        </p:cTn>
                                        <p:tgtEl>
                                          <p:spTgt spid="9"/>
                                        </p:tgtEl>
                                      </p:cBhvr>
                                      <p:from x="100000" y="100000"/>
                                      <p:to x="90000" y="90000"/>
                                    </p:animScale>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wipe(left)">
                                      <p:cBhvr>
                                        <p:cTn id="40" dur="500"/>
                                        <p:tgtEl>
                                          <p:spTgt spid="22"/>
                                        </p:tgtEl>
                                      </p:cBhvr>
                                    </p:animEffect>
                                  </p:childTnLst>
                                </p:cTn>
                              </p:par>
                            </p:childTnLst>
                          </p:cTn>
                        </p:par>
                        <p:par>
                          <p:cTn id="41" fill="hold">
                            <p:stCondLst>
                              <p:cond delay="500"/>
                            </p:stCondLst>
                            <p:childTnLst>
                              <p:par>
                                <p:cTn id="42" presetID="53" presetClass="entr" presetSubtype="16" decel="50000" fill="hold" nodeType="after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p:cTn id="44" dur="200" fill="hold"/>
                                        <p:tgtEl>
                                          <p:spTgt spid="12"/>
                                        </p:tgtEl>
                                        <p:attrNameLst>
                                          <p:attrName>ppt_w</p:attrName>
                                        </p:attrNameLst>
                                      </p:cBhvr>
                                      <p:tavLst>
                                        <p:tav tm="0">
                                          <p:val>
                                            <p:strVal val="0"/>
                                          </p:val>
                                        </p:tav>
                                        <p:tav tm="100000">
                                          <p:val>
                                            <p:strVal val="#ppt_w"/>
                                          </p:val>
                                        </p:tav>
                                      </p:tavLst>
                                    </p:anim>
                                    <p:anim calcmode="lin" valueType="num">
                                      <p:cBhvr>
                                        <p:cTn id="45" dur="200" fill="hold"/>
                                        <p:tgtEl>
                                          <p:spTgt spid="12"/>
                                        </p:tgtEl>
                                        <p:attrNameLst>
                                          <p:attrName>ppt_h</p:attrName>
                                        </p:attrNameLst>
                                      </p:cBhvr>
                                      <p:tavLst>
                                        <p:tav tm="0">
                                          <p:val>
                                            <p:strVal val="0"/>
                                          </p:val>
                                        </p:tav>
                                        <p:tav tm="100000">
                                          <p:val>
                                            <p:strVal val="#ppt_h"/>
                                          </p:val>
                                        </p:tav>
                                      </p:tavLst>
                                    </p:anim>
                                    <p:animScale>
                                      <p:cBhvr>
                                        <p:cTn id="46" dur="100" autoRev="1" fill="hold">
                                          <p:stCondLst>
                                            <p:cond delay="200"/>
                                          </p:stCondLst>
                                        </p:cTn>
                                        <p:tgtEl>
                                          <p:spTgt spid="12"/>
                                        </p:tgtEl>
                                      </p:cBhvr>
                                      <p:from x="100000" y="100000"/>
                                      <p:to x="110000" y="110000"/>
                                    </p:animScale>
                                    <p:animScale>
                                      <p:cBhvr>
                                        <p:cTn id="47" dur="100" autoRev="1" fill="hold">
                                          <p:stCondLst>
                                            <p:cond delay="400"/>
                                          </p:stCondLst>
                                        </p:cTn>
                                        <p:tgtEl>
                                          <p:spTgt spid="12"/>
                                        </p:tgtEl>
                                      </p:cBhvr>
                                      <p:from x="100000" y="100000"/>
                                      <p:to x="90000" y="90000"/>
                                    </p:animScale>
                                  </p:childTnLst>
                                </p:cTn>
                              </p:par>
                            </p:childTnLst>
                          </p:cTn>
                        </p:par>
                      </p:childTnLst>
                    </p:cTn>
                  </p:par>
                  <p:par>
                    <p:cTn id="48" fill="hold">
                      <p:stCondLst>
                        <p:cond delay="indefinite"/>
                      </p:stCondLst>
                      <p:childTnLst>
                        <p:par>
                          <p:cTn id="49" fill="hold">
                            <p:stCondLst>
                              <p:cond delay="0"/>
                            </p:stCondLst>
                            <p:childTnLst>
                              <p:par>
                                <p:cTn id="50" presetID="53" presetClass="entr" presetSubtype="16" decel="5000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 calcmode="lin" valueType="num">
                                      <p:cBhvr>
                                        <p:cTn id="52" dur="200" fill="hold"/>
                                        <p:tgtEl>
                                          <p:spTgt spid="25"/>
                                        </p:tgtEl>
                                        <p:attrNameLst>
                                          <p:attrName>ppt_w</p:attrName>
                                        </p:attrNameLst>
                                      </p:cBhvr>
                                      <p:tavLst>
                                        <p:tav tm="0">
                                          <p:val>
                                            <p:strVal val="0"/>
                                          </p:val>
                                        </p:tav>
                                        <p:tav tm="100000">
                                          <p:val>
                                            <p:strVal val="#ppt_w"/>
                                          </p:val>
                                        </p:tav>
                                      </p:tavLst>
                                    </p:anim>
                                    <p:anim calcmode="lin" valueType="num">
                                      <p:cBhvr>
                                        <p:cTn id="53" dur="200" fill="hold"/>
                                        <p:tgtEl>
                                          <p:spTgt spid="25"/>
                                        </p:tgtEl>
                                        <p:attrNameLst>
                                          <p:attrName>ppt_h</p:attrName>
                                        </p:attrNameLst>
                                      </p:cBhvr>
                                      <p:tavLst>
                                        <p:tav tm="0">
                                          <p:val>
                                            <p:strVal val="0"/>
                                          </p:val>
                                        </p:tav>
                                        <p:tav tm="100000">
                                          <p:val>
                                            <p:strVal val="#ppt_h"/>
                                          </p:val>
                                        </p:tav>
                                      </p:tavLst>
                                    </p:anim>
                                    <p:animScale>
                                      <p:cBhvr>
                                        <p:cTn id="54" dur="100" autoRev="1" fill="hold">
                                          <p:stCondLst>
                                            <p:cond delay="200"/>
                                          </p:stCondLst>
                                        </p:cTn>
                                        <p:tgtEl>
                                          <p:spTgt spid="25"/>
                                        </p:tgtEl>
                                      </p:cBhvr>
                                      <p:from x="100000" y="100000"/>
                                      <p:to x="110000" y="110000"/>
                                    </p:animScale>
                                    <p:animScale>
                                      <p:cBhvr>
                                        <p:cTn id="55" dur="100" autoRev="1" fill="hold">
                                          <p:stCondLst>
                                            <p:cond delay="400"/>
                                          </p:stCondLst>
                                        </p:cTn>
                                        <p:tgtEl>
                                          <p:spTgt spid="25"/>
                                        </p:tgtEl>
                                      </p:cBhvr>
                                      <p:from x="100000" y="100000"/>
                                      <p:to x="90000" y="90000"/>
                                    </p:animScale>
                                  </p:childTnLst>
                                </p:cTn>
                              </p:par>
                            </p:childTnLst>
                          </p:cTn>
                        </p:par>
                      </p:childTnLst>
                    </p:cTn>
                  </p:par>
                  <p:par>
                    <p:cTn id="56" fill="hold">
                      <p:stCondLst>
                        <p:cond delay="indefinite"/>
                      </p:stCondLst>
                      <p:childTnLst>
                        <p:par>
                          <p:cTn id="57" fill="hold">
                            <p:stCondLst>
                              <p:cond delay="0"/>
                            </p:stCondLst>
                            <p:childTnLst>
                              <p:par>
                                <p:cTn id="58" presetID="53" presetClass="entr" presetSubtype="16" decel="50000" fill="hold" grpId="0" nodeType="clickEffect">
                                  <p:stCondLst>
                                    <p:cond delay="0"/>
                                  </p:stCondLst>
                                  <p:childTnLst>
                                    <p:set>
                                      <p:cBhvr>
                                        <p:cTn id="59" dur="1" fill="hold">
                                          <p:stCondLst>
                                            <p:cond delay="0"/>
                                          </p:stCondLst>
                                        </p:cTn>
                                        <p:tgtEl>
                                          <p:spTgt spid="26"/>
                                        </p:tgtEl>
                                        <p:attrNameLst>
                                          <p:attrName>style.visibility</p:attrName>
                                        </p:attrNameLst>
                                      </p:cBhvr>
                                      <p:to>
                                        <p:strVal val="visible"/>
                                      </p:to>
                                    </p:set>
                                    <p:anim calcmode="lin" valueType="num">
                                      <p:cBhvr>
                                        <p:cTn id="60" dur="200" fill="hold"/>
                                        <p:tgtEl>
                                          <p:spTgt spid="26"/>
                                        </p:tgtEl>
                                        <p:attrNameLst>
                                          <p:attrName>ppt_w</p:attrName>
                                        </p:attrNameLst>
                                      </p:cBhvr>
                                      <p:tavLst>
                                        <p:tav tm="0">
                                          <p:val>
                                            <p:strVal val="0"/>
                                          </p:val>
                                        </p:tav>
                                        <p:tav tm="100000">
                                          <p:val>
                                            <p:strVal val="#ppt_w"/>
                                          </p:val>
                                        </p:tav>
                                      </p:tavLst>
                                    </p:anim>
                                    <p:anim calcmode="lin" valueType="num">
                                      <p:cBhvr>
                                        <p:cTn id="61" dur="200" fill="hold"/>
                                        <p:tgtEl>
                                          <p:spTgt spid="26"/>
                                        </p:tgtEl>
                                        <p:attrNameLst>
                                          <p:attrName>ppt_h</p:attrName>
                                        </p:attrNameLst>
                                      </p:cBhvr>
                                      <p:tavLst>
                                        <p:tav tm="0">
                                          <p:val>
                                            <p:strVal val="0"/>
                                          </p:val>
                                        </p:tav>
                                        <p:tav tm="100000">
                                          <p:val>
                                            <p:strVal val="#ppt_h"/>
                                          </p:val>
                                        </p:tav>
                                      </p:tavLst>
                                    </p:anim>
                                    <p:animScale>
                                      <p:cBhvr>
                                        <p:cTn id="62" dur="100" autoRev="1" fill="hold">
                                          <p:stCondLst>
                                            <p:cond delay="200"/>
                                          </p:stCondLst>
                                        </p:cTn>
                                        <p:tgtEl>
                                          <p:spTgt spid="26"/>
                                        </p:tgtEl>
                                      </p:cBhvr>
                                      <p:from x="100000" y="100000"/>
                                      <p:to x="110000" y="110000"/>
                                    </p:animScale>
                                    <p:animScale>
                                      <p:cBhvr>
                                        <p:cTn id="63" dur="100" autoRev="1" fill="hold">
                                          <p:stCondLst>
                                            <p:cond delay="400"/>
                                          </p:stCondLst>
                                        </p:cTn>
                                        <p:tgtEl>
                                          <p:spTgt spid="26"/>
                                        </p:tgtEl>
                                      </p:cBhvr>
                                      <p:from x="100000" y="100000"/>
                                      <p:to x="90000" y="90000"/>
                                    </p:animScale>
                                  </p:childTnLst>
                                </p:cTn>
                              </p:par>
                            </p:childTnLst>
                          </p:cTn>
                        </p:par>
                      </p:childTnLst>
                    </p:cTn>
                  </p:par>
                  <p:par>
                    <p:cTn id="64" fill="hold">
                      <p:stCondLst>
                        <p:cond delay="indefinite"/>
                      </p:stCondLst>
                      <p:childTnLst>
                        <p:par>
                          <p:cTn id="65" fill="hold">
                            <p:stCondLst>
                              <p:cond delay="0"/>
                            </p:stCondLst>
                            <p:childTnLst>
                              <p:par>
                                <p:cTn id="66" presetID="2" presetClass="entr" presetSubtype="2" fill="hold" nodeType="clickEffect">
                                  <p:stCondLst>
                                    <p:cond delay="0"/>
                                  </p:stCondLst>
                                  <p:childTnLst>
                                    <p:set>
                                      <p:cBhvr>
                                        <p:cTn id="67" dur="1" fill="hold">
                                          <p:stCondLst>
                                            <p:cond delay="0"/>
                                          </p:stCondLst>
                                        </p:cTn>
                                        <p:tgtEl>
                                          <p:spTgt spid="31"/>
                                        </p:tgtEl>
                                        <p:attrNameLst>
                                          <p:attrName>style.visibility</p:attrName>
                                        </p:attrNameLst>
                                      </p:cBhvr>
                                      <p:to>
                                        <p:strVal val="visible"/>
                                      </p:to>
                                    </p:set>
                                    <p:anim calcmode="lin" valueType="num">
                                      <p:cBhvr additive="base">
                                        <p:cTn id="68" dur="500" fill="hold"/>
                                        <p:tgtEl>
                                          <p:spTgt spid="31"/>
                                        </p:tgtEl>
                                        <p:attrNameLst>
                                          <p:attrName>ppt_x</p:attrName>
                                        </p:attrNameLst>
                                      </p:cBhvr>
                                      <p:tavLst>
                                        <p:tav tm="0">
                                          <p:val>
                                            <p:strVal val="1+#ppt_w/2"/>
                                          </p:val>
                                        </p:tav>
                                        <p:tav tm="100000">
                                          <p:val>
                                            <p:strVal val="#ppt_x"/>
                                          </p:val>
                                        </p:tav>
                                      </p:tavLst>
                                    </p:anim>
                                    <p:anim calcmode="lin" valueType="num">
                                      <p:cBhvr additive="base">
                                        <p:cTn id="69"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53" presetClass="entr" presetSubtype="16" decel="50000" fill="hold" grpId="0" nodeType="clickEffect">
                                  <p:stCondLst>
                                    <p:cond delay="0"/>
                                  </p:stCondLst>
                                  <p:childTnLst>
                                    <p:set>
                                      <p:cBhvr>
                                        <p:cTn id="73" dur="1" fill="hold">
                                          <p:stCondLst>
                                            <p:cond delay="0"/>
                                          </p:stCondLst>
                                        </p:cTn>
                                        <p:tgtEl>
                                          <p:spTgt spid="35"/>
                                        </p:tgtEl>
                                        <p:attrNameLst>
                                          <p:attrName>style.visibility</p:attrName>
                                        </p:attrNameLst>
                                      </p:cBhvr>
                                      <p:to>
                                        <p:strVal val="visible"/>
                                      </p:to>
                                    </p:set>
                                    <p:anim calcmode="lin" valueType="num">
                                      <p:cBhvr>
                                        <p:cTn id="74" dur="200" fill="hold"/>
                                        <p:tgtEl>
                                          <p:spTgt spid="35"/>
                                        </p:tgtEl>
                                        <p:attrNameLst>
                                          <p:attrName>ppt_w</p:attrName>
                                        </p:attrNameLst>
                                      </p:cBhvr>
                                      <p:tavLst>
                                        <p:tav tm="0">
                                          <p:val>
                                            <p:strVal val="0"/>
                                          </p:val>
                                        </p:tav>
                                        <p:tav tm="100000">
                                          <p:val>
                                            <p:strVal val="#ppt_w"/>
                                          </p:val>
                                        </p:tav>
                                      </p:tavLst>
                                    </p:anim>
                                    <p:anim calcmode="lin" valueType="num">
                                      <p:cBhvr>
                                        <p:cTn id="75" dur="200" fill="hold"/>
                                        <p:tgtEl>
                                          <p:spTgt spid="35"/>
                                        </p:tgtEl>
                                        <p:attrNameLst>
                                          <p:attrName>ppt_h</p:attrName>
                                        </p:attrNameLst>
                                      </p:cBhvr>
                                      <p:tavLst>
                                        <p:tav tm="0">
                                          <p:val>
                                            <p:strVal val="0"/>
                                          </p:val>
                                        </p:tav>
                                        <p:tav tm="100000">
                                          <p:val>
                                            <p:strVal val="#ppt_h"/>
                                          </p:val>
                                        </p:tav>
                                      </p:tavLst>
                                    </p:anim>
                                    <p:animScale>
                                      <p:cBhvr>
                                        <p:cTn id="76" dur="100" autoRev="1" fill="hold">
                                          <p:stCondLst>
                                            <p:cond delay="200"/>
                                          </p:stCondLst>
                                        </p:cTn>
                                        <p:tgtEl>
                                          <p:spTgt spid="35"/>
                                        </p:tgtEl>
                                      </p:cBhvr>
                                      <p:from x="100000" y="100000"/>
                                      <p:to x="110000" y="110000"/>
                                    </p:animScale>
                                    <p:animScale>
                                      <p:cBhvr>
                                        <p:cTn id="77" dur="100" autoRev="1" fill="hold">
                                          <p:stCondLst>
                                            <p:cond delay="400"/>
                                          </p:stCondLst>
                                        </p:cTn>
                                        <p:tgtEl>
                                          <p:spTgt spid="35"/>
                                        </p:tgtEl>
                                      </p:cBhvr>
                                      <p:from x="100000" y="100000"/>
                                      <p:to x="90000" y="9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25" grpId="0"/>
      <p:bldP spid="26" grpId="0"/>
      <p:bldP spid="3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059CB-20CC-8179-4977-C90A0BFACF33}"/>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E1CE0638-AB1B-DB1C-2651-439DD320896C}"/>
              </a:ext>
            </a:extLst>
          </p:cNvPr>
          <p:cNvSpPr>
            <a:spLocks noGrp="1"/>
          </p:cNvSpPr>
          <p:nvPr>
            <p:ph type="title"/>
          </p:nvPr>
        </p:nvSpPr>
        <p:spPr/>
        <p:txBody>
          <a:bodyPr/>
          <a:lstStyle/>
          <a:p>
            <a:r>
              <a:rPr lang="en-US" altLang="zh-CN"/>
              <a:t>AI</a:t>
            </a:r>
            <a:r>
              <a:rPr lang="zh-CN" altLang="en-US"/>
              <a:t>智能伴侣</a:t>
            </a:r>
            <a:r>
              <a:rPr lang="en-US" altLang="zh-CN"/>
              <a:t>-</a:t>
            </a:r>
            <a:r>
              <a:rPr lang="zh-CN" altLang="en-US"/>
              <a:t>会话管理</a:t>
            </a:r>
          </a:p>
        </p:txBody>
      </p:sp>
      <p:pic>
        <p:nvPicPr>
          <p:cNvPr id="2" name="图片 1" descr="图片包含 图形用户界面&#10;&#10;AI 生成的内容可能不正确。">
            <a:extLst>
              <a:ext uri="{FF2B5EF4-FFF2-40B4-BE49-F238E27FC236}">
                <a16:creationId xmlns:a16="http://schemas.microsoft.com/office/drawing/2014/main" id="{EE6C14E7-84F5-DB3D-D521-2ABC93DCB680}"/>
              </a:ext>
            </a:extLst>
          </p:cNvPr>
          <p:cNvPicPr>
            <a:picLocks noChangeAspect="1"/>
          </p:cNvPicPr>
          <p:nvPr/>
        </p:nvPicPr>
        <p:blipFill>
          <a:blip r:embed="rId2"/>
          <a:srcRect r="57963" b="3254"/>
          <a:stretch>
            <a:fillRect/>
          </a:stretch>
        </p:blipFill>
        <p:spPr>
          <a:xfrm>
            <a:off x="690572" y="880354"/>
            <a:ext cx="4358506" cy="5642443"/>
          </a:xfrm>
          <a:prstGeom prst="roundRect">
            <a:avLst>
              <a:gd name="adj" fmla="val 1216"/>
            </a:avLst>
          </a:prstGeom>
        </p:spPr>
      </p:pic>
      <p:sp>
        <p:nvSpPr>
          <p:cNvPr id="3" name="矩形: 圆角 2">
            <a:extLst>
              <a:ext uri="{FF2B5EF4-FFF2-40B4-BE49-F238E27FC236}">
                <a16:creationId xmlns:a16="http://schemas.microsoft.com/office/drawing/2014/main" id="{F6F06E7F-7895-1548-FBBC-D9CE667FB1A4}"/>
              </a:ext>
            </a:extLst>
          </p:cNvPr>
          <p:cNvSpPr/>
          <p:nvPr/>
        </p:nvSpPr>
        <p:spPr>
          <a:xfrm>
            <a:off x="748748" y="1669774"/>
            <a:ext cx="1802296" cy="357809"/>
          </a:xfrm>
          <a:prstGeom prst="roundRect">
            <a:avLst>
              <a:gd name="adj" fmla="val 12844"/>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8">
            <a:extLst>
              <a:ext uri="{FF2B5EF4-FFF2-40B4-BE49-F238E27FC236}">
                <a16:creationId xmlns:a16="http://schemas.microsoft.com/office/drawing/2014/main" id="{252A1BE5-1FCC-8142-685E-9252B4878B67}"/>
              </a:ext>
            </a:extLst>
          </p:cNvPr>
          <p:cNvGrpSpPr/>
          <p:nvPr/>
        </p:nvGrpSpPr>
        <p:grpSpPr>
          <a:xfrm>
            <a:off x="6845023" y="1384244"/>
            <a:ext cx="3156227" cy="3689024"/>
            <a:chOff x="2883349" y="3111061"/>
            <a:chExt cx="3280482" cy="3622047"/>
          </a:xfrm>
        </p:grpSpPr>
        <p:sp>
          <p:nvSpPr>
            <p:cNvPr id="6" name="任意多边形: 形状 5">
              <a:extLst>
                <a:ext uri="{FF2B5EF4-FFF2-40B4-BE49-F238E27FC236}">
                  <a16:creationId xmlns:a16="http://schemas.microsoft.com/office/drawing/2014/main" id="{795B56BD-5545-9CB5-C214-77BD00CDCC4C}"/>
                </a:ext>
              </a:extLst>
            </p:cNvPr>
            <p:cNvSpPr/>
            <p:nvPr/>
          </p:nvSpPr>
          <p:spPr>
            <a:xfrm>
              <a:off x="2883349" y="3111061"/>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36000" rIns="0" rtlCol="0" anchor="ctr">
              <a:noAutofit/>
            </a:bodyPr>
            <a:lstStyle/>
            <a:p>
              <a:pPr>
                <a:lnSpc>
                  <a:spcPct val="150000"/>
                </a:lnSpc>
                <a:buNone/>
              </a:pPr>
              <a:r>
                <a:rPr lang="en-US" altLang="zh-CN" sz="900">
                  <a:solidFill>
                    <a:srgbClr val="080808"/>
                  </a:solidFill>
                  <a:effectLst/>
                  <a:latin typeface="Fira Code" panose="020B0809050000020004" pitchFamily="49" charset="0"/>
                </a:rPr>
                <a:t>{</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r>
                <a:rPr lang="en-US" altLang="zh-CN" sz="900">
                  <a:solidFill>
                    <a:srgbClr val="871094"/>
                  </a:solidFill>
                  <a:effectLst/>
                  <a:latin typeface="Fira Code" panose="020B0809050000020004" pitchFamily="49" charset="0"/>
                </a:rPr>
                <a:t>"messages"</a:t>
              </a:r>
              <a:r>
                <a:rPr lang="en-US" altLang="zh-CN" sz="900">
                  <a:solidFill>
                    <a:srgbClr val="080808"/>
                  </a:solidFill>
                  <a:effectLst/>
                  <a:latin typeface="Fira Code" panose="020B0809050000020004" pitchFamily="49" charset="0"/>
                </a:rPr>
                <a:t>: [</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r>
                <a:rPr lang="en-US" altLang="zh-CN" sz="900">
                  <a:solidFill>
                    <a:srgbClr val="871094"/>
                  </a:solidFill>
                  <a:effectLst/>
                  <a:latin typeface="Fira Code" panose="020B0809050000020004" pitchFamily="49" charset="0"/>
                </a:rPr>
                <a:t>"role"</a:t>
              </a:r>
              <a:r>
                <a:rPr lang="en-US" altLang="zh-CN" sz="900">
                  <a:solidFill>
                    <a:srgbClr val="080808"/>
                  </a:solidFill>
                  <a:effectLst/>
                  <a:latin typeface="Fira Code" panose="020B0809050000020004" pitchFamily="49" charset="0"/>
                </a:rPr>
                <a:t>: </a:t>
              </a:r>
              <a:r>
                <a:rPr lang="en-US" altLang="zh-CN" sz="900">
                  <a:solidFill>
                    <a:srgbClr val="067D17"/>
                  </a:solidFill>
                  <a:effectLst/>
                  <a:latin typeface="Fira Code" panose="020B0809050000020004" pitchFamily="49" charset="0"/>
                </a:rPr>
                <a:t>"user"</a:t>
              </a:r>
              <a:r>
                <a:rPr lang="en-US" altLang="zh-CN" sz="900">
                  <a:solidFill>
                    <a:srgbClr val="080808"/>
                  </a:solidFill>
                  <a:effectLst/>
                  <a:latin typeface="Fira Code" panose="020B0809050000020004" pitchFamily="49" charset="0"/>
                </a:rPr>
                <a:t>,</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r>
                <a:rPr lang="en-US" altLang="zh-CN" sz="900">
                  <a:solidFill>
                    <a:srgbClr val="871094"/>
                  </a:solidFill>
                  <a:effectLst/>
                  <a:latin typeface="Fira Code" panose="020B0809050000020004" pitchFamily="49" charset="0"/>
                </a:rPr>
                <a:t>"content"</a:t>
              </a:r>
              <a:r>
                <a:rPr lang="en-US" altLang="zh-CN" sz="900">
                  <a:solidFill>
                    <a:srgbClr val="080808"/>
                  </a:solidFill>
                  <a:effectLst/>
                  <a:latin typeface="Fira Code" panose="020B0809050000020004" pitchFamily="49" charset="0"/>
                </a:rPr>
                <a:t>: </a:t>
              </a:r>
              <a:r>
                <a:rPr lang="en-US" altLang="zh-CN" sz="900">
                  <a:solidFill>
                    <a:srgbClr val="067D17"/>
                  </a:solidFill>
                  <a:effectLst/>
                  <a:latin typeface="Fira Code" panose="020B0809050000020004" pitchFamily="49" charset="0"/>
                </a:rPr>
                <a:t>"</a:t>
              </a:r>
              <a:r>
                <a:rPr lang="zh-CN" altLang="en-US" sz="900">
                  <a:solidFill>
                    <a:srgbClr val="067D17"/>
                  </a:solidFill>
                  <a:effectLst/>
                  <a:latin typeface="Courier New" panose="02070309020205020404" pitchFamily="49" charset="0"/>
                </a:rPr>
                <a:t>你好</a:t>
              </a:r>
              <a:r>
                <a:rPr lang="en-US" altLang="zh-CN" sz="900">
                  <a:solidFill>
                    <a:srgbClr val="067D17"/>
                  </a:solidFill>
                  <a:effectLst/>
                  <a:latin typeface="Fira Code" panose="020B0809050000020004" pitchFamily="49" charset="0"/>
                </a:rPr>
                <a:t>"</a:t>
              </a:r>
              <a:br>
                <a:rPr lang="en-US" altLang="zh-CN" sz="900">
                  <a:solidFill>
                    <a:srgbClr val="067D17"/>
                  </a:solidFill>
                  <a:effectLst/>
                  <a:latin typeface="Fira Code" panose="020B0809050000020004" pitchFamily="49" charset="0"/>
                </a:rPr>
              </a:br>
              <a:r>
                <a:rPr lang="en-US" altLang="zh-CN" sz="900">
                  <a:solidFill>
                    <a:srgbClr val="067D17"/>
                  </a:solidFill>
                  <a:effectLst/>
                  <a:latin typeface="Fira Code" panose="020B0809050000020004" pitchFamily="49" charset="0"/>
                </a:rPr>
                <a:t>    </a:t>
              </a:r>
              <a:r>
                <a:rPr lang="en-US" altLang="zh-CN" sz="900">
                  <a:solidFill>
                    <a:srgbClr val="080808"/>
                  </a:solidFill>
                  <a:effectLst/>
                  <a:latin typeface="Fira Code" panose="020B0809050000020004" pitchFamily="49" charset="0"/>
                </a:rPr>
                <a:t>},</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r>
                <a:rPr lang="en-US" altLang="zh-CN" sz="900">
                  <a:solidFill>
                    <a:srgbClr val="871094"/>
                  </a:solidFill>
                  <a:effectLst/>
                  <a:latin typeface="Fira Code" panose="020B0809050000020004" pitchFamily="49" charset="0"/>
                </a:rPr>
                <a:t>"role"</a:t>
              </a:r>
              <a:r>
                <a:rPr lang="en-US" altLang="zh-CN" sz="900">
                  <a:solidFill>
                    <a:srgbClr val="080808"/>
                  </a:solidFill>
                  <a:effectLst/>
                  <a:latin typeface="Fira Code" panose="020B0809050000020004" pitchFamily="49" charset="0"/>
                </a:rPr>
                <a:t>: </a:t>
              </a:r>
              <a:r>
                <a:rPr lang="en-US" altLang="zh-CN" sz="900">
                  <a:solidFill>
                    <a:srgbClr val="067D17"/>
                  </a:solidFill>
                  <a:effectLst/>
                  <a:latin typeface="Fira Code" panose="020B0809050000020004" pitchFamily="49" charset="0"/>
                </a:rPr>
                <a:t>"assistant"</a:t>
              </a:r>
              <a:r>
                <a:rPr lang="en-US" altLang="zh-CN" sz="900">
                  <a:solidFill>
                    <a:srgbClr val="080808"/>
                  </a:solidFill>
                  <a:effectLst/>
                  <a:latin typeface="Fira Code" panose="020B0809050000020004" pitchFamily="49" charset="0"/>
                </a:rPr>
                <a:t>,</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r>
                <a:rPr lang="en-US" altLang="zh-CN" sz="900">
                  <a:solidFill>
                    <a:srgbClr val="871094"/>
                  </a:solidFill>
                  <a:effectLst/>
                  <a:latin typeface="Fira Code" panose="020B0809050000020004" pitchFamily="49" charset="0"/>
                </a:rPr>
                <a:t>"content"</a:t>
              </a:r>
              <a:r>
                <a:rPr lang="en-US" altLang="zh-CN" sz="900">
                  <a:solidFill>
                    <a:srgbClr val="080808"/>
                  </a:solidFill>
                  <a:effectLst/>
                  <a:latin typeface="Fira Code" panose="020B0809050000020004" pitchFamily="49" charset="0"/>
                </a:rPr>
                <a:t>: </a:t>
              </a:r>
              <a:r>
                <a:rPr lang="en-US" altLang="zh-CN" sz="900">
                  <a:solidFill>
                    <a:srgbClr val="067D17"/>
                  </a:solidFill>
                  <a:effectLst/>
                  <a:latin typeface="Fira Code" panose="020B0809050000020004" pitchFamily="49" charset="0"/>
                </a:rPr>
                <a:t>"</a:t>
              </a:r>
              <a:r>
                <a:rPr lang="zh-CN" altLang="en-US" sz="900">
                  <a:solidFill>
                    <a:srgbClr val="067D17"/>
                  </a:solidFill>
                  <a:effectLst/>
                  <a:latin typeface="Courier New" panose="02070309020205020404" pitchFamily="49" charset="0"/>
                </a:rPr>
                <a:t>哈囉</a:t>
              </a:r>
              <a:r>
                <a:rPr lang="en-US" altLang="zh-CN" sz="900">
                  <a:solidFill>
                    <a:srgbClr val="067D17"/>
                  </a:solidFill>
                  <a:effectLst/>
                  <a:latin typeface="Fira Code" panose="020B0809050000020004" pitchFamily="49" charset="0"/>
                </a:rPr>
                <a:t>~</a:t>
              </a:r>
              <a:r>
                <a:rPr lang="zh-CN" altLang="en-US" sz="900">
                  <a:solidFill>
                    <a:srgbClr val="067D17"/>
                  </a:solidFill>
                  <a:effectLst/>
                  <a:latin typeface="Courier New" panose="02070309020205020404" pitchFamily="49" charset="0"/>
                </a:rPr>
                <a:t>今天過得怎麼樣呀？💕</a:t>
              </a:r>
              <a:r>
                <a:rPr lang="en-US" altLang="zh-CN" sz="900">
                  <a:solidFill>
                    <a:srgbClr val="067D17"/>
                  </a:solidFill>
                  <a:effectLst/>
                  <a:latin typeface="Fira Code" panose="020B0809050000020004" pitchFamily="49" charset="0"/>
                </a:rPr>
                <a:t>"</a:t>
              </a:r>
              <a:br>
                <a:rPr lang="en-US" altLang="zh-CN" sz="900">
                  <a:solidFill>
                    <a:srgbClr val="067D17"/>
                  </a:solidFill>
                  <a:effectLst/>
                  <a:latin typeface="Fira Code" panose="020B0809050000020004" pitchFamily="49" charset="0"/>
                </a:rPr>
              </a:br>
              <a:r>
                <a:rPr lang="en-US" altLang="zh-CN" sz="900">
                  <a:solidFill>
                    <a:srgbClr val="067D17"/>
                  </a:solidFill>
                  <a:effectLst/>
                  <a:latin typeface="Fira Code" panose="020B0809050000020004" pitchFamily="49" charset="0"/>
                </a:rPr>
                <a:t>    </a:t>
              </a:r>
              <a:r>
                <a:rPr lang="en-US" altLang="zh-CN" sz="900">
                  <a:solidFill>
                    <a:srgbClr val="080808"/>
                  </a:solidFill>
                  <a:effectLst/>
                  <a:latin typeface="Fira Code" panose="020B0809050000020004" pitchFamily="49" charset="0"/>
                </a:rPr>
                <a:t>}</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r>
                <a:rPr lang="en-US" altLang="zh-CN" sz="900">
                  <a:solidFill>
                    <a:srgbClr val="871094"/>
                  </a:solidFill>
                  <a:effectLst/>
                  <a:latin typeface="Fira Code" panose="020B0809050000020004" pitchFamily="49" charset="0"/>
                </a:rPr>
                <a:t>"nick_name"</a:t>
              </a:r>
              <a:r>
                <a:rPr lang="en-US" altLang="zh-CN" sz="900">
                  <a:solidFill>
                    <a:srgbClr val="080808"/>
                  </a:solidFill>
                  <a:effectLst/>
                  <a:latin typeface="Fira Code" panose="020B0809050000020004" pitchFamily="49" charset="0"/>
                </a:rPr>
                <a:t>: </a:t>
              </a:r>
              <a:r>
                <a:rPr lang="en-US" altLang="zh-CN" sz="900">
                  <a:solidFill>
                    <a:srgbClr val="067D17"/>
                  </a:solidFill>
                  <a:effectLst/>
                  <a:latin typeface="Fira Code" panose="020B0809050000020004" pitchFamily="49" charset="0"/>
                </a:rPr>
                <a:t>"</a:t>
              </a:r>
              <a:r>
                <a:rPr lang="zh-CN" altLang="en-US" sz="900">
                  <a:solidFill>
                    <a:srgbClr val="067D17"/>
                  </a:solidFill>
                  <a:effectLst/>
                  <a:latin typeface="Courier New" panose="02070309020205020404" pitchFamily="49" charset="0"/>
                </a:rPr>
                <a:t>小</a:t>
              </a:r>
              <a:r>
                <a:rPr lang="zh-CN" altLang="en-US" sz="900">
                  <a:solidFill>
                    <a:srgbClr val="067D17"/>
                  </a:solidFill>
                  <a:latin typeface="Courier New" panose="02070309020205020404" pitchFamily="49" charset="0"/>
                </a:rPr>
                <a:t>美</a:t>
              </a:r>
              <a:r>
                <a:rPr lang="en-US" altLang="zh-CN" sz="900">
                  <a:solidFill>
                    <a:srgbClr val="067D17"/>
                  </a:solidFill>
                  <a:effectLst/>
                  <a:latin typeface="Fira Code" panose="020B0809050000020004" pitchFamily="49" charset="0"/>
                </a:rPr>
                <a:t>"</a:t>
              </a:r>
              <a:r>
                <a:rPr lang="en-US" altLang="zh-CN" sz="900">
                  <a:solidFill>
                    <a:srgbClr val="080808"/>
                  </a:solidFill>
                  <a:effectLst/>
                  <a:latin typeface="Fira Code" panose="020B0809050000020004" pitchFamily="49" charset="0"/>
                </a:rPr>
                <a:t>,</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r>
                <a:rPr lang="en-US" altLang="zh-CN" sz="900">
                  <a:solidFill>
                    <a:srgbClr val="871094"/>
                  </a:solidFill>
                  <a:effectLst/>
                  <a:latin typeface="Fira Code" panose="020B0809050000020004" pitchFamily="49" charset="0"/>
                </a:rPr>
                <a:t>"nature"</a:t>
              </a:r>
              <a:r>
                <a:rPr lang="en-US" altLang="zh-CN" sz="900">
                  <a:solidFill>
                    <a:srgbClr val="080808"/>
                  </a:solidFill>
                  <a:effectLst/>
                  <a:latin typeface="Fira Code" panose="020B0809050000020004" pitchFamily="49" charset="0"/>
                </a:rPr>
                <a:t>: </a:t>
              </a:r>
              <a:r>
                <a:rPr lang="en-US" altLang="zh-CN" sz="900">
                  <a:solidFill>
                    <a:srgbClr val="067D17"/>
                  </a:solidFill>
                  <a:effectLst/>
                  <a:latin typeface="Fira Code" panose="020B0809050000020004" pitchFamily="49" charset="0"/>
                </a:rPr>
                <a:t>"</a:t>
              </a:r>
              <a:r>
                <a:rPr lang="zh-CN" altLang="en-US" sz="900">
                  <a:solidFill>
                    <a:srgbClr val="067D17"/>
                  </a:solidFill>
                  <a:effectLst/>
                  <a:latin typeface="Courier New" panose="02070309020205020404" pitchFamily="49" charset="0"/>
                </a:rPr>
                <a:t>温柔可爱的台湾腔姑娘</a:t>
              </a:r>
              <a:r>
                <a:rPr lang="en-US" altLang="zh-CN" sz="900">
                  <a:solidFill>
                    <a:srgbClr val="067D17"/>
                  </a:solidFill>
                  <a:effectLst/>
                  <a:latin typeface="Fira Code" panose="020B0809050000020004" pitchFamily="49" charset="0"/>
                </a:rPr>
                <a:t>"</a:t>
              </a:r>
              <a:r>
                <a:rPr lang="en-US" altLang="zh-CN" sz="900">
                  <a:solidFill>
                    <a:srgbClr val="080808"/>
                  </a:solidFill>
                  <a:effectLst/>
                  <a:latin typeface="Fira Code" panose="020B0809050000020004" pitchFamily="49" charset="0"/>
                </a:rPr>
                <a:t>,</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r>
                <a:rPr lang="en-US" altLang="zh-CN" sz="900">
                  <a:solidFill>
                    <a:srgbClr val="871094"/>
                  </a:solidFill>
                  <a:effectLst/>
                  <a:latin typeface="Fira Code" panose="020B0809050000020004" pitchFamily="49" charset="0"/>
                </a:rPr>
                <a:t>"current_session"</a:t>
              </a:r>
              <a:r>
                <a:rPr lang="en-US" altLang="zh-CN" sz="900">
                  <a:solidFill>
                    <a:srgbClr val="080808"/>
                  </a:solidFill>
                  <a:effectLst/>
                  <a:latin typeface="Fira Code" panose="020B0809050000020004" pitchFamily="49" charset="0"/>
                </a:rPr>
                <a:t>: </a:t>
              </a:r>
              <a:r>
                <a:rPr lang="en-US" altLang="zh-CN" sz="900">
                  <a:solidFill>
                    <a:srgbClr val="067D17"/>
                  </a:solidFill>
                  <a:effectLst/>
                  <a:latin typeface="Fira Code" panose="020B0809050000020004" pitchFamily="49" charset="0"/>
                </a:rPr>
                <a:t>"2026-01-09_16-05-20"</a:t>
              </a:r>
              <a:br>
                <a:rPr lang="en-US" altLang="zh-CN" sz="900">
                  <a:solidFill>
                    <a:srgbClr val="067D17"/>
                  </a:solidFill>
                  <a:effectLst/>
                  <a:latin typeface="Fira Code" panose="020B0809050000020004" pitchFamily="49" charset="0"/>
                </a:rPr>
              </a:br>
              <a:r>
                <a:rPr lang="en-US" altLang="zh-CN" sz="900">
                  <a:solidFill>
                    <a:srgbClr val="080808"/>
                  </a:solidFill>
                  <a:effectLst/>
                  <a:latin typeface="Fira Code" panose="020B0809050000020004" pitchFamily="49" charset="0"/>
                </a:rPr>
                <a:t>}</a:t>
              </a:r>
            </a:p>
          </p:txBody>
        </p:sp>
        <p:sp>
          <p:nvSpPr>
            <p:cNvPr id="7" name="任意多边形: 形状 6">
              <a:extLst>
                <a:ext uri="{FF2B5EF4-FFF2-40B4-BE49-F238E27FC236}">
                  <a16:creationId xmlns:a16="http://schemas.microsoft.com/office/drawing/2014/main" id="{14EC8AA6-E93D-6A95-F440-4A59F0943427}"/>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p>
          </p:txBody>
        </p:sp>
      </p:grpSp>
      <p:sp>
        <p:nvSpPr>
          <p:cNvPr id="8" name="文本框 7">
            <a:extLst>
              <a:ext uri="{FF2B5EF4-FFF2-40B4-BE49-F238E27FC236}">
                <a16:creationId xmlns:a16="http://schemas.microsoft.com/office/drawing/2014/main" id="{92270D5A-EA1A-E1E0-BEDF-EEB98A1BF020}"/>
              </a:ext>
            </a:extLst>
          </p:cNvPr>
          <p:cNvSpPr txBox="1"/>
          <p:nvPr/>
        </p:nvSpPr>
        <p:spPr>
          <a:xfrm>
            <a:off x="7400909" y="5196757"/>
            <a:ext cx="2044149" cy="276999"/>
          </a:xfrm>
          <a:prstGeom prst="rect">
            <a:avLst/>
          </a:prstGeom>
          <a:noFill/>
        </p:spPr>
        <p:txBody>
          <a:bodyPr wrap="none" rtlCol="0">
            <a:spAutoFit/>
          </a:bodyPr>
          <a:lstStyle/>
          <a:p>
            <a:r>
              <a:rPr lang="en-US" altLang="zh-CN" sz="1200"/>
              <a:t>20260109_160520.json</a:t>
            </a:r>
            <a:endParaRPr lang="zh-CN" altLang="en-US" sz="1200"/>
          </a:p>
        </p:txBody>
      </p:sp>
    </p:spTree>
    <p:extLst>
      <p:ext uri="{BB962C8B-B14F-4D97-AF65-F5344CB8AC3E}">
        <p14:creationId xmlns:p14="http://schemas.microsoft.com/office/powerpoint/2010/main" val="4425747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10593-19F1-2AEC-5D58-11258B87E596}"/>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00D28DF5-ADA8-E4E8-C776-EBED130E4B84}"/>
              </a:ext>
            </a:extLst>
          </p:cNvPr>
          <p:cNvSpPr>
            <a:spLocks noGrp="1"/>
          </p:cNvSpPr>
          <p:nvPr>
            <p:ph idx="1"/>
          </p:nvPr>
        </p:nvSpPr>
        <p:spPr>
          <a:xfrm>
            <a:off x="576198" y="956241"/>
            <a:ext cx="7116690" cy="474415"/>
          </a:xfrm>
        </p:spPr>
        <p:txBody>
          <a:bodyPr/>
          <a:lstStyle/>
          <a:p>
            <a:pPr marL="285750" indent="-285750">
              <a:buFont typeface="Wingdings" panose="05000000000000000000" pitchFamily="2" charset="2"/>
              <a:buChar char="l"/>
            </a:pPr>
            <a:r>
              <a:rPr lang="zh-CN" altLang="en-US"/>
              <a:t>日常我们操作文件时，基本分为三步操作：打开、读</a:t>
            </a:r>
            <a:r>
              <a:rPr lang="en-US" altLang="zh-CN"/>
              <a:t>/</a:t>
            </a:r>
            <a:r>
              <a:rPr lang="zh-CN" altLang="en-US"/>
              <a:t>写、关闭。</a:t>
            </a:r>
          </a:p>
        </p:txBody>
      </p:sp>
      <p:sp>
        <p:nvSpPr>
          <p:cNvPr id="5" name="标题 4">
            <a:extLst>
              <a:ext uri="{FF2B5EF4-FFF2-40B4-BE49-F238E27FC236}">
                <a16:creationId xmlns:a16="http://schemas.microsoft.com/office/drawing/2014/main" id="{34B0281F-4719-CF22-57BC-0D6E2EF2458E}"/>
              </a:ext>
            </a:extLst>
          </p:cNvPr>
          <p:cNvSpPr>
            <a:spLocks noGrp="1"/>
          </p:cNvSpPr>
          <p:nvPr>
            <p:ph type="title"/>
          </p:nvPr>
        </p:nvSpPr>
        <p:spPr/>
        <p:txBody>
          <a:bodyPr/>
          <a:lstStyle/>
          <a:p>
            <a:r>
              <a:rPr lang="zh-CN" altLang="en-US"/>
              <a:t>文件操作入门</a:t>
            </a:r>
          </a:p>
        </p:txBody>
      </p:sp>
      <p:grpSp>
        <p:nvGrpSpPr>
          <p:cNvPr id="4" name="组合 3">
            <a:extLst>
              <a:ext uri="{FF2B5EF4-FFF2-40B4-BE49-F238E27FC236}">
                <a16:creationId xmlns:a16="http://schemas.microsoft.com/office/drawing/2014/main" id="{E62AC7FE-6077-ABA6-2152-4FBBB9074E16}"/>
              </a:ext>
            </a:extLst>
          </p:cNvPr>
          <p:cNvGrpSpPr/>
          <p:nvPr/>
        </p:nvGrpSpPr>
        <p:grpSpPr>
          <a:xfrm>
            <a:off x="943829" y="1569736"/>
            <a:ext cx="5187143" cy="3129264"/>
            <a:chOff x="2297719" y="3660322"/>
            <a:chExt cx="5715267" cy="3129449"/>
          </a:xfrm>
        </p:grpSpPr>
        <p:sp>
          <p:nvSpPr>
            <p:cNvPr id="6" name="矩形: 圆角 5">
              <a:extLst>
                <a:ext uri="{FF2B5EF4-FFF2-40B4-BE49-F238E27FC236}">
                  <a16:creationId xmlns:a16="http://schemas.microsoft.com/office/drawing/2014/main" id="{F9833D1E-EF89-D666-921B-2865C7FFD302}"/>
                </a:ext>
              </a:extLst>
            </p:cNvPr>
            <p:cNvSpPr/>
            <p:nvPr/>
          </p:nvSpPr>
          <p:spPr>
            <a:xfrm>
              <a:off x="2297728" y="3660322"/>
              <a:ext cx="5715258" cy="3129449"/>
            </a:xfrm>
            <a:prstGeom prst="roundRect">
              <a:avLst>
                <a:gd name="adj" fmla="val 2831"/>
              </a:avLst>
            </a:prstGeom>
            <a:solidFill>
              <a:srgbClr val="F6F6F6"/>
            </a:solidFill>
            <a:ln w="3175">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288000" rIns="36000" bIns="0" rtlCol="0" anchor="t"/>
            <a:lstStyle/>
            <a:p>
              <a:pPr>
                <a:lnSpc>
                  <a:spcPct val="170000"/>
                </a:lnSpc>
                <a:buNone/>
              </a:pPr>
              <a:r>
                <a:rPr lang="en-US" altLang="zh-CN" sz="1100">
                  <a:solidFill>
                    <a:srgbClr val="8C8C8C"/>
                  </a:solidFill>
                  <a:effectLst/>
                  <a:latin typeface="Fira Code" panose="020B0809050000020004" pitchFamily="49" charset="0"/>
                </a:rPr>
                <a:t># 1. </a:t>
              </a:r>
              <a:r>
                <a:rPr lang="zh-CN" altLang="en-US" sz="1100">
                  <a:solidFill>
                    <a:srgbClr val="8C8C8C"/>
                  </a:solidFill>
                  <a:effectLst/>
                  <a:latin typeface="Courier New" panose="02070309020205020404" pitchFamily="49" charset="0"/>
                </a:rPr>
                <a:t>打开文件</a:t>
              </a:r>
              <a:br>
                <a:rPr lang="zh-CN" altLang="en-US" sz="1100">
                  <a:solidFill>
                    <a:srgbClr val="8C8C8C"/>
                  </a:solidFill>
                  <a:effectLst/>
                  <a:latin typeface="Courier New" panose="02070309020205020404" pitchFamily="49" charset="0"/>
                </a:rPr>
              </a:br>
              <a:r>
                <a:rPr lang="en-US" altLang="zh-CN" sz="1100">
                  <a:solidFill>
                    <a:srgbClr val="080808"/>
                  </a:solidFill>
                  <a:effectLst/>
                  <a:latin typeface="Fira Code" panose="020B0809050000020004" pitchFamily="49" charset="0"/>
                </a:rPr>
                <a:t>f = </a:t>
              </a:r>
              <a:r>
                <a:rPr lang="en-US" altLang="zh-CN" sz="1100">
                  <a:solidFill>
                    <a:srgbClr val="000080"/>
                  </a:solidFill>
                  <a:effectLst/>
                  <a:latin typeface="Fira Code" panose="020B0809050000020004" pitchFamily="49" charset="0"/>
                </a:rPr>
                <a:t>open</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"resources/</a:t>
              </a:r>
              <a:r>
                <a:rPr lang="zh-CN" altLang="en-US" sz="1100">
                  <a:solidFill>
                    <a:srgbClr val="067D17"/>
                  </a:solidFill>
                  <a:effectLst/>
                  <a:latin typeface="Courier New" panose="02070309020205020404" pitchFamily="49" charset="0"/>
                </a:rPr>
                <a:t>望庐山瀑布</a:t>
              </a:r>
              <a:r>
                <a:rPr lang="en-US" altLang="zh-CN" sz="1100">
                  <a:solidFill>
                    <a:srgbClr val="067D17"/>
                  </a:solidFill>
                  <a:effectLst/>
                  <a:latin typeface="Fira Code" panose="020B0809050000020004" pitchFamily="49" charset="0"/>
                </a:rPr>
                <a:t>.txt"</a:t>
              </a:r>
              <a:r>
                <a:rPr lang="en-US" altLang="zh-CN" sz="1100">
                  <a:solidFill>
                    <a:srgbClr val="080808"/>
                  </a:solidFill>
                  <a:effectLst/>
                  <a:latin typeface="Fira Code" panose="020B0809050000020004" pitchFamily="49" charset="0"/>
                </a:rPr>
                <a:t>, </a:t>
              </a:r>
              <a:r>
                <a:rPr lang="en-US" altLang="zh-CN" sz="1100">
                  <a:solidFill>
                    <a:srgbClr val="067D17"/>
                  </a:solidFill>
                  <a:latin typeface="Fira Code" panose="020B0809050000020004" pitchFamily="49" charset="0"/>
                </a:rPr>
                <a:t>"r"</a:t>
              </a:r>
              <a:r>
                <a:rPr lang="en-US" altLang="zh-CN" sz="1100">
                  <a:solidFill>
                    <a:srgbClr val="080808"/>
                  </a:solidFill>
                  <a:latin typeface="Fira Code" panose="020B0809050000020004" pitchFamily="49" charset="0"/>
                </a:rPr>
                <a:t>, </a:t>
              </a:r>
              <a:r>
                <a:rPr lang="en-US" altLang="zh-CN" sz="1100">
                  <a:solidFill>
                    <a:srgbClr val="660099"/>
                  </a:solidFill>
                  <a:effectLst/>
                  <a:latin typeface="Fira Code" panose="020B0809050000020004" pitchFamily="49" charset="0"/>
                </a:rPr>
                <a:t>encoding</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"utf-8"</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endParaRPr lang="en-US" altLang="zh-CN" sz="1100">
                <a:solidFill>
                  <a:srgbClr val="080808"/>
                </a:solidFill>
                <a:effectLst/>
                <a:latin typeface="Fira Code" panose="020B0809050000020004" pitchFamily="49" charset="0"/>
              </a:endParaRPr>
            </a:p>
            <a:p>
              <a:pPr>
                <a:lnSpc>
                  <a:spcPct val="170000"/>
                </a:lnSpc>
                <a:buNone/>
              </a:pPr>
              <a:r>
                <a:rPr lang="en-US" altLang="zh-CN" sz="1100">
                  <a:solidFill>
                    <a:srgbClr val="8C8C8C"/>
                  </a:solidFill>
                  <a:effectLst/>
                  <a:latin typeface="Fira Code" panose="020B0809050000020004" pitchFamily="49" charset="0"/>
                </a:rPr>
                <a:t># 2. </a:t>
              </a:r>
              <a:r>
                <a:rPr lang="zh-CN" altLang="en-US" sz="1100">
                  <a:solidFill>
                    <a:srgbClr val="8C8C8C"/>
                  </a:solidFill>
                  <a:effectLst/>
                  <a:latin typeface="Courier New" panose="02070309020205020404" pitchFamily="49" charset="0"/>
                </a:rPr>
                <a:t>读取文件</a:t>
              </a:r>
              <a:br>
                <a:rPr lang="zh-CN" altLang="en-US" sz="1100">
                  <a:solidFill>
                    <a:srgbClr val="8C8C8C"/>
                  </a:solidFill>
                  <a:effectLst/>
                  <a:latin typeface="Courier New" panose="02070309020205020404" pitchFamily="49" charset="0"/>
                </a:rPr>
              </a:br>
              <a:r>
                <a:rPr lang="en-US" altLang="zh-CN" sz="1100">
                  <a:solidFill>
                    <a:srgbClr val="080808"/>
                  </a:solidFill>
                  <a:effectLst/>
                  <a:latin typeface="Fira Code" panose="020B0809050000020004" pitchFamily="49" charset="0"/>
                </a:rPr>
                <a:t>content = f.read()</a:t>
              </a:r>
              <a:br>
                <a:rPr lang="en-US" altLang="zh-CN" sz="1100">
                  <a:solidFill>
                    <a:srgbClr val="080808"/>
                  </a:solidFill>
                  <a:effectLst/>
                  <a:latin typeface="Fira Code" panose="020B0809050000020004" pitchFamily="49" charset="0"/>
                </a:rPr>
              </a:br>
              <a:r>
                <a:rPr lang="en-US" altLang="zh-CN" sz="1100">
                  <a:solidFill>
                    <a:srgbClr val="000080"/>
                  </a:solidFill>
                  <a:effectLst/>
                  <a:latin typeface="Fira Code" panose="020B0809050000020004" pitchFamily="49" charset="0"/>
                </a:rPr>
                <a:t>print</a:t>
              </a:r>
              <a:r>
                <a:rPr lang="en-US" altLang="zh-CN" sz="1100">
                  <a:solidFill>
                    <a:srgbClr val="080808"/>
                  </a:solidFill>
                  <a:effectLst/>
                  <a:latin typeface="Fira Code" panose="020B0809050000020004" pitchFamily="49" charset="0"/>
                </a:rPr>
                <a:t>(content)</a:t>
              </a:r>
              <a:br>
                <a:rPr lang="en-US" altLang="zh-CN" sz="1100">
                  <a:solidFill>
                    <a:srgbClr val="8C8C8C"/>
                  </a:solidFill>
                  <a:effectLst/>
                  <a:latin typeface="Fira Code" panose="020B0809050000020004" pitchFamily="49" charset="0"/>
                </a:rPr>
              </a:br>
              <a:endParaRPr lang="en-US" altLang="zh-CN" sz="1100">
                <a:solidFill>
                  <a:srgbClr val="8C8C8C"/>
                </a:solidFill>
                <a:effectLst/>
                <a:latin typeface="Fira Code" panose="020B0809050000020004" pitchFamily="49" charset="0"/>
              </a:endParaRPr>
            </a:p>
            <a:p>
              <a:pPr>
                <a:lnSpc>
                  <a:spcPct val="170000"/>
                </a:lnSpc>
                <a:buNone/>
              </a:pPr>
              <a:r>
                <a:rPr lang="en-US" altLang="zh-CN" sz="1100">
                  <a:solidFill>
                    <a:srgbClr val="8C8C8C"/>
                  </a:solidFill>
                  <a:effectLst/>
                  <a:latin typeface="Fira Code" panose="020B0809050000020004" pitchFamily="49" charset="0"/>
                </a:rPr>
                <a:t># 3. </a:t>
              </a:r>
              <a:r>
                <a:rPr lang="zh-CN" altLang="en-US" sz="1100">
                  <a:solidFill>
                    <a:srgbClr val="8C8C8C"/>
                  </a:solidFill>
                  <a:effectLst/>
                  <a:latin typeface="Courier New" panose="02070309020205020404" pitchFamily="49" charset="0"/>
                </a:rPr>
                <a:t>关闭文件</a:t>
              </a:r>
              <a:br>
                <a:rPr lang="zh-CN" altLang="en-US" sz="1100">
                  <a:solidFill>
                    <a:srgbClr val="8C8C8C"/>
                  </a:solidFill>
                  <a:effectLst/>
                  <a:latin typeface="Courier New" panose="02070309020205020404" pitchFamily="49" charset="0"/>
                </a:rPr>
              </a:br>
              <a:r>
                <a:rPr lang="en-US" altLang="zh-CN" sz="1100">
                  <a:solidFill>
                    <a:srgbClr val="080808"/>
                  </a:solidFill>
                  <a:effectLst/>
                  <a:latin typeface="Fira Code" panose="020B0809050000020004" pitchFamily="49" charset="0"/>
                </a:rPr>
                <a:t>f.close()</a:t>
              </a:r>
            </a:p>
          </p:txBody>
        </p:sp>
        <p:sp>
          <p:nvSpPr>
            <p:cNvPr id="7" name="矩形: 圆顶角 6">
              <a:extLst>
                <a:ext uri="{FF2B5EF4-FFF2-40B4-BE49-F238E27FC236}">
                  <a16:creationId xmlns:a16="http://schemas.microsoft.com/office/drawing/2014/main" id="{1EC317FE-E4F8-3092-D0D8-AE3910E4ED93}"/>
                </a:ext>
              </a:extLst>
            </p:cNvPr>
            <p:cNvSpPr/>
            <p:nvPr/>
          </p:nvSpPr>
          <p:spPr>
            <a:xfrm>
              <a:off x="2297719" y="3660322"/>
              <a:ext cx="5715258" cy="270190"/>
            </a:xfrm>
            <a:prstGeom prst="round2SameRect">
              <a:avLst>
                <a:gd name="adj1" fmla="val 22255"/>
                <a:gd name="adj2" fmla="val 0"/>
              </a:avLst>
            </a:prstGeom>
            <a:solidFill>
              <a:srgbClr val="BCBCBC"/>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rPr>
                <a:t>读文件</a:t>
              </a:r>
              <a:endParaRPr lang="en-US" altLang="zh-CN"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endParaRPr>
            </a:p>
          </p:txBody>
        </p:sp>
        <p:sp>
          <p:nvSpPr>
            <p:cNvPr id="8" name="椭圆 7">
              <a:extLst>
                <a:ext uri="{FF2B5EF4-FFF2-40B4-BE49-F238E27FC236}">
                  <a16:creationId xmlns:a16="http://schemas.microsoft.com/office/drawing/2014/main" id="{A31761D6-A606-14DC-8450-E787B90FF6DD}"/>
                </a:ext>
              </a:extLst>
            </p:cNvPr>
            <p:cNvSpPr>
              <a:spLocks/>
            </p:cNvSpPr>
            <p:nvPr/>
          </p:nvSpPr>
          <p:spPr>
            <a:xfrm>
              <a:off x="2383302" y="3730461"/>
              <a:ext cx="121920" cy="101613"/>
            </a:xfrm>
            <a:prstGeom prst="ellipse">
              <a:avLst/>
            </a:prstGeom>
            <a:solidFill>
              <a:srgbClr val="FE5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B36AE62E-63BD-713E-5584-08AD1B639BBC}"/>
                </a:ext>
              </a:extLst>
            </p:cNvPr>
            <p:cNvSpPr>
              <a:spLocks/>
            </p:cNvSpPr>
            <p:nvPr/>
          </p:nvSpPr>
          <p:spPr>
            <a:xfrm>
              <a:off x="2798298" y="3733257"/>
              <a:ext cx="121920" cy="101613"/>
            </a:xfrm>
            <a:prstGeom prst="ellipse">
              <a:avLst/>
            </a:prstGeom>
            <a:solidFill>
              <a:srgbClr val="2FC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FA3B7A2D-5F86-B1F3-326A-7E25F9FAA1F6}"/>
                </a:ext>
              </a:extLst>
            </p:cNvPr>
            <p:cNvSpPr/>
            <p:nvPr/>
          </p:nvSpPr>
          <p:spPr>
            <a:xfrm>
              <a:off x="2590800" y="3730461"/>
              <a:ext cx="121920" cy="101613"/>
            </a:xfrm>
            <a:prstGeom prst="ellipse">
              <a:avLst/>
            </a:prstGeom>
            <a:solidFill>
              <a:srgbClr val="FFC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a:extLst>
              <a:ext uri="{FF2B5EF4-FFF2-40B4-BE49-F238E27FC236}">
                <a16:creationId xmlns:a16="http://schemas.microsoft.com/office/drawing/2014/main" id="{0E294A38-FF25-5147-0E37-4AECADA541E4}"/>
              </a:ext>
            </a:extLst>
          </p:cNvPr>
          <p:cNvGrpSpPr/>
          <p:nvPr/>
        </p:nvGrpSpPr>
        <p:grpSpPr>
          <a:xfrm>
            <a:off x="6327016" y="1569736"/>
            <a:ext cx="5434582" cy="3129264"/>
            <a:chOff x="2297719" y="3660322"/>
            <a:chExt cx="5987898" cy="3129450"/>
          </a:xfrm>
        </p:grpSpPr>
        <p:sp>
          <p:nvSpPr>
            <p:cNvPr id="12" name="矩形: 圆角 11">
              <a:extLst>
                <a:ext uri="{FF2B5EF4-FFF2-40B4-BE49-F238E27FC236}">
                  <a16:creationId xmlns:a16="http://schemas.microsoft.com/office/drawing/2014/main" id="{01A39032-3EFF-A29E-4456-8FC0277CD5AF}"/>
                </a:ext>
              </a:extLst>
            </p:cNvPr>
            <p:cNvSpPr/>
            <p:nvPr/>
          </p:nvSpPr>
          <p:spPr>
            <a:xfrm>
              <a:off x="2297728" y="3660322"/>
              <a:ext cx="5987889" cy="3129450"/>
            </a:xfrm>
            <a:prstGeom prst="roundRect">
              <a:avLst>
                <a:gd name="adj" fmla="val 2831"/>
              </a:avLst>
            </a:prstGeom>
            <a:solidFill>
              <a:srgbClr val="F6F6F6"/>
            </a:solidFill>
            <a:ln w="3175">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288000" rIns="36000" bIns="0" rtlCol="0" anchor="t"/>
            <a:lstStyle/>
            <a:p>
              <a:pPr>
                <a:lnSpc>
                  <a:spcPct val="150000"/>
                </a:lnSpc>
                <a:buNone/>
              </a:pPr>
              <a:r>
                <a:rPr lang="en-US" altLang="zh-CN" sz="1100">
                  <a:solidFill>
                    <a:srgbClr val="8C8C8C"/>
                  </a:solidFill>
                  <a:effectLst/>
                  <a:latin typeface="Fira Code" panose="020B0809050000020004" pitchFamily="49" charset="0"/>
                </a:rPr>
                <a:t># 1. </a:t>
              </a:r>
              <a:r>
                <a:rPr lang="zh-CN" altLang="en-US" sz="1100">
                  <a:solidFill>
                    <a:srgbClr val="8C8C8C"/>
                  </a:solidFill>
                  <a:effectLst/>
                  <a:latin typeface="Courier New" panose="02070309020205020404" pitchFamily="49" charset="0"/>
                </a:rPr>
                <a:t>打开文件</a:t>
              </a:r>
              <a:br>
                <a:rPr lang="zh-CN" altLang="en-US" sz="1100">
                  <a:solidFill>
                    <a:srgbClr val="8C8C8C"/>
                  </a:solidFill>
                  <a:effectLst/>
                  <a:latin typeface="Courier New" panose="02070309020205020404" pitchFamily="49" charset="0"/>
                </a:rPr>
              </a:br>
              <a:r>
                <a:rPr lang="en-US" altLang="zh-CN" sz="1100">
                  <a:solidFill>
                    <a:srgbClr val="080808"/>
                  </a:solidFill>
                  <a:effectLst/>
                  <a:latin typeface="Fira Code" panose="020B0809050000020004" pitchFamily="49" charset="0"/>
                </a:rPr>
                <a:t>f = </a:t>
              </a:r>
              <a:r>
                <a:rPr lang="en-US" altLang="zh-CN" sz="1100">
                  <a:solidFill>
                    <a:srgbClr val="000080"/>
                  </a:solidFill>
                  <a:effectLst/>
                  <a:latin typeface="Fira Code" panose="020B0809050000020004" pitchFamily="49" charset="0"/>
                </a:rPr>
                <a:t>open</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"resources/</a:t>
              </a:r>
              <a:r>
                <a:rPr lang="zh-CN" altLang="en-US" sz="1100">
                  <a:solidFill>
                    <a:srgbClr val="067D17"/>
                  </a:solidFill>
                  <a:effectLst/>
                  <a:latin typeface="Courier New" panose="02070309020205020404" pitchFamily="49" charset="0"/>
                </a:rPr>
                <a:t>静夜思</a:t>
              </a:r>
              <a:r>
                <a:rPr lang="en-US" altLang="zh-CN" sz="1100">
                  <a:solidFill>
                    <a:srgbClr val="067D17"/>
                  </a:solidFill>
                  <a:effectLst/>
                  <a:latin typeface="Fira Code" panose="020B0809050000020004" pitchFamily="49" charset="0"/>
                </a:rPr>
                <a:t>.txt"</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"w"</a:t>
              </a:r>
              <a:r>
                <a:rPr lang="en-US" altLang="zh-CN" sz="1100">
                  <a:solidFill>
                    <a:srgbClr val="080808"/>
                  </a:solidFill>
                  <a:effectLst/>
                  <a:latin typeface="Fira Code" panose="020B0809050000020004" pitchFamily="49" charset="0"/>
                </a:rPr>
                <a:t>, </a:t>
              </a:r>
              <a:r>
                <a:rPr lang="en-US" altLang="zh-CN" sz="1100">
                  <a:solidFill>
                    <a:srgbClr val="660099"/>
                  </a:solidFill>
                  <a:effectLst/>
                  <a:latin typeface="Fira Code" panose="020B0809050000020004" pitchFamily="49" charset="0"/>
                </a:rPr>
                <a:t>encoding</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"utf-8"</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br>
                <a:rPr lang="en-US" altLang="zh-CN" sz="1100">
                  <a:solidFill>
                    <a:srgbClr val="080808"/>
                  </a:solidFill>
                  <a:effectLst/>
                  <a:latin typeface="Fira Code" panose="020B0809050000020004" pitchFamily="49" charset="0"/>
                </a:rPr>
              </a:br>
              <a:r>
                <a:rPr lang="en-US" altLang="zh-CN" sz="1100">
                  <a:solidFill>
                    <a:srgbClr val="8C8C8C"/>
                  </a:solidFill>
                  <a:effectLst/>
                  <a:latin typeface="Fira Code" panose="020B0809050000020004" pitchFamily="49" charset="0"/>
                </a:rPr>
                <a:t># 2. </a:t>
              </a:r>
              <a:r>
                <a:rPr lang="zh-CN" altLang="en-US" sz="1100">
                  <a:solidFill>
                    <a:srgbClr val="8C8C8C"/>
                  </a:solidFill>
                  <a:effectLst/>
                  <a:latin typeface="Courier New" panose="02070309020205020404" pitchFamily="49" charset="0"/>
                </a:rPr>
                <a:t>写入文件</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窗前明月光，</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疑是地上霜。</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举头望明月，</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低头思故乡。</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br>
                <a:rPr lang="en-US" altLang="zh-CN" sz="1100">
                  <a:solidFill>
                    <a:srgbClr val="080808"/>
                  </a:solidFill>
                  <a:effectLst/>
                  <a:latin typeface="Fira Code" panose="020B0809050000020004" pitchFamily="49" charset="0"/>
                </a:rPr>
              </a:br>
              <a:r>
                <a:rPr lang="en-US" altLang="zh-CN" sz="1100">
                  <a:solidFill>
                    <a:srgbClr val="8C8C8C"/>
                  </a:solidFill>
                  <a:effectLst/>
                  <a:latin typeface="Fira Code" panose="020B0809050000020004" pitchFamily="49" charset="0"/>
                </a:rPr>
                <a:t># 3. </a:t>
              </a:r>
              <a:r>
                <a:rPr lang="zh-CN" altLang="en-US" sz="1100">
                  <a:solidFill>
                    <a:srgbClr val="8C8C8C"/>
                  </a:solidFill>
                  <a:effectLst/>
                  <a:latin typeface="Courier New" panose="02070309020205020404" pitchFamily="49" charset="0"/>
                </a:rPr>
                <a:t>关闭文件</a:t>
              </a:r>
              <a:br>
                <a:rPr lang="zh-CN" altLang="en-US" sz="1100">
                  <a:solidFill>
                    <a:srgbClr val="8C8C8C"/>
                  </a:solidFill>
                  <a:effectLst/>
                  <a:latin typeface="Courier New" panose="02070309020205020404" pitchFamily="49" charset="0"/>
                </a:rPr>
              </a:br>
              <a:r>
                <a:rPr lang="en-US" altLang="zh-CN" sz="1100">
                  <a:solidFill>
                    <a:srgbClr val="080808"/>
                  </a:solidFill>
                  <a:effectLst/>
                  <a:latin typeface="Fira Code" panose="020B0809050000020004" pitchFamily="49" charset="0"/>
                </a:rPr>
                <a:t>f.close()</a:t>
              </a:r>
            </a:p>
          </p:txBody>
        </p:sp>
        <p:sp>
          <p:nvSpPr>
            <p:cNvPr id="13" name="矩形: 圆顶角 12">
              <a:extLst>
                <a:ext uri="{FF2B5EF4-FFF2-40B4-BE49-F238E27FC236}">
                  <a16:creationId xmlns:a16="http://schemas.microsoft.com/office/drawing/2014/main" id="{C7602185-4B7F-4B7B-9296-7064141972D3}"/>
                </a:ext>
              </a:extLst>
            </p:cNvPr>
            <p:cNvSpPr/>
            <p:nvPr/>
          </p:nvSpPr>
          <p:spPr>
            <a:xfrm>
              <a:off x="2297719" y="3660322"/>
              <a:ext cx="5987889" cy="270190"/>
            </a:xfrm>
            <a:prstGeom prst="round2SameRect">
              <a:avLst>
                <a:gd name="adj1" fmla="val 22255"/>
                <a:gd name="adj2" fmla="val 0"/>
              </a:avLst>
            </a:prstGeom>
            <a:solidFill>
              <a:srgbClr val="BCBCBC"/>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rPr>
                <a:t>写文件</a:t>
              </a:r>
              <a:endParaRPr lang="en-US" altLang="zh-CN"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endParaRPr>
            </a:p>
          </p:txBody>
        </p:sp>
        <p:sp>
          <p:nvSpPr>
            <p:cNvPr id="14" name="椭圆 13">
              <a:extLst>
                <a:ext uri="{FF2B5EF4-FFF2-40B4-BE49-F238E27FC236}">
                  <a16:creationId xmlns:a16="http://schemas.microsoft.com/office/drawing/2014/main" id="{E4DB5588-14E8-1688-F561-F00344913016}"/>
                </a:ext>
              </a:extLst>
            </p:cNvPr>
            <p:cNvSpPr>
              <a:spLocks/>
            </p:cNvSpPr>
            <p:nvPr/>
          </p:nvSpPr>
          <p:spPr>
            <a:xfrm>
              <a:off x="2383302" y="3730461"/>
              <a:ext cx="121920" cy="101613"/>
            </a:xfrm>
            <a:prstGeom prst="ellipse">
              <a:avLst/>
            </a:prstGeom>
            <a:solidFill>
              <a:srgbClr val="FE5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4DC315A4-9633-2D25-CB44-43728FBDD1E3}"/>
                </a:ext>
              </a:extLst>
            </p:cNvPr>
            <p:cNvSpPr>
              <a:spLocks/>
            </p:cNvSpPr>
            <p:nvPr/>
          </p:nvSpPr>
          <p:spPr>
            <a:xfrm>
              <a:off x="2798298" y="3733257"/>
              <a:ext cx="121920" cy="101613"/>
            </a:xfrm>
            <a:prstGeom prst="ellipse">
              <a:avLst/>
            </a:prstGeom>
            <a:solidFill>
              <a:srgbClr val="2FC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0521AE69-1BD4-F898-244B-83EC160E40B4}"/>
                </a:ext>
              </a:extLst>
            </p:cNvPr>
            <p:cNvSpPr/>
            <p:nvPr/>
          </p:nvSpPr>
          <p:spPr>
            <a:xfrm>
              <a:off x="2590800" y="3730461"/>
              <a:ext cx="121920" cy="101613"/>
            </a:xfrm>
            <a:prstGeom prst="ellipse">
              <a:avLst/>
            </a:prstGeom>
            <a:solidFill>
              <a:srgbClr val="FFC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a:extLst>
              <a:ext uri="{FF2B5EF4-FFF2-40B4-BE49-F238E27FC236}">
                <a16:creationId xmlns:a16="http://schemas.microsoft.com/office/drawing/2014/main" id="{CB52FAC8-B1D4-32FB-E907-467F56D5E4BC}"/>
              </a:ext>
            </a:extLst>
          </p:cNvPr>
          <p:cNvGrpSpPr/>
          <p:nvPr/>
        </p:nvGrpSpPr>
        <p:grpSpPr>
          <a:xfrm>
            <a:off x="943118" y="6347433"/>
            <a:ext cx="10767796" cy="348335"/>
            <a:chOff x="4685665" y="1834757"/>
            <a:chExt cx="10841768" cy="348335"/>
          </a:xfrm>
        </p:grpSpPr>
        <p:sp>
          <p:nvSpPr>
            <p:cNvPr id="18" name="ComponentBackground2">
              <a:extLst>
                <a:ext uri="{FF2B5EF4-FFF2-40B4-BE49-F238E27FC236}">
                  <a16:creationId xmlns:a16="http://schemas.microsoft.com/office/drawing/2014/main" id="{8235C072-45CA-FCB8-4AF1-7F4CFA1CB942}"/>
                </a:ext>
              </a:extLst>
            </p:cNvPr>
            <p:cNvSpPr>
              <a:spLocks/>
            </p:cNvSpPr>
            <p:nvPr/>
          </p:nvSpPr>
          <p:spPr>
            <a:xfrm>
              <a:off x="4708525" y="1834757"/>
              <a:ext cx="10818908" cy="348335"/>
            </a:xfrm>
            <a:prstGeom prst="roundRect">
              <a:avLst>
                <a:gd name="adj" fmla="val 11490"/>
              </a:avLst>
            </a:prstGeom>
            <a:solidFill>
              <a:srgbClr val="000000">
                <a:alpha val="5000"/>
              </a:srgbClr>
            </a:solidFill>
            <a:ln w="12700" cap="flat" cmpd="sng" algn="ctr">
              <a:noFill/>
              <a:prstDash val="solid"/>
              <a:miter lim="800000"/>
            </a:ln>
            <a:effectLst/>
          </p:spPr>
          <p:txBody>
            <a:bodyPr lIns="180000" rIns="180000" rtlCol="0" anchor="ctr"/>
            <a:lstStyle/>
            <a:p>
              <a:pPr lvl="0">
                <a:defRPr/>
              </a:pPr>
              <a:r>
                <a:rPr kumimoji="1" lang="zh-CN" altLang="en-US" sz="1200" b="1" kern="0">
                  <a:solidFill>
                    <a:schemeClr val="tx1">
                      <a:lumMod val="50000"/>
                    </a:schemeClr>
                  </a:solidFill>
                  <a:ea typeface="微软雅黑"/>
                </a:rPr>
                <a:t>注意：</a:t>
              </a:r>
              <a:r>
                <a:rPr kumimoji="1" lang="zh-CN" altLang="en-US" sz="1200" kern="0">
                  <a:solidFill>
                    <a:schemeClr val="tx1">
                      <a:lumMod val="50000"/>
                    </a:schemeClr>
                  </a:solidFill>
                  <a:ea typeface="微软雅黑"/>
                </a:rPr>
                <a:t>如果操作完文件，并未调用</a:t>
              </a:r>
              <a:r>
                <a:rPr kumimoji="1" lang="en-US" altLang="zh-CN" sz="1200" kern="0">
                  <a:solidFill>
                    <a:schemeClr val="tx1">
                      <a:lumMod val="50000"/>
                    </a:schemeClr>
                  </a:solidFill>
                  <a:ea typeface="微软雅黑"/>
                </a:rPr>
                <a:t>close</a:t>
              </a:r>
              <a:r>
                <a:rPr kumimoji="1" lang="zh-CN" altLang="en-US" sz="1200" kern="0">
                  <a:solidFill>
                    <a:schemeClr val="tx1">
                      <a:lumMod val="50000"/>
                    </a:schemeClr>
                  </a:solidFill>
                  <a:ea typeface="微软雅黑"/>
                </a:rPr>
                <a:t>方法关闭文件，同时程序没有停止运行，那么这个文件将一直被</a:t>
              </a:r>
              <a:r>
                <a:rPr kumimoji="1" lang="en-US" altLang="zh-CN" sz="1200" kern="0">
                  <a:solidFill>
                    <a:schemeClr val="tx1">
                      <a:lumMod val="50000"/>
                    </a:schemeClr>
                  </a:solidFill>
                  <a:ea typeface="微软雅黑"/>
                </a:rPr>
                <a:t>Python</a:t>
              </a:r>
              <a:r>
                <a:rPr kumimoji="1" lang="zh-CN" altLang="en-US" sz="1200" kern="0">
                  <a:solidFill>
                    <a:schemeClr val="tx1">
                      <a:lumMod val="50000"/>
                    </a:schemeClr>
                  </a:solidFill>
                  <a:ea typeface="微软雅黑"/>
                </a:rPr>
                <a:t>程序占用，无法操作 。</a:t>
              </a:r>
              <a:endParaRPr kumimoji="1" lang="zh-CN" altLang="en-US" sz="1200" i="0" u="none" strike="noStrike" kern="0" cap="none" spc="0" normalizeH="0" baseline="0" noProof="0">
                <a:ln>
                  <a:noFill/>
                </a:ln>
                <a:solidFill>
                  <a:srgbClr val="000000"/>
                </a:solidFill>
                <a:effectLst/>
                <a:uLnTx/>
                <a:uFillTx/>
                <a:ea typeface="微软雅黑"/>
                <a:cs typeface="+mn-cs"/>
              </a:endParaRPr>
            </a:p>
          </p:txBody>
        </p:sp>
        <p:sp>
          <p:nvSpPr>
            <p:cNvPr id="19" name="Shape2">
              <a:extLst>
                <a:ext uri="{FF2B5EF4-FFF2-40B4-BE49-F238E27FC236}">
                  <a16:creationId xmlns:a16="http://schemas.microsoft.com/office/drawing/2014/main" id="{88D217CE-AFC2-E7FC-5785-BCBB8835CE35}"/>
                </a:ext>
              </a:extLst>
            </p:cNvPr>
            <p:cNvSpPr/>
            <p:nvPr/>
          </p:nvSpPr>
          <p:spPr>
            <a:xfrm>
              <a:off x="4685665" y="1860105"/>
              <a:ext cx="45719" cy="303939"/>
            </a:xfrm>
            <a:prstGeom prst="roundRect">
              <a:avLst>
                <a:gd name="adj" fmla="val 50000"/>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C00000"/>
                </a:solidFill>
                <a:effectLst/>
                <a:uLnTx/>
                <a:uFillTx/>
                <a:ea typeface="微软雅黑"/>
                <a:cs typeface="+mn-cs"/>
              </a:endParaRPr>
            </a:p>
          </p:txBody>
        </p:sp>
      </p:grpSp>
      <p:grpSp>
        <p:nvGrpSpPr>
          <p:cNvPr id="2" name="组合 1">
            <a:extLst>
              <a:ext uri="{FF2B5EF4-FFF2-40B4-BE49-F238E27FC236}">
                <a16:creationId xmlns:a16="http://schemas.microsoft.com/office/drawing/2014/main" id="{91276AC0-1037-6357-B39A-C0A4208C4F1A}"/>
              </a:ext>
            </a:extLst>
          </p:cNvPr>
          <p:cNvGrpSpPr/>
          <p:nvPr/>
        </p:nvGrpSpPr>
        <p:grpSpPr>
          <a:xfrm>
            <a:off x="943118" y="5886257"/>
            <a:ext cx="10767796" cy="348335"/>
            <a:chOff x="4685665" y="1834757"/>
            <a:chExt cx="10841768" cy="348335"/>
          </a:xfrm>
        </p:grpSpPr>
        <p:sp>
          <p:nvSpPr>
            <p:cNvPr id="20" name="ComponentBackground2">
              <a:extLst>
                <a:ext uri="{FF2B5EF4-FFF2-40B4-BE49-F238E27FC236}">
                  <a16:creationId xmlns:a16="http://schemas.microsoft.com/office/drawing/2014/main" id="{5DF5C2D8-6ACA-471A-5EB7-7B05E6AEBD63}"/>
                </a:ext>
              </a:extLst>
            </p:cNvPr>
            <p:cNvSpPr>
              <a:spLocks/>
            </p:cNvSpPr>
            <p:nvPr/>
          </p:nvSpPr>
          <p:spPr>
            <a:xfrm>
              <a:off x="4708525" y="1834757"/>
              <a:ext cx="10818908" cy="348335"/>
            </a:xfrm>
            <a:prstGeom prst="roundRect">
              <a:avLst>
                <a:gd name="adj" fmla="val 11490"/>
              </a:avLst>
            </a:prstGeom>
            <a:solidFill>
              <a:srgbClr val="000000">
                <a:alpha val="5000"/>
              </a:srgbClr>
            </a:solidFill>
            <a:ln w="12700" cap="flat" cmpd="sng" algn="ctr">
              <a:noFill/>
              <a:prstDash val="solid"/>
              <a:miter lim="800000"/>
            </a:ln>
            <a:effectLst/>
          </p:spPr>
          <p:txBody>
            <a:bodyPr lIns="180000" rIns="180000" rtlCol="0" anchor="ctr"/>
            <a:lstStyle/>
            <a:p>
              <a:pPr lvl="0">
                <a:defRPr/>
              </a:pPr>
              <a:r>
                <a:rPr kumimoji="1" lang="zh-CN" altLang="en-US" sz="1200" b="1" kern="0">
                  <a:solidFill>
                    <a:schemeClr val="tx1">
                      <a:lumMod val="50000"/>
                    </a:schemeClr>
                  </a:solidFill>
                  <a:ea typeface="微软雅黑"/>
                </a:rPr>
                <a:t>编码：</a:t>
              </a:r>
              <a:r>
                <a:rPr kumimoji="1" lang="zh-CN" altLang="en-US" sz="1200" kern="0">
                  <a:solidFill>
                    <a:schemeClr val="tx1">
                      <a:lumMod val="50000"/>
                    </a:schemeClr>
                  </a:solidFill>
                  <a:ea typeface="微软雅黑"/>
                </a:rPr>
                <a:t>是将字符</a:t>
              </a:r>
              <a:r>
                <a:rPr kumimoji="1" lang="en-US" altLang="zh-CN" sz="1200" kern="0">
                  <a:solidFill>
                    <a:schemeClr val="tx1">
                      <a:lumMod val="50000"/>
                    </a:schemeClr>
                  </a:solidFill>
                  <a:ea typeface="微软雅黑"/>
                </a:rPr>
                <a:t>(</a:t>
              </a:r>
              <a:r>
                <a:rPr kumimoji="1" lang="zh-CN" altLang="en-US" sz="1200" kern="0">
                  <a:solidFill>
                    <a:schemeClr val="tx1">
                      <a:lumMod val="50000"/>
                    </a:schemeClr>
                  </a:solidFill>
                  <a:ea typeface="微软雅黑"/>
                </a:rPr>
                <a:t>文字、数字、符号</a:t>
              </a:r>
              <a:r>
                <a:rPr kumimoji="1" lang="en-US" altLang="zh-CN" sz="1200" kern="0">
                  <a:solidFill>
                    <a:schemeClr val="tx1">
                      <a:lumMod val="50000"/>
                    </a:schemeClr>
                  </a:solidFill>
                  <a:ea typeface="微软雅黑"/>
                </a:rPr>
                <a:t>)</a:t>
              </a:r>
              <a:r>
                <a:rPr kumimoji="1" lang="zh-CN" altLang="en-US" sz="1200" kern="0">
                  <a:solidFill>
                    <a:schemeClr val="tx1">
                      <a:lumMod val="50000"/>
                    </a:schemeClr>
                  </a:solidFill>
                  <a:ea typeface="微软雅黑"/>
                </a:rPr>
                <a:t>转换为计算机能够存储和处理的数字代码的规则系统，如：</a:t>
              </a:r>
              <a:r>
                <a:rPr kumimoji="1" lang="en-US" altLang="zh-CN" sz="1200" kern="0">
                  <a:solidFill>
                    <a:schemeClr val="tx1">
                      <a:lumMod val="50000"/>
                    </a:schemeClr>
                  </a:solidFill>
                  <a:ea typeface="微软雅黑"/>
                </a:rPr>
                <a:t>ASCII</a:t>
              </a:r>
              <a:r>
                <a:rPr kumimoji="1" lang="zh-CN" altLang="en-US" sz="1200" kern="0">
                  <a:solidFill>
                    <a:schemeClr val="tx1">
                      <a:lumMod val="50000"/>
                    </a:schemeClr>
                  </a:solidFill>
                  <a:ea typeface="微软雅黑"/>
                </a:rPr>
                <a:t>、</a:t>
              </a:r>
              <a:r>
                <a:rPr kumimoji="1" lang="en-US" altLang="zh-CN" sz="1200" kern="0">
                  <a:solidFill>
                    <a:schemeClr val="tx1">
                      <a:lumMod val="50000"/>
                    </a:schemeClr>
                  </a:solidFill>
                  <a:ea typeface="微软雅黑"/>
                </a:rPr>
                <a:t>GBK</a:t>
              </a:r>
              <a:r>
                <a:rPr kumimoji="1" lang="zh-CN" altLang="en-US" sz="1200" kern="0">
                  <a:solidFill>
                    <a:schemeClr val="tx1">
                      <a:lumMod val="50000"/>
                    </a:schemeClr>
                  </a:solidFill>
                  <a:ea typeface="微软雅黑"/>
                </a:rPr>
                <a:t>、</a:t>
              </a:r>
              <a:r>
                <a:rPr kumimoji="1" lang="en-US" altLang="zh-CN" sz="1200" kern="0">
                  <a:solidFill>
                    <a:schemeClr val="tx1">
                      <a:lumMod val="50000"/>
                    </a:schemeClr>
                  </a:solidFill>
                  <a:ea typeface="微软雅黑"/>
                </a:rPr>
                <a:t>UTF-8</a:t>
              </a:r>
              <a:r>
                <a:rPr kumimoji="1" lang="zh-CN" altLang="en-US" sz="1200" kern="0">
                  <a:solidFill>
                    <a:schemeClr val="tx1">
                      <a:lumMod val="50000"/>
                    </a:schemeClr>
                  </a:solidFill>
                  <a:ea typeface="微软雅黑"/>
                </a:rPr>
                <a:t> 。</a:t>
              </a:r>
              <a:endParaRPr kumimoji="1" lang="zh-CN" altLang="en-US" sz="1200" i="0" u="none" strike="noStrike" kern="0" cap="none" spc="0" normalizeH="0" baseline="0" noProof="0">
                <a:ln>
                  <a:noFill/>
                </a:ln>
                <a:solidFill>
                  <a:srgbClr val="000000"/>
                </a:solidFill>
                <a:effectLst/>
                <a:uLnTx/>
                <a:uFillTx/>
                <a:ea typeface="微软雅黑"/>
                <a:cs typeface="+mn-cs"/>
              </a:endParaRPr>
            </a:p>
          </p:txBody>
        </p:sp>
        <p:sp>
          <p:nvSpPr>
            <p:cNvPr id="21" name="Shape2">
              <a:extLst>
                <a:ext uri="{FF2B5EF4-FFF2-40B4-BE49-F238E27FC236}">
                  <a16:creationId xmlns:a16="http://schemas.microsoft.com/office/drawing/2014/main" id="{1E297E26-DE1E-3F15-CFD6-91B322924B88}"/>
                </a:ext>
              </a:extLst>
            </p:cNvPr>
            <p:cNvSpPr/>
            <p:nvPr/>
          </p:nvSpPr>
          <p:spPr>
            <a:xfrm>
              <a:off x="4685665" y="1860105"/>
              <a:ext cx="45719" cy="303939"/>
            </a:xfrm>
            <a:prstGeom prst="roundRect">
              <a:avLst>
                <a:gd name="adj" fmla="val 50000"/>
              </a:avLst>
            </a:prstGeom>
            <a:solidFill>
              <a:srgbClr val="00B0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C00000"/>
                </a:solidFill>
                <a:effectLst/>
                <a:uLnTx/>
                <a:uFillTx/>
                <a:ea typeface="微软雅黑"/>
                <a:cs typeface="+mn-cs"/>
              </a:endParaRPr>
            </a:p>
          </p:txBody>
        </p:sp>
      </p:grpSp>
    </p:spTree>
    <p:extLst>
      <p:ext uri="{BB962C8B-B14F-4D97-AF65-F5344CB8AC3E}">
        <p14:creationId xmlns:p14="http://schemas.microsoft.com/office/powerpoint/2010/main" val="45591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1+#ppt_w/2"/>
                                          </p:val>
                                        </p:tav>
                                        <p:tav tm="100000">
                                          <p:val>
                                            <p:strVal val="#ppt_x"/>
                                          </p:val>
                                        </p:tav>
                                      </p:tavLst>
                                    </p:anim>
                                    <p:anim calcmode="lin" valueType="num">
                                      <p:cBhvr additive="base">
                                        <p:cTn id="19"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anim calcmode="lin" valueType="num">
                                      <p:cBhvr>
                                        <p:cTn id="25" dur="500" fill="hold"/>
                                        <p:tgtEl>
                                          <p:spTgt spid="2"/>
                                        </p:tgtEl>
                                        <p:attrNameLst>
                                          <p:attrName>ppt_x</p:attrName>
                                        </p:attrNameLst>
                                      </p:cBhvr>
                                      <p:tavLst>
                                        <p:tav tm="0">
                                          <p:val>
                                            <p:strVal val="#ppt_x"/>
                                          </p:val>
                                        </p:tav>
                                        <p:tav tm="100000">
                                          <p:val>
                                            <p:strVal val="#ppt_x"/>
                                          </p:val>
                                        </p:tav>
                                      </p:tavLst>
                                    </p:anim>
                                    <p:anim calcmode="lin" valueType="num">
                                      <p:cBhvr>
                                        <p:cTn id="26"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anim calcmode="lin" valueType="num">
                                      <p:cBhvr>
                                        <p:cTn id="32" dur="500" fill="hold"/>
                                        <p:tgtEl>
                                          <p:spTgt spid="17"/>
                                        </p:tgtEl>
                                        <p:attrNameLst>
                                          <p:attrName>ppt_x</p:attrName>
                                        </p:attrNameLst>
                                      </p:cBhvr>
                                      <p:tavLst>
                                        <p:tav tm="0">
                                          <p:val>
                                            <p:strVal val="#ppt_x"/>
                                          </p:val>
                                        </p:tav>
                                        <p:tav tm="100000">
                                          <p:val>
                                            <p:strVal val="#ppt_x"/>
                                          </p:val>
                                        </p:tav>
                                      </p:tavLst>
                                    </p:anim>
                                    <p:anim calcmode="lin" valueType="num">
                                      <p:cBhvr>
                                        <p:cTn id="33"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771D5-F2C3-480F-C04E-66D416B1DD33}"/>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14347498-EF63-6AB5-214E-FBB85027C0D8}"/>
              </a:ext>
            </a:extLst>
          </p:cNvPr>
          <p:cNvSpPr>
            <a:spLocks noGrp="1"/>
          </p:cNvSpPr>
          <p:nvPr>
            <p:ph type="body" sz="quarter" idx="10"/>
          </p:nvPr>
        </p:nvSpPr>
        <p:spPr/>
        <p:txBody>
          <a:bodyPr/>
          <a:lstStyle/>
          <a:p>
            <a:pPr marL="342900" indent="-342900">
              <a:buFont typeface="+mj-lt"/>
              <a:buAutoNum type="arabicPeriod"/>
            </a:pPr>
            <a:r>
              <a:rPr lang="zh-CN" altLang="en-US"/>
              <a:t>文件的操作（读</a:t>
            </a:r>
            <a:r>
              <a:rPr lang="en-US" altLang="zh-CN"/>
              <a:t>/</a:t>
            </a:r>
            <a:r>
              <a:rPr lang="zh-CN" altLang="en-US"/>
              <a:t>写）分为那几步</a:t>
            </a:r>
            <a:r>
              <a:rPr lang="en-US" altLang="zh-CN"/>
              <a:t>?</a:t>
            </a:r>
          </a:p>
          <a:p>
            <a:pPr marL="612000" lvl="1" indent="-285750">
              <a:lnSpc>
                <a:spcPct val="150000"/>
              </a:lnSpc>
              <a:spcBef>
                <a:spcPts val="600"/>
              </a:spcBef>
            </a:pPr>
            <a:r>
              <a:rPr lang="zh-CN" altLang="en-US" sz="1400"/>
              <a:t>打开：</a:t>
            </a:r>
            <a:r>
              <a:rPr lang="en-US" altLang="zh-CN" sz="1400"/>
              <a:t>open()</a:t>
            </a:r>
            <a:r>
              <a:rPr lang="zh-CN" altLang="en-US" sz="1400"/>
              <a:t>函数</a:t>
            </a:r>
            <a:endParaRPr lang="en-US" altLang="zh-CN" sz="1400"/>
          </a:p>
          <a:p>
            <a:pPr marL="612000" lvl="1" indent="-285750">
              <a:lnSpc>
                <a:spcPct val="150000"/>
              </a:lnSpc>
              <a:spcBef>
                <a:spcPts val="600"/>
              </a:spcBef>
            </a:pPr>
            <a:r>
              <a:rPr lang="zh-CN" altLang="en-US" sz="1400"/>
              <a:t>读</a:t>
            </a:r>
            <a:r>
              <a:rPr lang="en-US" altLang="zh-CN" sz="1400"/>
              <a:t>/</a:t>
            </a:r>
            <a:r>
              <a:rPr lang="zh-CN" altLang="en-US" sz="1400"/>
              <a:t>写：</a:t>
            </a:r>
            <a:r>
              <a:rPr lang="en-US" altLang="zh-CN" sz="1400"/>
              <a:t>read()</a:t>
            </a:r>
            <a:r>
              <a:rPr lang="zh-CN" altLang="en-US" sz="1400"/>
              <a:t>方法、</a:t>
            </a:r>
            <a:r>
              <a:rPr lang="en-US" altLang="zh-CN" sz="1400"/>
              <a:t>write()</a:t>
            </a:r>
            <a:r>
              <a:rPr lang="zh-CN" altLang="en-US" sz="1400"/>
              <a:t>方法</a:t>
            </a:r>
            <a:endParaRPr lang="en-US" altLang="zh-CN" sz="1400"/>
          </a:p>
          <a:p>
            <a:pPr marL="612000" lvl="1" indent="-285750">
              <a:lnSpc>
                <a:spcPct val="150000"/>
              </a:lnSpc>
              <a:spcBef>
                <a:spcPts val="600"/>
              </a:spcBef>
            </a:pPr>
            <a:r>
              <a:rPr lang="zh-CN" altLang="en-US" sz="1400"/>
              <a:t>关闭：</a:t>
            </a:r>
            <a:r>
              <a:rPr lang="en-US" altLang="zh-CN" sz="1400"/>
              <a:t>close()</a:t>
            </a:r>
            <a:r>
              <a:rPr lang="zh-CN" altLang="en-US" sz="1400"/>
              <a:t>方法</a:t>
            </a:r>
            <a:endParaRPr lang="en-US" altLang="zh-CN" sz="1400"/>
          </a:p>
        </p:txBody>
      </p:sp>
    </p:spTree>
    <p:extLst>
      <p:ext uri="{BB962C8B-B14F-4D97-AF65-F5344CB8AC3E}">
        <p14:creationId xmlns:p14="http://schemas.microsoft.com/office/powerpoint/2010/main" val="328321357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0" dur="500"/>
                                        <p:tgtEl>
                                          <p:spTgt spid="2">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3"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
            <a:extLst>
              <a:ext uri="{FF2B5EF4-FFF2-40B4-BE49-F238E27FC236}">
                <a16:creationId xmlns:a16="http://schemas.microsoft.com/office/drawing/2014/main" id="{01669961-C6AC-65C4-C608-F8B3596DD340}"/>
              </a:ext>
            </a:extLst>
          </p:cNvPr>
          <p:cNvGrpSpPr/>
          <p:nvPr/>
        </p:nvGrpSpPr>
        <p:grpSpPr>
          <a:xfrm>
            <a:off x="4429464" y="2484136"/>
            <a:ext cx="5434582" cy="3129264"/>
            <a:chOff x="2297719" y="3660322"/>
            <a:chExt cx="5987898" cy="3129450"/>
          </a:xfrm>
        </p:grpSpPr>
        <p:sp>
          <p:nvSpPr>
            <p:cNvPr id="5" name="矩形: 圆角 4">
              <a:extLst>
                <a:ext uri="{FF2B5EF4-FFF2-40B4-BE49-F238E27FC236}">
                  <a16:creationId xmlns:a16="http://schemas.microsoft.com/office/drawing/2014/main" id="{590787AB-E240-6EF8-6E2E-DB5642343ACD}"/>
                </a:ext>
              </a:extLst>
            </p:cNvPr>
            <p:cNvSpPr/>
            <p:nvPr/>
          </p:nvSpPr>
          <p:spPr>
            <a:xfrm>
              <a:off x="2297728" y="3660322"/>
              <a:ext cx="5987889" cy="3129450"/>
            </a:xfrm>
            <a:prstGeom prst="roundRect">
              <a:avLst>
                <a:gd name="adj" fmla="val 2831"/>
              </a:avLst>
            </a:prstGeom>
            <a:solidFill>
              <a:srgbClr val="F6F6F6"/>
            </a:solidFill>
            <a:ln w="3175">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288000" rIns="36000" bIns="0" rtlCol="0" anchor="t"/>
            <a:lstStyle/>
            <a:p>
              <a:pPr>
                <a:lnSpc>
                  <a:spcPct val="150000"/>
                </a:lnSpc>
                <a:buNone/>
              </a:pPr>
              <a:r>
                <a:rPr lang="en-US" altLang="zh-CN" sz="1100">
                  <a:solidFill>
                    <a:srgbClr val="8C8C8C"/>
                  </a:solidFill>
                  <a:effectLst/>
                  <a:latin typeface="Fira Code" panose="020B0809050000020004" pitchFamily="49" charset="0"/>
                </a:rPr>
                <a:t># 1. </a:t>
              </a:r>
              <a:r>
                <a:rPr lang="zh-CN" altLang="en-US" sz="1100">
                  <a:solidFill>
                    <a:srgbClr val="8C8C8C"/>
                  </a:solidFill>
                  <a:effectLst/>
                  <a:latin typeface="Courier New" panose="02070309020205020404" pitchFamily="49" charset="0"/>
                </a:rPr>
                <a:t>打开文件</a:t>
              </a:r>
              <a:br>
                <a:rPr lang="zh-CN" altLang="en-US" sz="1100">
                  <a:solidFill>
                    <a:srgbClr val="8C8C8C"/>
                  </a:solidFill>
                  <a:effectLst/>
                  <a:latin typeface="Courier New" panose="02070309020205020404" pitchFamily="49" charset="0"/>
                </a:rPr>
              </a:br>
              <a:r>
                <a:rPr lang="en-US" altLang="zh-CN" sz="1100">
                  <a:solidFill>
                    <a:srgbClr val="080808"/>
                  </a:solidFill>
                  <a:effectLst/>
                  <a:latin typeface="Fira Code" panose="020B0809050000020004" pitchFamily="49" charset="0"/>
                </a:rPr>
                <a:t>f = </a:t>
              </a:r>
              <a:r>
                <a:rPr lang="en-US" altLang="zh-CN" sz="1100">
                  <a:solidFill>
                    <a:srgbClr val="000080"/>
                  </a:solidFill>
                  <a:effectLst/>
                  <a:latin typeface="Fira Code" panose="020B0809050000020004" pitchFamily="49" charset="0"/>
                </a:rPr>
                <a:t>open</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"resources/</a:t>
              </a:r>
              <a:r>
                <a:rPr lang="zh-CN" altLang="en-US" sz="1100">
                  <a:solidFill>
                    <a:srgbClr val="067D17"/>
                  </a:solidFill>
                  <a:effectLst/>
                  <a:latin typeface="Courier New" panose="02070309020205020404" pitchFamily="49" charset="0"/>
                </a:rPr>
                <a:t>静夜思</a:t>
              </a:r>
              <a:r>
                <a:rPr lang="en-US" altLang="zh-CN" sz="1100">
                  <a:solidFill>
                    <a:srgbClr val="067D17"/>
                  </a:solidFill>
                  <a:effectLst/>
                  <a:latin typeface="Fira Code" panose="020B0809050000020004" pitchFamily="49" charset="0"/>
                </a:rPr>
                <a:t>.txt"</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"w"</a:t>
              </a:r>
              <a:r>
                <a:rPr lang="en-US" altLang="zh-CN" sz="1100">
                  <a:solidFill>
                    <a:srgbClr val="080808"/>
                  </a:solidFill>
                  <a:effectLst/>
                  <a:latin typeface="Fira Code" panose="020B0809050000020004" pitchFamily="49" charset="0"/>
                </a:rPr>
                <a:t>, </a:t>
              </a:r>
              <a:r>
                <a:rPr lang="en-US" altLang="zh-CN" sz="1100">
                  <a:solidFill>
                    <a:srgbClr val="660099"/>
                  </a:solidFill>
                  <a:effectLst/>
                  <a:latin typeface="Fira Code" panose="020B0809050000020004" pitchFamily="49" charset="0"/>
                </a:rPr>
                <a:t>encoding</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"utf-8"</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br>
                <a:rPr lang="en-US" altLang="zh-CN" sz="1100">
                  <a:solidFill>
                    <a:srgbClr val="080808"/>
                  </a:solidFill>
                  <a:effectLst/>
                  <a:latin typeface="Fira Code" panose="020B0809050000020004" pitchFamily="49" charset="0"/>
                </a:rPr>
              </a:br>
              <a:r>
                <a:rPr lang="en-US" altLang="zh-CN" sz="1100">
                  <a:solidFill>
                    <a:srgbClr val="8C8C8C"/>
                  </a:solidFill>
                  <a:effectLst/>
                  <a:latin typeface="Fira Code" panose="020B0809050000020004" pitchFamily="49" charset="0"/>
                </a:rPr>
                <a:t># 2. </a:t>
              </a:r>
              <a:r>
                <a:rPr lang="zh-CN" altLang="en-US" sz="1100">
                  <a:solidFill>
                    <a:srgbClr val="8C8C8C"/>
                  </a:solidFill>
                  <a:effectLst/>
                  <a:latin typeface="Courier New" panose="02070309020205020404" pitchFamily="49" charset="0"/>
                </a:rPr>
                <a:t>写入文件</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窗前明月光，</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疑是地上霜。</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举头望明月，</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低头思故乡。</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br>
                <a:rPr lang="en-US" altLang="zh-CN" sz="1100">
                  <a:solidFill>
                    <a:srgbClr val="080808"/>
                  </a:solidFill>
                  <a:effectLst/>
                  <a:latin typeface="Fira Code" panose="020B0809050000020004" pitchFamily="49" charset="0"/>
                </a:rPr>
              </a:br>
              <a:r>
                <a:rPr lang="en-US" altLang="zh-CN" sz="1100">
                  <a:solidFill>
                    <a:srgbClr val="8C8C8C"/>
                  </a:solidFill>
                  <a:effectLst/>
                  <a:latin typeface="Fira Code" panose="020B0809050000020004" pitchFamily="49" charset="0"/>
                </a:rPr>
                <a:t># 3. </a:t>
              </a:r>
              <a:r>
                <a:rPr lang="zh-CN" altLang="en-US" sz="1100">
                  <a:solidFill>
                    <a:srgbClr val="8C8C8C"/>
                  </a:solidFill>
                  <a:effectLst/>
                  <a:latin typeface="Courier New" panose="02070309020205020404" pitchFamily="49" charset="0"/>
                </a:rPr>
                <a:t>关闭文件</a:t>
              </a:r>
              <a:br>
                <a:rPr lang="zh-CN" altLang="en-US" sz="1100">
                  <a:solidFill>
                    <a:srgbClr val="8C8C8C"/>
                  </a:solidFill>
                  <a:effectLst/>
                  <a:latin typeface="Courier New" panose="02070309020205020404" pitchFamily="49" charset="0"/>
                </a:rPr>
              </a:br>
              <a:r>
                <a:rPr lang="en-US" altLang="zh-CN" sz="1100">
                  <a:solidFill>
                    <a:srgbClr val="080808"/>
                  </a:solidFill>
                  <a:effectLst/>
                  <a:latin typeface="Fira Code" panose="020B0809050000020004" pitchFamily="49" charset="0"/>
                </a:rPr>
                <a:t>f.close()</a:t>
              </a:r>
            </a:p>
          </p:txBody>
        </p:sp>
        <p:sp>
          <p:nvSpPr>
            <p:cNvPr id="6" name="矩形: 圆顶角 5">
              <a:extLst>
                <a:ext uri="{FF2B5EF4-FFF2-40B4-BE49-F238E27FC236}">
                  <a16:creationId xmlns:a16="http://schemas.microsoft.com/office/drawing/2014/main" id="{DEA67197-DAD1-1472-915D-952C1CFCE26A}"/>
                </a:ext>
              </a:extLst>
            </p:cNvPr>
            <p:cNvSpPr/>
            <p:nvPr/>
          </p:nvSpPr>
          <p:spPr>
            <a:xfrm>
              <a:off x="2297719" y="3660322"/>
              <a:ext cx="5987889" cy="270190"/>
            </a:xfrm>
            <a:prstGeom prst="round2SameRect">
              <a:avLst>
                <a:gd name="adj1" fmla="val 22255"/>
                <a:gd name="adj2" fmla="val 0"/>
              </a:avLst>
            </a:prstGeom>
            <a:solidFill>
              <a:srgbClr val="BCBCBC"/>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rPr>
                <a:t>写文件</a:t>
              </a:r>
              <a:endParaRPr lang="en-US" altLang="zh-CN"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endParaRPr>
            </a:p>
          </p:txBody>
        </p:sp>
        <p:sp>
          <p:nvSpPr>
            <p:cNvPr id="7" name="椭圆 6">
              <a:extLst>
                <a:ext uri="{FF2B5EF4-FFF2-40B4-BE49-F238E27FC236}">
                  <a16:creationId xmlns:a16="http://schemas.microsoft.com/office/drawing/2014/main" id="{5FC14833-9B38-21DB-41A7-CC8A637FFE84}"/>
                </a:ext>
              </a:extLst>
            </p:cNvPr>
            <p:cNvSpPr>
              <a:spLocks/>
            </p:cNvSpPr>
            <p:nvPr/>
          </p:nvSpPr>
          <p:spPr>
            <a:xfrm>
              <a:off x="2383302" y="3730461"/>
              <a:ext cx="121920" cy="101613"/>
            </a:xfrm>
            <a:prstGeom prst="ellipse">
              <a:avLst/>
            </a:prstGeom>
            <a:solidFill>
              <a:srgbClr val="FE5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95403A18-9AD4-1DC9-1D41-E571E431DE8D}"/>
                </a:ext>
              </a:extLst>
            </p:cNvPr>
            <p:cNvSpPr>
              <a:spLocks/>
            </p:cNvSpPr>
            <p:nvPr/>
          </p:nvSpPr>
          <p:spPr>
            <a:xfrm>
              <a:off x="2798298" y="3733257"/>
              <a:ext cx="121920" cy="101613"/>
            </a:xfrm>
            <a:prstGeom prst="ellipse">
              <a:avLst/>
            </a:prstGeom>
            <a:solidFill>
              <a:srgbClr val="2FC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BF63928E-F780-E582-9658-0D32604546F2}"/>
                </a:ext>
              </a:extLst>
            </p:cNvPr>
            <p:cNvSpPr/>
            <p:nvPr/>
          </p:nvSpPr>
          <p:spPr>
            <a:xfrm>
              <a:off x="2590800" y="3730461"/>
              <a:ext cx="121920" cy="101613"/>
            </a:xfrm>
            <a:prstGeom prst="ellipse">
              <a:avLst/>
            </a:prstGeom>
            <a:solidFill>
              <a:srgbClr val="FFC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占位符 9">
            <a:extLst>
              <a:ext uri="{FF2B5EF4-FFF2-40B4-BE49-F238E27FC236}">
                <a16:creationId xmlns:a16="http://schemas.microsoft.com/office/drawing/2014/main" id="{17606D1E-67DB-0BE7-C3CE-B829AFC91CC1}"/>
              </a:ext>
            </a:extLst>
          </p:cNvPr>
          <p:cNvSpPr>
            <a:spLocks noGrp="1"/>
          </p:cNvSpPr>
          <p:nvPr>
            <p:ph type="body" sz="quarter" idx="10"/>
          </p:nvPr>
        </p:nvSpPr>
        <p:spPr>
          <a:xfrm>
            <a:off x="3969733" y="1739013"/>
            <a:ext cx="6967456" cy="546752"/>
          </a:xfrm>
        </p:spPr>
        <p:txBody>
          <a:bodyPr/>
          <a:lstStyle/>
          <a:p>
            <a:pPr marL="285750" indent="-285750">
              <a:buFont typeface="Wingdings" panose="05000000000000000000" pitchFamily="2" charset="2"/>
              <a:buChar char="l"/>
            </a:pPr>
            <a:r>
              <a:rPr lang="zh-CN" altLang="en-US" sz="1600"/>
              <a:t>如果操作文件过程中出现了异常，文件就无法关闭了，怎么解决？</a:t>
            </a:r>
          </a:p>
        </p:txBody>
      </p:sp>
      <p:cxnSp>
        <p:nvCxnSpPr>
          <p:cNvPr id="13" name="直接箭头连接符 12">
            <a:extLst>
              <a:ext uri="{FF2B5EF4-FFF2-40B4-BE49-F238E27FC236}">
                <a16:creationId xmlns:a16="http://schemas.microsoft.com/office/drawing/2014/main" id="{48C29BA9-7F67-3AE6-6954-63E01278B069}"/>
              </a:ext>
            </a:extLst>
          </p:cNvPr>
          <p:cNvCxnSpPr/>
          <p:nvPr/>
        </p:nvCxnSpPr>
        <p:spPr>
          <a:xfrm flipH="1">
            <a:off x="6483302" y="4207615"/>
            <a:ext cx="1340662" cy="0"/>
          </a:xfrm>
          <a:prstGeom prst="straightConnector1">
            <a:avLst/>
          </a:prstGeom>
          <a:ln w="127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7837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5FE7C-D356-C319-AC7B-327A42FF0B54}"/>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E54C60CB-3F7D-C933-E92F-91305385404E}"/>
              </a:ext>
            </a:extLst>
          </p:cNvPr>
          <p:cNvSpPr>
            <a:spLocks noGrp="1"/>
          </p:cNvSpPr>
          <p:nvPr>
            <p:ph idx="1"/>
          </p:nvPr>
        </p:nvSpPr>
        <p:spPr>
          <a:xfrm>
            <a:off x="576197" y="956241"/>
            <a:ext cx="11060481" cy="474415"/>
          </a:xfrm>
        </p:spPr>
        <p:txBody>
          <a:bodyPr/>
          <a:lstStyle/>
          <a:p>
            <a:pPr marL="285750" indent="-285750">
              <a:buFont typeface="Wingdings" panose="05000000000000000000" pitchFamily="2" charset="2"/>
              <a:buChar char="l"/>
            </a:pPr>
            <a:r>
              <a:rPr lang="zh-CN" altLang="en-US"/>
              <a:t>资源释放方案：</a:t>
            </a:r>
          </a:p>
        </p:txBody>
      </p:sp>
      <p:sp>
        <p:nvSpPr>
          <p:cNvPr id="5" name="标题 4">
            <a:extLst>
              <a:ext uri="{FF2B5EF4-FFF2-40B4-BE49-F238E27FC236}">
                <a16:creationId xmlns:a16="http://schemas.microsoft.com/office/drawing/2014/main" id="{DB65A8BC-0DB7-8C0B-FFD2-01F810CBC304}"/>
              </a:ext>
            </a:extLst>
          </p:cNvPr>
          <p:cNvSpPr>
            <a:spLocks noGrp="1"/>
          </p:cNvSpPr>
          <p:nvPr>
            <p:ph type="title"/>
          </p:nvPr>
        </p:nvSpPr>
        <p:spPr/>
        <p:txBody>
          <a:bodyPr/>
          <a:lstStyle/>
          <a:p>
            <a:r>
              <a:rPr lang="zh-CN" altLang="en-US"/>
              <a:t>文件操作</a:t>
            </a:r>
            <a:r>
              <a:rPr lang="en-US" altLang="zh-CN"/>
              <a:t>-</a:t>
            </a:r>
            <a:r>
              <a:rPr lang="zh-CN" altLang="en-US"/>
              <a:t>资源释放</a:t>
            </a:r>
          </a:p>
        </p:txBody>
      </p:sp>
      <p:grpSp>
        <p:nvGrpSpPr>
          <p:cNvPr id="11" name="!!组合 10">
            <a:extLst>
              <a:ext uri="{FF2B5EF4-FFF2-40B4-BE49-F238E27FC236}">
                <a16:creationId xmlns:a16="http://schemas.microsoft.com/office/drawing/2014/main" id="{ED65DF94-065F-A28A-134D-F70BE1914AC2}"/>
              </a:ext>
            </a:extLst>
          </p:cNvPr>
          <p:cNvGrpSpPr/>
          <p:nvPr/>
        </p:nvGrpSpPr>
        <p:grpSpPr>
          <a:xfrm>
            <a:off x="954916" y="1501169"/>
            <a:ext cx="5141084" cy="3553431"/>
            <a:chOff x="2297719" y="3660322"/>
            <a:chExt cx="5664518" cy="3754285"/>
          </a:xfrm>
        </p:grpSpPr>
        <p:sp>
          <p:nvSpPr>
            <p:cNvPr id="12" name="矩形: 圆角 11">
              <a:extLst>
                <a:ext uri="{FF2B5EF4-FFF2-40B4-BE49-F238E27FC236}">
                  <a16:creationId xmlns:a16="http://schemas.microsoft.com/office/drawing/2014/main" id="{DC72C742-136A-3333-0679-5295CC7B4FD0}"/>
                </a:ext>
              </a:extLst>
            </p:cNvPr>
            <p:cNvSpPr/>
            <p:nvPr/>
          </p:nvSpPr>
          <p:spPr>
            <a:xfrm>
              <a:off x="2297728" y="3660322"/>
              <a:ext cx="5664509" cy="3754285"/>
            </a:xfrm>
            <a:prstGeom prst="roundRect">
              <a:avLst>
                <a:gd name="adj" fmla="val 2116"/>
              </a:avLst>
            </a:prstGeom>
            <a:solidFill>
              <a:srgbClr val="F6F6F6"/>
            </a:solidFill>
            <a:ln w="3175">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288000" rIns="36000" bIns="0" rtlCol="0" anchor="t"/>
            <a:lstStyle/>
            <a:p>
              <a:pPr>
                <a:lnSpc>
                  <a:spcPct val="150000"/>
                </a:lnSpc>
                <a:spcBef>
                  <a:spcPts val="600"/>
                </a:spcBef>
                <a:buNone/>
              </a:pPr>
              <a:r>
                <a:rPr lang="en-US" altLang="zh-CN" sz="1100">
                  <a:solidFill>
                    <a:srgbClr val="8C8C8C"/>
                  </a:solidFill>
                  <a:effectLst/>
                  <a:latin typeface="Fira Code" panose="020B0809050000020004" pitchFamily="49" charset="0"/>
                </a:rPr>
                <a:t># 1. </a:t>
              </a:r>
              <a:r>
                <a:rPr lang="zh-CN" altLang="en-US" sz="1100">
                  <a:solidFill>
                    <a:srgbClr val="8C8C8C"/>
                  </a:solidFill>
                  <a:effectLst/>
                  <a:latin typeface="Courier New" panose="02070309020205020404" pitchFamily="49" charset="0"/>
                </a:rPr>
                <a:t>打开文件</a:t>
              </a:r>
              <a:br>
                <a:rPr lang="zh-CN" altLang="en-US" sz="1100">
                  <a:solidFill>
                    <a:srgbClr val="8C8C8C"/>
                  </a:solidFill>
                  <a:effectLst/>
                  <a:latin typeface="Courier New" panose="02070309020205020404" pitchFamily="49" charset="0"/>
                </a:rPr>
              </a:br>
              <a:r>
                <a:rPr lang="en-US" altLang="zh-CN" sz="1100">
                  <a:solidFill>
                    <a:srgbClr val="080808"/>
                  </a:solidFill>
                  <a:effectLst/>
                  <a:latin typeface="Fira Code" panose="020B0809050000020004" pitchFamily="49" charset="0"/>
                </a:rPr>
                <a:t>f = </a:t>
              </a:r>
              <a:r>
                <a:rPr lang="en-US" altLang="zh-CN" sz="1100">
                  <a:solidFill>
                    <a:srgbClr val="000080"/>
                  </a:solidFill>
                  <a:effectLst/>
                  <a:latin typeface="Fira Code" panose="020B0809050000020004" pitchFamily="49" charset="0"/>
                </a:rPr>
                <a:t>open</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"resources/</a:t>
              </a:r>
              <a:r>
                <a:rPr lang="zh-CN" altLang="en-US" sz="1100">
                  <a:solidFill>
                    <a:srgbClr val="067D17"/>
                  </a:solidFill>
                  <a:effectLst/>
                  <a:latin typeface="Courier New" panose="02070309020205020404" pitchFamily="49" charset="0"/>
                </a:rPr>
                <a:t>静夜思</a:t>
              </a:r>
              <a:r>
                <a:rPr lang="en-US" altLang="zh-CN" sz="1100">
                  <a:solidFill>
                    <a:srgbClr val="067D17"/>
                  </a:solidFill>
                  <a:effectLst/>
                  <a:latin typeface="Fira Code" panose="020B0809050000020004" pitchFamily="49" charset="0"/>
                </a:rPr>
                <a:t>.txt"</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"w"</a:t>
              </a:r>
              <a:r>
                <a:rPr lang="en-US" altLang="zh-CN" sz="1100">
                  <a:solidFill>
                    <a:srgbClr val="080808"/>
                  </a:solidFill>
                  <a:effectLst/>
                  <a:latin typeface="Fira Code" panose="020B0809050000020004" pitchFamily="49" charset="0"/>
                </a:rPr>
                <a:t>, </a:t>
              </a:r>
              <a:r>
                <a:rPr lang="en-US" altLang="zh-CN" sz="1100">
                  <a:solidFill>
                    <a:srgbClr val="660099"/>
                  </a:solidFill>
                  <a:effectLst/>
                  <a:latin typeface="Fira Code" panose="020B0809050000020004" pitchFamily="49" charset="0"/>
                </a:rPr>
                <a:t>encoding</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"utf-8"</a:t>
              </a:r>
              <a:r>
                <a:rPr lang="en-US" altLang="zh-CN" sz="1100">
                  <a:solidFill>
                    <a:srgbClr val="080808"/>
                  </a:solidFill>
                  <a:effectLst/>
                  <a:latin typeface="Fira Code" panose="020B0809050000020004" pitchFamily="49" charset="0"/>
                </a:rPr>
                <a:t>)</a:t>
              </a:r>
            </a:p>
            <a:p>
              <a:pPr>
                <a:lnSpc>
                  <a:spcPct val="150000"/>
                </a:lnSpc>
                <a:spcBef>
                  <a:spcPts val="600"/>
                </a:spcBef>
                <a:buNone/>
              </a:pPr>
              <a:r>
                <a:rPr lang="en-US" altLang="zh-CN" sz="1100">
                  <a:solidFill>
                    <a:srgbClr val="0033B3"/>
                  </a:solidFill>
                  <a:effectLst/>
                  <a:latin typeface="Fira Code" panose="020B0809050000020004" pitchFamily="49" charset="0"/>
                </a:rPr>
                <a:t>try</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a:t>
              </a:r>
              <a:r>
                <a:rPr lang="en-US" altLang="zh-CN" sz="1100">
                  <a:solidFill>
                    <a:srgbClr val="8C8C8C"/>
                  </a:solidFill>
                  <a:effectLst/>
                  <a:latin typeface="Fira Code" panose="020B0809050000020004" pitchFamily="49" charset="0"/>
                </a:rPr>
                <a:t># 2. </a:t>
              </a:r>
              <a:r>
                <a:rPr lang="zh-CN" altLang="en-US" sz="1100">
                  <a:solidFill>
                    <a:srgbClr val="8C8C8C"/>
                  </a:solidFill>
                  <a:effectLst/>
                  <a:latin typeface="Courier New" panose="02070309020205020404" pitchFamily="49" charset="0"/>
                </a:rPr>
                <a:t>写入文件</a:t>
              </a:r>
              <a:br>
                <a:rPr lang="zh-CN" altLang="en-US" sz="1100">
                  <a:solidFill>
                    <a:srgbClr val="8C8C8C"/>
                  </a:solidFill>
                  <a:effectLst/>
                  <a:latin typeface="Courier New" panose="02070309020205020404" pitchFamily="49" charset="0"/>
                </a:rPr>
              </a:br>
              <a:r>
                <a:rPr lang="zh-CN" altLang="en-US" sz="1100">
                  <a:solidFill>
                    <a:srgbClr val="8C8C8C"/>
                  </a:solidFill>
                  <a:effectLst/>
                  <a:latin typeface="Courier New" panose="02070309020205020404" pitchFamily="49" charset="0"/>
                </a:rPr>
                <a:t>    </a:t>
              </a:r>
              <a:r>
                <a:rPr lang="en-US" altLang="zh-CN" sz="1100">
                  <a:solidFill>
                    <a:srgbClr val="080808"/>
                  </a:solidFill>
                  <a:effectLst/>
                  <a:latin typeface="Fira Code" panose="020B0809050000020004" pitchFamily="49" charset="0"/>
                </a:rPr>
                <a:t>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静夜思</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李白</a:t>
              </a:r>
              <a:r>
                <a:rPr lang="en-US" altLang="zh-CN" sz="1100">
                  <a:solidFill>
                    <a:srgbClr val="067D17"/>
                  </a:solidFill>
                  <a:effectLst/>
                  <a:latin typeface="Fira Code" panose="020B0809050000020004" pitchFamily="49" charset="0"/>
                </a:rPr>
                <a:t>)</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窗前明月光，</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疑是地上霜。</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举头望明月，</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低头思故乡。</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033B3"/>
                  </a:solidFill>
                  <a:effectLst/>
                  <a:latin typeface="Fira Code" panose="020B0809050000020004" pitchFamily="49" charset="0"/>
                </a:rPr>
                <a:t>finally</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a:t>
              </a:r>
              <a:r>
                <a:rPr lang="en-US" altLang="zh-CN" sz="1100">
                  <a:solidFill>
                    <a:srgbClr val="8C8C8C"/>
                  </a:solidFill>
                  <a:effectLst/>
                  <a:latin typeface="Fira Code" panose="020B0809050000020004" pitchFamily="49" charset="0"/>
                </a:rPr>
                <a:t># 3. </a:t>
              </a:r>
              <a:r>
                <a:rPr lang="zh-CN" altLang="en-US" sz="1100">
                  <a:solidFill>
                    <a:srgbClr val="8C8C8C"/>
                  </a:solidFill>
                  <a:effectLst/>
                  <a:latin typeface="Courier New" panose="02070309020205020404" pitchFamily="49" charset="0"/>
                </a:rPr>
                <a:t>关闭文件</a:t>
              </a:r>
              <a:br>
                <a:rPr lang="zh-CN" altLang="en-US" sz="1100">
                  <a:solidFill>
                    <a:srgbClr val="8C8C8C"/>
                  </a:solidFill>
                  <a:effectLst/>
                  <a:latin typeface="Courier New" panose="02070309020205020404" pitchFamily="49" charset="0"/>
                </a:rPr>
              </a:br>
              <a:r>
                <a:rPr lang="zh-CN" altLang="en-US" sz="1100">
                  <a:solidFill>
                    <a:srgbClr val="8C8C8C"/>
                  </a:solidFill>
                  <a:effectLst/>
                  <a:latin typeface="Courier New" panose="02070309020205020404" pitchFamily="49" charset="0"/>
                </a:rPr>
                <a:t>    </a:t>
              </a:r>
              <a:r>
                <a:rPr lang="en-US" altLang="zh-CN" sz="1100">
                  <a:solidFill>
                    <a:srgbClr val="080808"/>
                  </a:solidFill>
                  <a:effectLst/>
                  <a:latin typeface="Fira Code" panose="020B0809050000020004" pitchFamily="49" charset="0"/>
                </a:rPr>
                <a:t>f.close()</a:t>
              </a:r>
            </a:p>
          </p:txBody>
        </p:sp>
        <p:sp>
          <p:nvSpPr>
            <p:cNvPr id="13" name="矩形: 圆顶角 12">
              <a:extLst>
                <a:ext uri="{FF2B5EF4-FFF2-40B4-BE49-F238E27FC236}">
                  <a16:creationId xmlns:a16="http://schemas.microsoft.com/office/drawing/2014/main" id="{0D87DA6C-7045-4302-F99F-FA168802CE11}"/>
                </a:ext>
              </a:extLst>
            </p:cNvPr>
            <p:cNvSpPr/>
            <p:nvPr/>
          </p:nvSpPr>
          <p:spPr>
            <a:xfrm>
              <a:off x="2297719" y="3660322"/>
              <a:ext cx="5664509" cy="270190"/>
            </a:xfrm>
            <a:prstGeom prst="round2SameRect">
              <a:avLst>
                <a:gd name="adj1" fmla="val 22255"/>
                <a:gd name="adj2" fmla="val 0"/>
              </a:avLst>
            </a:prstGeom>
            <a:solidFill>
              <a:srgbClr val="BCBCBC"/>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rPr>
                <a:t>写文件</a:t>
              </a:r>
              <a:endParaRPr lang="en-US" altLang="zh-CN"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endParaRPr>
            </a:p>
          </p:txBody>
        </p:sp>
        <p:sp>
          <p:nvSpPr>
            <p:cNvPr id="14" name="椭圆 13">
              <a:extLst>
                <a:ext uri="{FF2B5EF4-FFF2-40B4-BE49-F238E27FC236}">
                  <a16:creationId xmlns:a16="http://schemas.microsoft.com/office/drawing/2014/main" id="{95BECD42-51C1-B14E-BF74-800E00D8676B}"/>
                </a:ext>
              </a:extLst>
            </p:cNvPr>
            <p:cNvSpPr>
              <a:spLocks/>
            </p:cNvSpPr>
            <p:nvPr/>
          </p:nvSpPr>
          <p:spPr>
            <a:xfrm>
              <a:off x="2383302" y="3730461"/>
              <a:ext cx="121920" cy="101613"/>
            </a:xfrm>
            <a:prstGeom prst="ellipse">
              <a:avLst/>
            </a:prstGeom>
            <a:solidFill>
              <a:srgbClr val="FE5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53FA94E9-A312-0661-FBAB-9D5CCFAB9E3A}"/>
                </a:ext>
              </a:extLst>
            </p:cNvPr>
            <p:cNvSpPr>
              <a:spLocks/>
            </p:cNvSpPr>
            <p:nvPr/>
          </p:nvSpPr>
          <p:spPr>
            <a:xfrm>
              <a:off x="2798298" y="3733257"/>
              <a:ext cx="121920" cy="101613"/>
            </a:xfrm>
            <a:prstGeom prst="ellipse">
              <a:avLst/>
            </a:prstGeom>
            <a:solidFill>
              <a:srgbClr val="2FC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53F3955D-688A-F68C-F408-AA6F5040E8F2}"/>
                </a:ext>
              </a:extLst>
            </p:cNvPr>
            <p:cNvSpPr/>
            <p:nvPr/>
          </p:nvSpPr>
          <p:spPr>
            <a:xfrm>
              <a:off x="2590800" y="3730461"/>
              <a:ext cx="121920" cy="101613"/>
            </a:xfrm>
            <a:prstGeom prst="ellipse">
              <a:avLst/>
            </a:prstGeom>
            <a:solidFill>
              <a:srgbClr val="FFC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a:extLst>
              <a:ext uri="{FF2B5EF4-FFF2-40B4-BE49-F238E27FC236}">
                <a16:creationId xmlns:a16="http://schemas.microsoft.com/office/drawing/2014/main" id="{72C77125-ACDF-9AF2-8767-79DFF5881543}"/>
              </a:ext>
            </a:extLst>
          </p:cNvPr>
          <p:cNvGrpSpPr/>
          <p:nvPr/>
        </p:nvGrpSpPr>
        <p:grpSpPr>
          <a:xfrm>
            <a:off x="6361986" y="1501169"/>
            <a:ext cx="5407062" cy="3553431"/>
            <a:chOff x="2297719" y="3660322"/>
            <a:chExt cx="5957576" cy="3754285"/>
          </a:xfrm>
        </p:grpSpPr>
        <p:sp>
          <p:nvSpPr>
            <p:cNvPr id="17" name="矩形: 圆角 16">
              <a:extLst>
                <a:ext uri="{FF2B5EF4-FFF2-40B4-BE49-F238E27FC236}">
                  <a16:creationId xmlns:a16="http://schemas.microsoft.com/office/drawing/2014/main" id="{23050709-FE46-D82E-AAA8-E3B7768524AE}"/>
                </a:ext>
              </a:extLst>
            </p:cNvPr>
            <p:cNvSpPr/>
            <p:nvPr/>
          </p:nvSpPr>
          <p:spPr>
            <a:xfrm>
              <a:off x="2297728" y="3660322"/>
              <a:ext cx="5957567" cy="3754285"/>
            </a:xfrm>
            <a:prstGeom prst="roundRect">
              <a:avLst>
                <a:gd name="adj" fmla="val 1580"/>
              </a:avLst>
            </a:prstGeom>
            <a:solidFill>
              <a:srgbClr val="F6F6F6"/>
            </a:solidFill>
            <a:ln w="3175">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288000" rIns="36000" bIns="0" rtlCol="0" anchor="t"/>
            <a:lstStyle/>
            <a:p>
              <a:pPr>
                <a:lnSpc>
                  <a:spcPct val="150000"/>
                </a:lnSpc>
                <a:spcBef>
                  <a:spcPts val="600"/>
                </a:spcBef>
                <a:buNone/>
              </a:pPr>
              <a:r>
                <a:rPr lang="en-US" altLang="zh-CN" sz="1100">
                  <a:solidFill>
                    <a:srgbClr val="0033B3"/>
                  </a:solidFill>
                  <a:effectLst/>
                  <a:latin typeface="Fira Code" panose="020B0809050000020004" pitchFamily="49" charset="0"/>
                </a:rPr>
                <a:t>with </a:t>
              </a:r>
              <a:r>
                <a:rPr lang="en-US" altLang="zh-CN" sz="1100">
                  <a:solidFill>
                    <a:srgbClr val="000080"/>
                  </a:solidFill>
                  <a:effectLst/>
                  <a:latin typeface="Fira Code" panose="020B0809050000020004" pitchFamily="49" charset="0"/>
                </a:rPr>
                <a:t>open</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"resources/</a:t>
              </a:r>
              <a:r>
                <a:rPr lang="zh-CN" altLang="en-US" sz="1100">
                  <a:solidFill>
                    <a:srgbClr val="067D17"/>
                  </a:solidFill>
                  <a:effectLst/>
                  <a:latin typeface="Courier New" panose="02070309020205020404" pitchFamily="49" charset="0"/>
                </a:rPr>
                <a:t>静夜思</a:t>
              </a:r>
              <a:r>
                <a:rPr lang="en-US" altLang="zh-CN" sz="1100">
                  <a:solidFill>
                    <a:srgbClr val="067D17"/>
                  </a:solidFill>
                  <a:effectLst/>
                  <a:latin typeface="Fira Code" panose="020B0809050000020004" pitchFamily="49" charset="0"/>
                </a:rPr>
                <a:t>.txt"</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"w"</a:t>
              </a:r>
              <a:r>
                <a:rPr lang="en-US" altLang="zh-CN" sz="1100">
                  <a:solidFill>
                    <a:srgbClr val="080808"/>
                  </a:solidFill>
                  <a:effectLst/>
                  <a:latin typeface="Fira Code" panose="020B0809050000020004" pitchFamily="49" charset="0"/>
                </a:rPr>
                <a:t>, </a:t>
              </a:r>
              <a:r>
                <a:rPr lang="en-US" altLang="zh-CN" sz="1100">
                  <a:solidFill>
                    <a:srgbClr val="660099"/>
                  </a:solidFill>
                  <a:effectLst/>
                  <a:latin typeface="Fira Code" panose="020B0809050000020004" pitchFamily="49" charset="0"/>
                </a:rPr>
                <a:t>encoding</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"utf-8"</a:t>
              </a:r>
              <a:r>
                <a:rPr lang="en-US" altLang="zh-CN" sz="1100">
                  <a:solidFill>
                    <a:srgbClr val="080808"/>
                  </a:solidFill>
                  <a:effectLst/>
                  <a:latin typeface="Fira Code" panose="020B0809050000020004" pitchFamily="49" charset="0"/>
                </a:rPr>
                <a:t>) </a:t>
              </a:r>
              <a:r>
                <a:rPr lang="en-US" altLang="zh-CN" sz="1100">
                  <a:solidFill>
                    <a:srgbClr val="0033B3"/>
                  </a:solidFill>
                  <a:effectLst/>
                  <a:latin typeface="Fira Code" panose="020B0809050000020004" pitchFamily="49" charset="0"/>
                </a:rPr>
                <a:t>as </a:t>
              </a:r>
              <a:r>
                <a:rPr lang="en-US" altLang="zh-CN" sz="1100">
                  <a:solidFill>
                    <a:srgbClr val="080808"/>
                  </a:solidFill>
                  <a:effectLst/>
                  <a:latin typeface="Fira Code" panose="020B0809050000020004" pitchFamily="49" charset="0"/>
                </a:rPr>
                <a:t>f:</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静夜思</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李白</a:t>
              </a:r>
              <a:r>
                <a:rPr lang="en-US" altLang="zh-CN" sz="1100">
                  <a:solidFill>
                    <a:srgbClr val="067D17"/>
                  </a:solidFill>
                  <a:effectLst/>
                  <a:latin typeface="Fira Code" panose="020B0809050000020004" pitchFamily="49" charset="0"/>
                </a:rPr>
                <a:t>)</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窗前明月光，</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疑是地上霜。</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举头望明月，</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低头思故乡。</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p>
          </p:txBody>
        </p:sp>
        <p:sp>
          <p:nvSpPr>
            <p:cNvPr id="18" name="矩形: 圆顶角 17">
              <a:extLst>
                <a:ext uri="{FF2B5EF4-FFF2-40B4-BE49-F238E27FC236}">
                  <a16:creationId xmlns:a16="http://schemas.microsoft.com/office/drawing/2014/main" id="{EB6F0757-B3E7-1829-2B9D-9CA14AB34980}"/>
                </a:ext>
              </a:extLst>
            </p:cNvPr>
            <p:cNvSpPr/>
            <p:nvPr/>
          </p:nvSpPr>
          <p:spPr>
            <a:xfrm>
              <a:off x="2297719" y="3660322"/>
              <a:ext cx="5957567" cy="270190"/>
            </a:xfrm>
            <a:prstGeom prst="round2SameRect">
              <a:avLst>
                <a:gd name="adj1" fmla="val 22255"/>
                <a:gd name="adj2" fmla="val 0"/>
              </a:avLst>
            </a:prstGeom>
            <a:solidFill>
              <a:srgbClr val="BCBCBC"/>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rPr>
                <a:t>写文件</a:t>
              </a:r>
              <a:endParaRPr lang="en-US" altLang="zh-CN"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endParaRPr>
            </a:p>
          </p:txBody>
        </p:sp>
        <p:sp>
          <p:nvSpPr>
            <p:cNvPr id="19" name="椭圆 18">
              <a:extLst>
                <a:ext uri="{FF2B5EF4-FFF2-40B4-BE49-F238E27FC236}">
                  <a16:creationId xmlns:a16="http://schemas.microsoft.com/office/drawing/2014/main" id="{650CDEAB-0EFD-E775-4C90-914E149C6928}"/>
                </a:ext>
              </a:extLst>
            </p:cNvPr>
            <p:cNvSpPr>
              <a:spLocks/>
            </p:cNvSpPr>
            <p:nvPr/>
          </p:nvSpPr>
          <p:spPr>
            <a:xfrm>
              <a:off x="2383302" y="3730461"/>
              <a:ext cx="121920" cy="101613"/>
            </a:xfrm>
            <a:prstGeom prst="ellipse">
              <a:avLst/>
            </a:prstGeom>
            <a:solidFill>
              <a:srgbClr val="FE5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4559842C-4BE1-B4BC-FD94-2B7F4299E08A}"/>
                </a:ext>
              </a:extLst>
            </p:cNvPr>
            <p:cNvSpPr>
              <a:spLocks/>
            </p:cNvSpPr>
            <p:nvPr/>
          </p:nvSpPr>
          <p:spPr>
            <a:xfrm>
              <a:off x="2798298" y="3733257"/>
              <a:ext cx="121920" cy="101613"/>
            </a:xfrm>
            <a:prstGeom prst="ellipse">
              <a:avLst/>
            </a:prstGeom>
            <a:solidFill>
              <a:srgbClr val="2FC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09679AFF-AE13-BA39-F402-0427E9C3424C}"/>
                </a:ext>
              </a:extLst>
            </p:cNvPr>
            <p:cNvSpPr/>
            <p:nvPr/>
          </p:nvSpPr>
          <p:spPr>
            <a:xfrm>
              <a:off x="2590800" y="3730461"/>
              <a:ext cx="121920" cy="101613"/>
            </a:xfrm>
            <a:prstGeom prst="ellipse">
              <a:avLst/>
            </a:prstGeom>
            <a:solidFill>
              <a:srgbClr val="FFC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a:extLst>
              <a:ext uri="{FF2B5EF4-FFF2-40B4-BE49-F238E27FC236}">
                <a16:creationId xmlns:a16="http://schemas.microsoft.com/office/drawing/2014/main" id="{B1FF95C0-2151-0895-243F-E4CDEF26A62B}"/>
              </a:ext>
            </a:extLst>
          </p:cNvPr>
          <p:cNvGrpSpPr/>
          <p:nvPr/>
        </p:nvGrpSpPr>
        <p:grpSpPr>
          <a:xfrm>
            <a:off x="943118" y="6347433"/>
            <a:ext cx="10767796" cy="348335"/>
            <a:chOff x="4685665" y="1834757"/>
            <a:chExt cx="10841768" cy="348335"/>
          </a:xfrm>
        </p:grpSpPr>
        <p:sp>
          <p:nvSpPr>
            <p:cNvPr id="23" name="ComponentBackground2">
              <a:extLst>
                <a:ext uri="{FF2B5EF4-FFF2-40B4-BE49-F238E27FC236}">
                  <a16:creationId xmlns:a16="http://schemas.microsoft.com/office/drawing/2014/main" id="{E51E4199-3588-0002-3BA2-5F5BD8E4CE44}"/>
                </a:ext>
              </a:extLst>
            </p:cNvPr>
            <p:cNvSpPr>
              <a:spLocks/>
            </p:cNvSpPr>
            <p:nvPr/>
          </p:nvSpPr>
          <p:spPr>
            <a:xfrm>
              <a:off x="4708525" y="1834757"/>
              <a:ext cx="10818908" cy="348335"/>
            </a:xfrm>
            <a:prstGeom prst="roundRect">
              <a:avLst>
                <a:gd name="adj" fmla="val 11490"/>
              </a:avLst>
            </a:prstGeom>
            <a:solidFill>
              <a:srgbClr val="000000">
                <a:alpha val="5000"/>
              </a:srgbClr>
            </a:solidFill>
            <a:ln w="12700" cap="flat" cmpd="sng" algn="ctr">
              <a:noFill/>
              <a:prstDash val="solid"/>
              <a:miter lim="800000"/>
            </a:ln>
            <a:effectLst/>
          </p:spPr>
          <p:txBody>
            <a:bodyPr lIns="180000" rIns="180000" rtlCol="0" anchor="ctr"/>
            <a:lstStyle/>
            <a:p>
              <a:pPr lvl="0">
                <a:defRPr/>
              </a:pPr>
              <a:r>
                <a:rPr kumimoji="1" lang="zh-CN" altLang="en-US" sz="1200" b="1" kern="0">
                  <a:solidFill>
                    <a:schemeClr val="tx1">
                      <a:lumMod val="50000"/>
                    </a:schemeClr>
                  </a:solidFill>
                  <a:ea typeface="微软雅黑"/>
                </a:rPr>
                <a:t>提示：</a:t>
              </a:r>
              <a:r>
                <a:rPr kumimoji="1" lang="en-US" altLang="zh-CN" sz="1200" kern="0">
                  <a:solidFill>
                    <a:schemeClr val="tx1">
                      <a:lumMod val="50000"/>
                    </a:schemeClr>
                  </a:solidFill>
                  <a:ea typeface="微软雅黑"/>
                </a:rPr>
                <a:t>with</a:t>
              </a:r>
              <a:r>
                <a:rPr kumimoji="1" lang="zh-CN" altLang="en-US" sz="1200" kern="0">
                  <a:solidFill>
                    <a:schemeClr val="tx1">
                      <a:lumMod val="50000"/>
                    </a:schemeClr>
                  </a:solidFill>
                  <a:ea typeface="微软雅黑"/>
                </a:rPr>
                <a:t>语句</a:t>
              </a:r>
              <a:r>
                <a:rPr kumimoji="1" lang="en-US" altLang="zh-CN" sz="1200" kern="0">
                  <a:solidFill>
                    <a:schemeClr val="tx1">
                      <a:lumMod val="50000"/>
                    </a:schemeClr>
                  </a:solidFill>
                  <a:ea typeface="微软雅黑"/>
                </a:rPr>
                <a:t>(</a:t>
              </a:r>
              <a:r>
                <a:rPr kumimoji="1" lang="zh-CN" altLang="en-US" sz="1200" kern="0">
                  <a:solidFill>
                    <a:schemeClr val="tx1">
                      <a:lumMod val="50000"/>
                    </a:schemeClr>
                  </a:solidFill>
                  <a:ea typeface="微软雅黑"/>
                </a:rPr>
                <a:t>上下文管理器</a:t>
              </a:r>
              <a:r>
                <a:rPr kumimoji="1" lang="en-US" altLang="zh-CN" sz="1200" kern="0">
                  <a:solidFill>
                    <a:schemeClr val="tx1">
                      <a:lumMod val="50000"/>
                    </a:schemeClr>
                  </a:solidFill>
                  <a:ea typeface="微软雅黑"/>
                </a:rPr>
                <a:t>)</a:t>
              </a:r>
              <a:r>
                <a:rPr kumimoji="1" lang="zh-CN" altLang="en-US" sz="1200" kern="0">
                  <a:solidFill>
                    <a:schemeClr val="tx1">
                      <a:lumMod val="50000"/>
                    </a:schemeClr>
                  </a:solidFill>
                  <a:ea typeface="微软雅黑"/>
                </a:rPr>
                <a:t>的核心作用就是确保资源的总是被正确获取和释放（即使发生异常，也会被正确释放），也是项目开发中的推荐方式 。</a:t>
              </a:r>
              <a:endParaRPr kumimoji="1" lang="zh-CN" altLang="en-US" sz="1200" i="0" u="none" strike="noStrike" kern="0" cap="none" spc="0" normalizeH="0" baseline="0" noProof="0">
                <a:ln>
                  <a:noFill/>
                </a:ln>
                <a:solidFill>
                  <a:srgbClr val="000000"/>
                </a:solidFill>
                <a:effectLst/>
                <a:uLnTx/>
                <a:uFillTx/>
                <a:ea typeface="微软雅黑"/>
                <a:cs typeface="+mn-cs"/>
              </a:endParaRPr>
            </a:p>
          </p:txBody>
        </p:sp>
        <p:sp>
          <p:nvSpPr>
            <p:cNvPr id="24" name="Shape2">
              <a:extLst>
                <a:ext uri="{FF2B5EF4-FFF2-40B4-BE49-F238E27FC236}">
                  <a16:creationId xmlns:a16="http://schemas.microsoft.com/office/drawing/2014/main" id="{577E494B-EBA1-88FD-5163-416165C2DBE7}"/>
                </a:ext>
              </a:extLst>
            </p:cNvPr>
            <p:cNvSpPr/>
            <p:nvPr/>
          </p:nvSpPr>
          <p:spPr>
            <a:xfrm>
              <a:off x="4685665" y="1860105"/>
              <a:ext cx="45719" cy="303939"/>
            </a:xfrm>
            <a:prstGeom prst="roundRect">
              <a:avLst>
                <a:gd name="adj" fmla="val 50000"/>
              </a:avLst>
            </a:prstGeom>
            <a:solidFill>
              <a:srgbClr val="00B0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C00000"/>
                </a:solidFill>
                <a:effectLst/>
                <a:uLnTx/>
                <a:uFillTx/>
                <a:ea typeface="微软雅黑"/>
                <a:cs typeface="+mn-cs"/>
              </a:endParaRPr>
            </a:p>
          </p:txBody>
        </p:sp>
      </p:grpSp>
      <p:sp>
        <p:nvSpPr>
          <p:cNvPr id="25" name="文本框 24">
            <a:extLst>
              <a:ext uri="{FF2B5EF4-FFF2-40B4-BE49-F238E27FC236}">
                <a16:creationId xmlns:a16="http://schemas.microsoft.com/office/drawing/2014/main" id="{AB7E9798-D0A1-6A17-6BFF-DCEB891AD797}"/>
              </a:ext>
            </a:extLst>
          </p:cNvPr>
          <p:cNvSpPr txBox="1"/>
          <p:nvPr/>
        </p:nvSpPr>
        <p:spPr>
          <a:xfrm>
            <a:off x="5295773" y="4639432"/>
            <a:ext cx="800219" cy="461665"/>
          </a:xfrm>
          <a:prstGeom prst="rect">
            <a:avLst/>
          </a:prstGeom>
          <a:noFill/>
        </p:spPr>
        <p:txBody>
          <a:bodyPr wrap="none" rtlCol="0">
            <a:spAutoFit/>
          </a:bodyPr>
          <a:lstStyle/>
          <a:p>
            <a:r>
              <a:rPr lang="zh-CN" altLang="en-US" sz="2400">
                <a:solidFill>
                  <a:srgbClr val="C00000"/>
                </a:solidFill>
                <a:latin typeface="荆南波波黑" panose="02000800000000000000" pitchFamily="2" charset="-122"/>
                <a:ea typeface="荆南波波黑" panose="02000800000000000000" pitchFamily="2" charset="-122"/>
              </a:rPr>
              <a:t>繁琐</a:t>
            </a:r>
          </a:p>
        </p:txBody>
      </p:sp>
      <p:sp>
        <p:nvSpPr>
          <p:cNvPr id="26" name="文本框 25">
            <a:extLst>
              <a:ext uri="{FF2B5EF4-FFF2-40B4-BE49-F238E27FC236}">
                <a16:creationId xmlns:a16="http://schemas.microsoft.com/office/drawing/2014/main" id="{92932A30-A4BC-5053-42E5-41881C1BBF96}"/>
              </a:ext>
            </a:extLst>
          </p:cNvPr>
          <p:cNvSpPr txBox="1"/>
          <p:nvPr/>
        </p:nvSpPr>
        <p:spPr>
          <a:xfrm>
            <a:off x="10968821" y="4639431"/>
            <a:ext cx="800219" cy="461665"/>
          </a:xfrm>
          <a:prstGeom prst="rect">
            <a:avLst/>
          </a:prstGeom>
          <a:noFill/>
        </p:spPr>
        <p:txBody>
          <a:bodyPr wrap="none" rtlCol="0">
            <a:spAutoFit/>
          </a:bodyPr>
          <a:lstStyle/>
          <a:p>
            <a:r>
              <a:rPr lang="zh-CN" altLang="en-US" sz="2400">
                <a:solidFill>
                  <a:srgbClr val="00B050"/>
                </a:solidFill>
                <a:latin typeface="荆南波波黑" panose="02000800000000000000" pitchFamily="2" charset="-122"/>
                <a:ea typeface="荆南波波黑" panose="02000800000000000000" pitchFamily="2" charset="-122"/>
              </a:rPr>
              <a:t>推荐</a:t>
            </a:r>
          </a:p>
        </p:txBody>
      </p:sp>
    </p:spTree>
    <p:extLst>
      <p:ext uri="{BB962C8B-B14F-4D97-AF65-F5344CB8AC3E}">
        <p14:creationId xmlns:p14="http://schemas.microsoft.com/office/powerpoint/2010/main" val="25154296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strVal val="4*#ppt_w"/>
                                          </p:val>
                                        </p:tav>
                                        <p:tav tm="100000">
                                          <p:val>
                                            <p:strVal val="#ppt_w"/>
                                          </p:val>
                                        </p:tav>
                                      </p:tavLst>
                                    </p:anim>
                                    <p:anim calcmode="lin" valueType="num">
                                      <p:cBhvr>
                                        <p:cTn id="8" dur="500" fill="hold"/>
                                        <p:tgtEl>
                                          <p:spTgt spid="25"/>
                                        </p:tgtEl>
                                        <p:attrNameLst>
                                          <p:attrName>ppt_h</p:attrName>
                                        </p:attrNameLst>
                                      </p:cBhvr>
                                      <p:tavLst>
                                        <p:tav tm="0">
                                          <p:val>
                                            <p:strVal val="4*#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anim calcmode="lin" valueType="num">
                                      <p:cBhvr>
                                        <p:cTn id="20" dur="500" fill="hold"/>
                                        <p:tgtEl>
                                          <p:spTgt spid="22"/>
                                        </p:tgtEl>
                                        <p:attrNameLst>
                                          <p:attrName>ppt_x</p:attrName>
                                        </p:attrNameLst>
                                      </p:cBhvr>
                                      <p:tavLst>
                                        <p:tav tm="0">
                                          <p:val>
                                            <p:strVal val="#ppt_x"/>
                                          </p:val>
                                        </p:tav>
                                        <p:tav tm="100000">
                                          <p:val>
                                            <p:strVal val="#ppt_x"/>
                                          </p:val>
                                        </p:tav>
                                      </p:tavLst>
                                    </p:anim>
                                    <p:anim calcmode="lin" valueType="num">
                                      <p:cBhvr>
                                        <p:cTn id="21"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3" presetClass="entr" presetSubtype="32" fill="hold" grpId="0" nodeType="click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p:cTn id="26" dur="500" fill="hold"/>
                                        <p:tgtEl>
                                          <p:spTgt spid="26"/>
                                        </p:tgtEl>
                                        <p:attrNameLst>
                                          <p:attrName>ppt_w</p:attrName>
                                        </p:attrNameLst>
                                      </p:cBhvr>
                                      <p:tavLst>
                                        <p:tav tm="0">
                                          <p:val>
                                            <p:strVal val="4*#ppt_w"/>
                                          </p:val>
                                        </p:tav>
                                        <p:tav tm="100000">
                                          <p:val>
                                            <p:strVal val="#ppt_w"/>
                                          </p:val>
                                        </p:tav>
                                      </p:tavLst>
                                    </p:anim>
                                    <p:anim calcmode="lin" valueType="num">
                                      <p:cBhvr>
                                        <p:cTn id="27" dur="500" fill="hold"/>
                                        <p:tgtEl>
                                          <p:spTgt spid="26"/>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986D4-6A0F-8CA9-1CCE-3ABB631F4098}"/>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CBA5FDA4-AA23-AED4-70AD-E796E5F41BE0}"/>
              </a:ext>
            </a:extLst>
          </p:cNvPr>
          <p:cNvSpPr>
            <a:spLocks noGrp="1"/>
          </p:cNvSpPr>
          <p:nvPr>
            <p:ph type="body" sz="quarter" idx="10"/>
          </p:nvPr>
        </p:nvSpPr>
        <p:spPr/>
        <p:txBody>
          <a:bodyPr/>
          <a:lstStyle/>
          <a:p>
            <a:pPr marL="342900" indent="-342900">
              <a:buFont typeface="+mj-lt"/>
              <a:buAutoNum type="arabicPeriod"/>
            </a:pPr>
            <a:r>
              <a:rPr lang="zh-CN" altLang="en-US"/>
              <a:t>操作文件时，文件资源释放的最佳实践？</a:t>
            </a:r>
            <a:endParaRPr lang="en-US" altLang="zh-CN"/>
          </a:p>
          <a:p>
            <a:pPr marL="612000" lvl="1" indent="-285750">
              <a:lnSpc>
                <a:spcPct val="150000"/>
              </a:lnSpc>
              <a:spcBef>
                <a:spcPts val="600"/>
              </a:spcBef>
            </a:pPr>
            <a:r>
              <a:rPr lang="en-US" altLang="zh-CN" sz="1400"/>
              <a:t>try...finally </a:t>
            </a:r>
          </a:p>
          <a:p>
            <a:pPr marL="612000" lvl="1" indent="-285750">
              <a:lnSpc>
                <a:spcPct val="150000"/>
              </a:lnSpc>
              <a:spcBef>
                <a:spcPts val="600"/>
              </a:spcBef>
            </a:pPr>
            <a:r>
              <a:rPr lang="en-US" altLang="zh-CN" sz="1400"/>
              <a:t>with open()</a:t>
            </a:r>
            <a:r>
              <a:rPr lang="zh-CN" altLang="en-US" sz="1400"/>
              <a:t>方法 </a:t>
            </a:r>
            <a:r>
              <a:rPr lang="en-US" altLang="zh-CN" sz="1400">
                <a:solidFill>
                  <a:srgbClr val="C00000"/>
                </a:solidFill>
              </a:rPr>
              <a:t>(</a:t>
            </a:r>
            <a:r>
              <a:rPr lang="zh-CN" altLang="en-US" sz="1400">
                <a:solidFill>
                  <a:srgbClr val="C00000"/>
                </a:solidFill>
              </a:rPr>
              <a:t>推荐，最佳实践</a:t>
            </a:r>
            <a:r>
              <a:rPr lang="en-US" altLang="zh-CN" sz="1400">
                <a:solidFill>
                  <a:srgbClr val="C00000"/>
                </a:solidFill>
              </a:rPr>
              <a:t>)</a:t>
            </a:r>
            <a:endParaRPr lang="zh-CN" altLang="en-US" sz="1400">
              <a:solidFill>
                <a:srgbClr val="C00000"/>
              </a:solidFill>
            </a:endParaRPr>
          </a:p>
        </p:txBody>
      </p:sp>
    </p:spTree>
    <p:extLst>
      <p:ext uri="{BB962C8B-B14F-4D97-AF65-F5344CB8AC3E}">
        <p14:creationId xmlns:p14="http://schemas.microsoft.com/office/powerpoint/2010/main" val="438645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0"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AD864-5A0A-9075-CFC3-2E44B806A1BC}"/>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5C726068-EC01-140E-345C-9B0F14102D30}"/>
              </a:ext>
            </a:extLst>
          </p:cNvPr>
          <p:cNvSpPr>
            <a:spLocks noGrp="1"/>
          </p:cNvSpPr>
          <p:nvPr>
            <p:ph type="title"/>
          </p:nvPr>
        </p:nvSpPr>
        <p:spPr/>
        <p:txBody>
          <a:bodyPr/>
          <a:lstStyle/>
          <a:p>
            <a:r>
              <a:rPr lang="en-US" altLang="zh-CN"/>
              <a:t>AI</a:t>
            </a:r>
            <a:r>
              <a:rPr lang="zh-CN" altLang="en-US"/>
              <a:t>智能伴侣</a:t>
            </a:r>
            <a:r>
              <a:rPr lang="en-US" altLang="zh-CN"/>
              <a:t>-</a:t>
            </a:r>
            <a:r>
              <a:rPr lang="zh-CN" altLang="en-US"/>
              <a:t>会话管理</a:t>
            </a:r>
          </a:p>
        </p:txBody>
      </p:sp>
      <p:pic>
        <p:nvPicPr>
          <p:cNvPr id="2" name="图片 1" descr="图片包含 图形用户界面&#10;&#10;AI 生成的内容可能不正确。">
            <a:extLst>
              <a:ext uri="{FF2B5EF4-FFF2-40B4-BE49-F238E27FC236}">
                <a16:creationId xmlns:a16="http://schemas.microsoft.com/office/drawing/2014/main" id="{4613BE02-75E5-DB27-5D3D-F2186FD8D7C9}"/>
              </a:ext>
            </a:extLst>
          </p:cNvPr>
          <p:cNvPicPr>
            <a:picLocks noChangeAspect="1"/>
          </p:cNvPicPr>
          <p:nvPr/>
        </p:nvPicPr>
        <p:blipFill>
          <a:blip r:embed="rId2"/>
          <a:srcRect r="57963" b="3254"/>
          <a:stretch>
            <a:fillRect/>
          </a:stretch>
        </p:blipFill>
        <p:spPr>
          <a:xfrm>
            <a:off x="690572" y="880354"/>
            <a:ext cx="4358506" cy="5642443"/>
          </a:xfrm>
          <a:prstGeom prst="roundRect">
            <a:avLst>
              <a:gd name="adj" fmla="val 1216"/>
            </a:avLst>
          </a:prstGeom>
        </p:spPr>
      </p:pic>
      <p:sp>
        <p:nvSpPr>
          <p:cNvPr id="3" name="矩形: 圆角 2">
            <a:extLst>
              <a:ext uri="{FF2B5EF4-FFF2-40B4-BE49-F238E27FC236}">
                <a16:creationId xmlns:a16="http://schemas.microsoft.com/office/drawing/2014/main" id="{0A6D79FA-81B7-9DEB-31E1-DEE24D141F0B}"/>
              </a:ext>
            </a:extLst>
          </p:cNvPr>
          <p:cNvSpPr/>
          <p:nvPr/>
        </p:nvSpPr>
        <p:spPr>
          <a:xfrm>
            <a:off x="748748" y="1669774"/>
            <a:ext cx="1802296" cy="357809"/>
          </a:xfrm>
          <a:prstGeom prst="roundRect">
            <a:avLst>
              <a:gd name="adj" fmla="val 12844"/>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8">
            <a:extLst>
              <a:ext uri="{FF2B5EF4-FFF2-40B4-BE49-F238E27FC236}">
                <a16:creationId xmlns:a16="http://schemas.microsoft.com/office/drawing/2014/main" id="{89BEB95C-354C-E15E-1EB2-D8DCCE511B1D}"/>
              </a:ext>
            </a:extLst>
          </p:cNvPr>
          <p:cNvGrpSpPr/>
          <p:nvPr/>
        </p:nvGrpSpPr>
        <p:grpSpPr>
          <a:xfrm>
            <a:off x="6845023" y="1384244"/>
            <a:ext cx="3156227" cy="3689024"/>
            <a:chOff x="2883349" y="3111061"/>
            <a:chExt cx="3280482" cy="3622047"/>
          </a:xfrm>
        </p:grpSpPr>
        <p:sp>
          <p:nvSpPr>
            <p:cNvPr id="6" name="任意多边形: 形状 5">
              <a:extLst>
                <a:ext uri="{FF2B5EF4-FFF2-40B4-BE49-F238E27FC236}">
                  <a16:creationId xmlns:a16="http://schemas.microsoft.com/office/drawing/2014/main" id="{6C11694A-847A-8340-D19E-1915A3647667}"/>
                </a:ext>
              </a:extLst>
            </p:cNvPr>
            <p:cNvSpPr/>
            <p:nvPr/>
          </p:nvSpPr>
          <p:spPr>
            <a:xfrm>
              <a:off x="2883349" y="3111061"/>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36000" rIns="0" rtlCol="0" anchor="ctr">
              <a:noAutofit/>
            </a:bodyPr>
            <a:lstStyle/>
            <a:p>
              <a:pPr>
                <a:lnSpc>
                  <a:spcPct val="150000"/>
                </a:lnSpc>
                <a:buNone/>
              </a:pPr>
              <a:r>
                <a:rPr lang="en-US" altLang="zh-CN" sz="900">
                  <a:solidFill>
                    <a:srgbClr val="080808"/>
                  </a:solidFill>
                  <a:effectLst/>
                  <a:latin typeface="Fira Code" panose="020B0809050000020004" pitchFamily="49" charset="0"/>
                </a:rPr>
                <a:t>{</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r>
                <a:rPr lang="en-US" altLang="zh-CN" sz="900">
                  <a:solidFill>
                    <a:srgbClr val="871094"/>
                  </a:solidFill>
                  <a:effectLst/>
                  <a:latin typeface="Fira Code" panose="020B0809050000020004" pitchFamily="49" charset="0"/>
                </a:rPr>
                <a:t>"messages"</a:t>
              </a:r>
              <a:r>
                <a:rPr lang="en-US" altLang="zh-CN" sz="900">
                  <a:solidFill>
                    <a:srgbClr val="080808"/>
                  </a:solidFill>
                  <a:effectLst/>
                  <a:latin typeface="Fira Code" panose="020B0809050000020004" pitchFamily="49" charset="0"/>
                </a:rPr>
                <a:t>: [</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r>
                <a:rPr lang="en-US" altLang="zh-CN" sz="900">
                  <a:solidFill>
                    <a:srgbClr val="871094"/>
                  </a:solidFill>
                  <a:effectLst/>
                  <a:latin typeface="Fira Code" panose="020B0809050000020004" pitchFamily="49" charset="0"/>
                </a:rPr>
                <a:t>"role"</a:t>
              </a:r>
              <a:r>
                <a:rPr lang="en-US" altLang="zh-CN" sz="900">
                  <a:solidFill>
                    <a:srgbClr val="080808"/>
                  </a:solidFill>
                  <a:effectLst/>
                  <a:latin typeface="Fira Code" panose="020B0809050000020004" pitchFamily="49" charset="0"/>
                </a:rPr>
                <a:t>: </a:t>
              </a:r>
              <a:r>
                <a:rPr lang="en-US" altLang="zh-CN" sz="900">
                  <a:solidFill>
                    <a:srgbClr val="067D17"/>
                  </a:solidFill>
                  <a:effectLst/>
                  <a:latin typeface="Fira Code" panose="020B0809050000020004" pitchFamily="49" charset="0"/>
                </a:rPr>
                <a:t>"user"</a:t>
              </a:r>
              <a:r>
                <a:rPr lang="en-US" altLang="zh-CN" sz="900">
                  <a:solidFill>
                    <a:srgbClr val="080808"/>
                  </a:solidFill>
                  <a:effectLst/>
                  <a:latin typeface="Fira Code" panose="020B0809050000020004" pitchFamily="49" charset="0"/>
                </a:rPr>
                <a:t>,</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r>
                <a:rPr lang="en-US" altLang="zh-CN" sz="900">
                  <a:solidFill>
                    <a:srgbClr val="871094"/>
                  </a:solidFill>
                  <a:effectLst/>
                  <a:latin typeface="Fira Code" panose="020B0809050000020004" pitchFamily="49" charset="0"/>
                </a:rPr>
                <a:t>"content"</a:t>
              </a:r>
              <a:r>
                <a:rPr lang="en-US" altLang="zh-CN" sz="900">
                  <a:solidFill>
                    <a:srgbClr val="080808"/>
                  </a:solidFill>
                  <a:effectLst/>
                  <a:latin typeface="Fira Code" panose="020B0809050000020004" pitchFamily="49" charset="0"/>
                </a:rPr>
                <a:t>: </a:t>
              </a:r>
              <a:r>
                <a:rPr lang="en-US" altLang="zh-CN" sz="900">
                  <a:solidFill>
                    <a:srgbClr val="067D17"/>
                  </a:solidFill>
                  <a:effectLst/>
                  <a:latin typeface="Fira Code" panose="020B0809050000020004" pitchFamily="49" charset="0"/>
                </a:rPr>
                <a:t>"</a:t>
              </a:r>
              <a:r>
                <a:rPr lang="zh-CN" altLang="en-US" sz="900">
                  <a:solidFill>
                    <a:srgbClr val="067D17"/>
                  </a:solidFill>
                  <a:effectLst/>
                  <a:latin typeface="Courier New" panose="02070309020205020404" pitchFamily="49" charset="0"/>
                </a:rPr>
                <a:t>你好</a:t>
              </a:r>
              <a:r>
                <a:rPr lang="en-US" altLang="zh-CN" sz="900">
                  <a:solidFill>
                    <a:srgbClr val="067D17"/>
                  </a:solidFill>
                  <a:effectLst/>
                  <a:latin typeface="Fira Code" panose="020B0809050000020004" pitchFamily="49" charset="0"/>
                </a:rPr>
                <a:t>"</a:t>
              </a:r>
              <a:br>
                <a:rPr lang="en-US" altLang="zh-CN" sz="900">
                  <a:solidFill>
                    <a:srgbClr val="067D17"/>
                  </a:solidFill>
                  <a:effectLst/>
                  <a:latin typeface="Fira Code" panose="020B0809050000020004" pitchFamily="49" charset="0"/>
                </a:rPr>
              </a:br>
              <a:r>
                <a:rPr lang="en-US" altLang="zh-CN" sz="900">
                  <a:solidFill>
                    <a:srgbClr val="067D17"/>
                  </a:solidFill>
                  <a:effectLst/>
                  <a:latin typeface="Fira Code" panose="020B0809050000020004" pitchFamily="49" charset="0"/>
                </a:rPr>
                <a:t>    </a:t>
              </a:r>
              <a:r>
                <a:rPr lang="en-US" altLang="zh-CN" sz="900">
                  <a:solidFill>
                    <a:srgbClr val="080808"/>
                  </a:solidFill>
                  <a:effectLst/>
                  <a:latin typeface="Fira Code" panose="020B0809050000020004" pitchFamily="49" charset="0"/>
                </a:rPr>
                <a:t>},</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r>
                <a:rPr lang="en-US" altLang="zh-CN" sz="900">
                  <a:solidFill>
                    <a:srgbClr val="871094"/>
                  </a:solidFill>
                  <a:effectLst/>
                  <a:latin typeface="Fira Code" panose="020B0809050000020004" pitchFamily="49" charset="0"/>
                </a:rPr>
                <a:t>"role"</a:t>
              </a:r>
              <a:r>
                <a:rPr lang="en-US" altLang="zh-CN" sz="900">
                  <a:solidFill>
                    <a:srgbClr val="080808"/>
                  </a:solidFill>
                  <a:effectLst/>
                  <a:latin typeface="Fira Code" panose="020B0809050000020004" pitchFamily="49" charset="0"/>
                </a:rPr>
                <a:t>: </a:t>
              </a:r>
              <a:r>
                <a:rPr lang="en-US" altLang="zh-CN" sz="900">
                  <a:solidFill>
                    <a:srgbClr val="067D17"/>
                  </a:solidFill>
                  <a:effectLst/>
                  <a:latin typeface="Fira Code" panose="020B0809050000020004" pitchFamily="49" charset="0"/>
                </a:rPr>
                <a:t>"assistant"</a:t>
              </a:r>
              <a:r>
                <a:rPr lang="en-US" altLang="zh-CN" sz="900">
                  <a:solidFill>
                    <a:srgbClr val="080808"/>
                  </a:solidFill>
                  <a:effectLst/>
                  <a:latin typeface="Fira Code" panose="020B0809050000020004" pitchFamily="49" charset="0"/>
                </a:rPr>
                <a:t>,</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r>
                <a:rPr lang="en-US" altLang="zh-CN" sz="900">
                  <a:solidFill>
                    <a:srgbClr val="871094"/>
                  </a:solidFill>
                  <a:effectLst/>
                  <a:latin typeface="Fira Code" panose="020B0809050000020004" pitchFamily="49" charset="0"/>
                </a:rPr>
                <a:t>"content"</a:t>
              </a:r>
              <a:r>
                <a:rPr lang="en-US" altLang="zh-CN" sz="900">
                  <a:solidFill>
                    <a:srgbClr val="080808"/>
                  </a:solidFill>
                  <a:effectLst/>
                  <a:latin typeface="Fira Code" panose="020B0809050000020004" pitchFamily="49" charset="0"/>
                </a:rPr>
                <a:t>: </a:t>
              </a:r>
              <a:r>
                <a:rPr lang="en-US" altLang="zh-CN" sz="900">
                  <a:solidFill>
                    <a:srgbClr val="067D17"/>
                  </a:solidFill>
                  <a:effectLst/>
                  <a:latin typeface="Fira Code" panose="020B0809050000020004" pitchFamily="49" charset="0"/>
                </a:rPr>
                <a:t>"</a:t>
              </a:r>
              <a:r>
                <a:rPr lang="zh-CN" altLang="en-US" sz="900">
                  <a:solidFill>
                    <a:srgbClr val="067D17"/>
                  </a:solidFill>
                  <a:effectLst/>
                  <a:latin typeface="Courier New" panose="02070309020205020404" pitchFamily="49" charset="0"/>
                </a:rPr>
                <a:t>哈囉</a:t>
              </a:r>
              <a:r>
                <a:rPr lang="en-US" altLang="zh-CN" sz="900">
                  <a:solidFill>
                    <a:srgbClr val="067D17"/>
                  </a:solidFill>
                  <a:effectLst/>
                  <a:latin typeface="Fira Code" panose="020B0809050000020004" pitchFamily="49" charset="0"/>
                </a:rPr>
                <a:t>~</a:t>
              </a:r>
              <a:r>
                <a:rPr lang="zh-CN" altLang="en-US" sz="900">
                  <a:solidFill>
                    <a:srgbClr val="067D17"/>
                  </a:solidFill>
                  <a:effectLst/>
                  <a:latin typeface="Courier New" panose="02070309020205020404" pitchFamily="49" charset="0"/>
                </a:rPr>
                <a:t>今天過得怎麼樣呀？💕</a:t>
              </a:r>
              <a:r>
                <a:rPr lang="en-US" altLang="zh-CN" sz="900">
                  <a:solidFill>
                    <a:srgbClr val="067D17"/>
                  </a:solidFill>
                  <a:effectLst/>
                  <a:latin typeface="Fira Code" panose="020B0809050000020004" pitchFamily="49" charset="0"/>
                </a:rPr>
                <a:t>"</a:t>
              </a:r>
              <a:br>
                <a:rPr lang="en-US" altLang="zh-CN" sz="900">
                  <a:solidFill>
                    <a:srgbClr val="067D17"/>
                  </a:solidFill>
                  <a:effectLst/>
                  <a:latin typeface="Fira Code" panose="020B0809050000020004" pitchFamily="49" charset="0"/>
                </a:rPr>
              </a:br>
              <a:r>
                <a:rPr lang="en-US" altLang="zh-CN" sz="900">
                  <a:solidFill>
                    <a:srgbClr val="067D17"/>
                  </a:solidFill>
                  <a:effectLst/>
                  <a:latin typeface="Fira Code" panose="020B0809050000020004" pitchFamily="49" charset="0"/>
                </a:rPr>
                <a:t>    </a:t>
              </a:r>
              <a:r>
                <a:rPr lang="en-US" altLang="zh-CN" sz="900">
                  <a:solidFill>
                    <a:srgbClr val="080808"/>
                  </a:solidFill>
                  <a:effectLst/>
                  <a:latin typeface="Fira Code" panose="020B0809050000020004" pitchFamily="49" charset="0"/>
                </a:rPr>
                <a:t>}</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r>
                <a:rPr lang="en-US" altLang="zh-CN" sz="900">
                  <a:solidFill>
                    <a:srgbClr val="871094"/>
                  </a:solidFill>
                  <a:effectLst/>
                  <a:latin typeface="Fira Code" panose="020B0809050000020004" pitchFamily="49" charset="0"/>
                </a:rPr>
                <a:t>"nick_name"</a:t>
              </a:r>
              <a:r>
                <a:rPr lang="en-US" altLang="zh-CN" sz="900">
                  <a:solidFill>
                    <a:srgbClr val="080808"/>
                  </a:solidFill>
                  <a:effectLst/>
                  <a:latin typeface="Fira Code" panose="020B0809050000020004" pitchFamily="49" charset="0"/>
                </a:rPr>
                <a:t>: </a:t>
              </a:r>
              <a:r>
                <a:rPr lang="en-US" altLang="zh-CN" sz="900">
                  <a:solidFill>
                    <a:srgbClr val="067D17"/>
                  </a:solidFill>
                  <a:effectLst/>
                  <a:latin typeface="Fira Code" panose="020B0809050000020004" pitchFamily="49" charset="0"/>
                </a:rPr>
                <a:t>"</a:t>
              </a:r>
              <a:r>
                <a:rPr lang="zh-CN" altLang="en-US" sz="900">
                  <a:solidFill>
                    <a:srgbClr val="067D17"/>
                  </a:solidFill>
                  <a:effectLst/>
                  <a:latin typeface="Courier New" panose="02070309020205020404" pitchFamily="49" charset="0"/>
                </a:rPr>
                <a:t>小</a:t>
              </a:r>
              <a:r>
                <a:rPr lang="zh-CN" altLang="en-US" sz="900">
                  <a:solidFill>
                    <a:srgbClr val="067D17"/>
                  </a:solidFill>
                  <a:latin typeface="Courier New" panose="02070309020205020404" pitchFamily="49" charset="0"/>
                </a:rPr>
                <a:t>美</a:t>
              </a:r>
              <a:r>
                <a:rPr lang="en-US" altLang="zh-CN" sz="900">
                  <a:solidFill>
                    <a:srgbClr val="067D17"/>
                  </a:solidFill>
                  <a:effectLst/>
                  <a:latin typeface="Fira Code" panose="020B0809050000020004" pitchFamily="49" charset="0"/>
                </a:rPr>
                <a:t>"</a:t>
              </a:r>
              <a:r>
                <a:rPr lang="en-US" altLang="zh-CN" sz="900">
                  <a:solidFill>
                    <a:srgbClr val="080808"/>
                  </a:solidFill>
                  <a:effectLst/>
                  <a:latin typeface="Fira Code" panose="020B0809050000020004" pitchFamily="49" charset="0"/>
                </a:rPr>
                <a:t>,</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r>
                <a:rPr lang="en-US" altLang="zh-CN" sz="900">
                  <a:solidFill>
                    <a:srgbClr val="871094"/>
                  </a:solidFill>
                  <a:effectLst/>
                  <a:latin typeface="Fira Code" panose="020B0809050000020004" pitchFamily="49" charset="0"/>
                </a:rPr>
                <a:t>"nature"</a:t>
              </a:r>
              <a:r>
                <a:rPr lang="en-US" altLang="zh-CN" sz="900">
                  <a:solidFill>
                    <a:srgbClr val="080808"/>
                  </a:solidFill>
                  <a:effectLst/>
                  <a:latin typeface="Fira Code" panose="020B0809050000020004" pitchFamily="49" charset="0"/>
                </a:rPr>
                <a:t>: </a:t>
              </a:r>
              <a:r>
                <a:rPr lang="en-US" altLang="zh-CN" sz="900">
                  <a:solidFill>
                    <a:srgbClr val="067D17"/>
                  </a:solidFill>
                  <a:effectLst/>
                  <a:latin typeface="Fira Code" panose="020B0809050000020004" pitchFamily="49" charset="0"/>
                </a:rPr>
                <a:t>"</a:t>
              </a:r>
              <a:r>
                <a:rPr lang="zh-CN" altLang="en-US" sz="900">
                  <a:solidFill>
                    <a:srgbClr val="067D17"/>
                  </a:solidFill>
                  <a:effectLst/>
                  <a:latin typeface="Courier New" panose="02070309020205020404" pitchFamily="49" charset="0"/>
                </a:rPr>
                <a:t>温柔可爱的台湾腔姑娘</a:t>
              </a:r>
              <a:r>
                <a:rPr lang="en-US" altLang="zh-CN" sz="900">
                  <a:solidFill>
                    <a:srgbClr val="067D17"/>
                  </a:solidFill>
                  <a:effectLst/>
                  <a:latin typeface="Fira Code" panose="020B0809050000020004" pitchFamily="49" charset="0"/>
                </a:rPr>
                <a:t>"</a:t>
              </a:r>
              <a:r>
                <a:rPr lang="en-US" altLang="zh-CN" sz="900">
                  <a:solidFill>
                    <a:srgbClr val="080808"/>
                  </a:solidFill>
                  <a:effectLst/>
                  <a:latin typeface="Fira Code" panose="020B0809050000020004" pitchFamily="49" charset="0"/>
                </a:rPr>
                <a:t>,</a:t>
              </a:r>
              <a:br>
                <a:rPr lang="en-US" altLang="zh-CN" sz="900">
                  <a:solidFill>
                    <a:srgbClr val="080808"/>
                  </a:solidFill>
                  <a:effectLst/>
                  <a:latin typeface="Fira Code" panose="020B0809050000020004" pitchFamily="49" charset="0"/>
                </a:rPr>
              </a:br>
              <a:r>
                <a:rPr lang="en-US" altLang="zh-CN" sz="900">
                  <a:solidFill>
                    <a:srgbClr val="080808"/>
                  </a:solidFill>
                  <a:effectLst/>
                  <a:latin typeface="Fira Code" panose="020B0809050000020004" pitchFamily="49" charset="0"/>
                </a:rPr>
                <a:t>  </a:t>
              </a:r>
              <a:r>
                <a:rPr lang="en-US" altLang="zh-CN" sz="900">
                  <a:solidFill>
                    <a:srgbClr val="871094"/>
                  </a:solidFill>
                  <a:effectLst/>
                  <a:latin typeface="Fira Code" panose="020B0809050000020004" pitchFamily="49" charset="0"/>
                </a:rPr>
                <a:t>"current_session"</a:t>
              </a:r>
              <a:r>
                <a:rPr lang="en-US" altLang="zh-CN" sz="900">
                  <a:solidFill>
                    <a:srgbClr val="080808"/>
                  </a:solidFill>
                  <a:effectLst/>
                  <a:latin typeface="Fira Code" panose="020B0809050000020004" pitchFamily="49" charset="0"/>
                </a:rPr>
                <a:t>: </a:t>
              </a:r>
              <a:r>
                <a:rPr lang="en-US" altLang="zh-CN" sz="900">
                  <a:solidFill>
                    <a:srgbClr val="067D17"/>
                  </a:solidFill>
                  <a:effectLst/>
                  <a:latin typeface="Fira Code" panose="020B0809050000020004" pitchFamily="49" charset="0"/>
                </a:rPr>
                <a:t>"2026-01-09_16-05-20"</a:t>
              </a:r>
              <a:br>
                <a:rPr lang="en-US" altLang="zh-CN" sz="900">
                  <a:solidFill>
                    <a:srgbClr val="067D17"/>
                  </a:solidFill>
                  <a:effectLst/>
                  <a:latin typeface="Fira Code" panose="020B0809050000020004" pitchFamily="49" charset="0"/>
                </a:rPr>
              </a:br>
              <a:r>
                <a:rPr lang="en-US" altLang="zh-CN" sz="900">
                  <a:solidFill>
                    <a:srgbClr val="080808"/>
                  </a:solidFill>
                  <a:effectLst/>
                  <a:latin typeface="Fira Code" panose="020B0809050000020004" pitchFamily="49" charset="0"/>
                </a:rPr>
                <a:t>}</a:t>
              </a:r>
            </a:p>
          </p:txBody>
        </p:sp>
        <p:sp>
          <p:nvSpPr>
            <p:cNvPr id="7" name="任意多边形: 形状 6">
              <a:extLst>
                <a:ext uri="{FF2B5EF4-FFF2-40B4-BE49-F238E27FC236}">
                  <a16:creationId xmlns:a16="http://schemas.microsoft.com/office/drawing/2014/main" id="{E0B80334-5B03-A61D-DAF4-CC204EED32AA}"/>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p>
          </p:txBody>
        </p:sp>
      </p:grpSp>
      <p:sp>
        <p:nvSpPr>
          <p:cNvPr id="8" name="文本框 7">
            <a:extLst>
              <a:ext uri="{FF2B5EF4-FFF2-40B4-BE49-F238E27FC236}">
                <a16:creationId xmlns:a16="http://schemas.microsoft.com/office/drawing/2014/main" id="{283B0E56-6EA2-4F84-43B1-8048B550184C}"/>
              </a:ext>
            </a:extLst>
          </p:cNvPr>
          <p:cNvSpPr txBox="1"/>
          <p:nvPr/>
        </p:nvSpPr>
        <p:spPr>
          <a:xfrm>
            <a:off x="7400909" y="5196757"/>
            <a:ext cx="2044149" cy="276999"/>
          </a:xfrm>
          <a:prstGeom prst="rect">
            <a:avLst/>
          </a:prstGeom>
          <a:noFill/>
        </p:spPr>
        <p:txBody>
          <a:bodyPr wrap="none" rtlCol="0">
            <a:spAutoFit/>
          </a:bodyPr>
          <a:lstStyle/>
          <a:p>
            <a:r>
              <a:rPr lang="en-US" altLang="zh-CN" sz="1200"/>
              <a:t>20260109_160520.json</a:t>
            </a:r>
            <a:endParaRPr lang="zh-CN" altLang="en-US" sz="1200"/>
          </a:p>
        </p:txBody>
      </p:sp>
    </p:spTree>
    <p:extLst>
      <p:ext uri="{BB962C8B-B14F-4D97-AF65-F5344CB8AC3E}">
        <p14:creationId xmlns:p14="http://schemas.microsoft.com/office/powerpoint/2010/main" val="2313523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FCE20-66B2-F462-B346-1C047D3739F6}"/>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CB43E1C0-CE39-734A-C12C-B3264754A13F}"/>
              </a:ext>
            </a:extLst>
          </p:cNvPr>
          <p:cNvSpPr>
            <a:spLocks noGrp="1"/>
          </p:cNvSpPr>
          <p:nvPr>
            <p:ph idx="1"/>
          </p:nvPr>
        </p:nvSpPr>
        <p:spPr>
          <a:xfrm>
            <a:off x="576197" y="956241"/>
            <a:ext cx="11060481" cy="865933"/>
          </a:xfrm>
        </p:spPr>
        <p:txBody>
          <a:bodyPr/>
          <a:lstStyle/>
          <a:p>
            <a:pPr marL="285750" indent="-285750">
              <a:buFont typeface="Wingdings" panose="05000000000000000000" pitchFamily="2" charset="2"/>
              <a:buChar char="l"/>
            </a:pPr>
            <a:r>
              <a:rPr lang="en-US" altLang="zh-CN" b="0" i="0">
                <a:solidFill>
                  <a:srgbClr val="0F1115"/>
                </a:solidFill>
                <a:effectLst/>
              </a:rPr>
              <a:t>JSON</a:t>
            </a:r>
            <a:r>
              <a:rPr lang="zh-CN" altLang="en-US" b="0" i="0">
                <a:solidFill>
                  <a:srgbClr val="0F1115"/>
                </a:solidFill>
                <a:effectLst/>
              </a:rPr>
              <a:t>是</a:t>
            </a:r>
            <a:r>
              <a:rPr lang="zh-CN" altLang="en-US">
                <a:solidFill>
                  <a:srgbClr val="0F1115"/>
                </a:solidFill>
              </a:rPr>
              <a:t>软件开发</a:t>
            </a:r>
            <a:r>
              <a:rPr lang="zh-CN" altLang="en-US" b="0" i="0">
                <a:solidFill>
                  <a:srgbClr val="0F1115"/>
                </a:solidFill>
                <a:effectLst/>
              </a:rPr>
              <a:t>中</a:t>
            </a:r>
            <a:r>
              <a:rPr lang="zh-CN" altLang="en-US" i="0">
                <a:solidFill>
                  <a:srgbClr val="0F1115"/>
                </a:solidFill>
                <a:effectLst/>
              </a:rPr>
              <a:t>最常用的数据交换格式</a:t>
            </a:r>
            <a:r>
              <a:rPr lang="zh-CN" altLang="en-US" b="0" i="0">
                <a:solidFill>
                  <a:srgbClr val="0F1115"/>
                </a:solidFill>
                <a:effectLst/>
              </a:rPr>
              <a:t>，而为了简化</a:t>
            </a:r>
            <a:r>
              <a:rPr lang="en-US" altLang="zh-CN" b="0" i="0">
                <a:solidFill>
                  <a:srgbClr val="0F1115"/>
                </a:solidFill>
                <a:effectLst/>
              </a:rPr>
              <a:t>JSON</a:t>
            </a:r>
            <a:r>
              <a:rPr lang="zh-CN" altLang="en-US" b="0" i="0">
                <a:solidFill>
                  <a:srgbClr val="0F1115"/>
                </a:solidFill>
                <a:effectLst/>
              </a:rPr>
              <a:t>数据的处理，在</a:t>
            </a:r>
            <a:r>
              <a:rPr lang="en-US" altLang="zh-CN" b="0" i="0">
                <a:solidFill>
                  <a:srgbClr val="0F1115"/>
                </a:solidFill>
                <a:effectLst/>
              </a:rPr>
              <a:t>Python</a:t>
            </a:r>
            <a:r>
              <a:rPr lang="zh-CN" altLang="en-US" b="0" i="0">
                <a:solidFill>
                  <a:srgbClr val="0F1115"/>
                </a:solidFill>
                <a:effectLst/>
              </a:rPr>
              <a:t>标准库中就提供了处理</a:t>
            </a:r>
            <a:r>
              <a:rPr lang="en-US" altLang="zh-CN" b="0" i="0">
                <a:solidFill>
                  <a:srgbClr val="0F1115"/>
                </a:solidFill>
                <a:effectLst/>
              </a:rPr>
              <a:t>JSON</a:t>
            </a:r>
            <a:r>
              <a:rPr lang="zh-CN" altLang="en-US" b="0" i="0">
                <a:solidFill>
                  <a:srgbClr val="0F1115"/>
                </a:solidFill>
                <a:effectLst/>
              </a:rPr>
              <a:t>数据的核心模块 </a:t>
            </a:r>
            <a:r>
              <a:rPr lang="en-US" altLang="zh-CN" b="0" i="0">
                <a:solidFill>
                  <a:srgbClr val="0F1115"/>
                </a:solidFill>
                <a:effectLst/>
              </a:rPr>
              <a:t>json</a:t>
            </a:r>
            <a:r>
              <a:rPr lang="zh-CN" altLang="en-US" b="0" i="0">
                <a:solidFill>
                  <a:srgbClr val="0F1115"/>
                </a:solidFill>
                <a:effectLst/>
              </a:rPr>
              <a:t>。</a:t>
            </a:r>
            <a:endParaRPr lang="zh-CN" altLang="en-US"/>
          </a:p>
        </p:txBody>
      </p:sp>
      <p:sp>
        <p:nvSpPr>
          <p:cNvPr id="5" name="标题 4">
            <a:extLst>
              <a:ext uri="{FF2B5EF4-FFF2-40B4-BE49-F238E27FC236}">
                <a16:creationId xmlns:a16="http://schemas.microsoft.com/office/drawing/2014/main" id="{3D980C82-07CF-0349-8E91-ED89CCCCE290}"/>
              </a:ext>
            </a:extLst>
          </p:cNvPr>
          <p:cNvSpPr>
            <a:spLocks noGrp="1"/>
          </p:cNvSpPr>
          <p:nvPr>
            <p:ph type="title"/>
          </p:nvPr>
        </p:nvSpPr>
        <p:spPr/>
        <p:txBody>
          <a:bodyPr/>
          <a:lstStyle/>
          <a:p>
            <a:r>
              <a:rPr lang="zh-CN" altLang="en-US"/>
              <a:t>读写</a:t>
            </a:r>
            <a:r>
              <a:rPr lang="en-US" altLang="zh-CN"/>
              <a:t>json</a:t>
            </a:r>
            <a:r>
              <a:rPr lang="zh-CN" altLang="en-US"/>
              <a:t>格式文件</a:t>
            </a:r>
          </a:p>
        </p:txBody>
      </p:sp>
      <p:sp>
        <p:nvSpPr>
          <p:cNvPr id="3" name="矩形: 圆角 2">
            <a:extLst>
              <a:ext uri="{FF2B5EF4-FFF2-40B4-BE49-F238E27FC236}">
                <a16:creationId xmlns:a16="http://schemas.microsoft.com/office/drawing/2014/main" id="{E5D4F3FA-CC7F-D8AC-84F6-289FD679D30E}"/>
              </a:ext>
            </a:extLst>
          </p:cNvPr>
          <p:cNvSpPr/>
          <p:nvPr/>
        </p:nvSpPr>
        <p:spPr>
          <a:xfrm>
            <a:off x="902098" y="2575581"/>
            <a:ext cx="3941572" cy="1883775"/>
          </a:xfrm>
          <a:prstGeom prst="roundRect">
            <a:avLst>
              <a:gd name="adj" fmla="val 5498"/>
            </a:avLst>
          </a:prstGeom>
          <a:solidFill>
            <a:srgbClr val="F6F6F6"/>
          </a:solidFill>
          <a:ln w="3175">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72000" rIns="36000" bIns="0" rtlCol="0" anchor="t"/>
          <a:lstStyle/>
          <a:p>
            <a:pPr>
              <a:lnSpc>
                <a:spcPct val="150000"/>
              </a:lnSpc>
              <a:spcBef>
                <a:spcPts val="600"/>
              </a:spcBef>
              <a:buNone/>
            </a:pPr>
            <a:r>
              <a:rPr lang="en-US" altLang="zh-CN" sz="1200">
                <a:solidFill>
                  <a:srgbClr val="080808"/>
                </a:solidFill>
                <a:effectLst/>
                <a:latin typeface="Fira Code" panose="020B0809050000020004" pitchFamily="49" charset="0"/>
              </a:rPr>
              <a:t>{</a:t>
            </a:r>
            <a:br>
              <a:rPr lang="en-US" altLang="zh-CN" sz="1200">
                <a:solidFill>
                  <a:srgbClr val="080808"/>
                </a:solidFill>
                <a:effectLst/>
                <a:latin typeface="Fira Code" panose="020B0809050000020004" pitchFamily="49" charset="0"/>
              </a:rPr>
            </a:br>
            <a:r>
              <a:rPr lang="en-US" altLang="zh-CN" sz="1200">
                <a:solidFill>
                  <a:srgbClr val="080808"/>
                </a:solidFill>
                <a:effectLst/>
                <a:latin typeface="Fira Code" panose="020B0809050000020004" pitchFamily="49" charset="0"/>
              </a:rPr>
              <a:t>    </a:t>
            </a:r>
            <a:r>
              <a:rPr lang="en-US" altLang="zh-CN" sz="1200">
                <a:solidFill>
                  <a:srgbClr val="067D17"/>
                </a:solidFill>
                <a:effectLst/>
                <a:latin typeface="Fira Code" panose="020B0809050000020004" pitchFamily="49" charset="0"/>
              </a:rPr>
              <a:t>"name"</a:t>
            </a:r>
            <a:r>
              <a:rPr lang="en-US" altLang="zh-CN" sz="1200">
                <a:solidFill>
                  <a:srgbClr val="080808"/>
                </a:solidFill>
                <a:effectLst/>
                <a:latin typeface="Fira Code" panose="020B0809050000020004" pitchFamily="49" charset="0"/>
              </a:rPr>
              <a:t>: </a:t>
            </a:r>
            <a:r>
              <a:rPr lang="en-US" altLang="zh-CN" sz="1200">
                <a:solidFill>
                  <a:srgbClr val="067D17"/>
                </a:solidFill>
                <a:effectLst/>
                <a:latin typeface="Fira Code" panose="020B0809050000020004" pitchFamily="49" charset="0"/>
              </a:rPr>
              <a:t>"</a:t>
            </a:r>
            <a:r>
              <a:rPr lang="zh-CN" altLang="en-US" sz="1200">
                <a:solidFill>
                  <a:srgbClr val="067D17"/>
                </a:solidFill>
                <a:effectLst/>
                <a:latin typeface="Courier New" panose="02070309020205020404" pitchFamily="49" charset="0"/>
              </a:rPr>
              <a:t>涛哥</a:t>
            </a:r>
            <a:r>
              <a:rPr lang="en-US" altLang="zh-CN" sz="1200">
                <a:solidFill>
                  <a:srgbClr val="067D17"/>
                </a:solidFill>
                <a:effectLst/>
                <a:latin typeface="Fira Code" panose="020B0809050000020004" pitchFamily="49" charset="0"/>
              </a:rPr>
              <a:t>"</a:t>
            </a:r>
            <a:r>
              <a:rPr lang="en-US" altLang="zh-CN" sz="1200">
                <a:solidFill>
                  <a:srgbClr val="080808"/>
                </a:solidFill>
                <a:effectLst/>
                <a:latin typeface="Fira Code" panose="020B0809050000020004" pitchFamily="49" charset="0"/>
              </a:rPr>
              <a:t>,</a:t>
            </a:r>
            <a:br>
              <a:rPr lang="en-US" altLang="zh-CN" sz="1200">
                <a:solidFill>
                  <a:srgbClr val="080808"/>
                </a:solidFill>
                <a:effectLst/>
                <a:latin typeface="Fira Code" panose="020B0809050000020004" pitchFamily="49" charset="0"/>
              </a:rPr>
            </a:br>
            <a:r>
              <a:rPr lang="en-US" altLang="zh-CN" sz="1200">
                <a:solidFill>
                  <a:srgbClr val="080808"/>
                </a:solidFill>
                <a:effectLst/>
                <a:latin typeface="Fira Code" panose="020B0809050000020004" pitchFamily="49" charset="0"/>
              </a:rPr>
              <a:t>    </a:t>
            </a:r>
            <a:r>
              <a:rPr lang="en-US" altLang="zh-CN" sz="1200">
                <a:solidFill>
                  <a:srgbClr val="067D17"/>
                </a:solidFill>
                <a:effectLst/>
                <a:latin typeface="Fira Code" panose="020B0809050000020004" pitchFamily="49" charset="0"/>
              </a:rPr>
              <a:t>"age"</a:t>
            </a:r>
            <a:r>
              <a:rPr lang="en-US" altLang="zh-CN" sz="1200">
                <a:solidFill>
                  <a:srgbClr val="080808"/>
                </a:solidFill>
                <a:effectLst/>
                <a:latin typeface="Fira Code" panose="020B0809050000020004" pitchFamily="49" charset="0"/>
              </a:rPr>
              <a:t>: </a:t>
            </a:r>
            <a:r>
              <a:rPr lang="en-US" altLang="zh-CN" sz="1200">
                <a:solidFill>
                  <a:srgbClr val="1750EB"/>
                </a:solidFill>
                <a:effectLst/>
                <a:latin typeface="Fira Code" panose="020B0809050000020004" pitchFamily="49" charset="0"/>
              </a:rPr>
              <a:t>18</a:t>
            </a:r>
            <a:r>
              <a:rPr lang="en-US" altLang="zh-CN" sz="1200">
                <a:solidFill>
                  <a:srgbClr val="080808"/>
                </a:solidFill>
                <a:effectLst/>
                <a:latin typeface="Fira Code" panose="020B0809050000020004" pitchFamily="49" charset="0"/>
              </a:rPr>
              <a:t>,</a:t>
            </a:r>
            <a:br>
              <a:rPr lang="en-US" altLang="zh-CN" sz="1200">
                <a:solidFill>
                  <a:srgbClr val="080808"/>
                </a:solidFill>
                <a:effectLst/>
                <a:latin typeface="Fira Code" panose="020B0809050000020004" pitchFamily="49" charset="0"/>
              </a:rPr>
            </a:br>
            <a:r>
              <a:rPr lang="en-US" altLang="zh-CN" sz="1200">
                <a:solidFill>
                  <a:srgbClr val="080808"/>
                </a:solidFill>
                <a:effectLst/>
                <a:latin typeface="Fira Code" panose="020B0809050000020004" pitchFamily="49" charset="0"/>
              </a:rPr>
              <a:t>    </a:t>
            </a:r>
            <a:r>
              <a:rPr lang="en-US" altLang="zh-CN" sz="1200">
                <a:solidFill>
                  <a:srgbClr val="067D17"/>
                </a:solidFill>
                <a:effectLst/>
                <a:latin typeface="Fira Code" panose="020B0809050000020004" pitchFamily="49" charset="0"/>
              </a:rPr>
              <a:t>"gender"</a:t>
            </a:r>
            <a:r>
              <a:rPr lang="en-US" altLang="zh-CN" sz="1200">
                <a:solidFill>
                  <a:srgbClr val="080808"/>
                </a:solidFill>
                <a:effectLst/>
                <a:latin typeface="Fira Code" panose="020B0809050000020004" pitchFamily="49" charset="0"/>
              </a:rPr>
              <a:t>: </a:t>
            </a:r>
            <a:r>
              <a:rPr lang="en-US" altLang="zh-CN" sz="1200">
                <a:solidFill>
                  <a:srgbClr val="067D17"/>
                </a:solidFill>
                <a:effectLst/>
                <a:latin typeface="Fira Code" panose="020B0809050000020004" pitchFamily="49" charset="0"/>
              </a:rPr>
              <a:t>"</a:t>
            </a:r>
            <a:r>
              <a:rPr lang="zh-CN" altLang="en-US" sz="1200">
                <a:solidFill>
                  <a:srgbClr val="067D17"/>
                </a:solidFill>
                <a:effectLst/>
                <a:latin typeface="Courier New" panose="02070309020205020404" pitchFamily="49" charset="0"/>
              </a:rPr>
              <a:t>男</a:t>
            </a:r>
            <a:r>
              <a:rPr lang="en-US" altLang="zh-CN" sz="1200">
                <a:solidFill>
                  <a:srgbClr val="067D17"/>
                </a:solidFill>
                <a:effectLst/>
                <a:latin typeface="Fira Code" panose="020B0809050000020004" pitchFamily="49" charset="0"/>
              </a:rPr>
              <a:t>"</a:t>
            </a:r>
            <a:r>
              <a:rPr lang="en-US" altLang="zh-CN" sz="1200">
                <a:solidFill>
                  <a:srgbClr val="080808"/>
                </a:solidFill>
                <a:effectLst/>
                <a:latin typeface="Fira Code" panose="020B0809050000020004" pitchFamily="49" charset="0"/>
              </a:rPr>
              <a:t>,</a:t>
            </a:r>
            <a:br>
              <a:rPr lang="en-US" altLang="zh-CN" sz="1200">
                <a:solidFill>
                  <a:srgbClr val="080808"/>
                </a:solidFill>
                <a:effectLst/>
                <a:latin typeface="Fira Code" panose="020B0809050000020004" pitchFamily="49" charset="0"/>
              </a:rPr>
            </a:br>
            <a:r>
              <a:rPr lang="en-US" altLang="zh-CN" sz="1200">
                <a:solidFill>
                  <a:srgbClr val="080808"/>
                </a:solidFill>
                <a:effectLst/>
                <a:latin typeface="Fira Code" panose="020B0809050000020004" pitchFamily="49" charset="0"/>
              </a:rPr>
              <a:t>    </a:t>
            </a:r>
            <a:r>
              <a:rPr lang="en-US" altLang="zh-CN" sz="1200">
                <a:solidFill>
                  <a:srgbClr val="067D17"/>
                </a:solidFill>
                <a:effectLst/>
                <a:latin typeface="Fira Code" panose="020B0809050000020004" pitchFamily="49" charset="0"/>
              </a:rPr>
              <a:t>"hobbies"</a:t>
            </a:r>
            <a:r>
              <a:rPr lang="en-US" altLang="zh-CN" sz="1200">
                <a:solidFill>
                  <a:srgbClr val="080808"/>
                </a:solidFill>
                <a:effectLst/>
                <a:latin typeface="Fira Code" panose="020B0809050000020004" pitchFamily="49" charset="0"/>
              </a:rPr>
              <a:t>: [</a:t>
            </a:r>
            <a:r>
              <a:rPr lang="en-US" altLang="zh-CN" sz="1200">
                <a:solidFill>
                  <a:srgbClr val="067D17"/>
                </a:solidFill>
                <a:effectLst/>
                <a:latin typeface="Fira Code" panose="020B0809050000020004" pitchFamily="49" charset="0"/>
              </a:rPr>
              <a:t>"reading"</a:t>
            </a:r>
            <a:r>
              <a:rPr lang="en-US" altLang="zh-CN" sz="1200">
                <a:solidFill>
                  <a:srgbClr val="080808"/>
                </a:solidFill>
                <a:effectLst/>
                <a:latin typeface="Fira Code" panose="020B0809050000020004" pitchFamily="49" charset="0"/>
              </a:rPr>
              <a:t>, </a:t>
            </a:r>
            <a:r>
              <a:rPr lang="en-US" altLang="zh-CN" sz="1200">
                <a:solidFill>
                  <a:srgbClr val="067D17"/>
                </a:solidFill>
                <a:effectLst/>
                <a:latin typeface="Fira Code" panose="020B0809050000020004" pitchFamily="49" charset="0"/>
              </a:rPr>
              <a:t>"swimming"</a:t>
            </a:r>
            <a:r>
              <a:rPr lang="en-US" altLang="zh-CN" sz="1200">
                <a:solidFill>
                  <a:srgbClr val="080808"/>
                </a:solidFill>
                <a:effectLst/>
                <a:latin typeface="Fira Code" panose="020B0809050000020004" pitchFamily="49" charset="0"/>
              </a:rPr>
              <a:t>]</a:t>
            </a:r>
            <a:br>
              <a:rPr lang="en-US" altLang="zh-CN" sz="1200">
                <a:solidFill>
                  <a:srgbClr val="080808"/>
                </a:solidFill>
                <a:effectLst/>
                <a:latin typeface="Fira Code" panose="020B0809050000020004" pitchFamily="49" charset="0"/>
              </a:rPr>
            </a:br>
            <a:r>
              <a:rPr lang="en-US" altLang="zh-CN" sz="1200">
                <a:solidFill>
                  <a:srgbClr val="080808"/>
                </a:solidFill>
                <a:effectLst/>
                <a:latin typeface="Fira Code" panose="020B0809050000020004" pitchFamily="49" charset="0"/>
              </a:rPr>
              <a:t>}</a:t>
            </a:r>
          </a:p>
        </p:txBody>
      </p:sp>
      <p:grpSp>
        <p:nvGrpSpPr>
          <p:cNvPr id="4" name="!!组合 8">
            <a:extLst>
              <a:ext uri="{FF2B5EF4-FFF2-40B4-BE49-F238E27FC236}">
                <a16:creationId xmlns:a16="http://schemas.microsoft.com/office/drawing/2014/main" id="{6D0042C3-F7FA-6130-95D1-3C72985EF6F8}"/>
              </a:ext>
            </a:extLst>
          </p:cNvPr>
          <p:cNvGrpSpPr/>
          <p:nvPr/>
        </p:nvGrpSpPr>
        <p:grpSpPr>
          <a:xfrm>
            <a:off x="8335890" y="2073357"/>
            <a:ext cx="2650159" cy="3141373"/>
            <a:chOff x="2883349" y="3111061"/>
            <a:chExt cx="3280482" cy="3622047"/>
          </a:xfrm>
        </p:grpSpPr>
        <p:sp>
          <p:nvSpPr>
            <p:cNvPr id="6" name="任意多边形: 形状 5">
              <a:extLst>
                <a:ext uri="{FF2B5EF4-FFF2-40B4-BE49-F238E27FC236}">
                  <a16:creationId xmlns:a16="http://schemas.microsoft.com/office/drawing/2014/main" id="{30A73490-16C6-F4D4-95EC-08417E92D4D1}"/>
                </a:ext>
              </a:extLst>
            </p:cNvPr>
            <p:cNvSpPr/>
            <p:nvPr/>
          </p:nvSpPr>
          <p:spPr>
            <a:xfrm>
              <a:off x="2883349" y="3111061"/>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36000" rIns="0" rtlCol="0" anchor="ctr">
              <a:noAutofit/>
            </a:bodyPr>
            <a:lstStyle/>
            <a:p>
              <a:pPr>
                <a:lnSpc>
                  <a:spcPct val="200000"/>
                </a:lnSpc>
                <a:buNone/>
              </a:pP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a:t>
              </a:r>
              <a:r>
                <a:rPr lang="en-US" altLang="zh-CN" sz="1100">
                  <a:solidFill>
                    <a:srgbClr val="871094"/>
                  </a:solidFill>
                  <a:effectLst/>
                  <a:latin typeface="Fira Code" panose="020B0809050000020004" pitchFamily="49" charset="0"/>
                </a:rPr>
                <a:t>"name"</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a:t>
              </a:r>
              <a:r>
                <a:rPr lang="zh-CN" altLang="en-US" sz="1100">
                  <a:solidFill>
                    <a:srgbClr val="067D17"/>
                  </a:solidFill>
                  <a:latin typeface="Courier New" panose="02070309020205020404" pitchFamily="49" charset="0"/>
                </a:rPr>
                <a:t>涛哥</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a:t>
              </a:r>
              <a:r>
                <a:rPr lang="en-US" altLang="zh-CN" sz="1100">
                  <a:solidFill>
                    <a:srgbClr val="871094"/>
                  </a:solidFill>
                  <a:effectLst/>
                  <a:latin typeface="Fira Code" panose="020B0809050000020004" pitchFamily="49" charset="0"/>
                </a:rPr>
                <a:t>"age"</a:t>
              </a:r>
              <a:r>
                <a:rPr lang="en-US" altLang="zh-CN" sz="1100">
                  <a:solidFill>
                    <a:srgbClr val="080808"/>
                  </a:solidFill>
                  <a:effectLst/>
                  <a:latin typeface="Fira Code" panose="020B0809050000020004" pitchFamily="49" charset="0"/>
                </a:rPr>
                <a:t>: </a:t>
              </a:r>
              <a:r>
                <a:rPr lang="en-US" altLang="zh-CN" sz="1100">
                  <a:solidFill>
                    <a:srgbClr val="1750EB"/>
                  </a:solidFill>
                  <a:effectLst/>
                  <a:latin typeface="Fira Code" panose="020B0809050000020004" pitchFamily="49" charset="0"/>
                </a:rPr>
                <a:t>18</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a:t>
              </a:r>
              <a:r>
                <a:rPr lang="en-US" altLang="zh-CN" sz="1100">
                  <a:solidFill>
                    <a:srgbClr val="871094"/>
                  </a:solidFill>
                  <a:effectLst/>
                  <a:latin typeface="Fira Code" panose="020B0809050000020004" pitchFamily="49" charset="0"/>
                </a:rPr>
                <a:t>"gender"</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男</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a:t>
              </a:r>
              <a:r>
                <a:rPr lang="en-US" altLang="zh-CN" sz="1100">
                  <a:solidFill>
                    <a:srgbClr val="871094"/>
                  </a:solidFill>
                  <a:effectLst/>
                  <a:latin typeface="Fira Code" panose="020B0809050000020004" pitchFamily="49" charset="0"/>
                </a:rPr>
                <a:t>"hobbies"</a:t>
              </a:r>
              <a:r>
                <a:rPr lang="en-US" altLang="zh-CN" sz="1100">
                  <a:solidFill>
                    <a:srgbClr val="080808"/>
                  </a:solidFill>
                  <a:effectLst/>
                  <a:latin typeface="Fira Code" panose="020B0809050000020004" pitchFamily="49" charset="0"/>
                </a:rPr>
                <a:t>: [</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"reading"</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"swimming"</a:t>
              </a:r>
              <a:br>
                <a:rPr lang="en-US" altLang="zh-CN" sz="1100">
                  <a:solidFill>
                    <a:srgbClr val="067D17"/>
                  </a:solidFill>
                  <a:effectLst/>
                  <a:latin typeface="Fira Code" panose="020B0809050000020004" pitchFamily="49" charset="0"/>
                </a:rPr>
              </a:br>
              <a:r>
                <a:rPr lang="en-US" altLang="zh-CN" sz="1100">
                  <a:solidFill>
                    <a:srgbClr val="067D17"/>
                  </a:solidFill>
                  <a:effectLst/>
                  <a:latin typeface="Fira Code" panose="020B0809050000020004" pitchFamily="49" charset="0"/>
                </a:rPr>
                <a:t>  </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a:t>
              </a:r>
            </a:p>
          </p:txBody>
        </p:sp>
        <p:sp>
          <p:nvSpPr>
            <p:cNvPr id="7" name="任意多边形: 形状 6">
              <a:extLst>
                <a:ext uri="{FF2B5EF4-FFF2-40B4-BE49-F238E27FC236}">
                  <a16:creationId xmlns:a16="http://schemas.microsoft.com/office/drawing/2014/main" id="{1BD0D3B7-73E0-759F-CDDC-D61ED29DA567}"/>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p>
          </p:txBody>
        </p:sp>
      </p:grpSp>
      <p:sp>
        <p:nvSpPr>
          <p:cNvPr id="8" name="文本框 7">
            <a:extLst>
              <a:ext uri="{FF2B5EF4-FFF2-40B4-BE49-F238E27FC236}">
                <a16:creationId xmlns:a16="http://schemas.microsoft.com/office/drawing/2014/main" id="{AC69D7C5-B901-741F-99DC-BA75A0114B28}"/>
              </a:ext>
            </a:extLst>
          </p:cNvPr>
          <p:cNvSpPr txBox="1"/>
          <p:nvPr/>
        </p:nvSpPr>
        <p:spPr>
          <a:xfrm>
            <a:off x="9150252" y="5327413"/>
            <a:ext cx="1021433" cy="276999"/>
          </a:xfrm>
          <a:prstGeom prst="rect">
            <a:avLst/>
          </a:prstGeom>
          <a:noFill/>
        </p:spPr>
        <p:txBody>
          <a:bodyPr wrap="none" rtlCol="0">
            <a:spAutoFit/>
          </a:bodyPr>
          <a:lstStyle/>
          <a:p>
            <a:r>
              <a:rPr lang="en-US" altLang="zh-CN" sz="1200"/>
              <a:t>user.json</a:t>
            </a:r>
            <a:endParaRPr lang="zh-CN" altLang="en-US" sz="1200"/>
          </a:p>
        </p:txBody>
      </p:sp>
      <p:cxnSp>
        <p:nvCxnSpPr>
          <p:cNvPr id="10" name="直接箭头连接符 9">
            <a:extLst>
              <a:ext uri="{FF2B5EF4-FFF2-40B4-BE49-F238E27FC236}">
                <a16:creationId xmlns:a16="http://schemas.microsoft.com/office/drawing/2014/main" id="{339F61F7-B495-F783-08DD-4694F9EBC712}"/>
              </a:ext>
            </a:extLst>
          </p:cNvPr>
          <p:cNvCxnSpPr>
            <a:cxnSpLocks/>
          </p:cNvCxnSpPr>
          <p:nvPr/>
        </p:nvCxnSpPr>
        <p:spPr>
          <a:xfrm>
            <a:off x="5015948" y="3346174"/>
            <a:ext cx="3147391" cy="0"/>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59527CC0-7853-61E0-5BC0-79D2C1AE9C3D}"/>
              </a:ext>
            </a:extLst>
          </p:cNvPr>
          <p:cNvCxnSpPr>
            <a:cxnSpLocks/>
          </p:cNvCxnSpPr>
          <p:nvPr/>
        </p:nvCxnSpPr>
        <p:spPr>
          <a:xfrm>
            <a:off x="5009322" y="3677174"/>
            <a:ext cx="3154017" cy="0"/>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FB7754D3-7692-23EF-F065-A7BDD426C915}"/>
              </a:ext>
            </a:extLst>
          </p:cNvPr>
          <p:cNvSpPr txBox="1"/>
          <p:nvPr/>
        </p:nvSpPr>
        <p:spPr>
          <a:xfrm>
            <a:off x="5826610" y="3015175"/>
            <a:ext cx="1486304" cy="276999"/>
          </a:xfrm>
          <a:prstGeom prst="rect">
            <a:avLst/>
          </a:prstGeom>
          <a:noFill/>
        </p:spPr>
        <p:txBody>
          <a:bodyPr wrap="none" rtlCol="0">
            <a:spAutoFit/>
          </a:bodyPr>
          <a:lstStyle/>
          <a:p>
            <a:r>
              <a:rPr lang="en-US" altLang="zh-CN" sz="1200"/>
              <a:t>json.dump(...)</a:t>
            </a:r>
            <a:endParaRPr lang="zh-CN" altLang="en-US" sz="1200"/>
          </a:p>
        </p:txBody>
      </p:sp>
      <p:sp>
        <p:nvSpPr>
          <p:cNvPr id="13" name="文本框 12">
            <a:extLst>
              <a:ext uri="{FF2B5EF4-FFF2-40B4-BE49-F238E27FC236}">
                <a16:creationId xmlns:a16="http://schemas.microsoft.com/office/drawing/2014/main" id="{AC2286A9-862C-3DBB-3E47-5D793EDAC8C3}"/>
              </a:ext>
            </a:extLst>
          </p:cNvPr>
          <p:cNvSpPr txBox="1"/>
          <p:nvPr/>
        </p:nvSpPr>
        <p:spPr>
          <a:xfrm>
            <a:off x="5826610" y="3731175"/>
            <a:ext cx="1486304" cy="276999"/>
          </a:xfrm>
          <a:prstGeom prst="rect">
            <a:avLst/>
          </a:prstGeom>
          <a:noFill/>
        </p:spPr>
        <p:txBody>
          <a:bodyPr wrap="none" rtlCol="0">
            <a:spAutoFit/>
          </a:bodyPr>
          <a:lstStyle/>
          <a:p>
            <a:r>
              <a:rPr lang="en-US" altLang="zh-CN" sz="1200"/>
              <a:t>json.load(...)</a:t>
            </a:r>
            <a:endParaRPr lang="zh-CN" altLang="en-US" sz="1200"/>
          </a:p>
        </p:txBody>
      </p:sp>
      <p:sp>
        <p:nvSpPr>
          <p:cNvPr id="14" name="文本框 13">
            <a:extLst>
              <a:ext uri="{FF2B5EF4-FFF2-40B4-BE49-F238E27FC236}">
                <a16:creationId xmlns:a16="http://schemas.microsoft.com/office/drawing/2014/main" id="{2230562F-044E-94ED-0651-56459C72BFA1}"/>
              </a:ext>
            </a:extLst>
          </p:cNvPr>
          <p:cNvSpPr txBox="1"/>
          <p:nvPr/>
        </p:nvSpPr>
        <p:spPr>
          <a:xfrm>
            <a:off x="6049332" y="2591843"/>
            <a:ext cx="723275" cy="307777"/>
          </a:xfrm>
          <a:prstGeom prst="rect">
            <a:avLst/>
          </a:prstGeom>
          <a:noFill/>
        </p:spPr>
        <p:txBody>
          <a:bodyPr wrap="none" rtlCol="0">
            <a:spAutoFit/>
          </a:bodyPr>
          <a:lstStyle/>
          <a:p>
            <a:r>
              <a:rPr lang="zh-CN" altLang="en-US" sz="1400">
                <a:solidFill>
                  <a:srgbClr val="C00000"/>
                </a:solidFill>
                <a:latin typeface="荆南波波黑" panose="02000800000000000000" pitchFamily="2" charset="-122"/>
                <a:ea typeface="荆南波波黑" panose="02000800000000000000" pitchFamily="2" charset="-122"/>
              </a:rPr>
              <a:t>序列化</a:t>
            </a:r>
          </a:p>
        </p:txBody>
      </p:sp>
      <p:sp>
        <p:nvSpPr>
          <p:cNvPr id="15" name="文本框 14">
            <a:extLst>
              <a:ext uri="{FF2B5EF4-FFF2-40B4-BE49-F238E27FC236}">
                <a16:creationId xmlns:a16="http://schemas.microsoft.com/office/drawing/2014/main" id="{7D62989F-022E-95D1-D652-19432E0A26F1}"/>
              </a:ext>
            </a:extLst>
          </p:cNvPr>
          <p:cNvSpPr txBox="1"/>
          <p:nvPr/>
        </p:nvSpPr>
        <p:spPr>
          <a:xfrm>
            <a:off x="5959563" y="4132377"/>
            <a:ext cx="902811" cy="307777"/>
          </a:xfrm>
          <a:prstGeom prst="rect">
            <a:avLst/>
          </a:prstGeom>
          <a:noFill/>
        </p:spPr>
        <p:txBody>
          <a:bodyPr wrap="none" rtlCol="0">
            <a:spAutoFit/>
          </a:bodyPr>
          <a:lstStyle/>
          <a:p>
            <a:r>
              <a:rPr lang="zh-CN" altLang="en-US" sz="1400">
                <a:solidFill>
                  <a:srgbClr val="C00000"/>
                </a:solidFill>
                <a:latin typeface="荆南波波黑" panose="02000800000000000000" pitchFamily="2" charset="-122"/>
                <a:ea typeface="荆南波波黑" panose="02000800000000000000" pitchFamily="2" charset="-122"/>
              </a:rPr>
              <a:t>反序列化</a:t>
            </a:r>
          </a:p>
        </p:txBody>
      </p:sp>
    </p:spTree>
    <p:extLst>
      <p:ext uri="{BB962C8B-B14F-4D97-AF65-F5344CB8AC3E}">
        <p14:creationId xmlns:p14="http://schemas.microsoft.com/office/powerpoint/2010/main" val="1120861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decel="5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200" fill="hold"/>
                                        <p:tgtEl>
                                          <p:spTgt spid="3"/>
                                        </p:tgtEl>
                                        <p:attrNameLst>
                                          <p:attrName>ppt_w</p:attrName>
                                        </p:attrNameLst>
                                      </p:cBhvr>
                                      <p:tavLst>
                                        <p:tav tm="0">
                                          <p:val>
                                            <p:strVal val="0"/>
                                          </p:val>
                                        </p:tav>
                                        <p:tav tm="100000">
                                          <p:val>
                                            <p:strVal val="#ppt_w"/>
                                          </p:val>
                                        </p:tav>
                                      </p:tavLst>
                                    </p:anim>
                                    <p:anim calcmode="lin" valueType="num">
                                      <p:cBhvr>
                                        <p:cTn id="8" dur="200" fill="hold"/>
                                        <p:tgtEl>
                                          <p:spTgt spid="3"/>
                                        </p:tgtEl>
                                        <p:attrNameLst>
                                          <p:attrName>ppt_h</p:attrName>
                                        </p:attrNameLst>
                                      </p:cBhvr>
                                      <p:tavLst>
                                        <p:tav tm="0">
                                          <p:val>
                                            <p:strVal val="0"/>
                                          </p:val>
                                        </p:tav>
                                        <p:tav tm="100000">
                                          <p:val>
                                            <p:strVal val="#ppt_h"/>
                                          </p:val>
                                        </p:tav>
                                      </p:tavLst>
                                    </p:anim>
                                    <p:animScale>
                                      <p:cBhvr>
                                        <p:cTn id="9" dur="100" autoRev="1" fill="hold">
                                          <p:stCondLst>
                                            <p:cond delay="200"/>
                                          </p:stCondLst>
                                        </p:cTn>
                                        <p:tgtEl>
                                          <p:spTgt spid="3"/>
                                        </p:tgtEl>
                                      </p:cBhvr>
                                      <p:from x="100000" y="100000"/>
                                      <p:to x="110000" y="110000"/>
                                    </p:animScale>
                                    <p:animScale>
                                      <p:cBhvr>
                                        <p:cTn id="10" dur="100" autoRev="1" fill="hold">
                                          <p:stCondLst>
                                            <p:cond delay="400"/>
                                          </p:stCondLst>
                                        </p:cTn>
                                        <p:tgtEl>
                                          <p:spTgt spid="3"/>
                                        </p:tgtEl>
                                      </p:cBhvr>
                                      <p:from x="100000" y="100000"/>
                                      <p:to x="90000" y="90000"/>
                                    </p:animScale>
                                  </p:childTnLst>
                                </p:cTn>
                              </p:par>
                            </p:childTnLst>
                          </p:cTn>
                        </p:par>
                      </p:childTnLst>
                    </p:cTn>
                  </p:par>
                  <p:par>
                    <p:cTn id="11" fill="hold">
                      <p:stCondLst>
                        <p:cond delay="indefinite"/>
                      </p:stCondLst>
                      <p:childTnLst>
                        <p:par>
                          <p:cTn id="12" fill="hold">
                            <p:stCondLst>
                              <p:cond delay="0"/>
                            </p:stCondLst>
                            <p:childTnLst>
                              <p:par>
                                <p:cTn id="13" presetID="53" presetClass="entr" presetSubtype="16" decel="5000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200" fill="hold"/>
                                        <p:tgtEl>
                                          <p:spTgt spid="4"/>
                                        </p:tgtEl>
                                        <p:attrNameLst>
                                          <p:attrName>ppt_w</p:attrName>
                                        </p:attrNameLst>
                                      </p:cBhvr>
                                      <p:tavLst>
                                        <p:tav tm="0">
                                          <p:val>
                                            <p:strVal val="0"/>
                                          </p:val>
                                        </p:tav>
                                        <p:tav tm="100000">
                                          <p:val>
                                            <p:strVal val="#ppt_w"/>
                                          </p:val>
                                        </p:tav>
                                      </p:tavLst>
                                    </p:anim>
                                    <p:anim calcmode="lin" valueType="num">
                                      <p:cBhvr>
                                        <p:cTn id="16" dur="200" fill="hold"/>
                                        <p:tgtEl>
                                          <p:spTgt spid="4"/>
                                        </p:tgtEl>
                                        <p:attrNameLst>
                                          <p:attrName>ppt_h</p:attrName>
                                        </p:attrNameLst>
                                      </p:cBhvr>
                                      <p:tavLst>
                                        <p:tav tm="0">
                                          <p:val>
                                            <p:strVal val="0"/>
                                          </p:val>
                                        </p:tav>
                                        <p:tav tm="100000">
                                          <p:val>
                                            <p:strVal val="#ppt_h"/>
                                          </p:val>
                                        </p:tav>
                                      </p:tavLst>
                                    </p:anim>
                                    <p:animScale>
                                      <p:cBhvr>
                                        <p:cTn id="17" dur="100" autoRev="1" fill="hold">
                                          <p:stCondLst>
                                            <p:cond delay="200"/>
                                          </p:stCondLst>
                                        </p:cTn>
                                        <p:tgtEl>
                                          <p:spTgt spid="4"/>
                                        </p:tgtEl>
                                      </p:cBhvr>
                                      <p:from x="100000" y="100000"/>
                                      <p:to x="110000" y="110000"/>
                                    </p:animScale>
                                    <p:animScale>
                                      <p:cBhvr>
                                        <p:cTn id="18" dur="100" autoRev="1" fill="hold">
                                          <p:stCondLst>
                                            <p:cond delay="400"/>
                                          </p:stCondLst>
                                        </p:cTn>
                                        <p:tgtEl>
                                          <p:spTgt spid="4"/>
                                        </p:tgtEl>
                                      </p:cBhvr>
                                      <p:from x="100000" y="100000"/>
                                      <p:to x="90000" y="90000"/>
                                    </p:animScale>
                                  </p:childTnLst>
                                </p:cTn>
                              </p:par>
                              <p:par>
                                <p:cTn id="19" presetID="53" presetClass="entr" presetSubtype="16" decel="5000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200" fill="hold"/>
                                        <p:tgtEl>
                                          <p:spTgt spid="8"/>
                                        </p:tgtEl>
                                        <p:attrNameLst>
                                          <p:attrName>ppt_w</p:attrName>
                                        </p:attrNameLst>
                                      </p:cBhvr>
                                      <p:tavLst>
                                        <p:tav tm="0">
                                          <p:val>
                                            <p:strVal val="0"/>
                                          </p:val>
                                        </p:tav>
                                        <p:tav tm="100000">
                                          <p:val>
                                            <p:strVal val="#ppt_w"/>
                                          </p:val>
                                        </p:tav>
                                      </p:tavLst>
                                    </p:anim>
                                    <p:anim calcmode="lin" valueType="num">
                                      <p:cBhvr>
                                        <p:cTn id="22" dur="200" fill="hold"/>
                                        <p:tgtEl>
                                          <p:spTgt spid="8"/>
                                        </p:tgtEl>
                                        <p:attrNameLst>
                                          <p:attrName>ppt_h</p:attrName>
                                        </p:attrNameLst>
                                      </p:cBhvr>
                                      <p:tavLst>
                                        <p:tav tm="0">
                                          <p:val>
                                            <p:strVal val="0"/>
                                          </p:val>
                                        </p:tav>
                                        <p:tav tm="100000">
                                          <p:val>
                                            <p:strVal val="#ppt_h"/>
                                          </p:val>
                                        </p:tav>
                                      </p:tavLst>
                                    </p:anim>
                                    <p:animScale>
                                      <p:cBhvr>
                                        <p:cTn id="23" dur="100" autoRev="1" fill="hold">
                                          <p:stCondLst>
                                            <p:cond delay="200"/>
                                          </p:stCondLst>
                                        </p:cTn>
                                        <p:tgtEl>
                                          <p:spTgt spid="8"/>
                                        </p:tgtEl>
                                      </p:cBhvr>
                                      <p:from x="100000" y="100000"/>
                                      <p:to x="110000" y="110000"/>
                                    </p:animScale>
                                    <p:animScale>
                                      <p:cBhvr>
                                        <p:cTn id="24" dur="100" autoRev="1" fill="hold">
                                          <p:stCondLst>
                                            <p:cond delay="400"/>
                                          </p:stCondLst>
                                        </p:cTn>
                                        <p:tgtEl>
                                          <p:spTgt spid="8"/>
                                        </p:tgtEl>
                                      </p:cBhvr>
                                      <p:from x="100000" y="100000"/>
                                      <p:to x="90000" y="90000"/>
                                    </p:animScale>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500" fill="hold"/>
                                        <p:tgtEl>
                                          <p:spTgt spid="14"/>
                                        </p:tgtEl>
                                        <p:attrNameLst>
                                          <p:attrName>ppt_w</p:attrName>
                                        </p:attrNameLst>
                                      </p:cBhvr>
                                      <p:tavLst>
                                        <p:tav tm="0">
                                          <p:val>
                                            <p:fltVal val="0"/>
                                          </p:val>
                                        </p:tav>
                                        <p:tav tm="100000">
                                          <p:val>
                                            <p:strVal val="#ppt_w"/>
                                          </p:val>
                                        </p:tav>
                                      </p:tavLst>
                                    </p:anim>
                                    <p:anim calcmode="lin" valueType="num">
                                      <p:cBhvr>
                                        <p:cTn id="38" dur="500" fill="hold"/>
                                        <p:tgtEl>
                                          <p:spTgt spid="14"/>
                                        </p:tgtEl>
                                        <p:attrNameLst>
                                          <p:attrName>ppt_h</p:attrName>
                                        </p:attrNameLst>
                                      </p:cBhvr>
                                      <p:tavLst>
                                        <p:tav tm="0">
                                          <p:val>
                                            <p:fltVal val="0"/>
                                          </p:val>
                                        </p:tav>
                                        <p:tav tm="100000">
                                          <p:val>
                                            <p:strVal val="#ppt_h"/>
                                          </p:val>
                                        </p:tav>
                                      </p:tavLst>
                                    </p:anim>
                                    <p:animEffect transition="in" filter="fad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right)">
                                      <p:cBhvr>
                                        <p:cTn id="44" dur="500"/>
                                        <p:tgtEl>
                                          <p:spTgt spid="11"/>
                                        </p:tgtEl>
                                      </p:cBhvr>
                                    </p:animEffect>
                                  </p:childTnLst>
                                </p:cTn>
                              </p:par>
                              <p:par>
                                <p:cTn id="45" presetID="22" presetClass="entr" presetSubtype="2"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righ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p:cTn id="52" dur="500" fill="hold"/>
                                        <p:tgtEl>
                                          <p:spTgt spid="15"/>
                                        </p:tgtEl>
                                        <p:attrNameLst>
                                          <p:attrName>ppt_w</p:attrName>
                                        </p:attrNameLst>
                                      </p:cBhvr>
                                      <p:tavLst>
                                        <p:tav tm="0">
                                          <p:val>
                                            <p:fltVal val="0"/>
                                          </p:val>
                                        </p:tav>
                                        <p:tav tm="100000">
                                          <p:val>
                                            <p:strVal val="#ppt_w"/>
                                          </p:val>
                                        </p:tav>
                                      </p:tavLst>
                                    </p:anim>
                                    <p:anim calcmode="lin" valueType="num">
                                      <p:cBhvr>
                                        <p:cTn id="53" dur="500" fill="hold"/>
                                        <p:tgtEl>
                                          <p:spTgt spid="15"/>
                                        </p:tgtEl>
                                        <p:attrNameLst>
                                          <p:attrName>ppt_h</p:attrName>
                                        </p:attrNameLst>
                                      </p:cBhvr>
                                      <p:tavLst>
                                        <p:tav tm="0">
                                          <p:val>
                                            <p:fltVal val="0"/>
                                          </p:val>
                                        </p:tav>
                                        <p:tav tm="100000">
                                          <p:val>
                                            <p:strVal val="#ppt_h"/>
                                          </p:val>
                                        </p:tav>
                                      </p:tavLst>
                                    </p:anim>
                                    <p:animEffect transition="in" filter="fade">
                                      <p:cBhvr>
                                        <p:cTn id="5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12" grpId="0"/>
      <p:bldP spid="13" grpId="0"/>
      <p:bldP spid="14" grpId="0"/>
      <p:bldP spid="1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548BE-713F-EFDB-A820-033CB0A66170}"/>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695E8C65-D4BD-3C34-B1FB-A225A9E71EB8}"/>
              </a:ext>
            </a:extLst>
          </p:cNvPr>
          <p:cNvSpPr>
            <a:spLocks noGrp="1"/>
          </p:cNvSpPr>
          <p:nvPr>
            <p:ph idx="1"/>
          </p:nvPr>
        </p:nvSpPr>
        <p:spPr>
          <a:xfrm>
            <a:off x="576197" y="956241"/>
            <a:ext cx="11060481" cy="865933"/>
          </a:xfrm>
        </p:spPr>
        <p:txBody>
          <a:bodyPr/>
          <a:lstStyle/>
          <a:p>
            <a:pPr marL="285750" indent="-285750">
              <a:buFont typeface="Wingdings" panose="05000000000000000000" pitchFamily="2" charset="2"/>
              <a:buChar char="l"/>
            </a:pPr>
            <a:r>
              <a:rPr lang="en-US" altLang="zh-CN" b="0" i="0">
                <a:solidFill>
                  <a:srgbClr val="0F1115"/>
                </a:solidFill>
                <a:effectLst/>
              </a:rPr>
              <a:t>JSON</a:t>
            </a:r>
            <a:r>
              <a:rPr lang="zh-CN" altLang="en-US" b="0" i="0">
                <a:solidFill>
                  <a:srgbClr val="0F1115"/>
                </a:solidFill>
                <a:effectLst/>
              </a:rPr>
              <a:t>是</a:t>
            </a:r>
            <a:r>
              <a:rPr lang="zh-CN" altLang="en-US">
                <a:solidFill>
                  <a:srgbClr val="0F1115"/>
                </a:solidFill>
              </a:rPr>
              <a:t>软件开发</a:t>
            </a:r>
            <a:r>
              <a:rPr lang="zh-CN" altLang="en-US" b="0" i="0">
                <a:solidFill>
                  <a:srgbClr val="0F1115"/>
                </a:solidFill>
                <a:effectLst/>
              </a:rPr>
              <a:t>中</a:t>
            </a:r>
            <a:r>
              <a:rPr lang="zh-CN" altLang="en-US" i="0">
                <a:solidFill>
                  <a:srgbClr val="0F1115"/>
                </a:solidFill>
                <a:effectLst/>
              </a:rPr>
              <a:t>最常用的数据交换格式</a:t>
            </a:r>
            <a:r>
              <a:rPr lang="zh-CN" altLang="en-US" b="0" i="0">
                <a:solidFill>
                  <a:srgbClr val="0F1115"/>
                </a:solidFill>
                <a:effectLst/>
              </a:rPr>
              <a:t>，而为了简化</a:t>
            </a:r>
            <a:r>
              <a:rPr lang="en-US" altLang="zh-CN" b="0" i="0">
                <a:solidFill>
                  <a:srgbClr val="0F1115"/>
                </a:solidFill>
                <a:effectLst/>
              </a:rPr>
              <a:t>JSON</a:t>
            </a:r>
            <a:r>
              <a:rPr lang="zh-CN" altLang="en-US" b="0" i="0">
                <a:solidFill>
                  <a:srgbClr val="0F1115"/>
                </a:solidFill>
                <a:effectLst/>
              </a:rPr>
              <a:t>数据的处理，在</a:t>
            </a:r>
            <a:r>
              <a:rPr lang="en-US" altLang="zh-CN" b="0" i="0">
                <a:solidFill>
                  <a:srgbClr val="0F1115"/>
                </a:solidFill>
                <a:effectLst/>
              </a:rPr>
              <a:t>Python</a:t>
            </a:r>
            <a:r>
              <a:rPr lang="zh-CN" altLang="en-US" b="0" i="0">
                <a:solidFill>
                  <a:srgbClr val="0F1115"/>
                </a:solidFill>
                <a:effectLst/>
              </a:rPr>
              <a:t>标准库中就提供了处理</a:t>
            </a:r>
            <a:r>
              <a:rPr lang="en-US" altLang="zh-CN" b="0" i="0">
                <a:solidFill>
                  <a:srgbClr val="0F1115"/>
                </a:solidFill>
                <a:effectLst/>
              </a:rPr>
              <a:t>JSON</a:t>
            </a:r>
            <a:r>
              <a:rPr lang="zh-CN" altLang="en-US" b="0" i="0">
                <a:solidFill>
                  <a:srgbClr val="0F1115"/>
                </a:solidFill>
                <a:effectLst/>
              </a:rPr>
              <a:t>数据的核心模块 </a:t>
            </a:r>
            <a:r>
              <a:rPr lang="en-US" altLang="zh-CN" b="0" i="0">
                <a:solidFill>
                  <a:srgbClr val="0F1115"/>
                </a:solidFill>
                <a:effectLst/>
              </a:rPr>
              <a:t>json</a:t>
            </a:r>
            <a:r>
              <a:rPr lang="zh-CN" altLang="en-US" b="0" i="0">
                <a:solidFill>
                  <a:srgbClr val="0F1115"/>
                </a:solidFill>
                <a:effectLst/>
              </a:rPr>
              <a:t>。</a:t>
            </a:r>
            <a:endParaRPr lang="zh-CN" altLang="en-US"/>
          </a:p>
        </p:txBody>
      </p:sp>
      <p:sp>
        <p:nvSpPr>
          <p:cNvPr id="5" name="标题 4">
            <a:extLst>
              <a:ext uri="{FF2B5EF4-FFF2-40B4-BE49-F238E27FC236}">
                <a16:creationId xmlns:a16="http://schemas.microsoft.com/office/drawing/2014/main" id="{80505062-5313-5C9C-EC85-606F756FE79A}"/>
              </a:ext>
            </a:extLst>
          </p:cNvPr>
          <p:cNvSpPr>
            <a:spLocks noGrp="1"/>
          </p:cNvSpPr>
          <p:nvPr>
            <p:ph type="title"/>
          </p:nvPr>
        </p:nvSpPr>
        <p:spPr/>
        <p:txBody>
          <a:bodyPr/>
          <a:lstStyle/>
          <a:p>
            <a:r>
              <a:rPr lang="zh-CN" altLang="en-US"/>
              <a:t>读写</a:t>
            </a:r>
            <a:r>
              <a:rPr lang="en-US" altLang="zh-CN"/>
              <a:t>json</a:t>
            </a:r>
            <a:r>
              <a:rPr lang="zh-CN" altLang="en-US"/>
              <a:t>格式文件</a:t>
            </a:r>
          </a:p>
        </p:txBody>
      </p:sp>
      <p:grpSp>
        <p:nvGrpSpPr>
          <p:cNvPr id="9" name="组合 8">
            <a:extLst>
              <a:ext uri="{FF2B5EF4-FFF2-40B4-BE49-F238E27FC236}">
                <a16:creationId xmlns:a16="http://schemas.microsoft.com/office/drawing/2014/main" id="{313AAEBB-A6E7-CDB0-319D-8A5D5CA40CC2}"/>
              </a:ext>
            </a:extLst>
          </p:cNvPr>
          <p:cNvGrpSpPr/>
          <p:nvPr/>
        </p:nvGrpSpPr>
        <p:grpSpPr>
          <a:xfrm>
            <a:off x="986021" y="1906740"/>
            <a:ext cx="5852930" cy="2970059"/>
            <a:chOff x="2297719" y="3660322"/>
            <a:chExt cx="6448839" cy="3137939"/>
          </a:xfrm>
        </p:grpSpPr>
        <p:sp>
          <p:nvSpPr>
            <p:cNvPr id="16" name="矩形: 圆角 15">
              <a:extLst>
                <a:ext uri="{FF2B5EF4-FFF2-40B4-BE49-F238E27FC236}">
                  <a16:creationId xmlns:a16="http://schemas.microsoft.com/office/drawing/2014/main" id="{A3B7F242-04B2-534E-0D7A-77B157D66394}"/>
                </a:ext>
              </a:extLst>
            </p:cNvPr>
            <p:cNvSpPr/>
            <p:nvPr/>
          </p:nvSpPr>
          <p:spPr>
            <a:xfrm>
              <a:off x="2297728" y="3660322"/>
              <a:ext cx="6448830" cy="3137939"/>
            </a:xfrm>
            <a:prstGeom prst="roundRect">
              <a:avLst>
                <a:gd name="adj" fmla="val 1580"/>
              </a:avLst>
            </a:prstGeom>
            <a:solidFill>
              <a:srgbClr val="F6F6F6"/>
            </a:solidFill>
            <a:ln w="3175">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288000" rIns="36000" bIns="0" rtlCol="0" anchor="t"/>
            <a:lstStyle/>
            <a:p>
              <a:pPr>
                <a:lnSpc>
                  <a:spcPct val="150000"/>
                </a:lnSpc>
                <a:spcBef>
                  <a:spcPts val="600"/>
                </a:spcBef>
                <a:buNone/>
              </a:pPr>
              <a:r>
                <a:rPr lang="en-US" altLang="zh-CN" sz="1100">
                  <a:solidFill>
                    <a:srgbClr val="0033B3"/>
                  </a:solidFill>
                  <a:effectLst/>
                  <a:latin typeface="Fira Code" panose="020B0809050000020004" pitchFamily="49" charset="0"/>
                </a:rPr>
                <a:t>import </a:t>
              </a:r>
              <a:r>
                <a:rPr lang="en-US" altLang="zh-CN" sz="1100">
                  <a:solidFill>
                    <a:srgbClr val="080808"/>
                  </a:solidFill>
                  <a:effectLst/>
                  <a:latin typeface="Fira Code" panose="020B0809050000020004" pitchFamily="49" charset="0"/>
                </a:rPr>
                <a:t>json</a:t>
              </a:r>
            </a:p>
            <a:p>
              <a:pPr>
                <a:lnSpc>
                  <a:spcPct val="150000"/>
                </a:lnSpc>
                <a:spcBef>
                  <a:spcPts val="600"/>
                </a:spcBef>
                <a:buNone/>
              </a:pPr>
              <a:br>
                <a:rPr lang="en-US" altLang="zh-CN" sz="1100">
                  <a:solidFill>
                    <a:srgbClr val="080808"/>
                  </a:solidFill>
                  <a:latin typeface="Fira Code" panose="020B0809050000020004" pitchFamily="49" charset="0"/>
                </a:rPr>
              </a:br>
              <a:r>
                <a:rPr lang="en-US" altLang="zh-CN" sz="1100">
                  <a:solidFill>
                    <a:srgbClr val="080808"/>
                  </a:solidFill>
                  <a:latin typeface="Fira Code" panose="020B0809050000020004" pitchFamily="49" charset="0"/>
                </a:rPr>
                <a:t>obj = {</a:t>
              </a:r>
              <a:br>
                <a:rPr lang="en-US" altLang="zh-CN" sz="1100">
                  <a:solidFill>
                    <a:srgbClr val="080808"/>
                  </a:solidFill>
                  <a:latin typeface="Fira Code" panose="020B0809050000020004" pitchFamily="49" charset="0"/>
                </a:rPr>
              </a:br>
              <a:r>
                <a:rPr lang="en-US" altLang="zh-CN" sz="1100">
                  <a:solidFill>
                    <a:srgbClr val="080808"/>
                  </a:solidFill>
                  <a:latin typeface="Fira Code" panose="020B0809050000020004" pitchFamily="49" charset="0"/>
                </a:rPr>
                <a:t>    </a:t>
              </a:r>
              <a:r>
                <a:rPr lang="en-US" altLang="zh-CN" sz="1100">
                  <a:solidFill>
                    <a:srgbClr val="067D17"/>
                  </a:solidFill>
                  <a:latin typeface="Fira Code" panose="020B0809050000020004" pitchFamily="49" charset="0"/>
                </a:rPr>
                <a:t>"name"</a:t>
              </a:r>
              <a:r>
                <a:rPr lang="en-US" altLang="zh-CN" sz="1100">
                  <a:solidFill>
                    <a:srgbClr val="080808"/>
                  </a:solidFill>
                  <a:latin typeface="Fira Code" panose="020B0809050000020004" pitchFamily="49" charset="0"/>
                </a:rPr>
                <a:t>: </a:t>
              </a:r>
              <a:r>
                <a:rPr lang="en-US" altLang="zh-CN" sz="1100">
                  <a:solidFill>
                    <a:srgbClr val="067D17"/>
                  </a:solidFill>
                  <a:latin typeface="Fira Code" panose="020B0809050000020004" pitchFamily="49" charset="0"/>
                </a:rPr>
                <a:t>"</a:t>
              </a:r>
              <a:r>
                <a:rPr lang="zh-CN" altLang="en-US" sz="1100">
                  <a:solidFill>
                    <a:srgbClr val="067D17"/>
                  </a:solidFill>
                  <a:latin typeface="Courier New" panose="02070309020205020404" pitchFamily="49" charset="0"/>
                </a:rPr>
                <a:t>张三</a:t>
              </a:r>
              <a:r>
                <a:rPr lang="en-US" altLang="zh-CN" sz="1100">
                  <a:solidFill>
                    <a:srgbClr val="067D17"/>
                  </a:solidFill>
                  <a:latin typeface="Fira Code" panose="020B0809050000020004" pitchFamily="49" charset="0"/>
                </a:rPr>
                <a:t>"</a:t>
              </a:r>
              <a:r>
                <a:rPr lang="en-US" altLang="zh-CN" sz="1100">
                  <a:solidFill>
                    <a:srgbClr val="080808"/>
                  </a:solidFill>
                  <a:latin typeface="Fira Code" panose="020B0809050000020004" pitchFamily="49" charset="0"/>
                </a:rPr>
                <a:t>,</a:t>
              </a:r>
              <a:br>
                <a:rPr lang="en-US" altLang="zh-CN" sz="1100">
                  <a:solidFill>
                    <a:srgbClr val="080808"/>
                  </a:solidFill>
                  <a:latin typeface="Fira Code" panose="020B0809050000020004" pitchFamily="49" charset="0"/>
                </a:rPr>
              </a:br>
              <a:r>
                <a:rPr lang="en-US" altLang="zh-CN" sz="1100">
                  <a:solidFill>
                    <a:srgbClr val="080808"/>
                  </a:solidFill>
                  <a:latin typeface="Fira Code" panose="020B0809050000020004" pitchFamily="49" charset="0"/>
                </a:rPr>
                <a:t>    </a:t>
              </a:r>
              <a:r>
                <a:rPr lang="en-US" altLang="zh-CN" sz="1100">
                  <a:solidFill>
                    <a:srgbClr val="067D17"/>
                  </a:solidFill>
                  <a:latin typeface="Fira Code" panose="020B0809050000020004" pitchFamily="49" charset="0"/>
                </a:rPr>
                <a:t>"age"</a:t>
              </a:r>
              <a:r>
                <a:rPr lang="en-US" altLang="zh-CN" sz="1100">
                  <a:solidFill>
                    <a:srgbClr val="080808"/>
                  </a:solidFill>
                  <a:latin typeface="Fira Code" panose="020B0809050000020004" pitchFamily="49" charset="0"/>
                </a:rPr>
                <a:t>: </a:t>
              </a:r>
              <a:r>
                <a:rPr lang="en-US" altLang="zh-CN" sz="1100">
                  <a:solidFill>
                    <a:srgbClr val="1750EB"/>
                  </a:solidFill>
                  <a:latin typeface="Fira Code" panose="020B0809050000020004" pitchFamily="49" charset="0"/>
                </a:rPr>
                <a:t>18</a:t>
              </a:r>
              <a:r>
                <a:rPr lang="en-US" altLang="zh-CN" sz="1100">
                  <a:solidFill>
                    <a:srgbClr val="080808"/>
                  </a:solidFill>
                  <a:latin typeface="Fira Code" panose="020B0809050000020004" pitchFamily="49" charset="0"/>
                </a:rPr>
                <a:t>,</a:t>
              </a:r>
              <a:br>
                <a:rPr lang="en-US" altLang="zh-CN" sz="1100">
                  <a:solidFill>
                    <a:srgbClr val="080808"/>
                  </a:solidFill>
                  <a:latin typeface="Fira Code" panose="020B0809050000020004" pitchFamily="49" charset="0"/>
                </a:rPr>
              </a:br>
              <a:r>
                <a:rPr lang="en-US" altLang="zh-CN" sz="1100">
                  <a:solidFill>
                    <a:srgbClr val="080808"/>
                  </a:solidFill>
                  <a:latin typeface="Fira Code" panose="020B0809050000020004" pitchFamily="49" charset="0"/>
                </a:rPr>
                <a:t>    </a:t>
              </a:r>
              <a:r>
                <a:rPr lang="en-US" altLang="zh-CN" sz="1100">
                  <a:solidFill>
                    <a:srgbClr val="067D17"/>
                  </a:solidFill>
                  <a:latin typeface="Fira Code" panose="020B0809050000020004" pitchFamily="49" charset="0"/>
                </a:rPr>
                <a:t>"gender"</a:t>
              </a:r>
              <a:r>
                <a:rPr lang="en-US" altLang="zh-CN" sz="1100">
                  <a:solidFill>
                    <a:srgbClr val="080808"/>
                  </a:solidFill>
                  <a:latin typeface="Fira Code" panose="020B0809050000020004" pitchFamily="49" charset="0"/>
                </a:rPr>
                <a:t>: </a:t>
              </a:r>
              <a:r>
                <a:rPr lang="en-US" altLang="zh-CN" sz="1100">
                  <a:solidFill>
                    <a:srgbClr val="067D17"/>
                  </a:solidFill>
                  <a:latin typeface="Fira Code" panose="020B0809050000020004" pitchFamily="49" charset="0"/>
                </a:rPr>
                <a:t>"</a:t>
              </a:r>
              <a:r>
                <a:rPr lang="zh-CN" altLang="en-US" sz="1100">
                  <a:solidFill>
                    <a:srgbClr val="067D17"/>
                  </a:solidFill>
                  <a:latin typeface="Courier New" panose="02070309020205020404" pitchFamily="49" charset="0"/>
                </a:rPr>
                <a:t>男</a:t>
              </a:r>
              <a:r>
                <a:rPr lang="en-US" altLang="zh-CN" sz="1100">
                  <a:solidFill>
                    <a:srgbClr val="067D17"/>
                  </a:solidFill>
                  <a:latin typeface="Fira Code" panose="020B0809050000020004" pitchFamily="49" charset="0"/>
                </a:rPr>
                <a:t>"</a:t>
              </a:r>
              <a:r>
                <a:rPr lang="en-US" altLang="zh-CN" sz="1100">
                  <a:solidFill>
                    <a:srgbClr val="080808"/>
                  </a:solidFill>
                  <a:latin typeface="Fira Code" panose="020B0809050000020004" pitchFamily="49" charset="0"/>
                </a:rPr>
                <a:t>,</a:t>
              </a:r>
              <a:br>
                <a:rPr lang="en-US" altLang="zh-CN" sz="1100">
                  <a:solidFill>
                    <a:srgbClr val="080808"/>
                  </a:solidFill>
                  <a:latin typeface="Fira Code" panose="020B0809050000020004" pitchFamily="49" charset="0"/>
                </a:rPr>
              </a:br>
              <a:r>
                <a:rPr lang="en-US" altLang="zh-CN" sz="1100">
                  <a:solidFill>
                    <a:srgbClr val="080808"/>
                  </a:solidFill>
                  <a:latin typeface="Fira Code" panose="020B0809050000020004" pitchFamily="49" charset="0"/>
                </a:rPr>
                <a:t>    </a:t>
              </a:r>
              <a:r>
                <a:rPr lang="en-US" altLang="zh-CN" sz="1100">
                  <a:solidFill>
                    <a:srgbClr val="067D17"/>
                  </a:solidFill>
                  <a:latin typeface="Fira Code" panose="020B0809050000020004" pitchFamily="49" charset="0"/>
                </a:rPr>
                <a:t>"hobbies"</a:t>
              </a:r>
              <a:r>
                <a:rPr lang="en-US" altLang="zh-CN" sz="1100">
                  <a:solidFill>
                    <a:srgbClr val="080808"/>
                  </a:solidFill>
                  <a:latin typeface="Fira Code" panose="020B0809050000020004" pitchFamily="49" charset="0"/>
                </a:rPr>
                <a:t>: [</a:t>
              </a:r>
              <a:r>
                <a:rPr lang="en-US" altLang="zh-CN" sz="1100">
                  <a:solidFill>
                    <a:srgbClr val="067D17"/>
                  </a:solidFill>
                  <a:latin typeface="Fira Code" panose="020B0809050000020004" pitchFamily="49" charset="0"/>
                </a:rPr>
                <a:t>"reading"</a:t>
              </a:r>
              <a:r>
                <a:rPr lang="en-US" altLang="zh-CN" sz="1100">
                  <a:solidFill>
                    <a:srgbClr val="080808"/>
                  </a:solidFill>
                  <a:latin typeface="Fira Code" panose="020B0809050000020004" pitchFamily="49" charset="0"/>
                </a:rPr>
                <a:t>, </a:t>
              </a:r>
              <a:r>
                <a:rPr lang="en-US" altLang="zh-CN" sz="1100">
                  <a:solidFill>
                    <a:srgbClr val="067D17"/>
                  </a:solidFill>
                  <a:latin typeface="Fira Code" panose="020B0809050000020004" pitchFamily="49" charset="0"/>
                </a:rPr>
                <a:t>"swimming"</a:t>
              </a:r>
              <a:r>
                <a:rPr lang="en-US" altLang="zh-CN" sz="1100">
                  <a:solidFill>
                    <a:srgbClr val="080808"/>
                  </a:solidFill>
                  <a:latin typeface="Fira Code" panose="020B0809050000020004" pitchFamily="49" charset="0"/>
                </a:rPr>
                <a:t>]</a:t>
              </a:r>
              <a:br>
                <a:rPr lang="en-US" altLang="zh-CN" sz="1100">
                  <a:solidFill>
                    <a:srgbClr val="080808"/>
                  </a:solidFill>
                  <a:latin typeface="Fira Code" panose="020B0809050000020004" pitchFamily="49" charset="0"/>
                </a:rPr>
              </a:br>
              <a:r>
                <a:rPr lang="en-US" altLang="zh-CN" sz="1100">
                  <a:solidFill>
                    <a:srgbClr val="080808"/>
                  </a:solidFill>
                  <a:latin typeface="Fira Code" panose="020B0809050000020004" pitchFamily="49" charset="0"/>
                </a:rPr>
                <a:t>}</a:t>
              </a:r>
              <a:br>
                <a:rPr lang="en-US" altLang="zh-CN" sz="1100">
                  <a:solidFill>
                    <a:srgbClr val="080808"/>
                  </a:solidFill>
                  <a:latin typeface="Fira Code" panose="020B0809050000020004" pitchFamily="49" charset="0"/>
                </a:rPr>
              </a:br>
              <a:r>
                <a:rPr lang="en-US" altLang="zh-CN" sz="1100">
                  <a:solidFill>
                    <a:srgbClr val="0033B3"/>
                  </a:solidFill>
                  <a:effectLst/>
                  <a:latin typeface="Fira Code" panose="020B0809050000020004" pitchFamily="49" charset="0"/>
                </a:rPr>
                <a:t>with </a:t>
              </a:r>
              <a:r>
                <a:rPr lang="en-US" altLang="zh-CN" sz="1100">
                  <a:solidFill>
                    <a:srgbClr val="000080"/>
                  </a:solidFill>
                  <a:effectLst/>
                  <a:latin typeface="Fira Code" panose="020B0809050000020004" pitchFamily="49" charset="0"/>
                </a:rPr>
                <a:t>open</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"resources/session.json"</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"w"</a:t>
              </a:r>
              <a:r>
                <a:rPr lang="en-US" altLang="zh-CN" sz="1100">
                  <a:solidFill>
                    <a:srgbClr val="080808"/>
                  </a:solidFill>
                  <a:effectLst/>
                  <a:latin typeface="Fira Code" panose="020B0809050000020004" pitchFamily="49" charset="0"/>
                </a:rPr>
                <a:t>, </a:t>
              </a:r>
              <a:r>
                <a:rPr lang="en-US" altLang="zh-CN" sz="1100">
                  <a:solidFill>
                    <a:srgbClr val="660099"/>
                  </a:solidFill>
                  <a:effectLst/>
                  <a:latin typeface="Fira Code" panose="020B0809050000020004" pitchFamily="49" charset="0"/>
                </a:rPr>
                <a:t>encoding</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"utf-8"</a:t>
              </a:r>
              <a:r>
                <a:rPr lang="en-US" altLang="zh-CN" sz="1100">
                  <a:solidFill>
                    <a:srgbClr val="080808"/>
                  </a:solidFill>
                  <a:effectLst/>
                  <a:latin typeface="Fira Code" panose="020B0809050000020004" pitchFamily="49" charset="0"/>
                </a:rPr>
                <a:t>) </a:t>
              </a:r>
              <a:r>
                <a:rPr lang="en-US" altLang="zh-CN" sz="1100">
                  <a:solidFill>
                    <a:srgbClr val="0033B3"/>
                  </a:solidFill>
                  <a:effectLst/>
                  <a:latin typeface="Fira Code" panose="020B0809050000020004" pitchFamily="49" charset="0"/>
                </a:rPr>
                <a:t>as </a:t>
              </a:r>
              <a:r>
                <a:rPr lang="en-US" altLang="zh-CN" sz="1100">
                  <a:solidFill>
                    <a:srgbClr val="080808"/>
                  </a:solidFill>
                  <a:effectLst/>
                  <a:latin typeface="Fira Code" panose="020B0809050000020004" pitchFamily="49" charset="0"/>
                </a:rPr>
                <a:t>f:</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json.dump(obj, f, </a:t>
              </a:r>
              <a:r>
                <a:rPr lang="en-US" altLang="zh-CN" sz="1100">
                  <a:solidFill>
                    <a:srgbClr val="660099"/>
                  </a:solidFill>
                  <a:effectLst/>
                  <a:latin typeface="Fira Code" panose="020B0809050000020004" pitchFamily="49" charset="0"/>
                </a:rPr>
                <a:t>ensure_ascii</a:t>
              </a:r>
              <a:r>
                <a:rPr lang="en-US" altLang="zh-CN" sz="1100">
                  <a:solidFill>
                    <a:srgbClr val="080808"/>
                  </a:solidFill>
                  <a:effectLst/>
                  <a:latin typeface="Fira Code" panose="020B0809050000020004" pitchFamily="49" charset="0"/>
                </a:rPr>
                <a:t>=</a:t>
              </a:r>
              <a:r>
                <a:rPr lang="en-US" altLang="zh-CN" sz="1100">
                  <a:solidFill>
                    <a:srgbClr val="0033B3"/>
                  </a:solidFill>
                  <a:effectLst/>
                  <a:latin typeface="Fira Code" panose="020B0809050000020004" pitchFamily="49" charset="0"/>
                </a:rPr>
                <a:t>False</a:t>
              </a:r>
              <a:r>
                <a:rPr lang="en-US" altLang="zh-CN" sz="1100">
                  <a:solidFill>
                    <a:srgbClr val="080808"/>
                  </a:solidFill>
                  <a:effectLst/>
                  <a:latin typeface="Fira Code" panose="020B0809050000020004" pitchFamily="49" charset="0"/>
                </a:rPr>
                <a:t>, </a:t>
              </a:r>
              <a:r>
                <a:rPr lang="en-US" altLang="zh-CN" sz="1100">
                  <a:solidFill>
                    <a:srgbClr val="660099"/>
                  </a:solidFill>
                  <a:effectLst/>
                  <a:latin typeface="Fira Code" panose="020B0809050000020004" pitchFamily="49" charset="0"/>
                </a:rPr>
                <a:t>indent</a:t>
              </a:r>
              <a:r>
                <a:rPr lang="en-US" altLang="zh-CN" sz="1100">
                  <a:solidFill>
                    <a:srgbClr val="080808"/>
                  </a:solidFill>
                  <a:effectLst/>
                  <a:latin typeface="Fira Code" panose="020B0809050000020004" pitchFamily="49" charset="0"/>
                </a:rPr>
                <a:t>=</a:t>
              </a:r>
              <a:r>
                <a:rPr lang="en-US" altLang="zh-CN" sz="1100">
                  <a:solidFill>
                    <a:srgbClr val="1750EB"/>
                  </a:solidFill>
                  <a:effectLst/>
                  <a:latin typeface="Fira Code" panose="020B0809050000020004" pitchFamily="49" charset="0"/>
                </a:rPr>
                <a:t>2</a:t>
              </a:r>
              <a:r>
                <a:rPr lang="en-US" altLang="zh-CN" sz="1100">
                  <a:solidFill>
                    <a:srgbClr val="080808"/>
                  </a:solidFill>
                  <a:effectLst/>
                  <a:latin typeface="Fira Code" panose="020B0809050000020004" pitchFamily="49" charset="0"/>
                </a:rPr>
                <a:t>)</a:t>
              </a:r>
            </a:p>
          </p:txBody>
        </p:sp>
        <p:sp>
          <p:nvSpPr>
            <p:cNvPr id="17" name="矩形: 圆顶角 16">
              <a:extLst>
                <a:ext uri="{FF2B5EF4-FFF2-40B4-BE49-F238E27FC236}">
                  <a16:creationId xmlns:a16="http://schemas.microsoft.com/office/drawing/2014/main" id="{401F034B-7256-BC31-8961-F9396F83424A}"/>
                </a:ext>
              </a:extLst>
            </p:cNvPr>
            <p:cNvSpPr/>
            <p:nvPr/>
          </p:nvSpPr>
          <p:spPr>
            <a:xfrm>
              <a:off x="2297719" y="3660322"/>
              <a:ext cx="6448831" cy="270190"/>
            </a:xfrm>
            <a:prstGeom prst="round2SameRect">
              <a:avLst>
                <a:gd name="adj1" fmla="val 22255"/>
                <a:gd name="adj2" fmla="val 0"/>
              </a:avLst>
            </a:prstGeom>
            <a:solidFill>
              <a:srgbClr val="BCBCBC"/>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rPr>
                <a:t>写入</a:t>
              </a:r>
              <a:r>
                <a:rPr lang="en-US" altLang="zh-CN"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rPr>
                <a:t>json</a:t>
              </a:r>
              <a:r>
                <a:rPr lang="zh-CN" altLang="en-US"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rPr>
                <a:t>数据</a:t>
              </a:r>
              <a:endParaRPr lang="en-US" altLang="zh-CN"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endParaRPr>
            </a:p>
          </p:txBody>
        </p:sp>
        <p:sp>
          <p:nvSpPr>
            <p:cNvPr id="18" name="椭圆 17">
              <a:extLst>
                <a:ext uri="{FF2B5EF4-FFF2-40B4-BE49-F238E27FC236}">
                  <a16:creationId xmlns:a16="http://schemas.microsoft.com/office/drawing/2014/main" id="{8B99DEA3-11B2-0251-03A4-74F52503DA08}"/>
                </a:ext>
              </a:extLst>
            </p:cNvPr>
            <p:cNvSpPr>
              <a:spLocks/>
            </p:cNvSpPr>
            <p:nvPr/>
          </p:nvSpPr>
          <p:spPr>
            <a:xfrm>
              <a:off x="2383302" y="3730461"/>
              <a:ext cx="121920" cy="101613"/>
            </a:xfrm>
            <a:prstGeom prst="ellipse">
              <a:avLst/>
            </a:prstGeom>
            <a:solidFill>
              <a:srgbClr val="FE5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42BB5251-A26B-C1C2-4E76-CB2173543053}"/>
                </a:ext>
              </a:extLst>
            </p:cNvPr>
            <p:cNvSpPr>
              <a:spLocks/>
            </p:cNvSpPr>
            <p:nvPr/>
          </p:nvSpPr>
          <p:spPr>
            <a:xfrm>
              <a:off x="2798298" y="3733257"/>
              <a:ext cx="121920" cy="101613"/>
            </a:xfrm>
            <a:prstGeom prst="ellipse">
              <a:avLst/>
            </a:prstGeom>
            <a:solidFill>
              <a:srgbClr val="2FC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0FD1BD3F-7FC9-59DB-75EF-08D99ADC914B}"/>
                </a:ext>
              </a:extLst>
            </p:cNvPr>
            <p:cNvSpPr/>
            <p:nvPr/>
          </p:nvSpPr>
          <p:spPr>
            <a:xfrm>
              <a:off x="2590800" y="3730461"/>
              <a:ext cx="121920" cy="101613"/>
            </a:xfrm>
            <a:prstGeom prst="ellipse">
              <a:avLst/>
            </a:prstGeom>
            <a:solidFill>
              <a:srgbClr val="FFC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a:extLst>
              <a:ext uri="{FF2B5EF4-FFF2-40B4-BE49-F238E27FC236}">
                <a16:creationId xmlns:a16="http://schemas.microsoft.com/office/drawing/2014/main" id="{3EDA6758-4E7B-BC13-5938-77499932EEA3}"/>
              </a:ext>
            </a:extLst>
          </p:cNvPr>
          <p:cNvGrpSpPr/>
          <p:nvPr/>
        </p:nvGrpSpPr>
        <p:grpSpPr>
          <a:xfrm>
            <a:off x="986021" y="5086653"/>
            <a:ext cx="5852930" cy="1630211"/>
            <a:chOff x="2297719" y="3660322"/>
            <a:chExt cx="6448839" cy="1722357"/>
          </a:xfrm>
        </p:grpSpPr>
        <p:sp>
          <p:nvSpPr>
            <p:cNvPr id="22" name="矩形: 圆角 21">
              <a:extLst>
                <a:ext uri="{FF2B5EF4-FFF2-40B4-BE49-F238E27FC236}">
                  <a16:creationId xmlns:a16="http://schemas.microsoft.com/office/drawing/2014/main" id="{E5BC15CB-EA56-E6DD-187C-7D793D95E8B9}"/>
                </a:ext>
              </a:extLst>
            </p:cNvPr>
            <p:cNvSpPr/>
            <p:nvPr/>
          </p:nvSpPr>
          <p:spPr>
            <a:xfrm>
              <a:off x="2297728" y="3660323"/>
              <a:ext cx="6448830" cy="1722356"/>
            </a:xfrm>
            <a:prstGeom prst="roundRect">
              <a:avLst>
                <a:gd name="adj" fmla="val 2749"/>
              </a:avLst>
            </a:prstGeom>
            <a:solidFill>
              <a:srgbClr val="F6F6F6"/>
            </a:solidFill>
            <a:ln w="3175">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288000" rIns="36000" bIns="0" rtlCol="0" anchor="t"/>
            <a:lstStyle/>
            <a:p>
              <a:pPr>
                <a:lnSpc>
                  <a:spcPct val="150000"/>
                </a:lnSpc>
                <a:spcBef>
                  <a:spcPts val="600"/>
                </a:spcBef>
                <a:buNone/>
              </a:pPr>
              <a:r>
                <a:rPr lang="en-US" altLang="zh-CN" sz="1100">
                  <a:solidFill>
                    <a:srgbClr val="0033B3"/>
                  </a:solidFill>
                  <a:effectLst/>
                  <a:latin typeface="Fira Code" panose="020B0809050000020004" pitchFamily="49" charset="0"/>
                </a:rPr>
                <a:t>import </a:t>
              </a:r>
              <a:r>
                <a:rPr lang="en-US" altLang="zh-CN" sz="1100">
                  <a:solidFill>
                    <a:srgbClr val="080808"/>
                  </a:solidFill>
                  <a:effectLst/>
                  <a:latin typeface="Fira Code" panose="020B0809050000020004" pitchFamily="49" charset="0"/>
                </a:rPr>
                <a:t>json</a:t>
              </a:r>
              <a:br>
                <a:rPr lang="en-US" altLang="zh-CN" sz="1100">
                  <a:solidFill>
                    <a:srgbClr val="080808"/>
                  </a:solidFill>
                  <a:effectLst/>
                  <a:latin typeface="Fira Code" panose="020B0809050000020004" pitchFamily="49" charset="0"/>
                </a:rPr>
              </a:br>
              <a:br>
                <a:rPr lang="en-US" altLang="zh-CN" sz="1100">
                  <a:solidFill>
                    <a:srgbClr val="080808"/>
                  </a:solidFill>
                  <a:effectLst/>
                  <a:latin typeface="Fira Code" panose="020B0809050000020004" pitchFamily="49" charset="0"/>
                </a:rPr>
              </a:br>
              <a:r>
                <a:rPr lang="en-US" altLang="zh-CN" sz="1100">
                  <a:solidFill>
                    <a:srgbClr val="0033B3"/>
                  </a:solidFill>
                  <a:effectLst/>
                  <a:latin typeface="Fira Code" panose="020B0809050000020004" pitchFamily="49" charset="0"/>
                </a:rPr>
                <a:t>with </a:t>
              </a:r>
              <a:r>
                <a:rPr lang="en-US" altLang="zh-CN" sz="1100">
                  <a:solidFill>
                    <a:srgbClr val="000080"/>
                  </a:solidFill>
                  <a:effectLst/>
                  <a:latin typeface="Fira Code" panose="020B0809050000020004" pitchFamily="49" charset="0"/>
                </a:rPr>
                <a:t>open</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"resources/session.json"</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"r"</a:t>
              </a:r>
              <a:r>
                <a:rPr lang="en-US" altLang="zh-CN" sz="1100">
                  <a:solidFill>
                    <a:srgbClr val="080808"/>
                  </a:solidFill>
                  <a:effectLst/>
                  <a:latin typeface="Fira Code" panose="020B0809050000020004" pitchFamily="49" charset="0"/>
                </a:rPr>
                <a:t>, </a:t>
              </a:r>
              <a:r>
                <a:rPr lang="en-US" altLang="zh-CN" sz="1100">
                  <a:solidFill>
                    <a:srgbClr val="660099"/>
                  </a:solidFill>
                  <a:effectLst/>
                  <a:latin typeface="Fira Code" panose="020B0809050000020004" pitchFamily="49" charset="0"/>
                </a:rPr>
                <a:t>encoding</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"utf-8"</a:t>
              </a:r>
              <a:r>
                <a:rPr lang="en-US" altLang="zh-CN" sz="1100">
                  <a:solidFill>
                    <a:srgbClr val="080808"/>
                  </a:solidFill>
                  <a:effectLst/>
                  <a:latin typeface="Fira Code" panose="020B0809050000020004" pitchFamily="49" charset="0"/>
                </a:rPr>
                <a:t>) </a:t>
              </a:r>
              <a:r>
                <a:rPr lang="en-US" altLang="zh-CN" sz="1100">
                  <a:solidFill>
                    <a:srgbClr val="0033B3"/>
                  </a:solidFill>
                  <a:effectLst/>
                  <a:latin typeface="Fira Code" panose="020B0809050000020004" pitchFamily="49" charset="0"/>
                </a:rPr>
                <a:t>as </a:t>
              </a:r>
              <a:r>
                <a:rPr lang="en-US" altLang="zh-CN" sz="1100">
                  <a:solidFill>
                    <a:srgbClr val="080808"/>
                  </a:solidFill>
                  <a:effectLst/>
                  <a:latin typeface="Fira Code" panose="020B0809050000020004" pitchFamily="49" charset="0"/>
                </a:rPr>
                <a:t>f:</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obj = json.load(f)</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a:t>
              </a:r>
              <a:r>
                <a:rPr lang="en-US" altLang="zh-CN" sz="1100">
                  <a:solidFill>
                    <a:srgbClr val="000080"/>
                  </a:solidFill>
                  <a:effectLst/>
                  <a:latin typeface="Fira Code" panose="020B0809050000020004" pitchFamily="49" charset="0"/>
                </a:rPr>
                <a:t>print</a:t>
              </a:r>
              <a:r>
                <a:rPr lang="en-US" altLang="zh-CN" sz="1100">
                  <a:solidFill>
                    <a:srgbClr val="080808"/>
                  </a:solidFill>
                  <a:effectLst/>
                  <a:latin typeface="Fira Code" panose="020B0809050000020004" pitchFamily="49" charset="0"/>
                </a:rPr>
                <a:t>(obj)</a:t>
              </a:r>
            </a:p>
          </p:txBody>
        </p:sp>
        <p:sp>
          <p:nvSpPr>
            <p:cNvPr id="23" name="矩形: 圆顶角 22">
              <a:extLst>
                <a:ext uri="{FF2B5EF4-FFF2-40B4-BE49-F238E27FC236}">
                  <a16:creationId xmlns:a16="http://schemas.microsoft.com/office/drawing/2014/main" id="{DF82F9A4-2456-E450-4533-99454DE74872}"/>
                </a:ext>
              </a:extLst>
            </p:cNvPr>
            <p:cNvSpPr/>
            <p:nvPr/>
          </p:nvSpPr>
          <p:spPr>
            <a:xfrm>
              <a:off x="2297719" y="3660322"/>
              <a:ext cx="6448831" cy="270190"/>
            </a:xfrm>
            <a:prstGeom prst="round2SameRect">
              <a:avLst>
                <a:gd name="adj1" fmla="val 22255"/>
                <a:gd name="adj2" fmla="val 0"/>
              </a:avLst>
            </a:prstGeom>
            <a:solidFill>
              <a:srgbClr val="BCBCBC"/>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rPr>
                <a:t>读取</a:t>
              </a:r>
              <a:r>
                <a:rPr lang="en-US" altLang="zh-CN"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rPr>
                <a:t>json</a:t>
              </a:r>
              <a:r>
                <a:rPr lang="zh-CN" altLang="en-US"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rPr>
                <a:t>数据</a:t>
              </a:r>
              <a:endParaRPr lang="en-US" altLang="zh-CN"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endParaRPr>
            </a:p>
          </p:txBody>
        </p:sp>
        <p:sp>
          <p:nvSpPr>
            <p:cNvPr id="24" name="椭圆 23">
              <a:extLst>
                <a:ext uri="{FF2B5EF4-FFF2-40B4-BE49-F238E27FC236}">
                  <a16:creationId xmlns:a16="http://schemas.microsoft.com/office/drawing/2014/main" id="{67FFE6FF-EAD3-C62D-07AB-0D4F82173595}"/>
                </a:ext>
              </a:extLst>
            </p:cNvPr>
            <p:cNvSpPr>
              <a:spLocks/>
            </p:cNvSpPr>
            <p:nvPr/>
          </p:nvSpPr>
          <p:spPr>
            <a:xfrm>
              <a:off x="2383302" y="3730461"/>
              <a:ext cx="121920" cy="101613"/>
            </a:xfrm>
            <a:prstGeom prst="ellipse">
              <a:avLst/>
            </a:prstGeom>
            <a:solidFill>
              <a:srgbClr val="FE5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D09E1B47-7380-E8BD-7460-48C4966F0E38}"/>
                </a:ext>
              </a:extLst>
            </p:cNvPr>
            <p:cNvSpPr>
              <a:spLocks/>
            </p:cNvSpPr>
            <p:nvPr/>
          </p:nvSpPr>
          <p:spPr>
            <a:xfrm>
              <a:off x="2798298" y="3733257"/>
              <a:ext cx="121920" cy="101613"/>
            </a:xfrm>
            <a:prstGeom prst="ellipse">
              <a:avLst/>
            </a:prstGeom>
            <a:solidFill>
              <a:srgbClr val="2FC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D63C5DA7-AF57-80B4-3D11-3E57128FE971}"/>
                </a:ext>
              </a:extLst>
            </p:cNvPr>
            <p:cNvSpPr/>
            <p:nvPr/>
          </p:nvSpPr>
          <p:spPr>
            <a:xfrm>
              <a:off x="2590800" y="3730461"/>
              <a:ext cx="121920" cy="101613"/>
            </a:xfrm>
            <a:prstGeom prst="ellipse">
              <a:avLst/>
            </a:prstGeom>
            <a:solidFill>
              <a:srgbClr val="FFC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文本框 26">
            <a:extLst>
              <a:ext uri="{FF2B5EF4-FFF2-40B4-BE49-F238E27FC236}">
                <a16:creationId xmlns:a16="http://schemas.microsoft.com/office/drawing/2014/main" id="{7810AC42-9D00-58BA-AF3B-1915D314AB6B}"/>
              </a:ext>
            </a:extLst>
          </p:cNvPr>
          <p:cNvSpPr txBox="1"/>
          <p:nvPr/>
        </p:nvSpPr>
        <p:spPr>
          <a:xfrm>
            <a:off x="6049330" y="4569022"/>
            <a:ext cx="723275" cy="307777"/>
          </a:xfrm>
          <a:prstGeom prst="rect">
            <a:avLst/>
          </a:prstGeom>
          <a:noFill/>
        </p:spPr>
        <p:txBody>
          <a:bodyPr wrap="none" rtlCol="0">
            <a:spAutoFit/>
          </a:bodyPr>
          <a:lstStyle/>
          <a:p>
            <a:r>
              <a:rPr lang="zh-CN" altLang="en-US" sz="1400">
                <a:solidFill>
                  <a:srgbClr val="C00000"/>
                </a:solidFill>
                <a:latin typeface="荆南波波黑" panose="02000800000000000000" pitchFamily="2" charset="-122"/>
                <a:ea typeface="荆南波波黑" panose="02000800000000000000" pitchFamily="2" charset="-122"/>
              </a:rPr>
              <a:t>序列化</a:t>
            </a:r>
          </a:p>
        </p:txBody>
      </p:sp>
      <p:sp>
        <p:nvSpPr>
          <p:cNvPr id="28" name="文本框 27">
            <a:extLst>
              <a:ext uri="{FF2B5EF4-FFF2-40B4-BE49-F238E27FC236}">
                <a16:creationId xmlns:a16="http://schemas.microsoft.com/office/drawing/2014/main" id="{C73F3CC0-D9BE-CB4B-B3DB-9D3EE97EE8EF}"/>
              </a:ext>
            </a:extLst>
          </p:cNvPr>
          <p:cNvSpPr txBox="1"/>
          <p:nvPr/>
        </p:nvSpPr>
        <p:spPr>
          <a:xfrm>
            <a:off x="5959563" y="6409087"/>
            <a:ext cx="902811" cy="307777"/>
          </a:xfrm>
          <a:prstGeom prst="rect">
            <a:avLst/>
          </a:prstGeom>
          <a:noFill/>
        </p:spPr>
        <p:txBody>
          <a:bodyPr wrap="none" rtlCol="0">
            <a:spAutoFit/>
          </a:bodyPr>
          <a:lstStyle/>
          <a:p>
            <a:r>
              <a:rPr lang="zh-CN" altLang="en-US" sz="1400">
                <a:solidFill>
                  <a:srgbClr val="C00000"/>
                </a:solidFill>
                <a:latin typeface="荆南波波黑" panose="02000800000000000000" pitchFamily="2" charset="-122"/>
                <a:ea typeface="荆南波波黑" panose="02000800000000000000" pitchFamily="2" charset="-122"/>
              </a:rPr>
              <a:t>反序列化</a:t>
            </a:r>
          </a:p>
        </p:txBody>
      </p:sp>
      <p:sp>
        <p:nvSpPr>
          <p:cNvPr id="29" name="矩形: 圆角 28">
            <a:extLst>
              <a:ext uri="{FF2B5EF4-FFF2-40B4-BE49-F238E27FC236}">
                <a16:creationId xmlns:a16="http://schemas.microsoft.com/office/drawing/2014/main" id="{8F7A306E-02CB-CB4C-BC4E-B608BC658DE0}"/>
              </a:ext>
            </a:extLst>
          </p:cNvPr>
          <p:cNvSpPr/>
          <p:nvPr/>
        </p:nvSpPr>
        <p:spPr>
          <a:xfrm>
            <a:off x="1307347" y="4567658"/>
            <a:ext cx="4331453" cy="255735"/>
          </a:xfrm>
          <a:prstGeom prst="roundRect">
            <a:avLst>
              <a:gd name="adj" fmla="val 12844"/>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圆角 29">
            <a:extLst>
              <a:ext uri="{FF2B5EF4-FFF2-40B4-BE49-F238E27FC236}">
                <a16:creationId xmlns:a16="http://schemas.microsoft.com/office/drawing/2014/main" id="{AC4DD9B1-3F8F-AA48-AB31-E7BE2A1E66DC}"/>
              </a:ext>
            </a:extLst>
          </p:cNvPr>
          <p:cNvSpPr/>
          <p:nvPr/>
        </p:nvSpPr>
        <p:spPr>
          <a:xfrm>
            <a:off x="1307347" y="6153352"/>
            <a:ext cx="4331453" cy="255735"/>
          </a:xfrm>
          <a:prstGeom prst="roundRect">
            <a:avLst>
              <a:gd name="adj" fmla="val 12844"/>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549242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randombar(horizontal)">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randombar(horizontal)">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38CB3-DC0C-E372-CBE7-9989D9CC06EF}"/>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96F6B1DC-8F38-2BB0-9914-1953C1DC23F8}"/>
              </a:ext>
            </a:extLst>
          </p:cNvPr>
          <p:cNvSpPr>
            <a:spLocks noGrp="1"/>
          </p:cNvSpPr>
          <p:nvPr>
            <p:ph type="body" sz="quarter" idx="10"/>
          </p:nvPr>
        </p:nvSpPr>
        <p:spPr/>
        <p:txBody>
          <a:bodyPr/>
          <a:lstStyle/>
          <a:p>
            <a:pPr marL="285750" indent="-285750">
              <a:buFont typeface="Wingdings" panose="05000000000000000000" pitchFamily="2" charset="2"/>
              <a:buChar char="l"/>
            </a:pPr>
            <a:r>
              <a:rPr lang="en-US" altLang="zh-CN"/>
              <a:t>json</a:t>
            </a:r>
            <a:r>
              <a:rPr lang="zh-CN" altLang="en-US"/>
              <a:t>模块中进行对象序列化及反序列化的方法</a:t>
            </a:r>
            <a:r>
              <a:rPr lang="en-US" altLang="zh-CN"/>
              <a:t>?</a:t>
            </a:r>
          </a:p>
          <a:p>
            <a:pPr marL="645750" lvl="1" indent="-285750">
              <a:lnSpc>
                <a:spcPct val="200000"/>
              </a:lnSpc>
            </a:pPr>
            <a:r>
              <a:rPr lang="en-US" altLang="zh-CN" sz="1400"/>
              <a:t>dump() </a:t>
            </a:r>
            <a:r>
              <a:rPr lang="zh-CN" altLang="en-US" sz="1400"/>
              <a:t>：将</a:t>
            </a:r>
            <a:r>
              <a:rPr lang="en-US" altLang="zh-CN" sz="1400"/>
              <a:t>python</a:t>
            </a:r>
            <a:r>
              <a:rPr lang="zh-CN" altLang="en-US" sz="1400"/>
              <a:t>对象序列化为</a:t>
            </a:r>
            <a:r>
              <a:rPr lang="en-US" altLang="zh-CN" sz="1400"/>
              <a:t>json</a:t>
            </a:r>
            <a:r>
              <a:rPr lang="zh-CN" altLang="en-US" sz="1400"/>
              <a:t>格式字符串并写入文件</a:t>
            </a:r>
            <a:endParaRPr lang="en-US" altLang="zh-CN" sz="1400"/>
          </a:p>
          <a:p>
            <a:pPr marL="645750" lvl="1" indent="-285750">
              <a:lnSpc>
                <a:spcPct val="200000"/>
              </a:lnSpc>
            </a:pPr>
            <a:r>
              <a:rPr lang="en-US" altLang="zh-CN" sz="1400"/>
              <a:t>load() </a:t>
            </a:r>
            <a:r>
              <a:rPr lang="zh-CN" altLang="en-US" sz="1400"/>
              <a:t>：从文件中读取</a:t>
            </a:r>
            <a:r>
              <a:rPr lang="en-US" altLang="zh-CN" sz="1400"/>
              <a:t>json</a:t>
            </a:r>
            <a:r>
              <a:rPr lang="zh-CN" altLang="en-US" sz="1400"/>
              <a:t>格式数据，并将其反序列化为</a:t>
            </a:r>
            <a:r>
              <a:rPr lang="en-US" altLang="zh-CN" sz="1400"/>
              <a:t>python</a:t>
            </a:r>
            <a:r>
              <a:rPr lang="zh-CN" altLang="en-US" sz="1400"/>
              <a:t>对象</a:t>
            </a:r>
          </a:p>
        </p:txBody>
      </p:sp>
    </p:spTree>
    <p:extLst>
      <p:ext uri="{BB962C8B-B14F-4D97-AF65-F5344CB8AC3E}">
        <p14:creationId xmlns:p14="http://schemas.microsoft.com/office/powerpoint/2010/main" val="75512662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0"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BFB4D-AF33-0809-BC0B-1DF48A440BC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A3590C1A-9A32-1A81-8C81-08C91A42D4D8}"/>
              </a:ext>
            </a:extLst>
          </p:cNvPr>
          <p:cNvSpPr>
            <a:spLocks noGrp="1"/>
          </p:cNvSpPr>
          <p:nvPr>
            <p:ph type="title"/>
          </p:nvPr>
        </p:nvSpPr>
        <p:spPr/>
        <p:txBody>
          <a:bodyPr/>
          <a:lstStyle/>
          <a:p>
            <a:r>
              <a:rPr lang="en-US" altLang="zh-CN"/>
              <a:t>AI</a:t>
            </a:r>
            <a:r>
              <a:rPr lang="zh-CN" altLang="en-US"/>
              <a:t>智能伴侣</a:t>
            </a:r>
            <a:r>
              <a:rPr lang="en-US" altLang="zh-CN"/>
              <a:t>-</a:t>
            </a:r>
            <a:r>
              <a:rPr lang="zh-CN" altLang="en-US"/>
              <a:t>会话管理</a:t>
            </a:r>
          </a:p>
        </p:txBody>
      </p:sp>
      <p:pic>
        <p:nvPicPr>
          <p:cNvPr id="2" name="图片 1" descr="图片包含 图形用户界面&#10;&#10;AI 生成的内容可能不正确。">
            <a:extLst>
              <a:ext uri="{FF2B5EF4-FFF2-40B4-BE49-F238E27FC236}">
                <a16:creationId xmlns:a16="http://schemas.microsoft.com/office/drawing/2014/main" id="{16B8AE52-BD70-C68B-B731-C27A0914AEF1}"/>
              </a:ext>
            </a:extLst>
          </p:cNvPr>
          <p:cNvPicPr>
            <a:picLocks noChangeAspect="1"/>
          </p:cNvPicPr>
          <p:nvPr/>
        </p:nvPicPr>
        <p:blipFill>
          <a:blip r:embed="rId2"/>
          <a:srcRect r="57963" b="3254"/>
          <a:stretch>
            <a:fillRect/>
          </a:stretch>
        </p:blipFill>
        <p:spPr>
          <a:xfrm>
            <a:off x="690572" y="880354"/>
            <a:ext cx="4039527" cy="5229499"/>
          </a:xfrm>
          <a:prstGeom prst="roundRect">
            <a:avLst>
              <a:gd name="adj" fmla="val 1216"/>
            </a:avLst>
          </a:prstGeom>
        </p:spPr>
      </p:pic>
      <p:sp>
        <p:nvSpPr>
          <p:cNvPr id="3" name="矩形: 圆角 2">
            <a:extLst>
              <a:ext uri="{FF2B5EF4-FFF2-40B4-BE49-F238E27FC236}">
                <a16:creationId xmlns:a16="http://schemas.microsoft.com/office/drawing/2014/main" id="{58CE01DB-794D-6D5B-7A7E-BE303568A76A}"/>
              </a:ext>
            </a:extLst>
          </p:cNvPr>
          <p:cNvSpPr/>
          <p:nvPr/>
        </p:nvSpPr>
        <p:spPr>
          <a:xfrm>
            <a:off x="748748" y="1606274"/>
            <a:ext cx="1802296" cy="357809"/>
          </a:xfrm>
          <a:prstGeom prst="roundRect">
            <a:avLst>
              <a:gd name="adj" fmla="val 12844"/>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箭头连接符 5">
            <a:extLst>
              <a:ext uri="{FF2B5EF4-FFF2-40B4-BE49-F238E27FC236}">
                <a16:creationId xmlns:a16="http://schemas.microsoft.com/office/drawing/2014/main" id="{4589DFC9-921C-1B29-01AF-7BA2884BD2AD}"/>
              </a:ext>
            </a:extLst>
          </p:cNvPr>
          <p:cNvCxnSpPr>
            <a:cxnSpLocks/>
          </p:cNvCxnSpPr>
          <p:nvPr/>
        </p:nvCxnSpPr>
        <p:spPr>
          <a:xfrm>
            <a:off x="2551044" y="1798430"/>
            <a:ext cx="2446642" cy="0"/>
          </a:xfrm>
          <a:prstGeom prst="straightConnector1">
            <a:avLst/>
          </a:prstGeom>
          <a:ln w="1270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 name="矩形: 圆角 6">
            <a:extLst>
              <a:ext uri="{FF2B5EF4-FFF2-40B4-BE49-F238E27FC236}">
                <a16:creationId xmlns:a16="http://schemas.microsoft.com/office/drawing/2014/main" id="{6873C8AB-8093-569F-8E2A-70BE88418EDB}"/>
              </a:ext>
            </a:extLst>
          </p:cNvPr>
          <p:cNvSpPr/>
          <p:nvPr/>
        </p:nvSpPr>
        <p:spPr>
          <a:xfrm>
            <a:off x="5027697" y="1312689"/>
            <a:ext cx="1994452" cy="374371"/>
          </a:xfrm>
          <a:prstGeom prst="roundRect">
            <a:avLst>
              <a:gd name="adj" fmla="val 14528"/>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200">
                <a:solidFill>
                  <a:schemeClr val="tx1">
                    <a:lumMod val="75000"/>
                  </a:schemeClr>
                </a:solidFill>
              </a:rPr>
              <a:t>1. </a:t>
            </a:r>
            <a:r>
              <a:rPr lang="zh-CN" altLang="en-US" sz="1200">
                <a:solidFill>
                  <a:schemeClr val="tx1">
                    <a:lumMod val="75000"/>
                  </a:schemeClr>
                </a:solidFill>
              </a:rPr>
              <a:t>保存当前会话数据</a:t>
            </a:r>
          </a:p>
        </p:txBody>
      </p:sp>
      <p:sp>
        <p:nvSpPr>
          <p:cNvPr id="8" name="矩形: 圆角 7">
            <a:extLst>
              <a:ext uri="{FF2B5EF4-FFF2-40B4-BE49-F238E27FC236}">
                <a16:creationId xmlns:a16="http://schemas.microsoft.com/office/drawing/2014/main" id="{28C4978A-3FD7-4A61-1ADD-5DDCB82004E9}"/>
              </a:ext>
            </a:extLst>
          </p:cNvPr>
          <p:cNvSpPr/>
          <p:nvPr/>
        </p:nvSpPr>
        <p:spPr>
          <a:xfrm>
            <a:off x="5027697" y="1891914"/>
            <a:ext cx="1994452" cy="374371"/>
          </a:xfrm>
          <a:prstGeom prst="roundRect">
            <a:avLst>
              <a:gd name="adj" fmla="val 16224"/>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200">
                <a:solidFill>
                  <a:schemeClr val="tx1">
                    <a:lumMod val="75000"/>
                  </a:schemeClr>
                </a:solidFill>
              </a:rPr>
              <a:t>2. </a:t>
            </a:r>
            <a:r>
              <a:rPr lang="zh-CN" altLang="en-US" sz="1200">
                <a:solidFill>
                  <a:schemeClr val="tx1">
                    <a:lumMod val="75000"/>
                  </a:schemeClr>
                </a:solidFill>
              </a:rPr>
              <a:t>创建新会话并保存</a:t>
            </a:r>
          </a:p>
        </p:txBody>
      </p:sp>
      <p:grpSp>
        <p:nvGrpSpPr>
          <p:cNvPr id="9" name="!!组合 8">
            <a:extLst>
              <a:ext uri="{FF2B5EF4-FFF2-40B4-BE49-F238E27FC236}">
                <a16:creationId xmlns:a16="http://schemas.microsoft.com/office/drawing/2014/main" id="{FDF14DC3-3C5F-C35C-2130-A701EFF34379}"/>
              </a:ext>
            </a:extLst>
          </p:cNvPr>
          <p:cNvGrpSpPr/>
          <p:nvPr/>
        </p:nvGrpSpPr>
        <p:grpSpPr>
          <a:xfrm>
            <a:off x="8272271" y="474057"/>
            <a:ext cx="1042052" cy="1217959"/>
            <a:chOff x="2883349" y="3111062"/>
            <a:chExt cx="3280482" cy="3622047"/>
          </a:xfrm>
        </p:grpSpPr>
        <p:sp>
          <p:nvSpPr>
            <p:cNvPr id="10" name="任意多边形: 形状 9">
              <a:extLst>
                <a:ext uri="{FF2B5EF4-FFF2-40B4-BE49-F238E27FC236}">
                  <a16:creationId xmlns:a16="http://schemas.microsoft.com/office/drawing/2014/main" id="{78C29700-35DA-2171-006C-F71ABE22E4E3}"/>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endParaRPr lang="zh-CN" altLang="en-US" sz="800">
                <a:solidFill>
                  <a:schemeClr val="tx1">
                    <a:lumMod val="50000"/>
                  </a:schemeClr>
                </a:solidFill>
              </a:endParaRPr>
            </a:p>
          </p:txBody>
        </p:sp>
        <p:sp>
          <p:nvSpPr>
            <p:cNvPr id="11" name="任意多边形: 形状 10">
              <a:extLst>
                <a:ext uri="{FF2B5EF4-FFF2-40B4-BE49-F238E27FC236}">
                  <a16:creationId xmlns:a16="http://schemas.microsoft.com/office/drawing/2014/main" id="{ACBA22D1-0397-3C79-68A3-526D9FE584B4}"/>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grpSp>
        <p:nvGrpSpPr>
          <p:cNvPr id="12" name="组合 11">
            <a:extLst>
              <a:ext uri="{FF2B5EF4-FFF2-40B4-BE49-F238E27FC236}">
                <a16:creationId xmlns:a16="http://schemas.microsoft.com/office/drawing/2014/main" id="{80CEB97C-259A-0B4A-0758-AEE45AED86AB}"/>
              </a:ext>
            </a:extLst>
          </p:cNvPr>
          <p:cNvGrpSpPr/>
          <p:nvPr/>
        </p:nvGrpSpPr>
        <p:grpSpPr>
          <a:xfrm>
            <a:off x="8272271" y="1890847"/>
            <a:ext cx="1042052" cy="1217959"/>
            <a:chOff x="2883349" y="3111062"/>
            <a:chExt cx="3280482" cy="3622047"/>
          </a:xfrm>
        </p:grpSpPr>
        <p:sp>
          <p:nvSpPr>
            <p:cNvPr id="13" name="任意多边形: 形状 12">
              <a:extLst>
                <a:ext uri="{FF2B5EF4-FFF2-40B4-BE49-F238E27FC236}">
                  <a16:creationId xmlns:a16="http://schemas.microsoft.com/office/drawing/2014/main" id="{DB1A8910-13D4-0E6D-99A3-5A632158E757}"/>
                </a:ext>
              </a:extLst>
            </p:cNvPr>
            <p:cNvSpPr/>
            <p:nvPr/>
          </p:nvSpPr>
          <p:spPr>
            <a:xfrm>
              <a:off x="2883349" y="3111062"/>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p>
            <a:p>
              <a:pPr algn="ctr"/>
              <a:r>
                <a:rPr lang="en-US" altLang="zh-CN" sz="800">
                  <a:solidFill>
                    <a:schemeClr val="tx1">
                      <a:lumMod val="50000"/>
                    </a:schemeClr>
                  </a:solidFill>
                </a:rPr>
                <a:t>............</a:t>
              </a:r>
              <a:endParaRPr lang="zh-CN" altLang="en-US" sz="800">
                <a:solidFill>
                  <a:schemeClr val="tx1">
                    <a:lumMod val="50000"/>
                  </a:schemeClr>
                </a:solidFill>
              </a:endParaRPr>
            </a:p>
          </p:txBody>
        </p:sp>
        <p:sp>
          <p:nvSpPr>
            <p:cNvPr id="14" name="任意多边形: 形状 13">
              <a:extLst>
                <a:ext uri="{FF2B5EF4-FFF2-40B4-BE49-F238E27FC236}">
                  <a16:creationId xmlns:a16="http://schemas.microsoft.com/office/drawing/2014/main" id="{3C09379B-15E8-B0C5-03EB-C306976C79E2}"/>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p>
          </p:txBody>
        </p:sp>
      </p:grpSp>
      <p:cxnSp>
        <p:nvCxnSpPr>
          <p:cNvPr id="16" name="连接符: 肘形 15">
            <a:extLst>
              <a:ext uri="{FF2B5EF4-FFF2-40B4-BE49-F238E27FC236}">
                <a16:creationId xmlns:a16="http://schemas.microsoft.com/office/drawing/2014/main" id="{AC7B6049-BBBB-0200-6B73-038324A2E5A7}"/>
              </a:ext>
            </a:extLst>
          </p:cNvPr>
          <p:cNvCxnSpPr>
            <a:cxnSpLocks/>
            <a:stCxn id="7" idx="0"/>
          </p:cNvCxnSpPr>
          <p:nvPr/>
        </p:nvCxnSpPr>
        <p:spPr>
          <a:xfrm rot="5400000" flipH="1" flipV="1">
            <a:off x="6902441" y="-57141"/>
            <a:ext cx="492312" cy="2247348"/>
          </a:xfrm>
          <a:prstGeom prst="curvedConnector2">
            <a:avLst/>
          </a:prstGeom>
          <a:ln w="1270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连接符: 肘形 21">
            <a:extLst>
              <a:ext uri="{FF2B5EF4-FFF2-40B4-BE49-F238E27FC236}">
                <a16:creationId xmlns:a16="http://schemas.microsoft.com/office/drawing/2014/main" id="{692D39A5-0499-15AF-3BD6-68920268E3D2}"/>
              </a:ext>
            </a:extLst>
          </p:cNvPr>
          <p:cNvCxnSpPr>
            <a:cxnSpLocks/>
            <a:stCxn id="8" idx="2"/>
          </p:cNvCxnSpPr>
          <p:nvPr/>
        </p:nvCxnSpPr>
        <p:spPr>
          <a:xfrm rot="16200000" flipH="1">
            <a:off x="6902028" y="1389180"/>
            <a:ext cx="493138" cy="2247348"/>
          </a:xfrm>
          <a:prstGeom prst="curvedConnector2">
            <a:avLst/>
          </a:prstGeom>
          <a:ln w="1270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A87F92C3-6A64-6825-6200-0672DD1591BE}"/>
              </a:ext>
            </a:extLst>
          </p:cNvPr>
          <p:cNvSpPr txBox="1"/>
          <p:nvPr/>
        </p:nvSpPr>
        <p:spPr>
          <a:xfrm>
            <a:off x="9269497" y="978683"/>
            <a:ext cx="2044149" cy="276999"/>
          </a:xfrm>
          <a:prstGeom prst="rect">
            <a:avLst/>
          </a:prstGeom>
          <a:noFill/>
        </p:spPr>
        <p:txBody>
          <a:bodyPr wrap="none" rtlCol="0">
            <a:spAutoFit/>
          </a:bodyPr>
          <a:lstStyle/>
          <a:p>
            <a:r>
              <a:rPr lang="en-US" altLang="zh-CN" sz="1200"/>
              <a:t>20260109_160520.json</a:t>
            </a:r>
            <a:endParaRPr lang="zh-CN" altLang="en-US" sz="1200"/>
          </a:p>
        </p:txBody>
      </p:sp>
      <p:sp>
        <p:nvSpPr>
          <p:cNvPr id="26" name="文本框 25">
            <a:extLst>
              <a:ext uri="{FF2B5EF4-FFF2-40B4-BE49-F238E27FC236}">
                <a16:creationId xmlns:a16="http://schemas.microsoft.com/office/drawing/2014/main" id="{C68B2178-501E-0538-B96E-C33A4894FDED}"/>
              </a:ext>
            </a:extLst>
          </p:cNvPr>
          <p:cNvSpPr txBox="1"/>
          <p:nvPr/>
        </p:nvSpPr>
        <p:spPr>
          <a:xfrm>
            <a:off x="9269497" y="2411209"/>
            <a:ext cx="2044149" cy="276999"/>
          </a:xfrm>
          <a:prstGeom prst="rect">
            <a:avLst/>
          </a:prstGeom>
          <a:noFill/>
        </p:spPr>
        <p:txBody>
          <a:bodyPr wrap="none" rtlCol="0">
            <a:spAutoFit/>
          </a:bodyPr>
          <a:lstStyle/>
          <a:p>
            <a:r>
              <a:rPr lang="en-US" altLang="zh-CN" sz="1200"/>
              <a:t>20260109_160805.json</a:t>
            </a:r>
            <a:endParaRPr lang="zh-CN" altLang="en-US" sz="1200"/>
          </a:p>
        </p:txBody>
      </p:sp>
      <p:grpSp>
        <p:nvGrpSpPr>
          <p:cNvPr id="31" name="组合 30">
            <a:extLst>
              <a:ext uri="{FF2B5EF4-FFF2-40B4-BE49-F238E27FC236}">
                <a16:creationId xmlns:a16="http://schemas.microsoft.com/office/drawing/2014/main" id="{5F331F9C-30D3-5FA0-5C5B-86C1342311B5}"/>
              </a:ext>
            </a:extLst>
          </p:cNvPr>
          <p:cNvGrpSpPr/>
          <p:nvPr/>
        </p:nvGrpSpPr>
        <p:grpSpPr>
          <a:xfrm>
            <a:off x="4841136" y="3904695"/>
            <a:ext cx="3874992" cy="2207495"/>
            <a:chOff x="5772152" y="4209408"/>
            <a:chExt cx="4145715" cy="2114558"/>
          </a:xfrm>
        </p:grpSpPr>
        <p:sp>
          <p:nvSpPr>
            <p:cNvPr id="28" name="矩形: 圆角 27">
              <a:extLst>
                <a:ext uri="{FF2B5EF4-FFF2-40B4-BE49-F238E27FC236}">
                  <a16:creationId xmlns:a16="http://schemas.microsoft.com/office/drawing/2014/main" id="{942E589E-2C42-8463-518B-F43EB80423FC}"/>
                </a:ext>
              </a:extLst>
            </p:cNvPr>
            <p:cNvSpPr/>
            <p:nvPr/>
          </p:nvSpPr>
          <p:spPr>
            <a:xfrm>
              <a:off x="5772152" y="4470400"/>
              <a:ext cx="4121790" cy="1853566"/>
            </a:xfrm>
            <a:prstGeom prst="roundRect">
              <a:avLst>
                <a:gd name="adj" fmla="val 6047"/>
              </a:avLst>
            </a:prstGeom>
            <a:solidFill>
              <a:srgbClr val="92D050">
                <a:alpha val="10196"/>
              </a:srgb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nSpc>
                  <a:spcPct val="200000"/>
                </a:lnSpc>
                <a:buFont typeface="Arial" panose="020B0604020202020204" pitchFamily="34" charset="0"/>
                <a:buChar char="•"/>
              </a:pPr>
              <a:r>
                <a:rPr lang="zh-CN" altLang="en-US" sz="1100">
                  <a:solidFill>
                    <a:schemeClr val="tx1">
                      <a:lumMod val="75000"/>
                    </a:schemeClr>
                  </a:solidFill>
                </a:rPr>
                <a:t>思考：每一个历史会话文件中，需要保存哪些信息呢</a:t>
              </a:r>
              <a:r>
                <a:rPr lang="en-US" altLang="zh-CN" sz="1100">
                  <a:solidFill>
                    <a:schemeClr val="tx1">
                      <a:lumMod val="75000"/>
                    </a:schemeClr>
                  </a:solidFill>
                </a:rPr>
                <a:t>?</a:t>
              </a:r>
            </a:p>
            <a:p>
              <a:pPr marL="171450" indent="-171450">
                <a:lnSpc>
                  <a:spcPct val="200000"/>
                </a:lnSpc>
                <a:buFont typeface="Arial" panose="020B0604020202020204" pitchFamily="34" charset="0"/>
                <a:buChar char="•"/>
              </a:pPr>
              <a:endParaRPr lang="en-US" altLang="zh-CN" sz="1100">
                <a:solidFill>
                  <a:schemeClr val="tx1">
                    <a:lumMod val="75000"/>
                  </a:schemeClr>
                </a:solidFill>
              </a:endParaRPr>
            </a:p>
            <a:p>
              <a:pPr marL="171450" indent="-171450">
                <a:lnSpc>
                  <a:spcPct val="200000"/>
                </a:lnSpc>
                <a:buFont typeface="Arial" panose="020B0604020202020204" pitchFamily="34" charset="0"/>
                <a:buChar char="•"/>
              </a:pPr>
              <a:endParaRPr lang="en-US" altLang="zh-CN" sz="1100">
                <a:solidFill>
                  <a:schemeClr val="tx1">
                    <a:lumMod val="75000"/>
                  </a:schemeClr>
                </a:solidFill>
              </a:endParaRPr>
            </a:p>
            <a:p>
              <a:pPr marL="171450" indent="-171450">
                <a:lnSpc>
                  <a:spcPct val="200000"/>
                </a:lnSpc>
                <a:buFont typeface="Arial" panose="020B0604020202020204" pitchFamily="34" charset="0"/>
                <a:buChar char="•"/>
              </a:pPr>
              <a:endParaRPr lang="en-US" altLang="zh-CN" sz="1100">
                <a:solidFill>
                  <a:schemeClr val="tx1">
                    <a:lumMod val="75000"/>
                  </a:schemeClr>
                </a:solidFill>
              </a:endParaRPr>
            </a:p>
            <a:p>
              <a:pPr marL="171450" indent="-171450">
                <a:lnSpc>
                  <a:spcPct val="200000"/>
                </a:lnSpc>
                <a:buFont typeface="Arial" panose="020B0604020202020204" pitchFamily="34" charset="0"/>
                <a:buChar char="•"/>
              </a:pPr>
              <a:endParaRPr lang="en-US" altLang="zh-CN" sz="1100">
                <a:solidFill>
                  <a:schemeClr val="tx1">
                    <a:lumMod val="75000"/>
                  </a:schemeClr>
                </a:solidFill>
              </a:endParaRPr>
            </a:p>
          </p:txBody>
        </p:sp>
        <p:pic>
          <p:nvPicPr>
            <p:cNvPr id="30" name="图形 29" descr="铅笔 纯色填充">
              <a:extLst>
                <a:ext uri="{FF2B5EF4-FFF2-40B4-BE49-F238E27FC236}">
                  <a16:creationId xmlns:a16="http://schemas.microsoft.com/office/drawing/2014/main" id="{330421A0-FA5B-5F41-9F50-46B08E18B48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43000" y="4209408"/>
              <a:ext cx="474867" cy="474866"/>
            </a:xfrm>
            <a:prstGeom prst="rect">
              <a:avLst/>
            </a:prstGeom>
          </p:spPr>
        </p:pic>
      </p:grpSp>
      <p:sp>
        <p:nvSpPr>
          <p:cNvPr id="35" name="文本框 34">
            <a:extLst>
              <a:ext uri="{FF2B5EF4-FFF2-40B4-BE49-F238E27FC236}">
                <a16:creationId xmlns:a16="http://schemas.microsoft.com/office/drawing/2014/main" id="{25170F97-49B3-65AC-6400-DDA6511512CD}"/>
              </a:ext>
            </a:extLst>
          </p:cNvPr>
          <p:cNvSpPr txBox="1"/>
          <p:nvPr/>
        </p:nvSpPr>
        <p:spPr>
          <a:xfrm>
            <a:off x="4876215" y="4549040"/>
            <a:ext cx="1891235" cy="1400961"/>
          </a:xfrm>
          <a:prstGeom prst="rect">
            <a:avLst/>
          </a:prstGeom>
          <a:noFill/>
        </p:spPr>
        <p:txBody>
          <a:bodyPr wrap="square">
            <a:spAutoFit/>
          </a:bodyPr>
          <a:lstStyle/>
          <a:p>
            <a:pPr marL="432000" marR="0" lvl="0" indent="-228600" algn="l" defTabSz="914400" rtl="0" eaLnBrk="1" fontAlgn="auto" latinLnBrk="0" hangingPunct="1">
              <a:lnSpc>
                <a:spcPct val="200000"/>
              </a:lnSpc>
              <a:spcBef>
                <a:spcPts val="0"/>
              </a:spcBef>
              <a:spcAft>
                <a:spcPts val="0"/>
              </a:spcAft>
              <a:buClrTx/>
              <a:buSzTx/>
              <a:buFont typeface="+mj-lt"/>
              <a:buAutoNum type="arabicPeriod"/>
              <a:tabLst/>
              <a:defRPr/>
            </a:pPr>
            <a:r>
              <a:rPr kumimoji="0" lang="zh-CN" altLang="en-US" sz="1100" b="0" i="0" u="none" strike="noStrike" kern="1200" cap="none" spc="0" normalizeH="0" baseline="0" noProof="0">
                <a:ln>
                  <a:noFill/>
                </a:ln>
                <a:solidFill>
                  <a:srgbClr val="363C3B">
                    <a:lumMod val="75000"/>
                  </a:srgbClr>
                </a:solidFill>
                <a:effectLst/>
                <a:uLnTx/>
                <a:uFillTx/>
                <a:latin typeface="Source Code Pro"/>
                <a:ea typeface="阿里巴巴普惠体"/>
                <a:cs typeface="+mn-cs"/>
              </a:rPr>
              <a:t>交互消息</a:t>
            </a:r>
            <a:endParaRPr kumimoji="0" lang="en-US" altLang="zh-CN" sz="1100" b="0" i="0" u="none" strike="noStrike" kern="1200" cap="none" spc="0" normalizeH="0" baseline="0" noProof="0">
              <a:ln>
                <a:noFill/>
              </a:ln>
              <a:solidFill>
                <a:srgbClr val="363C3B">
                  <a:lumMod val="75000"/>
                </a:srgbClr>
              </a:solidFill>
              <a:effectLst/>
              <a:uLnTx/>
              <a:uFillTx/>
              <a:latin typeface="Source Code Pro"/>
              <a:ea typeface="阿里巴巴普惠体"/>
              <a:cs typeface="+mn-cs"/>
            </a:endParaRPr>
          </a:p>
          <a:p>
            <a:pPr marL="432000" marR="0" lvl="0" indent="-228600" algn="l" defTabSz="914400" rtl="0" eaLnBrk="1" fontAlgn="auto" latinLnBrk="0" hangingPunct="1">
              <a:lnSpc>
                <a:spcPct val="200000"/>
              </a:lnSpc>
              <a:spcBef>
                <a:spcPts val="0"/>
              </a:spcBef>
              <a:spcAft>
                <a:spcPts val="0"/>
              </a:spcAft>
              <a:buClrTx/>
              <a:buSzTx/>
              <a:buFont typeface="+mj-lt"/>
              <a:buAutoNum type="arabicPeriod"/>
              <a:tabLst/>
              <a:defRPr/>
            </a:pPr>
            <a:r>
              <a:rPr kumimoji="0" lang="zh-CN" altLang="en-US" sz="1100" b="0" i="0" u="none" strike="noStrike" kern="1200" cap="none" spc="0" normalizeH="0" baseline="0" noProof="0">
                <a:ln>
                  <a:noFill/>
                </a:ln>
                <a:solidFill>
                  <a:srgbClr val="363C3B">
                    <a:lumMod val="75000"/>
                  </a:srgbClr>
                </a:solidFill>
                <a:effectLst/>
                <a:uLnTx/>
                <a:uFillTx/>
                <a:latin typeface="Source Code Pro"/>
                <a:ea typeface="阿里巴巴普惠体"/>
                <a:cs typeface="+mn-cs"/>
              </a:rPr>
              <a:t>昵称</a:t>
            </a:r>
            <a:endParaRPr kumimoji="0" lang="en-US" altLang="zh-CN" sz="1100" b="0" i="0" u="none" strike="noStrike" kern="1200" cap="none" spc="0" normalizeH="0" baseline="0" noProof="0">
              <a:ln>
                <a:noFill/>
              </a:ln>
              <a:solidFill>
                <a:srgbClr val="363C3B">
                  <a:lumMod val="75000"/>
                </a:srgbClr>
              </a:solidFill>
              <a:effectLst/>
              <a:uLnTx/>
              <a:uFillTx/>
              <a:latin typeface="Source Code Pro"/>
              <a:ea typeface="阿里巴巴普惠体"/>
              <a:cs typeface="+mn-cs"/>
            </a:endParaRPr>
          </a:p>
          <a:p>
            <a:pPr marL="432000" marR="0" lvl="0" indent="-228600" algn="l" defTabSz="914400" rtl="0" eaLnBrk="1" fontAlgn="auto" latinLnBrk="0" hangingPunct="1">
              <a:lnSpc>
                <a:spcPct val="200000"/>
              </a:lnSpc>
              <a:spcBef>
                <a:spcPts val="0"/>
              </a:spcBef>
              <a:spcAft>
                <a:spcPts val="0"/>
              </a:spcAft>
              <a:buClrTx/>
              <a:buSzTx/>
              <a:buFont typeface="+mj-lt"/>
              <a:buAutoNum type="arabicPeriod"/>
              <a:tabLst/>
              <a:defRPr/>
            </a:pPr>
            <a:r>
              <a:rPr kumimoji="0" lang="zh-CN" altLang="en-US" sz="1100" b="0" i="0" u="none" strike="noStrike" kern="1200" cap="none" spc="0" normalizeH="0" baseline="0" noProof="0">
                <a:ln>
                  <a:noFill/>
                </a:ln>
                <a:solidFill>
                  <a:srgbClr val="363C3B">
                    <a:lumMod val="75000"/>
                  </a:srgbClr>
                </a:solidFill>
                <a:effectLst/>
                <a:uLnTx/>
                <a:uFillTx/>
                <a:latin typeface="Source Code Pro"/>
                <a:ea typeface="阿里巴巴普惠体"/>
                <a:cs typeface="+mn-cs"/>
              </a:rPr>
              <a:t>性格</a:t>
            </a:r>
            <a:endParaRPr kumimoji="0" lang="en-US" altLang="zh-CN" sz="1100" b="0" i="0" u="none" strike="noStrike" kern="1200" cap="none" spc="0" normalizeH="0" baseline="0" noProof="0">
              <a:ln>
                <a:noFill/>
              </a:ln>
              <a:solidFill>
                <a:srgbClr val="363C3B">
                  <a:lumMod val="75000"/>
                </a:srgbClr>
              </a:solidFill>
              <a:effectLst/>
              <a:uLnTx/>
              <a:uFillTx/>
              <a:latin typeface="Source Code Pro"/>
              <a:ea typeface="阿里巴巴普惠体"/>
              <a:cs typeface="+mn-cs"/>
            </a:endParaRPr>
          </a:p>
          <a:p>
            <a:pPr marL="432000" marR="0" lvl="0" indent="-228600" algn="l" defTabSz="914400" rtl="0" eaLnBrk="1" fontAlgn="auto" latinLnBrk="0" hangingPunct="1">
              <a:lnSpc>
                <a:spcPct val="200000"/>
              </a:lnSpc>
              <a:spcBef>
                <a:spcPts val="0"/>
              </a:spcBef>
              <a:spcAft>
                <a:spcPts val="0"/>
              </a:spcAft>
              <a:buClrTx/>
              <a:buSzTx/>
              <a:buFont typeface="+mj-lt"/>
              <a:buAutoNum type="arabicPeriod"/>
              <a:tabLst/>
              <a:defRPr/>
            </a:pPr>
            <a:r>
              <a:rPr kumimoji="0" lang="zh-CN" altLang="en-US" sz="1100" b="0" i="0" u="none" strike="noStrike" kern="1200" cap="none" spc="0" normalizeH="0" baseline="0" noProof="0">
                <a:ln>
                  <a:noFill/>
                </a:ln>
                <a:solidFill>
                  <a:srgbClr val="363C3B">
                    <a:lumMod val="75000"/>
                  </a:srgbClr>
                </a:solidFill>
                <a:effectLst/>
                <a:uLnTx/>
                <a:uFillTx/>
                <a:latin typeface="Source Code Pro"/>
                <a:ea typeface="阿里巴巴普惠体"/>
                <a:cs typeface="+mn-cs"/>
              </a:rPr>
              <a:t>会话标识</a:t>
            </a:r>
            <a:endParaRPr kumimoji="0" lang="en-US" altLang="zh-CN" sz="1100" b="0" i="0" u="none" strike="noStrike" kern="1200" cap="none" spc="0" normalizeH="0" baseline="0" noProof="0">
              <a:ln>
                <a:noFill/>
              </a:ln>
              <a:solidFill>
                <a:srgbClr val="363C3B">
                  <a:lumMod val="75000"/>
                </a:srgbClr>
              </a:solidFill>
              <a:effectLst/>
              <a:uLnTx/>
              <a:uFillTx/>
              <a:latin typeface="Source Code Pro"/>
              <a:ea typeface="阿里巴巴普惠体"/>
              <a:cs typeface="+mn-cs"/>
            </a:endParaRPr>
          </a:p>
        </p:txBody>
      </p:sp>
      <p:grpSp>
        <p:nvGrpSpPr>
          <p:cNvPr id="4" name="!!组合 8">
            <a:extLst>
              <a:ext uri="{FF2B5EF4-FFF2-40B4-BE49-F238E27FC236}">
                <a16:creationId xmlns:a16="http://schemas.microsoft.com/office/drawing/2014/main" id="{B56D9D10-C061-C0BA-893F-8D3CAE8C3359}"/>
              </a:ext>
            </a:extLst>
          </p:cNvPr>
          <p:cNvGrpSpPr/>
          <p:nvPr/>
        </p:nvGrpSpPr>
        <p:grpSpPr>
          <a:xfrm>
            <a:off x="9121978" y="3407401"/>
            <a:ext cx="2746513" cy="3210147"/>
            <a:chOff x="2883349" y="3111061"/>
            <a:chExt cx="3280482" cy="3622047"/>
          </a:xfrm>
        </p:grpSpPr>
        <p:sp>
          <p:nvSpPr>
            <p:cNvPr id="15" name="任意多边形: 形状 14">
              <a:extLst>
                <a:ext uri="{FF2B5EF4-FFF2-40B4-BE49-F238E27FC236}">
                  <a16:creationId xmlns:a16="http://schemas.microsoft.com/office/drawing/2014/main" id="{E684E263-07A0-89D1-EDA4-ECE3917B3437}"/>
                </a:ext>
              </a:extLst>
            </p:cNvPr>
            <p:cNvSpPr/>
            <p:nvPr/>
          </p:nvSpPr>
          <p:spPr>
            <a:xfrm>
              <a:off x="2883349" y="3111061"/>
              <a:ext cx="3280482" cy="3622047"/>
            </a:xfrm>
            <a:custGeom>
              <a:avLst/>
              <a:gdLst>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0" fmla="*/ 0 w 3069020"/>
                <a:gd name="connsiteY0" fmla="*/ 0 h 3510455"/>
                <a:gd name="connsiteX1" fmla="*/ 2286511 w 3069020"/>
                <a:gd name="connsiteY1" fmla="*/ 0 h 3510455"/>
                <a:gd name="connsiteX2" fmla="*/ 2315877 w 3069020"/>
                <a:gd name="connsiteY2" fmla="*/ 15324 h 3510455"/>
                <a:gd name="connsiteX3" fmla="*/ 3069020 w 3069020"/>
                <a:gd name="connsiteY3" fmla="*/ 731145 h 3510455"/>
                <a:gd name="connsiteX4" fmla="*/ 3069020 w 3069020"/>
                <a:gd name="connsiteY4" fmla="*/ 3510455 h 3510455"/>
                <a:gd name="connsiteX5" fmla="*/ 0 w 3069020"/>
                <a:gd name="connsiteY5" fmla="*/ 3510455 h 3510455"/>
                <a:gd name="connsiteX6" fmla="*/ 0 w 3069020"/>
                <a:gd name="connsiteY6" fmla="*/ 0 h 3510455"/>
                <a:gd name="connsiteX0" fmla="*/ 25708 w 3094728"/>
                <a:gd name="connsiteY0" fmla="*/ 0 h 3510455"/>
                <a:gd name="connsiteX1" fmla="*/ 2312219 w 3094728"/>
                <a:gd name="connsiteY1" fmla="*/ 0 h 3510455"/>
                <a:gd name="connsiteX2" fmla="*/ 2341585 w 3094728"/>
                <a:gd name="connsiteY2" fmla="*/ 15324 h 3510455"/>
                <a:gd name="connsiteX3" fmla="*/ 3094728 w 3094728"/>
                <a:gd name="connsiteY3" fmla="*/ 731145 h 3510455"/>
                <a:gd name="connsiteX4" fmla="*/ 3094728 w 3094728"/>
                <a:gd name="connsiteY4" fmla="*/ 3510455 h 3510455"/>
                <a:gd name="connsiteX5" fmla="*/ 25708 w 3094728"/>
                <a:gd name="connsiteY5" fmla="*/ 3510455 h 3510455"/>
                <a:gd name="connsiteX6" fmla="*/ 25708 w 3094728"/>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 name="connsiteX0" fmla="*/ 36153 w 3105173"/>
                <a:gd name="connsiteY0" fmla="*/ 0 h 3510455"/>
                <a:gd name="connsiteX1" fmla="*/ 2322664 w 3105173"/>
                <a:gd name="connsiteY1" fmla="*/ 0 h 3510455"/>
                <a:gd name="connsiteX2" fmla="*/ 2352030 w 3105173"/>
                <a:gd name="connsiteY2" fmla="*/ 15324 h 3510455"/>
                <a:gd name="connsiteX3" fmla="*/ 3105173 w 3105173"/>
                <a:gd name="connsiteY3" fmla="*/ 731145 h 3510455"/>
                <a:gd name="connsiteX4" fmla="*/ 3105173 w 3105173"/>
                <a:gd name="connsiteY4" fmla="*/ 3510455 h 3510455"/>
                <a:gd name="connsiteX5" fmla="*/ 7230 w 3105173"/>
                <a:gd name="connsiteY5" fmla="*/ 3510455 h 3510455"/>
                <a:gd name="connsiteX6" fmla="*/ 36153 w 3105173"/>
                <a:gd name="connsiteY6" fmla="*/ 0 h 351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5173" h="3510455">
                  <a:moveTo>
                    <a:pt x="36153" y="0"/>
                  </a:moveTo>
                  <a:cubicBezTo>
                    <a:pt x="904373" y="50847"/>
                    <a:pt x="1560494" y="0"/>
                    <a:pt x="2322664" y="0"/>
                  </a:cubicBezTo>
                  <a:lnTo>
                    <a:pt x="2352030" y="15324"/>
                  </a:lnTo>
                  <a:lnTo>
                    <a:pt x="3105173" y="731145"/>
                  </a:lnTo>
                  <a:cubicBezTo>
                    <a:pt x="3105173" y="1657582"/>
                    <a:pt x="3018404" y="2541645"/>
                    <a:pt x="3105173" y="3510455"/>
                  </a:cubicBezTo>
                  <a:cubicBezTo>
                    <a:pt x="2053244" y="3459608"/>
                    <a:pt x="1117006" y="3459608"/>
                    <a:pt x="7230" y="3510455"/>
                  </a:cubicBezTo>
                  <a:cubicBezTo>
                    <a:pt x="7230" y="2340303"/>
                    <a:pt x="-21693" y="1170152"/>
                    <a:pt x="36153" y="0"/>
                  </a:cubicBez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36000" rIns="0" rtlCol="0" anchor="ctr">
              <a:noAutofit/>
            </a:bodyPr>
            <a:lstStyle/>
            <a:p>
              <a:pPr>
                <a:lnSpc>
                  <a:spcPct val="150000"/>
                </a:lnSpc>
                <a:buNone/>
              </a:pPr>
              <a:r>
                <a:rPr lang="en-US" altLang="zh-CN" sz="800">
                  <a:solidFill>
                    <a:srgbClr val="080808"/>
                  </a:solidFill>
                  <a:effectLst/>
                  <a:latin typeface="Fira Code" panose="020B0809050000020004" pitchFamily="49" charset="0"/>
                </a:rPr>
                <a:t>{</a:t>
              </a:r>
              <a:br>
                <a:rPr lang="en-US" altLang="zh-CN" sz="800">
                  <a:solidFill>
                    <a:srgbClr val="080808"/>
                  </a:solidFill>
                  <a:effectLst/>
                  <a:latin typeface="Fira Code" panose="020B0809050000020004" pitchFamily="49" charset="0"/>
                </a:rPr>
              </a:br>
              <a:r>
                <a:rPr lang="en-US" altLang="zh-CN" sz="800">
                  <a:solidFill>
                    <a:srgbClr val="080808"/>
                  </a:solidFill>
                  <a:effectLst/>
                  <a:latin typeface="Fira Code" panose="020B0809050000020004" pitchFamily="49" charset="0"/>
                </a:rPr>
                <a:t>  </a:t>
              </a:r>
              <a:r>
                <a:rPr lang="en-US" altLang="zh-CN" sz="800">
                  <a:solidFill>
                    <a:srgbClr val="871094"/>
                  </a:solidFill>
                  <a:effectLst/>
                  <a:latin typeface="Fira Code" panose="020B0809050000020004" pitchFamily="49" charset="0"/>
                </a:rPr>
                <a:t>"messages"</a:t>
              </a:r>
              <a:r>
                <a:rPr lang="en-US" altLang="zh-CN" sz="800">
                  <a:solidFill>
                    <a:srgbClr val="080808"/>
                  </a:solidFill>
                  <a:effectLst/>
                  <a:latin typeface="Fira Code" panose="020B0809050000020004" pitchFamily="49" charset="0"/>
                </a:rPr>
                <a:t>: [</a:t>
              </a:r>
              <a:br>
                <a:rPr lang="en-US" altLang="zh-CN" sz="800">
                  <a:solidFill>
                    <a:srgbClr val="080808"/>
                  </a:solidFill>
                  <a:effectLst/>
                  <a:latin typeface="Fira Code" panose="020B0809050000020004" pitchFamily="49" charset="0"/>
                </a:rPr>
              </a:br>
              <a:r>
                <a:rPr lang="en-US" altLang="zh-CN" sz="800">
                  <a:solidFill>
                    <a:srgbClr val="080808"/>
                  </a:solidFill>
                  <a:effectLst/>
                  <a:latin typeface="Fira Code" panose="020B0809050000020004" pitchFamily="49" charset="0"/>
                </a:rPr>
                <a:t>    {</a:t>
              </a:r>
              <a:br>
                <a:rPr lang="en-US" altLang="zh-CN" sz="800">
                  <a:solidFill>
                    <a:srgbClr val="080808"/>
                  </a:solidFill>
                  <a:effectLst/>
                  <a:latin typeface="Fira Code" panose="020B0809050000020004" pitchFamily="49" charset="0"/>
                </a:rPr>
              </a:br>
              <a:r>
                <a:rPr lang="en-US" altLang="zh-CN" sz="800">
                  <a:solidFill>
                    <a:srgbClr val="080808"/>
                  </a:solidFill>
                  <a:effectLst/>
                  <a:latin typeface="Fira Code" panose="020B0809050000020004" pitchFamily="49" charset="0"/>
                </a:rPr>
                <a:t>      </a:t>
              </a:r>
              <a:r>
                <a:rPr lang="en-US" altLang="zh-CN" sz="800">
                  <a:solidFill>
                    <a:srgbClr val="871094"/>
                  </a:solidFill>
                  <a:effectLst/>
                  <a:latin typeface="Fira Code" panose="020B0809050000020004" pitchFamily="49" charset="0"/>
                </a:rPr>
                <a:t>"role"</a:t>
              </a:r>
              <a:r>
                <a:rPr lang="en-US" altLang="zh-CN" sz="800">
                  <a:solidFill>
                    <a:srgbClr val="080808"/>
                  </a:solidFill>
                  <a:effectLst/>
                  <a:latin typeface="Fira Code" panose="020B0809050000020004" pitchFamily="49" charset="0"/>
                </a:rPr>
                <a:t>: </a:t>
              </a:r>
              <a:r>
                <a:rPr lang="en-US" altLang="zh-CN" sz="800">
                  <a:solidFill>
                    <a:srgbClr val="067D17"/>
                  </a:solidFill>
                  <a:effectLst/>
                  <a:latin typeface="Fira Code" panose="020B0809050000020004" pitchFamily="49" charset="0"/>
                </a:rPr>
                <a:t>"user"</a:t>
              </a:r>
              <a:r>
                <a:rPr lang="en-US" altLang="zh-CN" sz="800">
                  <a:solidFill>
                    <a:srgbClr val="080808"/>
                  </a:solidFill>
                  <a:effectLst/>
                  <a:latin typeface="Fira Code" panose="020B0809050000020004" pitchFamily="49" charset="0"/>
                </a:rPr>
                <a:t>,</a:t>
              </a:r>
              <a:br>
                <a:rPr lang="en-US" altLang="zh-CN" sz="800">
                  <a:solidFill>
                    <a:srgbClr val="080808"/>
                  </a:solidFill>
                  <a:effectLst/>
                  <a:latin typeface="Fira Code" panose="020B0809050000020004" pitchFamily="49" charset="0"/>
                </a:rPr>
              </a:br>
              <a:r>
                <a:rPr lang="en-US" altLang="zh-CN" sz="800">
                  <a:solidFill>
                    <a:srgbClr val="080808"/>
                  </a:solidFill>
                  <a:effectLst/>
                  <a:latin typeface="Fira Code" panose="020B0809050000020004" pitchFamily="49" charset="0"/>
                </a:rPr>
                <a:t>      </a:t>
              </a:r>
              <a:r>
                <a:rPr lang="en-US" altLang="zh-CN" sz="800">
                  <a:solidFill>
                    <a:srgbClr val="871094"/>
                  </a:solidFill>
                  <a:effectLst/>
                  <a:latin typeface="Fira Code" panose="020B0809050000020004" pitchFamily="49" charset="0"/>
                </a:rPr>
                <a:t>"content"</a:t>
              </a:r>
              <a:r>
                <a:rPr lang="en-US" altLang="zh-CN" sz="800">
                  <a:solidFill>
                    <a:srgbClr val="080808"/>
                  </a:solidFill>
                  <a:effectLst/>
                  <a:latin typeface="Fira Code" panose="020B0809050000020004" pitchFamily="49" charset="0"/>
                </a:rPr>
                <a:t>: </a:t>
              </a:r>
              <a:r>
                <a:rPr lang="en-US" altLang="zh-CN" sz="800">
                  <a:solidFill>
                    <a:srgbClr val="067D17"/>
                  </a:solidFill>
                  <a:effectLst/>
                  <a:latin typeface="Fira Code" panose="020B0809050000020004" pitchFamily="49" charset="0"/>
                </a:rPr>
                <a:t>"</a:t>
              </a:r>
              <a:r>
                <a:rPr lang="zh-CN" altLang="en-US" sz="800">
                  <a:solidFill>
                    <a:srgbClr val="067D17"/>
                  </a:solidFill>
                  <a:effectLst/>
                  <a:latin typeface="Courier New" panose="02070309020205020404" pitchFamily="49" charset="0"/>
                </a:rPr>
                <a:t>你好</a:t>
              </a:r>
              <a:r>
                <a:rPr lang="en-US" altLang="zh-CN" sz="800">
                  <a:solidFill>
                    <a:srgbClr val="067D17"/>
                  </a:solidFill>
                  <a:effectLst/>
                  <a:latin typeface="Fira Code" panose="020B0809050000020004" pitchFamily="49" charset="0"/>
                </a:rPr>
                <a:t>"</a:t>
              </a:r>
              <a:br>
                <a:rPr lang="en-US" altLang="zh-CN" sz="800">
                  <a:solidFill>
                    <a:srgbClr val="067D17"/>
                  </a:solidFill>
                  <a:effectLst/>
                  <a:latin typeface="Fira Code" panose="020B0809050000020004" pitchFamily="49" charset="0"/>
                </a:rPr>
              </a:br>
              <a:r>
                <a:rPr lang="en-US" altLang="zh-CN" sz="800">
                  <a:solidFill>
                    <a:srgbClr val="067D17"/>
                  </a:solidFill>
                  <a:effectLst/>
                  <a:latin typeface="Fira Code" panose="020B0809050000020004" pitchFamily="49" charset="0"/>
                </a:rPr>
                <a:t>    </a:t>
              </a:r>
              <a:r>
                <a:rPr lang="en-US" altLang="zh-CN" sz="800">
                  <a:solidFill>
                    <a:srgbClr val="080808"/>
                  </a:solidFill>
                  <a:effectLst/>
                  <a:latin typeface="Fira Code" panose="020B0809050000020004" pitchFamily="49" charset="0"/>
                </a:rPr>
                <a:t>},</a:t>
              </a:r>
              <a:br>
                <a:rPr lang="en-US" altLang="zh-CN" sz="800">
                  <a:solidFill>
                    <a:srgbClr val="080808"/>
                  </a:solidFill>
                  <a:effectLst/>
                  <a:latin typeface="Fira Code" panose="020B0809050000020004" pitchFamily="49" charset="0"/>
                </a:rPr>
              </a:br>
              <a:r>
                <a:rPr lang="en-US" altLang="zh-CN" sz="800">
                  <a:solidFill>
                    <a:srgbClr val="080808"/>
                  </a:solidFill>
                  <a:effectLst/>
                  <a:latin typeface="Fira Code" panose="020B0809050000020004" pitchFamily="49" charset="0"/>
                </a:rPr>
                <a:t>    {</a:t>
              </a:r>
              <a:br>
                <a:rPr lang="en-US" altLang="zh-CN" sz="800">
                  <a:solidFill>
                    <a:srgbClr val="080808"/>
                  </a:solidFill>
                  <a:effectLst/>
                  <a:latin typeface="Fira Code" panose="020B0809050000020004" pitchFamily="49" charset="0"/>
                </a:rPr>
              </a:br>
              <a:r>
                <a:rPr lang="en-US" altLang="zh-CN" sz="800">
                  <a:solidFill>
                    <a:srgbClr val="080808"/>
                  </a:solidFill>
                  <a:effectLst/>
                  <a:latin typeface="Fira Code" panose="020B0809050000020004" pitchFamily="49" charset="0"/>
                </a:rPr>
                <a:t>      </a:t>
              </a:r>
              <a:r>
                <a:rPr lang="en-US" altLang="zh-CN" sz="800">
                  <a:solidFill>
                    <a:srgbClr val="871094"/>
                  </a:solidFill>
                  <a:effectLst/>
                  <a:latin typeface="Fira Code" panose="020B0809050000020004" pitchFamily="49" charset="0"/>
                </a:rPr>
                <a:t>"role"</a:t>
              </a:r>
              <a:r>
                <a:rPr lang="en-US" altLang="zh-CN" sz="800">
                  <a:solidFill>
                    <a:srgbClr val="080808"/>
                  </a:solidFill>
                  <a:effectLst/>
                  <a:latin typeface="Fira Code" panose="020B0809050000020004" pitchFamily="49" charset="0"/>
                </a:rPr>
                <a:t>: </a:t>
              </a:r>
              <a:r>
                <a:rPr lang="en-US" altLang="zh-CN" sz="800">
                  <a:solidFill>
                    <a:srgbClr val="067D17"/>
                  </a:solidFill>
                  <a:effectLst/>
                  <a:latin typeface="Fira Code" panose="020B0809050000020004" pitchFamily="49" charset="0"/>
                </a:rPr>
                <a:t>"assistant"</a:t>
              </a:r>
              <a:r>
                <a:rPr lang="en-US" altLang="zh-CN" sz="800">
                  <a:solidFill>
                    <a:srgbClr val="080808"/>
                  </a:solidFill>
                  <a:effectLst/>
                  <a:latin typeface="Fira Code" panose="020B0809050000020004" pitchFamily="49" charset="0"/>
                </a:rPr>
                <a:t>,</a:t>
              </a:r>
              <a:br>
                <a:rPr lang="en-US" altLang="zh-CN" sz="800">
                  <a:solidFill>
                    <a:srgbClr val="080808"/>
                  </a:solidFill>
                  <a:effectLst/>
                  <a:latin typeface="Fira Code" panose="020B0809050000020004" pitchFamily="49" charset="0"/>
                </a:rPr>
              </a:br>
              <a:r>
                <a:rPr lang="en-US" altLang="zh-CN" sz="800">
                  <a:solidFill>
                    <a:srgbClr val="080808"/>
                  </a:solidFill>
                  <a:effectLst/>
                  <a:latin typeface="Fira Code" panose="020B0809050000020004" pitchFamily="49" charset="0"/>
                </a:rPr>
                <a:t>      </a:t>
              </a:r>
              <a:r>
                <a:rPr lang="en-US" altLang="zh-CN" sz="800">
                  <a:solidFill>
                    <a:srgbClr val="871094"/>
                  </a:solidFill>
                  <a:effectLst/>
                  <a:latin typeface="Fira Code" panose="020B0809050000020004" pitchFamily="49" charset="0"/>
                </a:rPr>
                <a:t>"content"</a:t>
              </a:r>
              <a:r>
                <a:rPr lang="en-US" altLang="zh-CN" sz="800">
                  <a:solidFill>
                    <a:srgbClr val="080808"/>
                  </a:solidFill>
                  <a:effectLst/>
                  <a:latin typeface="Fira Code" panose="020B0809050000020004" pitchFamily="49" charset="0"/>
                </a:rPr>
                <a:t>: </a:t>
              </a:r>
              <a:r>
                <a:rPr lang="en-US" altLang="zh-CN" sz="800">
                  <a:solidFill>
                    <a:srgbClr val="067D17"/>
                  </a:solidFill>
                  <a:effectLst/>
                  <a:latin typeface="Fira Code" panose="020B0809050000020004" pitchFamily="49" charset="0"/>
                </a:rPr>
                <a:t>"</a:t>
              </a:r>
              <a:r>
                <a:rPr lang="zh-CN" altLang="en-US" sz="800">
                  <a:solidFill>
                    <a:srgbClr val="067D17"/>
                  </a:solidFill>
                  <a:effectLst/>
                  <a:latin typeface="Courier New" panose="02070309020205020404" pitchFamily="49" charset="0"/>
                </a:rPr>
                <a:t>哈囉</a:t>
              </a:r>
              <a:r>
                <a:rPr lang="en-US" altLang="zh-CN" sz="800">
                  <a:solidFill>
                    <a:srgbClr val="067D17"/>
                  </a:solidFill>
                  <a:effectLst/>
                  <a:latin typeface="Fira Code" panose="020B0809050000020004" pitchFamily="49" charset="0"/>
                </a:rPr>
                <a:t>~</a:t>
              </a:r>
              <a:r>
                <a:rPr lang="zh-CN" altLang="en-US" sz="800">
                  <a:solidFill>
                    <a:srgbClr val="067D17"/>
                  </a:solidFill>
                  <a:effectLst/>
                  <a:latin typeface="Courier New" panose="02070309020205020404" pitchFamily="49" charset="0"/>
                </a:rPr>
                <a:t>今天過得怎麼樣呀？💕</a:t>
              </a:r>
              <a:r>
                <a:rPr lang="en-US" altLang="zh-CN" sz="800">
                  <a:solidFill>
                    <a:srgbClr val="067D17"/>
                  </a:solidFill>
                  <a:effectLst/>
                  <a:latin typeface="Fira Code" panose="020B0809050000020004" pitchFamily="49" charset="0"/>
                </a:rPr>
                <a:t>"</a:t>
              </a:r>
              <a:br>
                <a:rPr lang="en-US" altLang="zh-CN" sz="800">
                  <a:solidFill>
                    <a:srgbClr val="067D17"/>
                  </a:solidFill>
                  <a:effectLst/>
                  <a:latin typeface="Fira Code" panose="020B0809050000020004" pitchFamily="49" charset="0"/>
                </a:rPr>
              </a:br>
              <a:r>
                <a:rPr lang="en-US" altLang="zh-CN" sz="800">
                  <a:solidFill>
                    <a:srgbClr val="067D17"/>
                  </a:solidFill>
                  <a:effectLst/>
                  <a:latin typeface="Fira Code" panose="020B0809050000020004" pitchFamily="49" charset="0"/>
                </a:rPr>
                <a:t>    </a:t>
              </a:r>
              <a:r>
                <a:rPr lang="en-US" altLang="zh-CN" sz="800">
                  <a:solidFill>
                    <a:srgbClr val="080808"/>
                  </a:solidFill>
                  <a:effectLst/>
                  <a:latin typeface="Fira Code" panose="020B0809050000020004" pitchFamily="49" charset="0"/>
                </a:rPr>
                <a:t>}</a:t>
              </a:r>
              <a:br>
                <a:rPr lang="en-US" altLang="zh-CN" sz="800">
                  <a:solidFill>
                    <a:srgbClr val="080808"/>
                  </a:solidFill>
                  <a:effectLst/>
                  <a:latin typeface="Fira Code" panose="020B0809050000020004" pitchFamily="49" charset="0"/>
                </a:rPr>
              </a:br>
              <a:r>
                <a:rPr lang="en-US" altLang="zh-CN" sz="800">
                  <a:solidFill>
                    <a:srgbClr val="080808"/>
                  </a:solidFill>
                  <a:effectLst/>
                  <a:latin typeface="Fira Code" panose="020B0809050000020004" pitchFamily="49" charset="0"/>
                </a:rPr>
                <a:t>  ],</a:t>
              </a:r>
              <a:br>
                <a:rPr lang="en-US" altLang="zh-CN" sz="800">
                  <a:solidFill>
                    <a:srgbClr val="080808"/>
                  </a:solidFill>
                  <a:effectLst/>
                  <a:latin typeface="Fira Code" panose="020B0809050000020004" pitchFamily="49" charset="0"/>
                </a:rPr>
              </a:br>
              <a:r>
                <a:rPr lang="en-US" altLang="zh-CN" sz="800">
                  <a:solidFill>
                    <a:srgbClr val="080808"/>
                  </a:solidFill>
                  <a:effectLst/>
                  <a:latin typeface="Fira Code" panose="020B0809050000020004" pitchFamily="49" charset="0"/>
                </a:rPr>
                <a:t>  </a:t>
              </a:r>
              <a:r>
                <a:rPr lang="en-US" altLang="zh-CN" sz="800">
                  <a:solidFill>
                    <a:srgbClr val="871094"/>
                  </a:solidFill>
                  <a:effectLst/>
                  <a:latin typeface="Fira Code" panose="020B0809050000020004" pitchFamily="49" charset="0"/>
                </a:rPr>
                <a:t>"nick_name"</a:t>
              </a:r>
              <a:r>
                <a:rPr lang="en-US" altLang="zh-CN" sz="800">
                  <a:solidFill>
                    <a:srgbClr val="080808"/>
                  </a:solidFill>
                  <a:effectLst/>
                  <a:latin typeface="Fira Code" panose="020B0809050000020004" pitchFamily="49" charset="0"/>
                </a:rPr>
                <a:t>: </a:t>
              </a:r>
              <a:r>
                <a:rPr lang="en-US" altLang="zh-CN" sz="800">
                  <a:solidFill>
                    <a:srgbClr val="067D17"/>
                  </a:solidFill>
                  <a:effectLst/>
                  <a:latin typeface="Fira Code" panose="020B0809050000020004" pitchFamily="49" charset="0"/>
                </a:rPr>
                <a:t>"</a:t>
              </a:r>
              <a:r>
                <a:rPr lang="zh-CN" altLang="en-US" sz="800">
                  <a:solidFill>
                    <a:srgbClr val="067D17"/>
                  </a:solidFill>
                  <a:effectLst/>
                  <a:latin typeface="Courier New" panose="02070309020205020404" pitchFamily="49" charset="0"/>
                </a:rPr>
                <a:t>小</a:t>
              </a:r>
              <a:r>
                <a:rPr lang="zh-CN" altLang="en-US" sz="800">
                  <a:solidFill>
                    <a:srgbClr val="067D17"/>
                  </a:solidFill>
                  <a:latin typeface="Courier New" panose="02070309020205020404" pitchFamily="49" charset="0"/>
                </a:rPr>
                <a:t>美</a:t>
              </a:r>
              <a:r>
                <a:rPr lang="en-US" altLang="zh-CN" sz="800">
                  <a:solidFill>
                    <a:srgbClr val="067D17"/>
                  </a:solidFill>
                  <a:effectLst/>
                  <a:latin typeface="Fira Code" panose="020B0809050000020004" pitchFamily="49" charset="0"/>
                </a:rPr>
                <a:t>"</a:t>
              </a:r>
              <a:r>
                <a:rPr lang="en-US" altLang="zh-CN" sz="800">
                  <a:solidFill>
                    <a:srgbClr val="080808"/>
                  </a:solidFill>
                  <a:effectLst/>
                  <a:latin typeface="Fira Code" panose="020B0809050000020004" pitchFamily="49" charset="0"/>
                </a:rPr>
                <a:t>,</a:t>
              </a:r>
              <a:br>
                <a:rPr lang="en-US" altLang="zh-CN" sz="800">
                  <a:solidFill>
                    <a:srgbClr val="080808"/>
                  </a:solidFill>
                  <a:effectLst/>
                  <a:latin typeface="Fira Code" panose="020B0809050000020004" pitchFamily="49" charset="0"/>
                </a:rPr>
              </a:br>
              <a:r>
                <a:rPr lang="en-US" altLang="zh-CN" sz="800">
                  <a:solidFill>
                    <a:srgbClr val="080808"/>
                  </a:solidFill>
                  <a:effectLst/>
                  <a:latin typeface="Fira Code" panose="020B0809050000020004" pitchFamily="49" charset="0"/>
                </a:rPr>
                <a:t>  </a:t>
              </a:r>
              <a:r>
                <a:rPr lang="en-US" altLang="zh-CN" sz="800">
                  <a:solidFill>
                    <a:srgbClr val="871094"/>
                  </a:solidFill>
                  <a:effectLst/>
                  <a:latin typeface="Fira Code" panose="020B0809050000020004" pitchFamily="49" charset="0"/>
                </a:rPr>
                <a:t>"nature"</a:t>
              </a:r>
              <a:r>
                <a:rPr lang="en-US" altLang="zh-CN" sz="800">
                  <a:solidFill>
                    <a:srgbClr val="080808"/>
                  </a:solidFill>
                  <a:effectLst/>
                  <a:latin typeface="Fira Code" panose="020B0809050000020004" pitchFamily="49" charset="0"/>
                </a:rPr>
                <a:t>: </a:t>
              </a:r>
              <a:r>
                <a:rPr lang="en-US" altLang="zh-CN" sz="800">
                  <a:solidFill>
                    <a:srgbClr val="067D17"/>
                  </a:solidFill>
                  <a:effectLst/>
                  <a:latin typeface="Fira Code" panose="020B0809050000020004" pitchFamily="49" charset="0"/>
                </a:rPr>
                <a:t>"</a:t>
              </a:r>
              <a:r>
                <a:rPr lang="zh-CN" altLang="en-US" sz="800">
                  <a:solidFill>
                    <a:srgbClr val="067D17"/>
                  </a:solidFill>
                  <a:effectLst/>
                  <a:latin typeface="Courier New" panose="02070309020205020404" pitchFamily="49" charset="0"/>
                </a:rPr>
                <a:t>温柔可爱的台湾腔姑娘</a:t>
              </a:r>
              <a:r>
                <a:rPr lang="en-US" altLang="zh-CN" sz="800">
                  <a:solidFill>
                    <a:srgbClr val="067D17"/>
                  </a:solidFill>
                  <a:effectLst/>
                  <a:latin typeface="Fira Code" panose="020B0809050000020004" pitchFamily="49" charset="0"/>
                </a:rPr>
                <a:t>"</a:t>
              </a:r>
              <a:r>
                <a:rPr lang="en-US" altLang="zh-CN" sz="800">
                  <a:solidFill>
                    <a:srgbClr val="080808"/>
                  </a:solidFill>
                  <a:effectLst/>
                  <a:latin typeface="Fira Code" panose="020B0809050000020004" pitchFamily="49" charset="0"/>
                </a:rPr>
                <a:t>,</a:t>
              </a:r>
              <a:br>
                <a:rPr lang="en-US" altLang="zh-CN" sz="800">
                  <a:solidFill>
                    <a:srgbClr val="080808"/>
                  </a:solidFill>
                  <a:effectLst/>
                  <a:latin typeface="Fira Code" panose="020B0809050000020004" pitchFamily="49" charset="0"/>
                </a:rPr>
              </a:br>
              <a:r>
                <a:rPr lang="en-US" altLang="zh-CN" sz="800">
                  <a:solidFill>
                    <a:srgbClr val="080808"/>
                  </a:solidFill>
                  <a:effectLst/>
                  <a:latin typeface="Fira Code" panose="020B0809050000020004" pitchFamily="49" charset="0"/>
                </a:rPr>
                <a:t>  </a:t>
              </a:r>
              <a:r>
                <a:rPr lang="en-US" altLang="zh-CN" sz="800">
                  <a:solidFill>
                    <a:srgbClr val="871094"/>
                  </a:solidFill>
                  <a:effectLst/>
                  <a:latin typeface="Fira Code" panose="020B0809050000020004" pitchFamily="49" charset="0"/>
                </a:rPr>
                <a:t>"current_session"</a:t>
              </a:r>
              <a:r>
                <a:rPr lang="en-US" altLang="zh-CN" sz="800">
                  <a:solidFill>
                    <a:srgbClr val="080808"/>
                  </a:solidFill>
                  <a:effectLst/>
                  <a:latin typeface="Fira Code" panose="020B0809050000020004" pitchFamily="49" charset="0"/>
                </a:rPr>
                <a:t>: </a:t>
              </a:r>
              <a:r>
                <a:rPr lang="en-US" altLang="zh-CN" sz="800">
                  <a:solidFill>
                    <a:srgbClr val="067D17"/>
                  </a:solidFill>
                  <a:effectLst/>
                  <a:latin typeface="Fira Code" panose="020B0809050000020004" pitchFamily="49" charset="0"/>
                </a:rPr>
                <a:t>"2026-01-09_16-05-20"</a:t>
              </a:r>
              <a:br>
                <a:rPr lang="en-US" altLang="zh-CN" sz="800">
                  <a:solidFill>
                    <a:srgbClr val="067D17"/>
                  </a:solidFill>
                  <a:effectLst/>
                  <a:latin typeface="Fira Code" panose="020B0809050000020004" pitchFamily="49" charset="0"/>
                </a:rPr>
              </a:br>
              <a:r>
                <a:rPr lang="en-US" altLang="zh-CN" sz="800">
                  <a:solidFill>
                    <a:srgbClr val="080808"/>
                  </a:solidFill>
                  <a:effectLst/>
                  <a:latin typeface="Fira Code" panose="020B0809050000020004" pitchFamily="49" charset="0"/>
                </a:rPr>
                <a:t>}</a:t>
              </a:r>
            </a:p>
          </p:txBody>
        </p:sp>
        <p:sp>
          <p:nvSpPr>
            <p:cNvPr id="17" name="任意多边形: 形状 16">
              <a:extLst>
                <a:ext uri="{FF2B5EF4-FFF2-40B4-BE49-F238E27FC236}">
                  <a16:creationId xmlns:a16="http://schemas.microsoft.com/office/drawing/2014/main" id="{3E04B790-D1B4-1280-D575-1276B6F01DEC}"/>
                </a:ext>
              </a:extLst>
            </p:cNvPr>
            <p:cNvSpPr/>
            <p:nvPr/>
          </p:nvSpPr>
          <p:spPr>
            <a:xfrm rot="13408035">
              <a:off x="5027214" y="3419467"/>
              <a:ext cx="1062195" cy="541091"/>
            </a:xfrm>
            <a:custGeom>
              <a:avLst/>
              <a:gdLst>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 name="connsiteX0" fmla="*/ 1062195 w 1062195"/>
                <a:gd name="connsiteY0" fmla="*/ 534418 h 541091"/>
                <a:gd name="connsiteX1" fmla="*/ 1030365 w 1062195"/>
                <a:gd name="connsiteY1" fmla="*/ 541091 h 541091"/>
                <a:gd name="connsiteX2" fmla="*/ 0 w 1062195"/>
                <a:gd name="connsiteY2" fmla="*/ 541091 h 541091"/>
                <a:gd name="connsiteX3" fmla="*/ 534393 w 1062195"/>
                <a:gd name="connsiteY3" fmla="*/ 0 h 541091"/>
                <a:gd name="connsiteX4" fmla="*/ 1062195 w 1062195"/>
                <a:gd name="connsiteY4" fmla="*/ 534418 h 541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95" h="541091">
                  <a:moveTo>
                    <a:pt x="1062195" y="534418"/>
                  </a:moveTo>
                  <a:lnTo>
                    <a:pt x="1030365" y="541091"/>
                  </a:lnTo>
                  <a:lnTo>
                    <a:pt x="0" y="541091"/>
                  </a:lnTo>
                  <a:cubicBezTo>
                    <a:pt x="178131" y="360727"/>
                    <a:pt x="136110" y="357977"/>
                    <a:pt x="534393" y="0"/>
                  </a:cubicBezTo>
                  <a:cubicBezTo>
                    <a:pt x="896687" y="407497"/>
                    <a:pt x="902466" y="354898"/>
                    <a:pt x="1062195" y="534418"/>
                  </a:cubicBezTo>
                  <a:close/>
                </a:path>
              </a:pathLst>
            </a:custGeom>
            <a:gradFill>
              <a:gsLst>
                <a:gs pos="88000">
                  <a:srgbClr val="D1D1D1"/>
                </a:gs>
                <a:gs pos="48000">
                  <a:schemeClr val="bg1">
                    <a:lumMod val="65000"/>
                  </a:schemeClr>
                </a:gs>
                <a:gs pos="0">
                  <a:schemeClr val="bg1">
                    <a:lumMod val="50000"/>
                    <a:alpha val="84000"/>
                  </a:schemeClr>
                </a:gs>
                <a:gs pos="100000">
                  <a:schemeClr val="bg1">
                    <a:lumMod val="95000"/>
                  </a:schemeClr>
                </a:gs>
              </a:gsLst>
              <a:lin ang="5400000" scaled="1"/>
            </a:gradFill>
            <a:ln>
              <a:noFill/>
            </a:ln>
            <a:effectLst>
              <a:outerShdw blurRad="38100" dist="25400" dir="72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00"/>
            </a:p>
          </p:txBody>
        </p:sp>
      </p:grpSp>
    </p:spTree>
    <p:extLst>
      <p:ext uri="{BB962C8B-B14F-4D97-AF65-F5344CB8AC3E}">
        <p14:creationId xmlns:p14="http://schemas.microsoft.com/office/powerpoint/2010/main" val="39043853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randombar(horizontal)">
                                      <p:cBhvr>
                                        <p:cTn id="10" dur="500"/>
                                        <p:tgtEl>
                                          <p:spTgt spid="3"/>
                                        </p:tgtEl>
                                      </p:cBhvr>
                                    </p:animEffect>
                                  </p:childTnLst>
                                </p:cTn>
                              </p:par>
                              <p:par>
                                <p:cTn id="11" presetID="14" presetClass="entr" presetSubtype="1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randombar(horizontal)">
                                      <p:cBhvr>
                                        <p:cTn id="13" dur="500"/>
                                        <p:tgtEl>
                                          <p:spTgt spid="6"/>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randombar(horizontal)">
                                      <p:cBhvr>
                                        <p:cTn id="16" dur="500"/>
                                        <p:tgtEl>
                                          <p:spTgt spid="7"/>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randombar(horizontal)">
                                      <p:cBhvr>
                                        <p:cTn id="19" dur="500"/>
                                        <p:tgtEl>
                                          <p:spTgt spid="8"/>
                                        </p:tgtEl>
                                      </p:cBhvr>
                                    </p:animEffect>
                                  </p:childTnLst>
                                </p:cTn>
                              </p:par>
                              <p:par>
                                <p:cTn id="20" presetID="14" presetClass="entr" presetSubtype="1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randombar(horizontal)">
                                      <p:cBhvr>
                                        <p:cTn id="22" dur="500"/>
                                        <p:tgtEl>
                                          <p:spTgt spid="9"/>
                                        </p:tgtEl>
                                      </p:cBhvr>
                                    </p:animEffect>
                                  </p:childTnLst>
                                </p:cTn>
                              </p:par>
                              <p:par>
                                <p:cTn id="23" presetID="14" presetClass="entr" presetSubtype="1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randombar(horizontal)">
                                      <p:cBhvr>
                                        <p:cTn id="25" dur="500"/>
                                        <p:tgtEl>
                                          <p:spTgt spid="12"/>
                                        </p:tgtEl>
                                      </p:cBhvr>
                                    </p:animEffect>
                                  </p:childTnLst>
                                </p:cTn>
                              </p:par>
                              <p:par>
                                <p:cTn id="26" presetID="14" presetClass="entr" presetSubtype="1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randombar(horizontal)">
                                      <p:cBhvr>
                                        <p:cTn id="28" dur="500"/>
                                        <p:tgtEl>
                                          <p:spTgt spid="16"/>
                                        </p:tgtEl>
                                      </p:cBhvr>
                                    </p:animEffect>
                                  </p:childTnLst>
                                </p:cTn>
                              </p:par>
                              <p:par>
                                <p:cTn id="29" presetID="14" presetClass="entr" presetSubtype="1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randombar(horizontal)">
                                      <p:cBhvr>
                                        <p:cTn id="31" dur="500"/>
                                        <p:tgtEl>
                                          <p:spTgt spid="22"/>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randombar(horizontal)">
                                      <p:cBhvr>
                                        <p:cTn id="34" dur="500"/>
                                        <p:tgtEl>
                                          <p:spTgt spid="25"/>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randombar(horizontal)">
                                      <p:cBhvr>
                                        <p:cTn id="37" dur="500"/>
                                        <p:tgtEl>
                                          <p:spTgt spid="26"/>
                                        </p:tgtEl>
                                      </p:cBhvr>
                                    </p:animEffect>
                                  </p:childTnLst>
                                </p:cTn>
                              </p:par>
                              <p:par>
                                <p:cTn id="38" presetID="14" presetClass="entr" presetSubtype="10" fill="hold"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randombar(horizontal)">
                                      <p:cBhvr>
                                        <p:cTn id="40" dur="500"/>
                                        <p:tgtEl>
                                          <p:spTgt spid="31"/>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randombar(horizontal)">
                                      <p:cBhvr>
                                        <p:cTn id="43" dur="500"/>
                                        <p:tgtEl>
                                          <p:spTgt spid="35"/>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nodeType="click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additive="base">
                                        <p:cTn id="48" dur="500" fill="hold"/>
                                        <p:tgtEl>
                                          <p:spTgt spid="4"/>
                                        </p:tgtEl>
                                        <p:attrNameLst>
                                          <p:attrName>ppt_x</p:attrName>
                                        </p:attrNameLst>
                                      </p:cBhvr>
                                      <p:tavLst>
                                        <p:tav tm="0">
                                          <p:val>
                                            <p:strVal val="1+#ppt_w/2"/>
                                          </p:val>
                                        </p:tav>
                                        <p:tav tm="100000">
                                          <p:val>
                                            <p:strVal val="#ppt_x"/>
                                          </p:val>
                                        </p:tav>
                                      </p:tavLst>
                                    </p:anim>
                                    <p:anim calcmode="lin" valueType="num">
                                      <p:cBhvr additive="base">
                                        <p:cTn id="49"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P spid="25" grpId="0"/>
      <p:bldP spid="26" grpId="0"/>
      <p:bldP spid="3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DB8B9-616D-5445-D069-74DABC64445C}"/>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F21F833A-A13A-6F10-9BB8-8CD5847D9FFE}"/>
              </a:ext>
            </a:extLst>
          </p:cNvPr>
          <p:cNvSpPr>
            <a:spLocks noGrp="1"/>
          </p:cNvSpPr>
          <p:nvPr>
            <p:ph type="title"/>
          </p:nvPr>
        </p:nvSpPr>
        <p:spPr/>
        <p:txBody>
          <a:bodyPr/>
          <a:lstStyle/>
          <a:p>
            <a:r>
              <a:rPr lang="en-US" altLang="zh-CN"/>
              <a:t>AI</a:t>
            </a:r>
            <a:r>
              <a:rPr lang="zh-CN" altLang="en-US"/>
              <a:t>智能伴侣</a:t>
            </a:r>
            <a:r>
              <a:rPr lang="en-US" altLang="zh-CN"/>
              <a:t>-</a:t>
            </a:r>
            <a:r>
              <a:rPr lang="zh-CN" altLang="en-US"/>
              <a:t>会话管理</a:t>
            </a:r>
          </a:p>
        </p:txBody>
      </p:sp>
      <p:pic>
        <p:nvPicPr>
          <p:cNvPr id="2" name="图片 1" descr="图片包含 图形用户界面&#10;&#10;AI 生成的内容可能不正确。">
            <a:extLst>
              <a:ext uri="{FF2B5EF4-FFF2-40B4-BE49-F238E27FC236}">
                <a16:creationId xmlns:a16="http://schemas.microsoft.com/office/drawing/2014/main" id="{2691F2CB-8419-3A7E-14D5-146D700C386F}"/>
              </a:ext>
            </a:extLst>
          </p:cNvPr>
          <p:cNvPicPr>
            <a:picLocks noChangeAspect="1"/>
          </p:cNvPicPr>
          <p:nvPr/>
        </p:nvPicPr>
        <p:blipFill>
          <a:blip r:embed="rId2"/>
          <a:srcRect r="57963" b="3254"/>
          <a:stretch>
            <a:fillRect/>
          </a:stretch>
        </p:blipFill>
        <p:spPr>
          <a:xfrm>
            <a:off x="690572" y="880354"/>
            <a:ext cx="4039527" cy="5229499"/>
          </a:xfrm>
          <a:prstGeom prst="roundRect">
            <a:avLst>
              <a:gd name="adj" fmla="val 1216"/>
            </a:avLst>
          </a:prstGeom>
        </p:spPr>
      </p:pic>
      <p:sp>
        <p:nvSpPr>
          <p:cNvPr id="3" name="矩形: 圆角 2">
            <a:extLst>
              <a:ext uri="{FF2B5EF4-FFF2-40B4-BE49-F238E27FC236}">
                <a16:creationId xmlns:a16="http://schemas.microsoft.com/office/drawing/2014/main" id="{26C0D862-8D5D-0A29-337A-332E05C56C42}"/>
              </a:ext>
            </a:extLst>
          </p:cNvPr>
          <p:cNvSpPr/>
          <p:nvPr/>
        </p:nvSpPr>
        <p:spPr>
          <a:xfrm>
            <a:off x="748748" y="1954696"/>
            <a:ext cx="1649895" cy="1292087"/>
          </a:xfrm>
          <a:prstGeom prst="roundRect">
            <a:avLst>
              <a:gd name="adj" fmla="val 3994"/>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箭头连接符 5">
            <a:extLst>
              <a:ext uri="{FF2B5EF4-FFF2-40B4-BE49-F238E27FC236}">
                <a16:creationId xmlns:a16="http://schemas.microsoft.com/office/drawing/2014/main" id="{1283F4DF-9490-A028-4F92-F103AAF7EFC7}"/>
              </a:ext>
            </a:extLst>
          </p:cNvPr>
          <p:cNvCxnSpPr>
            <a:cxnSpLocks/>
          </p:cNvCxnSpPr>
          <p:nvPr/>
        </p:nvCxnSpPr>
        <p:spPr>
          <a:xfrm>
            <a:off x="2398643" y="2639943"/>
            <a:ext cx="3120887" cy="0"/>
          </a:xfrm>
          <a:prstGeom prst="straightConnector1">
            <a:avLst/>
          </a:prstGeom>
          <a:ln w="1270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 name="矩形: 圆角 6">
            <a:extLst>
              <a:ext uri="{FF2B5EF4-FFF2-40B4-BE49-F238E27FC236}">
                <a16:creationId xmlns:a16="http://schemas.microsoft.com/office/drawing/2014/main" id="{AF867981-43F2-23E0-346B-B826894BC648}"/>
              </a:ext>
            </a:extLst>
          </p:cNvPr>
          <p:cNvSpPr/>
          <p:nvPr/>
        </p:nvSpPr>
        <p:spPr>
          <a:xfrm>
            <a:off x="5617419" y="1896179"/>
            <a:ext cx="1994452" cy="374371"/>
          </a:xfrm>
          <a:prstGeom prst="roundRect">
            <a:avLst>
              <a:gd name="adj" fmla="val 14528"/>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200">
                <a:solidFill>
                  <a:schemeClr val="tx1">
                    <a:lumMod val="75000"/>
                  </a:schemeClr>
                </a:solidFill>
              </a:rPr>
              <a:t>1. </a:t>
            </a:r>
            <a:r>
              <a:rPr lang="zh-CN" altLang="en-US" sz="1200">
                <a:solidFill>
                  <a:schemeClr val="tx1">
                    <a:lumMod val="75000"/>
                  </a:schemeClr>
                </a:solidFill>
              </a:rPr>
              <a:t>展示历史会话列表</a:t>
            </a:r>
          </a:p>
        </p:txBody>
      </p:sp>
      <p:sp>
        <p:nvSpPr>
          <p:cNvPr id="8" name="矩形: 圆角 7">
            <a:extLst>
              <a:ext uri="{FF2B5EF4-FFF2-40B4-BE49-F238E27FC236}">
                <a16:creationId xmlns:a16="http://schemas.microsoft.com/office/drawing/2014/main" id="{E6C9F26D-FA3D-8842-324F-7B291825A307}"/>
              </a:ext>
            </a:extLst>
          </p:cNvPr>
          <p:cNvSpPr/>
          <p:nvPr/>
        </p:nvSpPr>
        <p:spPr>
          <a:xfrm>
            <a:off x="5617419" y="2475404"/>
            <a:ext cx="1994452" cy="374371"/>
          </a:xfrm>
          <a:prstGeom prst="roundRect">
            <a:avLst>
              <a:gd name="adj" fmla="val 16224"/>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200">
                <a:solidFill>
                  <a:schemeClr val="tx1">
                    <a:lumMod val="75000"/>
                  </a:schemeClr>
                </a:solidFill>
              </a:rPr>
              <a:t>2. </a:t>
            </a:r>
            <a:r>
              <a:rPr lang="zh-CN" altLang="en-US" sz="1200">
                <a:solidFill>
                  <a:schemeClr val="tx1">
                    <a:lumMod val="75000"/>
                  </a:schemeClr>
                </a:solidFill>
              </a:rPr>
              <a:t>加载指定历史会话</a:t>
            </a:r>
          </a:p>
        </p:txBody>
      </p:sp>
      <p:sp>
        <p:nvSpPr>
          <p:cNvPr id="20" name="矩形: 圆角 19">
            <a:extLst>
              <a:ext uri="{FF2B5EF4-FFF2-40B4-BE49-F238E27FC236}">
                <a16:creationId xmlns:a16="http://schemas.microsoft.com/office/drawing/2014/main" id="{123E4534-0CFA-7D91-369D-2606AD3940C6}"/>
              </a:ext>
            </a:extLst>
          </p:cNvPr>
          <p:cNvSpPr/>
          <p:nvPr/>
        </p:nvSpPr>
        <p:spPr>
          <a:xfrm>
            <a:off x="5617419" y="3054629"/>
            <a:ext cx="1994452" cy="374371"/>
          </a:xfrm>
          <a:prstGeom prst="roundRect">
            <a:avLst>
              <a:gd name="adj" fmla="val 16224"/>
            </a:avLst>
          </a:prstGeom>
          <a:solidFill>
            <a:srgbClr val="00B0F0">
              <a:alpha val="10196"/>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200">
                <a:solidFill>
                  <a:schemeClr val="tx1">
                    <a:lumMod val="75000"/>
                  </a:schemeClr>
                </a:solidFill>
              </a:rPr>
              <a:t>3. </a:t>
            </a:r>
            <a:r>
              <a:rPr lang="zh-CN" altLang="en-US" sz="1200">
                <a:solidFill>
                  <a:schemeClr val="tx1">
                    <a:lumMod val="75000"/>
                  </a:schemeClr>
                </a:solidFill>
              </a:rPr>
              <a:t>删除指定历史会话</a:t>
            </a:r>
          </a:p>
        </p:txBody>
      </p:sp>
      <p:sp>
        <p:nvSpPr>
          <p:cNvPr id="21" name="文本框 20">
            <a:extLst>
              <a:ext uri="{FF2B5EF4-FFF2-40B4-BE49-F238E27FC236}">
                <a16:creationId xmlns:a16="http://schemas.microsoft.com/office/drawing/2014/main" id="{E351B8F5-533A-D354-9446-19A73525D22C}"/>
              </a:ext>
            </a:extLst>
          </p:cNvPr>
          <p:cNvSpPr txBox="1"/>
          <p:nvPr/>
        </p:nvSpPr>
        <p:spPr>
          <a:xfrm>
            <a:off x="8571670" y="1721741"/>
            <a:ext cx="3141794" cy="2256067"/>
          </a:xfrm>
          <a:prstGeom prst="rect">
            <a:avLst/>
          </a:prstGeom>
          <a:noFill/>
        </p:spPr>
        <p:txBody>
          <a:bodyPr wrap="square" rtlCol="0">
            <a:spAutoFit/>
          </a:bodyPr>
          <a:lstStyle/>
          <a:p>
            <a:pPr>
              <a:lnSpc>
                <a:spcPct val="200000"/>
              </a:lnSpc>
            </a:pPr>
            <a:r>
              <a:rPr lang="en-US" altLang="zh-CN" sz="1200"/>
              <a:t>sessions</a:t>
            </a:r>
          </a:p>
          <a:p>
            <a:pPr>
              <a:lnSpc>
                <a:spcPct val="200000"/>
              </a:lnSpc>
            </a:pPr>
            <a:r>
              <a:rPr lang="zh-CN" altLang="en-US" sz="1200"/>
              <a:t>   </a:t>
            </a:r>
            <a:r>
              <a:rPr lang="en-US" altLang="zh-CN" sz="1200"/>
              <a:t>|- 2026-01-11_18-00-05.json</a:t>
            </a:r>
          </a:p>
          <a:p>
            <a:pPr>
              <a:lnSpc>
                <a:spcPct val="200000"/>
              </a:lnSpc>
            </a:pPr>
            <a:r>
              <a:rPr lang="en-US" altLang="zh-CN" sz="1200"/>
              <a:t>   |- 2026-01-11_18-04-42.json</a:t>
            </a:r>
          </a:p>
          <a:p>
            <a:pPr>
              <a:lnSpc>
                <a:spcPct val="200000"/>
              </a:lnSpc>
            </a:pPr>
            <a:r>
              <a:rPr lang="en-US" altLang="zh-CN" sz="1200"/>
              <a:t>   |- 2026-01-11_18-08-56.json</a:t>
            </a:r>
          </a:p>
          <a:p>
            <a:pPr>
              <a:lnSpc>
                <a:spcPct val="200000"/>
              </a:lnSpc>
            </a:pPr>
            <a:r>
              <a:rPr lang="en-US" altLang="zh-CN" sz="1200"/>
              <a:t>   |- 2026-01-11_18-14-25.json</a:t>
            </a:r>
          </a:p>
          <a:p>
            <a:pPr>
              <a:lnSpc>
                <a:spcPct val="200000"/>
              </a:lnSpc>
            </a:pPr>
            <a:r>
              <a:rPr lang="en-US" altLang="zh-CN" sz="1200"/>
              <a:t>   |- 2026-01-11_18-45-08.json</a:t>
            </a:r>
            <a:endParaRPr lang="zh-CN" altLang="en-US" sz="1200"/>
          </a:p>
        </p:txBody>
      </p:sp>
    </p:spTree>
    <p:extLst>
      <p:ext uri="{BB962C8B-B14F-4D97-AF65-F5344CB8AC3E}">
        <p14:creationId xmlns:p14="http://schemas.microsoft.com/office/powerpoint/2010/main" val="5317019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500"/>
                            </p:stCondLst>
                            <p:childTnLst>
                              <p:par>
                                <p:cTn id="14" presetID="14" presetClass="entr" presetSubtype="1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randombar(horizontal)">
                                      <p:cBhvr>
                                        <p:cTn id="16" dur="500"/>
                                        <p:tgtEl>
                                          <p:spTgt spid="7"/>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randombar(horizontal)">
                                      <p:cBhvr>
                                        <p:cTn id="19" dur="500"/>
                                        <p:tgtEl>
                                          <p:spTgt spid="8"/>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randombar(horizontal)">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6" presetClass="emph" presetSubtype="0" repeatCount="2000" fill="hold" grpId="1" nodeType="clickEffect">
                                  <p:stCondLst>
                                    <p:cond delay="0"/>
                                  </p:stCondLst>
                                  <p:childTnLst>
                                    <p:animEffect transition="out" filter="fade">
                                      <p:cBhvr>
                                        <p:cTn id="26" dur="500" tmFilter="0, 0; .2, .5; .8, .5; 1, 0"/>
                                        <p:tgtEl>
                                          <p:spTgt spid="7"/>
                                        </p:tgtEl>
                                      </p:cBhvr>
                                    </p:animEffect>
                                    <p:animScale>
                                      <p:cBhvr>
                                        <p:cTn id="27" dur="250" autoRev="1" fill="hold"/>
                                        <p:tgtEl>
                                          <p:spTgt spid="7"/>
                                        </p:tgtEl>
                                      </p:cBhvr>
                                      <p:by x="105000" y="105000"/>
                                    </p:animScale>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additive="base">
                                        <p:cTn id="32" dur="500" fill="hold"/>
                                        <p:tgtEl>
                                          <p:spTgt spid="21"/>
                                        </p:tgtEl>
                                        <p:attrNameLst>
                                          <p:attrName>ppt_x</p:attrName>
                                        </p:attrNameLst>
                                      </p:cBhvr>
                                      <p:tavLst>
                                        <p:tav tm="0">
                                          <p:val>
                                            <p:strVal val="1+#ppt_w/2"/>
                                          </p:val>
                                        </p:tav>
                                        <p:tav tm="100000">
                                          <p:val>
                                            <p:strVal val="#ppt_x"/>
                                          </p:val>
                                        </p:tav>
                                      </p:tavLst>
                                    </p:anim>
                                    <p:anim calcmode="lin" valueType="num">
                                      <p:cBhvr additive="base">
                                        <p:cTn id="33"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6" presetClass="emph" presetSubtype="0" repeatCount="2000" fill="hold" grpId="1" nodeType="clickEffect">
                                  <p:stCondLst>
                                    <p:cond delay="0"/>
                                  </p:stCondLst>
                                  <p:childTnLst>
                                    <p:animEffect transition="out" filter="fade">
                                      <p:cBhvr>
                                        <p:cTn id="37" dur="500" tmFilter="0, 0; .2, .5; .8, .5; 1, 0"/>
                                        <p:tgtEl>
                                          <p:spTgt spid="8"/>
                                        </p:tgtEl>
                                      </p:cBhvr>
                                    </p:animEffect>
                                    <p:animScale>
                                      <p:cBhvr>
                                        <p:cTn id="38"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7" grpId="1" animBg="1"/>
      <p:bldP spid="8" grpId="0" animBg="1"/>
      <p:bldP spid="8" grpId="1" animBg="1"/>
      <p:bldP spid="20" grpId="0" animBg="1"/>
      <p:bldP spid="21"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161C6CC-8B17-B530-499F-F2661EB8267A}"/>
              </a:ext>
            </a:extLst>
          </p:cNvPr>
          <p:cNvSpPr>
            <a:spLocks noGrp="1"/>
          </p:cNvSpPr>
          <p:nvPr>
            <p:ph type="body" sz="quarter" idx="10"/>
          </p:nvPr>
        </p:nvSpPr>
        <p:spPr/>
        <p:txBody>
          <a:bodyPr/>
          <a:lstStyle/>
          <a:p>
            <a:pPr marL="285750" indent="-285750">
              <a:buFont typeface="Wingdings" panose="05000000000000000000" pitchFamily="2" charset="2"/>
              <a:buChar char="l"/>
            </a:pPr>
            <a:r>
              <a:rPr lang="zh-CN" altLang="en-US"/>
              <a:t>三元运算符的写法</a:t>
            </a:r>
            <a:r>
              <a:rPr lang="en-US" altLang="zh-CN"/>
              <a:t>?</a:t>
            </a:r>
          </a:p>
          <a:p>
            <a:pPr marL="612000" indent="-285750">
              <a:spcBef>
                <a:spcPts val="1200"/>
              </a:spcBef>
              <a:buFont typeface="Arial" panose="020B0604020202020204" pitchFamily="34" charset="0"/>
              <a:buChar char="•"/>
            </a:pPr>
            <a:r>
              <a:rPr lang="zh-CN" altLang="en-US"/>
              <a:t>语法：</a:t>
            </a:r>
            <a:r>
              <a:rPr lang="en-US" altLang="zh-CN"/>
              <a:t>&lt;true_value&gt; if </a:t>
            </a:r>
            <a:r>
              <a:rPr lang="zh-CN" altLang="en-US"/>
              <a:t>条件表达式 </a:t>
            </a:r>
            <a:r>
              <a:rPr lang="en-US" altLang="zh-CN"/>
              <a:t>else &lt;false_value&gt;</a:t>
            </a:r>
            <a:endParaRPr lang="zh-CN" altLang="en-US"/>
          </a:p>
        </p:txBody>
      </p:sp>
    </p:spTree>
    <p:extLst>
      <p:ext uri="{BB962C8B-B14F-4D97-AF65-F5344CB8AC3E}">
        <p14:creationId xmlns:p14="http://schemas.microsoft.com/office/powerpoint/2010/main" val="228165853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AF6C7-B47A-A63B-02DD-9706FB7B9BD6}"/>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130CF793-6198-2A30-21CE-1E69B872AC22}"/>
              </a:ext>
            </a:extLst>
          </p:cNvPr>
          <p:cNvSpPr>
            <a:spLocks noGrp="1"/>
          </p:cNvSpPr>
          <p:nvPr>
            <p:ph type="body" sz="quarter" idx="11"/>
          </p:nvPr>
        </p:nvSpPr>
        <p:spPr/>
        <p:txBody>
          <a:bodyPr/>
          <a:lstStyle/>
          <a:p>
            <a:r>
              <a:rPr lang="en-US" altLang="zh-CN"/>
              <a:t>AI</a:t>
            </a:r>
            <a:r>
              <a:rPr lang="zh-CN" altLang="en-US"/>
              <a:t>应用</a:t>
            </a:r>
            <a:r>
              <a:rPr lang="en-US" altLang="zh-CN"/>
              <a:t>-</a:t>
            </a:r>
            <a:r>
              <a:rPr lang="zh-CN" altLang="en-US"/>
              <a:t>实战</a:t>
            </a:r>
          </a:p>
        </p:txBody>
      </p:sp>
      <p:sp>
        <p:nvSpPr>
          <p:cNvPr id="3" name="文本占位符 2">
            <a:extLst>
              <a:ext uri="{FF2B5EF4-FFF2-40B4-BE49-F238E27FC236}">
                <a16:creationId xmlns:a16="http://schemas.microsoft.com/office/drawing/2014/main" id="{73F14622-3DCC-685D-3E43-BF7F3D5DA156}"/>
              </a:ext>
            </a:extLst>
          </p:cNvPr>
          <p:cNvSpPr>
            <a:spLocks noGrp="1"/>
          </p:cNvSpPr>
          <p:nvPr>
            <p:ph type="body" sz="quarter" idx="10"/>
          </p:nvPr>
        </p:nvSpPr>
        <p:spPr>
          <a:xfrm>
            <a:off x="6351439" y="2924827"/>
            <a:ext cx="3692525" cy="2912756"/>
          </a:xfrm>
        </p:spPr>
        <p:txBody>
          <a:bodyPr/>
          <a:lstStyle/>
          <a:p>
            <a:r>
              <a:rPr lang="en-US" altLang="zh-CN">
                <a:latin typeface="+mn-lt"/>
              </a:rPr>
              <a:t>Streamlit</a:t>
            </a:r>
          </a:p>
          <a:p>
            <a:r>
              <a:rPr lang="en-US" altLang="zh-CN">
                <a:latin typeface="+mn-lt"/>
              </a:rPr>
              <a:t>AI</a:t>
            </a:r>
            <a:r>
              <a:rPr lang="zh-CN" altLang="en-US">
                <a:latin typeface="+mn-lt"/>
              </a:rPr>
              <a:t>智能伴侣</a:t>
            </a:r>
            <a:r>
              <a:rPr lang="en-US" altLang="zh-CN">
                <a:latin typeface="+mn-lt"/>
              </a:rPr>
              <a:t>-</a:t>
            </a:r>
            <a:r>
              <a:rPr lang="zh-CN" altLang="en-US">
                <a:latin typeface="+mn-lt"/>
              </a:rPr>
              <a:t>基本交互</a:t>
            </a:r>
            <a:endParaRPr lang="en-US" altLang="zh-CN">
              <a:latin typeface="+mn-lt"/>
            </a:endParaRPr>
          </a:p>
          <a:p>
            <a:r>
              <a:rPr lang="en-US" altLang="zh-CN">
                <a:latin typeface="+mn-lt"/>
              </a:rPr>
              <a:t>AI</a:t>
            </a:r>
            <a:r>
              <a:rPr lang="zh-CN" altLang="en-US">
                <a:latin typeface="+mn-lt"/>
              </a:rPr>
              <a:t>智能伴侣</a:t>
            </a:r>
            <a:r>
              <a:rPr lang="en-US" altLang="zh-CN">
                <a:latin typeface="+mn-lt"/>
              </a:rPr>
              <a:t>-</a:t>
            </a:r>
            <a:r>
              <a:rPr lang="zh-CN" altLang="en-US">
                <a:latin typeface="+mn-lt"/>
              </a:rPr>
              <a:t>会话记忆</a:t>
            </a:r>
            <a:endParaRPr lang="en-US" altLang="zh-CN">
              <a:latin typeface="+mn-lt"/>
            </a:endParaRPr>
          </a:p>
          <a:p>
            <a:r>
              <a:rPr lang="en-US" altLang="zh-CN">
                <a:latin typeface="+mn-lt"/>
              </a:rPr>
              <a:t>AI</a:t>
            </a:r>
            <a:r>
              <a:rPr lang="zh-CN" altLang="en-US">
                <a:latin typeface="+mn-lt"/>
              </a:rPr>
              <a:t>智能伴侣</a:t>
            </a:r>
            <a:r>
              <a:rPr lang="en-US" altLang="zh-CN">
                <a:latin typeface="+mn-lt"/>
              </a:rPr>
              <a:t>-</a:t>
            </a:r>
            <a:r>
              <a:rPr lang="zh-CN" altLang="en-US">
                <a:latin typeface="+mn-lt"/>
              </a:rPr>
              <a:t>侧边栏功能</a:t>
            </a:r>
            <a:endParaRPr lang="en-US" altLang="zh-CN">
              <a:latin typeface="+mn-lt"/>
            </a:endParaRPr>
          </a:p>
          <a:p>
            <a:r>
              <a:rPr lang="zh-CN" altLang="en-US">
                <a:solidFill>
                  <a:srgbClr val="C00000"/>
                </a:solidFill>
                <a:latin typeface="+mn-lt"/>
              </a:rPr>
              <a:t>总结</a:t>
            </a:r>
          </a:p>
        </p:txBody>
      </p:sp>
      <p:sp>
        <p:nvSpPr>
          <p:cNvPr id="5" name="文本占位符 4">
            <a:extLst>
              <a:ext uri="{FF2B5EF4-FFF2-40B4-BE49-F238E27FC236}">
                <a16:creationId xmlns:a16="http://schemas.microsoft.com/office/drawing/2014/main" id="{16BC2B13-688D-56F7-7199-4166220A2043}"/>
              </a:ext>
            </a:extLst>
          </p:cNvPr>
          <p:cNvSpPr>
            <a:spLocks noGrp="1"/>
          </p:cNvSpPr>
          <p:nvPr>
            <p:ph type="body" sz="quarter" idx="14"/>
          </p:nvPr>
        </p:nvSpPr>
        <p:spPr/>
        <p:txBody>
          <a:bodyPr/>
          <a:lstStyle/>
          <a:p>
            <a:r>
              <a:rPr lang="en-US" altLang="zh-CN"/>
              <a:t>2</a:t>
            </a:r>
            <a:endParaRPr lang="zh-CN" altLang="en-US"/>
          </a:p>
        </p:txBody>
      </p:sp>
    </p:spTree>
    <p:extLst>
      <p:ext uri="{BB962C8B-B14F-4D97-AF65-F5344CB8AC3E}">
        <p14:creationId xmlns:p14="http://schemas.microsoft.com/office/powerpoint/2010/main" val="5244165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C3904-3274-05E9-58F1-5278C052E5F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2F5C780-BB81-E52E-4F7A-1E23A2872FDB}"/>
              </a:ext>
            </a:extLst>
          </p:cNvPr>
          <p:cNvSpPr>
            <a:spLocks noGrp="1"/>
          </p:cNvSpPr>
          <p:nvPr>
            <p:ph type="title"/>
          </p:nvPr>
        </p:nvSpPr>
        <p:spPr/>
        <p:txBody>
          <a:bodyPr/>
          <a:lstStyle/>
          <a:p>
            <a:r>
              <a:rPr lang="zh-CN" altLang="en-US"/>
              <a:t>总结</a:t>
            </a:r>
          </a:p>
        </p:txBody>
      </p:sp>
      <p:sp>
        <p:nvSpPr>
          <p:cNvPr id="7" name="矩形: 圆角 6">
            <a:extLst>
              <a:ext uri="{FF2B5EF4-FFF2-40B4-BE49-F238E27FC236}">
                <a16:creationId xmlns:a16="http://schemas.microsoft.com/office/drawing/2014/main" id="{BB2BDA5F-3BDC-B064-7844-319C8ACB30C5}"/>
              </a:ext>
            </a:extLst>
          </p:cNvPr>
          <p:cNvSpPr/>
          <p:nvPr/>
        </p:nvSpPr>
        <p:spPr>
          <a:xfrm>
            <a:off x="9236765" y="2484522"/>
            <a:ext cx="1822174" cy="374371"/>
          </a:xfrm>
          <a:prstGeom prst="roundRect">
            <a:avLst>
              <a:gd name="adj" fmla="val 14528"/>
            </a:avLst>
          </a:prstGeom>
          <a:solidFill>
            <a:srgbClr val="00B0F0">
              <a:alpha val="10196"/>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lumMod val="75000"/>
                  </a:schemeClr>
                </a:solidFill>
              </a:rPr>
              <a:t>大模型对话交互</a:t>
            </a:r>
          </a:p>
        </p:txBody>
      </p:sp>
      <p:sp>
        <p:nvSpPr>
          <p:cNvPr id="8" name="矩形: 圆角 7">
            <a:extLst>
              <a:ext uri="{FF2B5EF4-FFF2-40B4-BE49-F238E27FC236}">
                <a16:creationId xmlns:a16="http://schemas.microsoft.com/office/drawing/2014/main" id="{8891DDFF-1203-611D-088A-341487A3AFE9}"/>
              </a:ext>
            </a:extLst>
          </p:cNvPr>
          <p:cNvSpPr/>
          <p:nvPr/>
        </p:nvSpPr>
        <p:spPr>
          <a:xfrm>
            <a:off x="9236765" y="3114000"/>
            <a:ext cx="1822174" cy="374371"/>
          </a:xfrm>
          <a:prstGeom prst="roundRect">
            <a:avLst>
              <a:gd name="adj" fmla="val 14528"/>
            </a:avLst>
          </a:prstGeom>
          <a:solidFill>
            <a:srgbClr val="00B0F0">
              <a:alpha val="10196"/>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lumMod val="75000"/>
                  </a:schemeClr>
                </a:solidFill>
              </a:rPr>
              <a:t>会话记忆</a:t>
            </a:r>
          </a:p>
        </p:txBody>
      </p:sp>
      <p:sp>
        <p:nvSpPr>
          <p:cNvPr id="9" name="矩形: 圆角 8">
            <a:extLst>
              <a:ext uri="{FF2B5EF4-FFF2-40B4-BE49-F238E27FC236}">
                <a16:creationId xmlns:a16="http://schemas.microsoft.com/office/drawing/2014/main" id="{FA59842A-BBC2-1670-CECD-B9B6B0EBC6EE}"/>
              </a:ext>
            </a:extLst>
          </p:cNvPr>
          <p:cNvSpPr/>
          <p:nvPr/>
        </p:nvSpPr>
        <p:spPr>
          <a:xfrm>
            <a:off x="9236765" y="3743478"/>
            <a:ext cx="1822174" cy="374371"/>
          </a:xfrm>
          <a:prstGeom prst="roundRect">
            <a:avLst>
              <a:gd name="adj" fmla="val 14528"/>
            </a:avLst>
          </a:prstGeom>
          <a:solidFill>
            <a:srgbClr val="00B0F0">
              <a:alpha val="10196"/>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lumMod val="75000"/>
                  </a:schemeClr>
                </a:solidFill>
              </a:rPr>
              <a:t>伴侣性格定制</a:t>
            </a:r>
          </a:p>
        </p:txBody>
      </p:sp>
      <p:sp>
        <p:nvSpPr>
          <p:cNvPr id="10" name="矩形: 圆角 9">
            <a:extLst>
              <a:ext uri="{FF2B5EF4-FFF2-40B4-BE49-F238E27FC236}">
                <a16:creationId xmlns:a16="http://schemas.microsoft.com/office/drawing/2014/main" id="{15E8B9E3-C85B-B262-BCAA-D1AF5583AF0C}"/>
              </a:ext>
            </a:extLst>
          </p:cNvPr>
          <p:cNvSpPr/>
          <p:nvPr/>
        </p:nvSpPr>
        <p:spPr>
          <a:xfrm>
            <a:off x="9236765" y="4372956"/>
            <a:ext cx="1822174" cy="374371"/>
          </a:xfrm>
          <a:prstGeom prst="roundRect">
            <a:avLst>
              <a:gd name="adj" fmla="val 14528"/>
            </a:avLst>
          </a:prstGeom>
          <a:solidFill>
            <a:srgbClr val="00B0F0">
              <a:alpha val="10196"/>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lumMod val="75000"/>
                  </a:schemeClr>
                </a:solidFill>
              </a:rPr>
              <a:t>会话管理</a:t>
            </a:r>
          </a:p>
        </p:txBody>
      </p:sp>
      <p:pic>
        <p:nvPicPr>
          <p:cNvPr id="11" name="图片 10" descr="电脑软件截图&#10;&#10;AI 生成的内容可能不正确。">
            <a:extLst>
              <a:ext uri="{FF2B5EF4-FFF2-40B4-BE49-F238E27FC236}">
                <a16:creationId xmlns:a16="http://schemas.microsoft.com/office/drawing/2014/main" id="{9975A495-E738-E55D-584C-3EFCCF984F82}"/>
              </a:ext>
            </a:extLst>
          </p:cNvPr>
          <p:cNvPicPr>
            <a:picLocks noChangeAspect="1"/>
          </p:cNvPicPr>
          <p:nvPr/>
        </p:nvPicPr>
        <p:blipFill>
          <a:blip r:embed="rId2"/>
          <a:srcRect r="730"/>
          <a:stretch>
            <a:fillRect/>
          </a:stretch>
        </p:blipFill>
        <p:spPr>
          <a:xfrm>
            <a:off x="692426" y="1450848"/>
            <a:ext cx="7771835" cy="4499675"/>
          </a:xfrm>
          <a:prstGeom prst="roundRect">
            <a:avLst>
              <a:gd name="adj" fmla="val 1492"/>
            </a:avLst>
          </a:prstGeom>
        </p:spPr>
      </p:pic>
    </p:spTree>
    <p:extLst>
      <p:ext uri="{BB962C8B-B14F-4D97-AF65-F5344CB8AC3E}">
        <p14:creationId xmlns:p14="http://schemas.microsoft.com/office/powerpoint/2010/main" val="137704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ppt_w</p:attrName>
                                        </p:attrNameLst>
                                      </p:cBhvr>
                                      <p:tavLst>
                                        <p:tav tm="0">
                                          <p:val>
                                            <p:fltVal val="0"/>
                                          </p:val>
                                        </p:tav>
                                        <p:tav tm="100000">
                                          <p:val>
                                            <p:strVal val="#ppt_w"/>
                                          </p:val>
                                        </p:tav>
                                      </p:tavLst>
                                    </p:anim>
                                    <p:anim calcmode="lin" valueType="num">
                                      <p:cBhvr>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4A6A1-BC15-F4E3-7ECF-976A24392DB3}"/>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A83FF49-10C9-41C9-05BB-A67C2BCF338E}"/>
              </a:ext>
            </a:extLst>
          </p:cNvPr>
          <p:cNvSpPr>
            <a:spLocks noGrp="1"/>
          </p:cNvSpPr>
          <p:nvPr>
            <p:ph type="title"/>
          </p:nvPr>
        </p:nvSpPr>
        <p:spPr/>
        <p:txBody>
          <a:bodyPr/>
          <a:lstStyle/>
          <a:p>
            <a:r>
              <a:rPr lang="zh-CN" altLang="en-US"/>
              <a:t>总结</a:t>
            </a:r>
          </a:p>
        </p:txBody>
      </p:sp>
      <p:pic>
        <p:nvPicPr>
          <p:cNvPr id="3" name="图片 2" descr="电脑软件截图&#10;&#10;AI 生成的内容可能不正确。">
            <a:extLst>
              <a:ext uri="{FF2B5EF4-FFF2-40B4-BE49-F238E27FC236}">
                <a16:creationId xmlns:a16="http://schemas.microsoft.com/office/drawing/2014/main" id="{DF9B2C4C-EBBB-85CB-ECD4-E234CD0D201C}"/>
              </a:ext>
            </a:extLst>
          </p:cNvPr>
          <p:cNvPicPr>
            <a:picLocks noChangeAspect="1"/>
          </p:cNvPicPr>
          <p:nvPr/>
        </p:nvPicPr>
        <p:blipFill>
          <a:blip r:embed="rId2"/>
          <a:srcRect r="730"/>
          <a:stretch>
            <a:fillRect/>
          </a:stretch>
        </p:blipFill>
        <p:spPr>
          <a:xfrm>
            <a:off x="692426" y="1450848"/>
            <a:ext cx="7771835" cy="4499675"/>
          </a:xfrm>
          <a:prstGeom prst="roundRect">
            <a:avLst>
              <a:gd name="adj" fmla="val 1492"/>
            </a:avLst>
          </a:prstGeom>
        </p:spPr>
      </p:pic>
      <p:sp>
        <p:nvSpPr>
          <p:cNvPr id="7" name="矩形: 圆角 6">
            <a:extLst>
              <a:ext uri="{FF2B5EF4-FFF2-40B4-BE49-F238E27FC236}">
                <a16:creationId xmlns:a16="http://schemas.microsoft.com/office/drawing/2014/main" id="{E7757A85-52AE-58B0-5A4B-8E76038CF0A3}"/>
              </a:ext>
            </a:extLst>
          </p:cNvPr>
          <p:cNvSpPr/>
          <p:nvPr/>
        </p:nvSpPr>
        <p:spPr>
          <a:xfrm>
            <a:off x="9256642" y="3771128"/>
            <a:ext cx="1822174" cy="374371"/>
          </a:xfrm>
          <a:prstGeom prst="roundRect">
            <a:avLst>
              <a:gd name="adj" fmla="val 14528"/>
            </a:avLst>
          </a:prstGeom>
          <a:solidFill>
            <a:srgbClr val="00B0F0">
              <a:alpha val="10196"/>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tx1">
                    <a:lumMod val="75000"/>
                  </a:schemeClr>
                </a:solidFill>
              </a:rPr>
              <a:t>Streamlit</a:t>
            </a:r>
            <a:r>
              <a:rPr lang="zh-CN" altLang="en-US" sz="1200">
                <a:solidFill>
                  <a:schemeClr val="tx1">
                    <a:lumMod val="75000"/>
                  </a:schemeClr>
                </a:solidFill>
              </a:rPr>
              <a:t>构建页面</a:t>
            </a:r>
          </a:p>
        </p:txBody>
      </p:sp>
      <p:sp>
        <p:nvSpPr>
          <p:cNvPr id="8" name="矩形: 圆角 7">
            <a:extLst>
              <a:ext uri="{FF2B5EF4-FFF2-40B4-BE49-F238E27FC236}">
                <a16:creationId xmlns:a16="http://schemas.microsoft.com/office/drawing/2014/main" id="{77134DE3-F8B8-506A-FA6D-4DCACD549088}"/>
              </a:ext>
            </a:extLst>
          </p:cNvPr>
          <p:cNvSpPr/>
          <p:nvPr/>
        </p:nvSpPr>
        <p:spPr>
          <a:xfrm>
            <a:off x="9256642" y="4395745"/>
            <a:ext cx="1822174" cy="374371"/>
          </a:xfrm>
          <a:prstGeom prst="roundRect">
            <a:avLst>
              <a:gd name="adj" fmla="val 14528"/>
            </a:avLst>
          </a:prstGeom>
          <a:solidFill>
            <a:srgbClr val="00B0F0">
              <a:alpha val="10196"/>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lumMod val="75000"/>
                  </a:schemeClr>
                </a:solidFill>
              </a:rPr>
              <a:t>文件基本操作</a:t>
            </a:r>
          </a:p>
        </p:txBody>
      </p:sp>
      <p:sp>
        <p:nvSpPr>
          <p:cNvPr id="9" name="矩形: 圆角 8">
            <a:extLst>
              <a:ext uri="{FF2B5EF4-FFF2-40B4-BE49-F238E27FC236}">
                <a16:creationId xmlns:a16="http://schemas.microsoft.com/office/drawing/2014/main" id="{FE17D7C3-890F-71D2-6C9D-93FC5631F74C}"/>
              </a:ext>
            </a:extLst>
          </p:cNvPr>
          <p:cNvSpPr/>
          <p:nvPr/>
        </p:nvSpPr>
        <p:spPr>
          <a:xfrm>
            <a:off x="9256642" y="2517033"/>
            <a:ext cx="1822174" cy="374371"/>
          </a:xfrm>
          <a:prstGeom prst="roundRect">
            <a:avLst>
              <a:gd name="adj" fmla="val 14528"/>
            </a:avLst>
          </a:prstGeom>
          <a:solidFill>
            <a:srgbClr val="00B0F0">
              <a:alpha val="10196"/>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lumMod val="75000"/>
                  </a:schemeClr>
                </a:solidFill>
              </a:rPr>
              <a:t>大模型交互方案</a:t>
            </a:r>
          </a:p>
        </p:txBody>
      </p:sp>
      <p:sp>
        <p:nvSpPr>
          <p:cNvPr id="10" name="矩形: 圆角 9">
            <a:extLst>
              <a:ext uri="{FF2B5EF4-FFF2-40B4-BE49-F238E27FC236}">
                <a16:creationId xmlns:a16="http://schemas.microsoft.com/office/drawing/2014/main" id="{C7684683-1CE1-E435-69EE-80D73FC4162F}"/>
              </a:ext>
            </a:extLst>
          </p:cNvPr>
          <p:cNvSpPr/>
          <p:nvPr/>
        </p:nvSpPr>
        <p:spPr>
          <a:xfrm>
            <a:off x="9256642" y="3146511"/>
            <a:ext cx="1822174" cy="374371"/>
          </a:xfrm>
          <a:prstGeom prst="roundRect">
            <a:avLst>
              <a:gd name="adj" fmla="val 14528"/>
            </a:avLst>
          </a:prstGeom>
          <a:solidFill>
            <a:srgbClr val="00B0F0">
              <a:alpha val="10196"/>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lumMod val="75000"/>
                  </a:schemeClr>
                </a:solidFill>
              </a:rPr>
              <a:t>大模型会话记忆方案</a:t>
            </a:r>
          </a:p>
        </p:txBody>
      </p:sp>
      <p:sp>
        <p:nvSpPr>
          <p:cNvPr id="2" name="矩形: 圆角 1">
            <a:extLst>
              <a:ext uri="{FF2B5EF4-FFF2-40B4-BE49-F238E27FC236}">
                <a16:creationId xmlns:a16="http://schemas.microsoft.com/office/drawing/2014/main" id="{A3E94304-AF6A-6DC4-4849-D766183727F0}"/>
              </a:ext>
            </a:extLst>
          </p:cNvPr>
          <p:cNvSpPr/>
          <p:nvPr/>
        </p:nvSpPr>
        <p:spPr>
          <a:xfrm>
            <a:off x="9256642" y="1258077"/>
            <a:ext cx="1822174" cy="374371"/>
          </a:xfrm>
          <a:prstGeom prst="roundRect">
            <a:avLst>
              <a:gd name="adj" fmla="val 14528"/>
            </a:avLst>
          </a:prstGeom>
          <a:solidFill>
            <a:srgbClr val="00B0F0">
              <a:alpha val="10196"/>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lumMod val="75000"/>
                  </a:schemeClr>
                </a:solidFill>
              </a:rPr>
              <a:t>大模型部署方案</a:t>
            </a:r>
          </a:p>
        </p:txBody>
      </p:sp>
      <p:sp>
        <p:nvSpPr>
          <p:cNvPr id="4" name="矩形: 圆角 3">
            <a:extLst>
              <a:ext uri="{FF2B5EF4-FFF2-40B4-BE49-F238E27FC236}">
                <a16:creationId xmlns:a16="http://schemas.microsoft.com/office/drawing/2014/main" id="{F5DEA9BE-55A8-A7A4-3FA7-C5D05F834DCA}"/>
              </a:ext>
            </a:extLst>
          </p:cNvPr>
          <p:cNvSpPr/>
          <p:nvPr/>
        </p:nvSpPr>
        <p:spPr>
          <a:xfrm>
            <a:off x="9256642" y="1887555"/>
            <a:ext cx="1822174" cy="374371"/>
          </a:xfrm>
          <a:prstGeom prst="roundRect">
            <a:avLst>
              <a:gd name="adj" fmla="val 14528"/>
            </a:avLst>
          </a:prstGeom>
          <a:solidFill>
            <a:srgbClr val="00B0F0">
              <a:alpha val="10196"/>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tx1">
                    <a:lumMod val="75000"/>
                  </a:schemeClr>
                </a:solidFill>
              </a:rPr>
              <a:t>HTTP</a:t>
            </a:r>
            <a:r>
              <a:rPr lang="zh-CN" altLang="en-US" sz="1200">
                <a:solidFill>
                  <a:schemeClr val="tx1">
                    <a:lumMod val="75000"/>
                  </a:schemeClr>
                </a:solidFill>
              </a:rPr>
              <a:t>协议</a:t>
            </a:r>
          </a:p>
        </p:txBody>
      </p:sp>
      <p:sp>
        <p:nvSpPr>
          <p:cNvPr id="6" name="矩形: 圆角 5">
            <a:extLst>
              <a:ext uri="{FF2B5EF4-FFF2-40B4-BE49-F238E27FC236}">
                <a16:creationId xmlns:a16="http://schemas.microsoft.com/office/drawing/2014/main" id="{2A80CDD6-C210-82E8-650B-293A52ECBFA3}"/>
              </a:ext>
            </a:extLst>
          </p:cNvPr>
          <p:cNvSpPr/>
          <p:nvPr/>
        </p:nvSpPr>
        <p:spPr>
          <a:xfrm>
            <a:off x="9256642" y="5019564"/>
            <a:ext cx="1822174" cy="374371"/>
          </a:xfrm>
          <a:prstGeom prst="roundRect">
            <a:avLst>
              <a:gd name="adj" fmla="val 14528"/>
            </a:avLst>
          </a:prstGeom>
          <a:solidFill>
            <a:srgbClr val="00B0F0">
              <a:alpha val="10196"/>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tx1">
                    <a:lumMod val="75000"/>
                  </a:schemeClr>
                </a:solidFill>
              </a:rPr>
              <a:t>json</a:t>
            </a:r>
            <a:r>
              <a:rPr lang="zh-CN" altLang="en-US" sz="1200">
                <a:solidFill>
                  <a:schemeClr val="tx1">
                    <a:lumMod val="75000"/>
                  </a:schemeClr>
                </a:solidFill>
              </a:rPr>
              <a:t>操作</a:t>
            </a:r>
          </a:p>
        </p:txBody>
      </p:sp>
      <p:sp>
        <p:nvSpPr>
          <p:cNvPr id="11" name="矩形: 圆角 10">
            <a:extLst>
              <a:ext uri="{FF2B5EF4-FFF2-40B4-BE49-F238E27FC236}">
                <a16:creationId xmlns:a16="http://schemas.microsoft.com/office/drawing/2014/main" id="{12EEC55F-2912-100B-C18C-3DF9F1030553}"/>
              </a:ext>
            </a:extLst>
          </p:cNvPr>
          <p:cNvSpPr/>
          <p:nvPr/>
        </p:nvSpPr>
        <p:spPr>
          <a:xfrm>
            <a:off x="9256642" y="5643383"/>
            <a:ext cx="1822174" cy="374371"/>
          </a:xfrm>
          <a:prstGeom prst="roundRect">
            <a:avLst>
              <a:gd name="adj" fmla="val 14528"/>
            </a:avLst>
          </a:prstGeom>
          <a:solidFill>
            <a:srgbClr val="00B0F0">
              <a:alpha val="10196"/>
            </a:srgb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tx1">
                    <a:lumMod val="75000"/>
                  </a:schemeClr>
                </a:solidFill>
              </a:rPr>
              <a:t>os/datetime</a:t>
            </a:r>
            <a:r>
              <a:rPr lang="zh-CN" altLang="en-US" sz="1200">
                <a:solidFill>
                  <a:schemeClr val="tx1">
                    <a:lumMod val="75000"/>
                  </a:schemeClr>
                </a:solidFill>
              </a:rPr>
              <a:t>模块</a:t>
            </a:r>
          </a:p>
        </p:txBody>
      </p:sp>
    </p:spTree>
    <p:extLst>
      <p:ext uri="{BB962C8B-B14F-4D97-AF65-F5344CB8AC3E}">
        <p14:creationId xmlns:p14="http://schemas.microsoft.com/office/powerpoint/2010/main" val="1830254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randombar(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randombar(horizont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randombar(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randombar(horizontal)">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randombar(horizontal)">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randombar(horizontal)">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2" grpId="0" animBg="1"/>
      <p:bldP spid="4" grpId="0" animBg="1"/>
      <p:bldP spid="6" grpId="0" animBg="1"/>
      <p:bldP spid="11"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64552-DB72-4A9D-6CED-86678028E80F}"/>
            </a:ext>
          </a:extLst>
        </p:cNvPr>
        <p:cNvGrpSpPr/>
        <p:nvPr/>
      </p:nvGrpSpPr>
      <p:grpSpPr>
        <a:xfrm>
          <a:off x="0" y="0"/>
          <a:ext cx="0" cy="0"/>
          <a:chOff x="0" y="0"/>
          <a:chExt cx="0" cy="0"/>
        </a:xfrm>
      </p:grpSpPr>
      <p:sp>
        <p:nvSpPr>
          <p:cNvPr id="2" name="!!文本框 9">
            <a:extLst>
              <a:ext uri="{FF2B5EF4-FFF2-40B4-BE49-F238E27FC236}">
                <a16:creationId xmlns:a16="http://schemas.microsoft.com/office/drawing/2014/main" id="{5AB34718-3FD0-5AE1-A37F-70FB5E9777B2}"/>
              </a:ext>
            </a:extLst>
          </p:cNvPr>
          <p:cNvSpPr>
            <a:spLocks noGrp="1"/>
          </p:cNvSpPr>
          <p:nvPr>
            <p:ph type="body" sz="quarter" idx="10"/>
          </p:nvPr>
        </p:nvSpPr>
        <p:spPr>
          <a:xfrm>
            <a:off x="6602755" y="2110631"/>
            <a:ext cx="2899053" cy="1619856"/>
          </a:xfrm>
        </p:spPr>
        <p:txBody>
          <a:bodyPr/>
          <a:lstStyle/>
          <a:p>
            <a:r>
              <a:rPr lang="en-US" altLang="zh-CN"/>
              <a:t>AI</a:t>
            </a:r>
            <a:r>
              <a:rPr lang="zh-CN" altLang="en-US"/>
              <a:t>应用</a:t>
            </a:r>
            <a:r>
              <a:rPr lang="en-US" altLang="zh-CN"/>
              <a:t>-</a:t>
            </a:r>
            <a:r>
              <a:rPr lang="zh-CN" altLang="en-US"/>
              <a:t>基础</a:t>
            </a:r>
            <a:endParaRPr lang="en-US" altLang="zh-CN"/>
          </a:p>
          <a:p>
            <a:r>
              <a:rPr lang="en-US" altLang="zh-CN"/>
              <a:t>AI</a:t>
            </a:r>
            <a:r>
              <a:rPr lang="zh-CN" altLang="en-US"/>
              <a:t>应用</a:t>
            </a:r>
            <a:r>
              <a:rPr lang="en-US" altLang="zh-CN"/>
              <a:t>-</a:t>
            </a:r>
            <a:r>
              <a:rPr lang="zh-CN" altLang="en-US"/>
              <a:t>实战</a:t>
            </a:r>
            <a:endParaRPr lang="en-US" altLang="zh-CN"/>
          </a:p>
          <a:p>
            <a:r>
              <a:rPr lang="en-US" altLang="zh-CN">
                <a:solidFill>
                  <a:srgbClr val="C00000"/>
                </a:solidFill>
              </a:rPr>
              <a:t>AI</a:t>
            </a:r>
            <a:r>
              <a:rPr lang="zh-CN" altLang="en-US">
                <a:solidFill>
                  <a:srgbClr val="C00000"/>
                </a:solidFill>
              </a:rPr>
              <a:t>应用</a:t>
            </a:r>
            <a:r>
              <a:rPr lang="en-US" altLang="zh-CN">
                <a:solidFill>
                  <a:srgbClr val="C00000"/>
                </a:solidFill>
              </a:rPr>
              <a:t>-</a:t>
            </a:r>
            <a:r>
              <a:rPr lang="zh-CN" altLang="en-US">
                <a:solidFill>
                  <a:srgbClr val="C00000"/>
                </a:solidFill>
              </a:rPr>
              <a:t>知识扩展</a:t>
            </a:r>
            <a:endParaRPr lang="en-US" altLang="zh-CN">
              <a:solidFill>
                <a:srgbClr val="C00000"/>
              </a:solidFill>
            </a:endParaRPr>
          </a:p>
        </p:txBody>
      </p:sp>
    </p:spTree>
    <p:extLst>
      <p:ext uri="{BB962C8B-B14F-4D97-AF65-F5344CB8AC3E}">
        <p14:creationId xmlns:p14="http://schemas.microsoft.com/office/powerpoint/2010/main" val="1608894637"/>
      </p:ext>
    </p:extLst>
  </p:cSld>
  <p:clrMapOvr>
    <a:masterClrMapping/>
  </p:clrMapOvr>
  <mc:AlternateContent xmlns:mc="http://schemas.openxmlformats.org/markup-compatibility/2006">
    <mc:Choice xmlns:p14="http://schemas.microsoft.com/office/powerpoint/2010/main" Requires="p14">
      <p:transition spd="slow" p14:dur="2000">
        <p14:ripple/>
      </p:transition>
    </mc:Choice>
    <mc:Fallback>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3A0FC26D-11BE-C74B-37E1-83D8AE9A3FBB}"/>
              </a:ext>
            </a:extLst>
          </p:cNvPr>
          <p:cNvSpPr>
            <a:spLocks noGrp="1"/>
          </p:cNvSpPr>
          <p:nvPr>
            <p:ph type="body" sz="quarter" idx="13"/>
          </p:nvPr>
        </p:nvSpPr>
        <p:spPr>
          <a:xfrm>
            <a:off x="6114165" y="2469081"/>
            <a:ext cx="4010496" cy="901700"/>
          </a:xfrm>
        </p:spPr>
        <p:txBody>
          <a:bodyPr/>
          <a:lstStyle/>
          <a:p>
            <a:r>
              <a:rPr lang="en-US" altLang="zh-CN"/>
              <a:t>AI</a:t>
            </a:r>
            <a:r>
              <a:rPr lang="zh-CN" altLang="en-US"/>
              <a:t>应用</a:t>
            </a:r>
            <a:r>
              <a:rPr lang="en-US" altLang="zh-CN"/>
              <a:t>-</a:t>
            </a:r>
            <a:r>
              <a:rPr lang="zh-CN" altLang="en-US"/>
              <a:t>知识扩展</a:t>
            </a:r>
            <a:endParaRPr lang="en-US" altLang="zh-CN"/>
          </a:p>
        </p:txBody>
      </p:sp>
      <p:sp>
        <p:nvSpPr>
          <p:cNvPr id="4" name="文本占位符 3">
            <a:extLst>
              <a:ext uri="{FF2B5EF4-FFF2-40B4-BE49-F238E27FC236}">
                <a16:creationId xmlns:a16="http://schemas.microsoft.com/office/drawing/2014/main" id="{9C3EBAFF-8232-D43E-3167-411195840E9D}"/>
              </a:ext>
            </a:extLst>
          </p:cNvPr>
          <p:cNvSpPr>
            <a:spLocks noGrp="1"/>
          </p:cNvSpPr>
          <p:nvPr>
            <p:ph type="body" sz="quarter" idx="14"/>
          </p:nvPr>
        </p:nvSpPr>
        <p:spPr/>
        <p:txBody>
          <a:bodyPr/>
          <a:lstStyle/>
          <a:p>
            <a:r>
              <a:rPr lang="en-US" altLang="zh-CN"/>
              <a:t>3</a:t>
            </a:r>
            <a:endParaRPr lang="zh-CN" altLang="en-US"/>
          </a:p>
        </p:txBody>
      </p:sp>
    </p:spTree>
    <p:extLst>
      <p:ext uri="{BB962C8B-B14F-4D97-AF65-F5344CB8AC3E}">
        <p14:creationId xmlns:p14="http://schemas.microsoft.com/office/powerpoint/2010/main" val="97451246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CAE76E40-9FA3-A31E-B07E-AD1EB73CE64A}"/>
              </a:ext>
            </a:extLst>
          </p:cNvPr>
          <p:cNvSpPr>
            <a:spLocks noGrp="1"/>
          </p:cNvSpPr>
          <p:nvPr>
            <p:ph type="title"/>
          </p:nvPr>
        </p:nvSpPr>
        <p:spPr/>
        <p:txBody>
          <a:bodyPr/>
          <a:lstStyle/>
          <a:p>
            <a:r>
              <a:rPr lang="zh-CN" altLang="en-US"/>
              <a:t>文件操作</a:t>
            </a:r>
          </a:p>
        </p:txBody>
      </p:sp>
      <p:grpSp>
        <p:nvGrpSpPr>
          <p:cNvPr id="6" name="组合 5">
            <a:extLst>
              <a:ext uri="{FF2B5EF4-FFF2-40B4-BE49-F238E27FC236}">
                <a16:creationId xmlns:a16="http://schemas.microsoft.com/office/drawing/2014/main" id="{1DF09CB1-5734-2E15-2299-44AF53CC263B}"/>
              </a:ext>
            </a:extLst>
          </p:cNvPr>
          <p:cNvGrpSpPr/>
          <p:nvPr/>
        </p:nvGrpSpPr>
        <p:grpSpPr>
          <a:xfrm>
            <a:off x="693738" y="1009744"/>
            <a:ext cx="5654054" cy="4838509"/>
            <a:chOff x="2297721" y="3660320"/>
            <a:chExt cx="6229716" cy="4838796"/>
          </a:xfrm>
        </p:grpSpPr>
        <p:sp>
          <p:nvSpPr>
            <p:cNvPr id="7" name="矩形: 圆角 6">
              <a:extLst>
                <a:ext uri="{FF2B5EF4-FFF2-40B4-BE49-F238E27FC236}">
                  <a16:creationId xmlns:a16="http://schemas.microsoft.com/office/drawing/2014/main" id="{89E4C024-8F81-F599-7EA8-C61CEDB74900}"/>
                </a:ext>
              </a:extLst>
            </p:cNvPr>
            <p:cNvSpPr/>
            <p:nvPr/>
          </p:nvSpPr>
          <p:spPr>
            <a:xfrm>
              <a:off x="2297730" y="3660320"/>
              <a:ext cx="6229707" cy="4838796"/>
            </a:xfrm>
            <a:prstGeom prst="roundRect">
              <a:avLst>
                <a:gd name="adj" fmla="val 1672"/>
              </a:avLst>
            </a:prstGeom>
            <a:solidFill>
              <a:srgbClr val="F6F6F6"/>
            </a:solidFill>
            <a:ln w="3175">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0" rIns="36000" bIns="0" rtlCol="0" anchor="t"/>
            <a:lstStyle/>
            <a:p>
              <a:pPr>
                <a:lnSpc>
                  <a:spcPct val="200000"/>
                </a:lnSpc>
                <a:buNone/>
              </a:pPr>
              <a:r>
                <a:rPr lang="en-US" altLang="zh-CN" sz="1100">
                  <a:solidFill>
                    <a:srgbClr val="8C8C8C"/>
                  </a:solidFill>
                  <a:effectLst/>
                  <a:latin typeface="Fira Code" panose="020B0809050000020004" pitchFamily="49" charset="0"/>
                </a:rPr>
                <a:t># </a:t>
              </a:r>
              <a:r>
                <a:rPr lang="zh-CN" altLang="en-US" sz="1100">
                  <a:solidFill>
                    <a:srgbClr val="8C8C8C"/>
                  </a:solidFill>
                  <a:effectLst/>
                  <a:latin typeface="Courier New" panose="02070309020205020404" pitchFamily="49" charset="0"/>
                </a:rPr>
                <a:t>读文件</a:t>
              </a:r>
              <a:br>
                <a:rPr lang="zh-CN" altLang="en-US" sz="1100">
                  <a:solidFill>
                    <a:srgbClr val="8C8C8C"/>
                  </a:solidFill>
                  <a:effectLst/>
                  <a:latin typeface="Courier New" panose="02070309020205020404" pitchFamily="49" charset="0"/>
                </a:rPr>
              </a:br>
              <a:r>
                <a:rPr lang="en-US" altLang="zh-CN" sz="1100">
                  <a:solidFill>
                    <a:srgbClr val="0033B3"/>
                  </a:solidFill>
                  <a:effectLst/>
                  <a:latin typeface="Fira Code" panose="020B0809050000020004" pitchFamily="49" charset="0"/>
                </a:rPr>
                <a:t>with </a:t>
              </a:r>
              <a:r>
                <a:rPr lang="en-US" altLang="zh-CN" sz="1100">
                  <a:solidFill>
                    <a:srgbClr val="000080"/>
                  </a:solidFill>
                  <a:effectLst/>
                  <a:latin typeface="Fira Code" panose="020B0809050000020004" pitchFamily="49" charset="0"/>
                </a:rPr>
                <a:t>open</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"resources/</a:t>
              </a:r>
              <a:r>
                <a:rPr lang="zh-CN" altLang="en-US" sz="1100">
                  <a:solidFill>
                    <a:srgbClr val="067D17"/>
                  </a:solidFill>
                  <a:effectLst/>
                  <a:latin typeface="Courier New" panose="02070309020205020404" pitchFamily="49" charset="0"/>
                </a:rPr>
                <a:t>望庐山瀑布</a:t>
              </a:r>
              <a:r>
                <a:rPr lang="en-US" altLang="zh-CN" sz="1100">
                  <a:solidFill>
                    <a:srgbClr val="067D17"/>
                  </a:solidFill>
                  <a:effectLst/>
                  <a:latin typeface="Fira Code" panose="020B0809050000020004" pitchFamily="49" charset="0"/>
                </a:rPr>
                <a:t>.txt"</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"r"</a:t>
              </a:r>
              <a:r>
                <a:rPr lang="en-US" altLang="zh-CN" sz="1100">
                  <a:solidFill>
                    <a:srgbClr val="080808"/>
                  </a:solidFill>
                  <a:effectLst/>
                  <a:latin typeface="Fira Code" panose="020B0809050000020004" pitchFamily="49" charset="0"/>
                </a:rPr>
                <a:t>, </a:t>
              </a:r>
              <a:r>
                <a:rPr lang="en-US" altLang="zh-CN" sz="1100">
                  <a:solidFill>
                    <a:srgbClr val="660099"/>
                  </a:solidFill>
                  <a:effectLst/>
                  <a:latin typeface="Fira Code" panose="020B0809050000020004" pitchFamily="49" charset="0"/>
                </a:rPr>
                <a:t>encoding</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"utf-8"</a:t>
              </a:r>
              <a:r>
                <a:rPr lang="en-US" altLang="zh-CN" sz="1100">
                  <a:solidFill>
                    <a:srgbClr val="080808"/>
                  </a:solidFill>
                  <a:effectLst/>
                  <a:latin typeface="Fira Code" panose="020B0809050000020004" pitchFamily="49" charset="0"/>
                </a:rPr>
                <a:t>) </a:t>
              </a:r>
              <a:r>
                <a:rPr lang="en-US" altLang="zh-CN" sz="1100">
                  <a:solidFill>
                    <a:srgbClr val="0033B3"/>
                  </a:solidFill>
                  <a:effectLst/>
                  <a:latin typeface="Fira Code" panose="020B0809050000020004" pitchFamily="49" charset="0"/>
                </a:rPr>
                <a:t>as </a:t>
              </a:r>
              <a:r>
                <a:rPr lang="en-US" altLang="zh-CN" sz="1100">
                  <a:solidFill>
                    <a:srgbClr val="080808"/>
                  </a:solidFill>
                  <a:effectLst/>
                  <a:latin typeface="Fira Code" panose="020B0809050000020004" pitchFamily="49" charset="0"/>
                </a:rPr>
                <a:t>f:</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content = f.read()</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a:t>
              </a:r>
              <a:r>
                <a:rPr lang="en-US" altLang="zh-CN" sz="1100">
                  <a:solidFill>
                    <a:srgbClr val="000080"/>
                  </a:solidFill>
                  <a:effectLst/>
                  <a:latin typeface="Fira Code" panose="020B0809050000020004" pitchFamily="49" charset="0"/>
                </a:rPr>
                <a:t>print</a:t>
              </a:r>
              <a:r>
                <a:rPr lang="en-US" altLang="zh-CN" sz="1100">
                  <a:solidFill>
                    <a:srgbClr val="080808"/>
                  </a:solidFill>
                  <a:effectLst/>
                  <a:latin typeface="Fira Code" panose="020B0809050000020004" pitchFamily="49" charset="0"/>
                </a:rPr>
                <a:t>(content)</a:t>
              </a:r>
              <a:br>
                <a:rPr lang="en-US" altLang="zh-CN" sz="1100">
                  <a:solidFill>
                    <a:srgbClr val="080808"/>
                  </a:solidFill>
                  <a:effectLst/>
                  <a:latin typeface="Fira Code" panose="020B0809050000020004" pitchFamily="49" charset="0"/>
                </a:rPr>
              </a:br>
              <a:br>
                <a:rPr lang="en-US" altLang="zh-CN" sz="1100">
                  <a:solidFill>
                    <a:srgbClr val="080808"/>
                  </a:solidFill>
                  <a:effectLst/>
                  <a:latin typeface="Fira Code" panose="020B0809050000020004" pitchFamily="49" charset="0"/>
                </a:rPr>
              </a:br>
              <a:br>
                <a:rPr lang="en-US" altLang="zh-CN" sz="1100">
                  <a:solidFill>
                    <a:srgbClr val="080808"/>
                  </a:solidFill>
                  <a:effectLst/>
                  <a:latin typeface="Fira Code" panose="020B0809050000020004" pitchFamily="49" charset="0"/>
                </a:rPr>
              </a:br>
              <a:r>
                <a:rPr lang="en-US" altLang="zh-CN" sz="1100">
                  <a:solidFill>
                    <a:srgbClr val="8C8C8C"/>
                  </a:solidFill>
                  <a:effectLst/>
                  <a:latin typeface="Fira Code" panose="020B0809050000020004" pitchFamily="49" charset="0"/>
                </a:rPr>
                <a:t># </a:t>
              </a:r>
              <a:r>
                <a:rPr lang="zh-CN" altLang="en-US" sz="1100">
                  <a:solidFill>
                    <a:srgbClr val="8C8C8C"/>
                  </a:solidFill>
                  <a:effectLst/>
                  <a:latin typeface="Courier New" panose="02070309020205020404" pitchFamily="49" charset="0"/>
                </a:rPr>
                <a:t>写文件</a:t>
              </a:r>
              <a:br>
                <a:rPr lang="zh-CN" altLang="en-US" sz="1100">
                  <a:solidFill>
                    <a:srgbClr val="8C8C8C"/>
                  </a:solidFill>
                  <a:effectLst/>
                  <a:latin typeface="Courier New" panose="02070309020205020404" pitchFamily="49" charset="0"/>
                </a:rPr>
              </a:br>
              <a:r>
                <a:rPr lang="en-US" altLang="zh-CN" sz="1100">
                  <a:solidFill>
                    <a:srgbClr val="0033B3"/>
                  </a:solidFill>
                  <a:effectLst/>
                  <a:latin typeface="Fira Code" panose="020B0809050000020004" pitchFamily="49" charset="0"/>
                </a:rPr>
                <a:t>with </a:t>
              </a:r>
              <a:r>
                <a:rPr lang="en-US" altLang="zh-CN" sz="1100">
                  <a:solidFill>
                    <a:srgbClr val="000080"/>
                  </a:solidFill>
                  <a:effectLst/>
                  <a:latin typeface="Fira Code" panose="020B0809050000020004" pitchFamily="49" charset="0"/>
                </a:rPr>
                <a:t>open</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"resources/</a:t>
              </a:r>
              <a:r>
                <a:rPr lang="zh-CN" altLang="en-US" sz="1100">
                  <a:solidFill>
                    <a:srgbClr val="067D17"/>
                  </a:solidFill>
                  <a:effectLst/>
                  <a:latin typeface="Courier New" panose="02070309020205020404" pitchFamily="49" charset="0"/>
                </a:rPr>
                <a:t>静夜思</a:t>
              </a:r>
              <a:r>
                <a:rPr lang="en-US" altLang="zh-CN" sz="1100">
                  <a:solidFill>
                    <a:srgbClr val="067D17"/>
                  </a:solidFill>
                  <a:effectLst/>
                  <a:latin typeface="Fira Code" panose="020B0809050000020004" pitchFamily="49" charset="0"/>
                </a:rPr>
                <a:t>.txt"</a:t>
              </a:r>
              <a:r>
                <a:rPr lang="en-US" altLang="zh-CN" sz="1100">
                  <a:solidFill>
                    <a:srgbClr val="080808"/>
                  </a:solidFill>
                  <a:effectLst/>
                  <a:latin typeface="Fira Code" panose="020B0809050000020004" pitchFamily="49" charset="0"/>
                </a:rPr>
                <a:t>, </a:t>
              </a:r>
              <a:r>
                <a:rPr lang="en-US" altLang="zh-CN" sz="1100">
                  <a:solidFill>
                    <a:srgbClr val="067D17"/>
                  </a:solidFill>
                  <a:effectLst/>
                  <a:latin typeface="Fira Code" panose="020B0809050000020004" pitchFamily="49" charset="0"/>
                </a:rPr>
                <a:t>"w"</a:t>
              </a:r>
              <a:r>
                <a:rPr lang="en-US" altLang="zh-CN" sz="1100">
                  <a:solidFill>
                    <a:srgbClr val="080808"/>
                  </a:solidFill>
                  <a:effectLst/>
                  <a:latin typeface="Fira Code" panose="020B0809050000020004" pitchFamily="49" charset="0"/>
                </a:rPr>
                <a:t>, </a:t>
              </a:r>
              <a:r>
                <a:rPr lang="en-US" altLang="zh-CN" sz="1100">
                  <a:solidFill>
                    <a:srgbClr val="660099"/>
                  </a:solidFill>
                  <a:effectLst/>
                  <a:latin typeface="Fira Code" panose="020B0809050000020004" pitchFamily="49" charset="0"/>
                </a:rPr>
                <a:t>encoding</a:t>
              </a:r>
              <a:r>
                <a:rPr lang="en-US" altLang="zh-CN" sz="1100">
                  <a:solidFill>
                    <a:srgbClr val="080808"/>
                  </a:solidFill>
                  <a:effectLst/>
                  <a:latin typeface="Fira Code" panose="020B0809050000020004" pitchFamily="49" charset="0"/>
                </a:rPr>
                <a:t>=</a:t>
              </a:r>
              <a:r>
                <a:rPr lang="en-US" altLang="zh-CN" sz="1100">
                  <a:solidFill>
                    <a:srgbClr val="067D17"/>
                  </a:solidFill>
                  <a:effectLst/>
                  <a:latin typeface="Fira Code" panose="020B0809050000020004" pitchFamily="49" charset="0"/>
                </a:rPr>
                <a:t>"utf-8"</a:t>
              </a:r>
              <a:r>
                <a:rPr lang="en-US" altLang="zh-CN" sz="1100">
                  <a:solidFill>
                    <a:srgbClr val="080808"/>
                  </a:solidFill>
                  <a:effectLst/>
                  <a:latin typeface="Fira Code" panose="020B0809050000020004" pitchFamily="49" charset="0"/>
                </a:rPr>
                <a:t>) </a:t>
              </a:r>
              <a:r>
                <a:rPr lang="en-US" altLang="zh-CN" sz="1100">
                  <a:solidFill>
                    <a:srgbClr val="0033B3"/>
                  </a:solidFill>
                  <a:effectLst/>
                  <a:latin typeface="Fira Code" panose="020B0809050000020004" pitchFamily="49" charset="0"/>
                </a:rPr>
                <a:t>as </a:t>
              </a:r>
              <a:r>
                <a:rPr lang="en-US" altLang="zh-CN" sz="1100">
                  <a:solidFill>
                    <a:srgbClr val="080808"/>
                  </a:solidFill>
                  <a:effectLst/>
                  <a:latin typeface="Fira Code" panose="020B0809050000020004" pitchFamily="49" charset="0"/>
                </a:rPr>
                <a:t>f:</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静夜思</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李白</a:t>
              </a:r>
              <a:r>
                <a:rPr lang="en-US" altLang="zh-CN" sz="1100">
                  <a:solidFill>
                    <a:srgbClr val="067D17"/>
                  </a:solidFill>
                  <a:effectLst/>
                  <a:latin typeface="Fira Code" panose="020B0809050000020004" pitchFamily="49" charset="0"/>
                </a:rPr>
                <a:t>)</a:t>
              </a:r>
              <a:r>
                <a:rPr lang="en-US" altLang="zh-CN" sz="1100">
                  <a:solidFill>
                    <a:srgbClr val="0037A6"/>
                  </a:solidFill>
                  <a:effectLst/>
                  <a:latin typeface="Fira Code" panose="020B0809050000020004" pitchFamily="49" charset="0"/>
                </a:rPr>
                <a:t>\n\n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窗前明月光，</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疑是地上霜。</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举头望明月，</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br>
                <a:rPr lang="en-US" altLang="zh-CN" sz="1100">
                  <a:solidFill>
                    <a:srgbClr val="080808"/>
                  </a:solidFill>
                  <a:effectLst/>
                  <a:latin typeface="Fira Code" panose="020B0809050000020004" pitchFamily="49" charset="0"/>
                </a:rPr>
              </a:br>
              <a:r>
                <a:rPr lang="en-US" altLang="zh-CN" sz="1100">
                  <a:solidFill>
                    <a:srgbClr val="080808"/>
                  </a:solidFill>
                  <a:effectLst/>
                  <a:latin typeface="Fira Code" panose="020B0809050000020004" pitchFamily="49" charset="0"/>
                </a:rPr>
                <a:t>    f.write(</a:t>
              </a:r>
              <a:r>
                <a:rPr lang="en-US" altLang="zh-CN" sz="1100">
                  <a:solidFill>
                    <a:srgbClr val="067D17"/>
                  </a:solidFill>
                  <a:effectLst/>
                  <a:latin typeface="Fira Code" panose="020B0809050000020004" pitchFamily="49" charset="0"/>
                </a:rPr>
                <a:t>"</a:t>
              </a:r>
              <a:r>
                <a:rPr lang="zh-CN" altLang="en-US" sz="1100">
                  <a:solidFill>
                    <a:srgbClr val="067D17"/>
                  </a:solidFill>
                  <a:effectLst/>
                  <a:latin typeface="Courier New" panose="02070309020205020404" pitchFamily="49" charset="0"/>
                </a:rPr>
                <a:t>低头思故乡。</a:t>
              </a:r>
              <a:r>
                <a:rPr lang="en-US" altLang="zh-CN" sz="1100">
                  <a:solidFill>
                    <a:srgbClr val="0037A6"/>
                  </a:solidFill>
                  <a:effectLst/>
                  <a:latin typeface="Fira Code" panose="020B0809050000020004" pitchFamily="49" charset="0"/>
                </a:rPr>
                <a:t>\n</a:t>
              </a:r>
              <a:r>
                <a:rPr lang="en-US" altLang="zh-CN" sz="1100">
                  <a:solidFill>
                    <a:srgbClr val="067D17"/>
                  </a:solidFill>
                  <a:effectLst/>
                  <a:latin typeface="Fira Code" panose="020B0809050000020004" pitchFamily="49" charset="0"/>
                </a:rPr>
                <a:t>"</a:t>
              </a:r>
              <a:r>
                <a:rPr lang="en-US" altLang="zh-CN" sz="1100">
                  <a:solidFill>
                    <a:srgbClr val="080808"/>
                  </a:solidFill>
                  <a:effectLst/>
                  <a:latin typeface="Fira Code" panose="020B0809050000020004" pitchFamily="49" charset="0"/>
                </a:rPr>
                <a:t>)</a:t>
              </a:r>
            </a:p>
          </p:txBody>
        </p:sp>
        <p:sp>
          <p:nvSpPr>
            <p:cNvPr id="8" name="矩形: 圆顶角 7">
              <a:extLst>
                <a:ext uri="{FF2B5EF4-FFF2-40B4-BE49-F238E27FC236}">
                  <a16:creationId xmlns:a16="http://schemas.microsoft.com/office/drawing/2014/main" id="{FE2591DA-1F61-72A4-D978-F32EDCC165C3}"/>
                </a:ext>
              </a:extLst>
            </p:cNvPr>
            <p:cNvSpPr/>
            <p:nvPr/>
          </p:nvSpPr>
          <p:spPr>
            <a:xfrm>
              <a:off x="2297721" y="3660322"/>
              <a:ext cx="6229707" cy="270190"/>
            </a:xfrm>
            <a:prstGeom prst="round2SameRect">
              <a:avLst>
                <a:gd name="adj1" fmla="val 22255"/>
                <a:gd name="adj2" fmla="val 0"/>
              </a:avLst>
            </a:prstGeom>
            <a:solidFill>
              <a:srgbClr val="BCBCBC"/>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ltLang="zh-CN" sz="1200" b="1">
                <a:solidFill>
                  <a:schemeClr val="bg1"/>
                </a:solidFill>
                <a:latin typeface="Fira Code" panose="020B0809050000020004" pitchFamily="49" charset="0"/>
                <a:ea typeface="Fira Code" panose="020B0809050000020004" pitchFamily="49" charset="0"/>
                <a:cs typeface="阿里巴巴普惠体" panose="00020600040101010101" pitchFamily="18" charset="-122"/>
              </a:endParaRPr>
            </a:p>
          </p:txBody>
        </p:sp>
        <p:sp>
          <p:nvSpPr>
            <p:cNvPr id="9" name="椭圆 8">
              <a:extLst>
                <a:ext uri="{FF2B5EF4-FFF2-40B4-BE49-F238E27FC236}">
                  <a16:creationId xmlns:a16="http://schemas.microsoft.com/office/drawing/2014/main" id="{1CFA7236-203F-423F-C34C-C83DBEB56C7C}"/>
                </a:ext>
              </a:extLst>
            </p:cNvPr>
            <p:cNvSpPr>
              <a:spLocks/>
            </p:cNvSpPr>
            <p:nvPr/>
          </p:nvSpPr>
          <p:spPr>
            <a:xfrm>
              <a:off x="2383302" y="3730461"/>
              <a:ext cx="121920" cy="101613"/>
            </a:xfrm>
            <a:prstGeom prst="ellipse">
              <a:avLst/>
            </a:prstGeom>
            <a:solidFill>
              <a:srgbClr val="FE5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AA484FBE-642E-6774-0D36-0E8BF7DA405D}"/>
                </a:ext>
              </a:extLst>
            </p:cNvPr>
            <p:cNvSpPr>
              <a:spLocks/>
            </p:cNvSpPr>
            <p:nvPr/>
          </p:nvSpPr>
          <p:spPr>
            <a:xfrm>
              <a:off x="2798298" y="3733257"/>
              <a:ext cx="121920" cy="101613"/>
            </a:xfrm>
            <a:prstGeom prst="ellipse">
              <a:avLst/>
            </a:prstGeom>
            <a:solidFill>
              <a:srgbClr val="2FC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30454129-368B-6FE8-E1A4-9C50FD3A8A2C}"/>
                </a:ext>
              </a:extLst>
            </p:cNvPr>
            <p:cNvSpPr/>
            <p:nvPr/>
          </p:nvSpPr>
          <p:spPr>
            <a:xfrm>
              <a:off x="2590800" y="3730461"/>
              <a:ext cx="121920" cy="101613"/>
            </a:xfrm>
            <a:prstGeom prst="ellipse">
              <a:avLst/>
            </a:prstGeom>
            <a:solidFill>
              <a:srgbClr val="FFC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圆角 11">
            <a:extLst>
              <a:ext uri="{FF2B5EF4-FFF2-40B4-BE49-F238E27FC236}">
                <a16:creationId xmlns:a16="http://schemas.microsoft.com/office/drawing/2014/main" id="{5FE165FA-6372-2C99-80F0-B65E61AEB374}"/>
              </a:ext>
            </a:extLst>
          </p:cNvPr>
          <p:cNvSpPr/>
          <p:nvPr/>
        </p:nvSpPr>
        <p:spPr>
          <a:xfrm>
            <a:off x="1596887" y="1795669"/>
            <a:ext cx="2073965" cy="270174"/>
          </a:xfrm>
          <a:prstGeom prst="roundRect">
            <a:avLst/>
          </a:prstGeom>
          <a:solidFill>
            <a:srgbClr val="00B0F0">
              <a:alpha val="20000"/>
            </a:srgbClr>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0BAB39DA-8035-5DA2-D56B-55368C56C3C6}"/>
              </a:ext>
            </a:extLst>
          </p:cNvPr>
          <p:cNvSpPr/>
          <p:nvPr/>
        </p:nvSpPr>
        <p:spPr>
          <a:xfrm>
            <a:off x="3829879" y="1795669"/>
            <a:ext cx="278295" cy="270174"/>
          </a:xfrm>
          <a:prstGeom prst="roundRect">
            <a:avLst/>
          </a:prstGeom>
          <a:solidFill>
            <a:srgbClr val="00B0F0">
              <a:alpha val="20000"/>
            </a:srgbClr>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a:extLst>
              <a:ext uri="{FF2B5EF4-FFF2-40B4-BE49-F238E27FC236}">
                <a16:creationId xmlns:a16="http://schemas.microsoft.com/office/drawing/2014/main" id="{E166CF04-5138-7308-BCD0-3BB016EADE11}"/>
              </a:ext>
            </a:extLst>
          </p:cNvPr>
          <p:cNvCxnSpPr>
            <a:cxnSpLocks/>
          </p:cNvCxnSpPr>
          <p:nvPr/>
        </p:nvCxnSpPr>
        <p:spPr>
          <a:xfrm flipV="1">
            <a:off x="2643809" y="1618892"/>
            <a:ext cx="3962400" cy="176777"/>
          </a:xfrm>
          <a:prstGeom prst="bentConnector3">
            <a:avLst>
              <a:gd name="adj1" fmla="val -1003"/>
            </a:avLst>
          </a:prstGeom>
          <a:ln w="1270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直接箭头连接符 14">
            <a:extLst>
              <a:ext uri="{FF2B5EF4-FFF2-40B4-BE49-F238E27FC236}">
                <a16:creationId xmlns:a16="http://schemas.microsoft.com/office/drawing/2014/main" id="{F74DF79B-C7F4-6393-108A-5817EA003EC1}"/>
              </a:ext>
            </a:extLst>
          </p:cNvPr>
          <p:cNvCxnSpPr>
            <a:cxnSpLocks/>
            <a:stCxn id="13" idx="2"/>
          </p:cNvCxnSpPr>
          <p:nvPr/>
        </p:nvCxnSpPr>
        <p:spPr>
          <a:xfrm rot="16200000" flipH="1">
            <a:off x="4687888" y="1346982"/>
            <a:ext cx="1199461" cy="2637182"/>
          </a:xfrm>
          <a:prstGeom prst="bentConnector2">
            <a:avLst/>
          </a:prstGeom>
          <a:ln w="1270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D4E63AD0-78FB-3F01-86C3-CD0E073606BE}"/>
              </a:ext>
            </a:extLst>
          </p:cNvPr>
          <p:cNvSpPr txBox="1"/>
          <p:nvPr/>
        </p:nvSpPr>
        <p:spPr>
          <a:xfrm>
            <a:off x="6606209" y="1405484"/>
            <a:ext cx="4883426" cy="1050544"/>
          </a:xfrm>
          <a:prstGeom prst="rect">
            <a:avLst/>
          </a:prstGeom>
          <a:noFill/>
        </p:spPr>
        <p:txBody>
          <a:bodyPr wrap="square" rtlCol="0">
            <a:spAutoFit/>
          </a:bodyPr>
          <a:lstStyle/>
          <a:p>
            <a:pPr>
              <a:lnSpc>
                <a:spcPct val="150000"/>
              </a:lnSpc>
              <a:spcBef>
                <a:spcPts val="600"/>
              </a:spcBef>
            </a:pPr>
            <a:r>
              <a:rPr lang="zh-CN" altLang="en-US" sz="1200" b="1"/>
              <a:t>路径写法：</a:t>
            </a:r>
            <a:endParaRPr lang="en-US" altLang="zh-CN" sz="1200" b="1"/>
          </a:p>
          <a:p>
            <a:pPr marL="285750" indent="-285750">
              <a:lnSpc>
                <a:spcPct val="150000"/>
              </a:lnSpc>
              <a:spcBef>
                <a:spcPts val="600"/>
              </a:spcBef>
              <a:buFont typeface="Arial" panose="020B0604020202020204" pitchFamily="34" charset="0"/>
              <a:buChar char="•"/>
            </a:pPr>
            <a:r>
              <a:rPr lang="zh-CN" altLang="en-US" sz="1200"/>
              <a:t>相对路径：相对于当前工作目录的路径；</a:t>
            </a:r>
            <a:endParaRPr lang="en-US" altLang="zh-CN" sz="1200"/>
          </a:p>
          <a:p>
            <a:pPr marL="285750" indent="-285750">
              <a:lnSpc>
                <a:spcPct val="150000"/>
              </a:lnSpc>
              <a:spcBef>
                <a:spcPts val="600"/>
              </a:spcBef>
              <a:buFont typeface="Arial" panose="020B0604020202020204" pitchFamily="34" charset="0"/>
              <a:buChar char="•"/>
            </a:pPr>
            <a:r>
              <a:rPr lang="zh-CN" altLang="en-US" sz="1200"/>
              <a:t>绝对路径：是从文件系统的目录开始，完整的描述文件位置的路径；</a:t>
            </a:r>
          </a:p>
        </p:txBody>
      </p:sp>
      <p:sp>
        <p:nvSpPr>
          <p:cNvPr id="29" name="文本框 28">
            <a:extLst>
              <a:ext uri="{FF2B5EF4-FFF2-40B4-BE49-F238E27FC236}">
                <a16:creationId xmlns:a16="http://schemas.microsoft.com/office/drawing/2014/main" id="{17F39E62-E03C-A7D7-92C6-08DFCEFE726B}"/>
              </a:ext>
            </a:extLst>
          </p:cNvPr>
          <p:cNvSpPr txBox="1"/>
          <p:nvPr/>
        </p:nvSpPr>
        <p:spPr>
          <a:xfrm>
            <a:off x="6606209" y="3065176"/>
            <a:ext cx="5367129" cy="1404487"/>
          </a:xfrm>
          <a:prstGeom prst="rect">
            <a:avLst/>
          </a:prstGeom>
          <a:noFill/>
        </p:spPr>
        <p:txBody>
          <a:bodyPr wrap="square" rtlCol="0">
            <a:spAutoFit/>
          </a:bodyPr>
          <a:lstStyle/>
          <a:p>
            <a:pPr>
              <a:lnSpc>
                <a:spcPct val="150000"/>
              </a:lnSpc>
              <a:spcBef>
                <a:spcPts val="600"/>
              </a:spcBef>
            </a:pPr>
            <a:r>
              <a:rPr lang="zh-CN" altLang="en-US" sz="1200" b="1"/>
              <a:t>操作模式：</a:t>
            </a:r>
            <a:endParaRPr lang="en-US" altLang="zh-CN" sz="1200" b="1"/>
          </a:p>
          <a:p>
            <a:pPr marL="285750" indent="-285750">
              <a:lnSpc>
                <a:spcPct val="150000"/>
              </a:lnSpc>
              <a:spcBef>
                <a:spcPts val="600"/>
              </a:spcBef>
              <a:buFont typeface="Arial" panose="020B0604020202020204" pitchFamily="34" charset="0"/>
              <a:buChar char="•"/>
            </a:pPr>
            <a:r>
              <a:rPr lang="en-US" altLang="zh-CN" sz="1200"/>
              <a:t>r</a:t>
            </a:r>
            <a:r>
              <a:rPr lang="zh-CN" altLang="en-US" sz="1200"/>
              <a:t>：只读的方式打开文件，指针放在文件的开头。（默认模式）</a:t>
            </a:r>
            <a:endParaRPr lang="en-US" altLang="zh-CN" sz="1200"/>
          </a:p>
          <a:p>
            <a:pPr marL="285750" indent="-285750">
              <a:lnSpc>
                <a:spcPct val="150000"/>
              </a:lnSpc>
              <a:spcBef>
                <a:spcPts val="600"/>
              </a:spcBef>
              <a:buFont typeface="Arial" panose="020B0604020202020204" pitchFamily="34" charset="0"/>
              <a:buChar char="•"/>
            </a:pPr>
            <a:r>
              <a:rPr lang="en-US" altLang="zh-CN" sz="1200"/>
              <a:t>w</a:t>
            </a:r>
            <a:r>
              <a:rPr lang="zh-CN" altLang="en-US" sz="1200"/>
              <a:t>：只写入模式，从头编辑，原有内容会被删除；文件不存在则创建新文件</a:t>
            </a:r>
            <a:endParaRPr lang="en-US" altLang="zh-CN" sz="1200"/>
          </a:p>
          <a:p>
            <a:pPr marL="285750" indent="-285750">
              <a:lnSpc>
                <a:spcPct val="150000"/>
              </a:lnSpc>
              <a:spcBef>
                <a:spcPts val="600"/>
              </a:spcBef>
              <a:buFont typeface="Arial" panose="020B0604020202020204" pitchFamily="34" charset="0"/>
              <a:buChar char="•"/>
            </a:pPr>
            <a:r>
              <a:rPr lang="en-US" altLang="zh-CN" sz="1200"/>
              <a:t>a</a:t>
            </a:r>
            <a:r>
              <a:rPr lang="zh-CN" altLang="en-US" sz="1200"/>
              <a:t>：追加模式，新内容会被追加在原有内容之后；文件不存在则创建新文件</a:t>
            </a:r>
          </a:p>
        </p:txBody>
      </p:sp>
      <p:grpSp>
        <p:nvGrpSpPr>
          <p:cNvPr id="33" name="组合 32">
            <a:extLst>
              <a:ext uri="{FF2B5EF4-FFF2-40B4-BE49-F238E27FC236}">
                <a16:creationId xmlns:a16="http://schemas.microsoft.com/office/drawing/2014/main" id="{53D688E3-D138-ADFB-00E5-8D6C0DFE2B06}"/>
              </a:ext>
            </a:extLst>
          </p:cNvPr>
          <p:cNvGrpSpPr/>
          <p:nvPr/>
        </p:nvGrpSpPr>
        <p:grpSpPr>
          <a:xfrm>
            <a:off x="693738" y="6348629"/>
            <a:ext cx="10994678" cy="348335"/>
            <a:chOff x="4685665" y="1834757"/>
            <a:chExt cx="11070209" cy="348335"/>
          </a:xfrm>
        </p:grpSpPr>
        <p:sp>
          <p:nvSpPr>
            <p:cNvPr id="34" name="ComponentBackground2">
              <a:extLst>
                <a:ext uri="{FF2B5EF4-FFF2-40B4-BE49-F238E27FC236}">
                  <a16:creationId xmlns:a16="http://schemas.microsoft.com/office/drawing/2014/main" id="{3A10AD3D-4D1E-42F0-F99C-17CD9C36F925}"/>
                </a:ext>
              </a:extLst>
            </p:cNvPr>
            <p:cNvSpPr>
              <a:spLocks/>
            </p:cNvSpPr>
            <p:nvPr/>
          </p:nvSpPr>
          <p:spPr>
            <a:xfrm>
              <a:off x="4708524" y="1834757"/>
              <a:ext cx="11047350" cy="348335"/>
            </a:xfrm>
            <a:prstGeom prst="roundRect">
              <a:avLst>
                <a:gd name="adj" fmla="val 11490"/>
              </a:avLst>
            </a:prstGeom>
            <a:solidFill>
              <a:srgbClr val="000000">
                <a:alpha val="5000"/>
              </a:srgbClr>
            </a:solidFill>
            <a:ln w="12700" cap="flat" cmpd="sng" algn="ctr">
              <a:noFill/>
              <a:prstDash val="solid"/>
              <a:miter lim="800000"/>
            </a:ln>
            <a:effectLst/>
          </p:spPr>
          <p:txBody>
            <a:bodyPr lIns="180000" rIns="180000" rtlCol="0" anchor="ctr"/>
            <a:lstStyle/>
            <a:p>
              <a:pPr lvl="0">
                <a:defRPr/>
              </a:pPr>
              <a:r>
                <a:rPr kumimoji="1" lang="zh-CN" altLang="en-US" sz="1200" b="1" kern="0">
                  <a:solidFill>
                    <a:schemeClr val="tx1">
                      <a:lumMod val="50000"/>
                    </a:schemeClr>
                  </a:solidFill>
                  <a:ea typeface="微软雅黑"/>
                </a:rPr>
                <a:t>提示：</a:t>
              </a:r>
              <a:r>
                <a:rPr kumimoji="1" lang="zh-CN" altLang="en-US" sz="1200" kern="0">
                  <a:solidFill>
                    <a:schemeClr val="tx1">
                      <a:lumMod val="50000"/>
                    </a:schemeClr>
                  </a:solidFill>
                  <a:ea typeface="微软雅黑"/>
                </a:rPr>
                <a:t>在项目开发中，推荐使用相对路径写法，可移植性更好、路径简洁、易于阅读 。</a:t>
              </a:r>
              <a:endParaRPr kumimoji="1" lang="zh-CN" altLang="en-US" sz="1200" i="0" u="none" strike="noStrike" kern="0" cap="none" spc="0" normalizeH="0" baseline="0" noProof="0">
                <a:ln>
                  <a:noFill/>
                </a:ln>
                <a:solidFill>
                  <a:srgbClr val="000000"/>
                </a:solidFill>
                <a:effectLst/>
                <a:uLnTx/>
                <a:uFillTx/>
                <a:ea typeface="微软雅黑"/>
                <a:cs typeface="+mn-cs"/>
              </a:endParaRPr>
            </a:p>
          </p:txBody>
        </p:sp>
        <p:sp>
          <p:nvSpPr>
            <p:cNvPr id="35" name="Shape2">
              <a:extLst>
                <a:ext uri="{FF2B5EF4-FFF2-40B4-BE49-F238E27FC236}">
                  <a16:creationId xmlns:a16="http://schemas.microsoft.com/office/drawing/2014/main" id="{73A0E19E-4C1C-3D27-5237-71E47393C5EC}"/>
                </a:ext>
              </a:extLst>
            </p:cNvPr>
            <p:cNvSpPr/>
            <p:nvPr/>
          </p:nvSpPr>
          <p:spPr>
            <a:xfrm>
              <a:off x="4685665" y="1860105"/>
              <a:ext cx="45719" cy="303939"/>
            </a:xfrm>
            <a:prstGeom prst="roundRect">
              <a:avLst>
                <a:gd name="adj" fmla="val 50000"/>
              </a:avLst>
            </a:prstGeom>
            <a:solidFill>
              <a:srgbClr val="00B0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C00000"/>
                </a:solidFill>
                <a:effectLst/>
                <a:uLnTx/>
                <a:uFillTx/>
                <a:ea typeface="微软雅黑"/>
                <a:cs typeface="+mn-cs"/>
              </a:endParaRPr>
            </a:p>
          </p:txBody>
        </p:sp>
      </p:grpSp>
    </p:spTree>
    <p:extLst>
      <p:ext uri="{BB962C8B-B14F-4D97-AF65-F5344CB8AC3E}">
        <p14:creationId xmlns:p14="http://schemas.microsoft.com/office/powerpoint/2010/main" val="778966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decel="5000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200" fill="hold"/>
                                        <p:tgtEl>
                                          <p:spTgt spid="12"/>
                                        </p:tgtEl>
                                        <p:attrNameLst>
                                          <p:attrName>ppt_w</p:attrName>
                                        </p:attrNameLst>
                                      </p:cBhvr>
                                      <p:tavLst>
                                        <p:tav tm="0">
                                          <p:val>
                                            <p:strVal val="0"/>
                                          </p:val>
                                        </p:tav>
                                        <p:tav tm="100000">
                                          <p:val>
                                            <p:strVal val="#ppt_w"/>
                                          </p:val>
                                        </p:tav>
                                      </p:tavLst>
                                    </p:anim>
                                    <p:anim calcmode="lin" valueType="num">
                                      <p:cBhvr>
                                        <p:cTn id="14" dur="200" fill="hold"/>
                                        <p:tgtEl>
                                          <p:spTgt spid="12"/>
                                        </p:tgtEl>
                                        <p:attrNameLst>
                                          <p:attrName>ppt_h</p:attrName>
                                        </p:attrNameLst>
                                      </p:cBhvr>
                                      <p:tavLst>
                                        <p:tav tm="0">
                                          <p:val>
                                            <p:strVal val="0"/>
                                          </p:val>
                                        </p:tav>
                                        <p:tav tm="100000">
                                          <p:val>
                                            <p:strVal val="#ppt_h"/>
                                          </p:val>
                                        </p:tav>
                                      </p:tavLst>
                                    </p:anim>
                                    <p:animScale>
                                      <p:cBhvr>
                                        <p:cTn id="15" dur="100" autoRev="1" fill="hold">
                                          <p:stCondLst>
                                            <p:cond delay="200"/>
                                          </p:stCondLst>
                                        </p:cTn>
                                        <p:tgtEl>
                                          <p:spTgt spid="12"/>
                                        </p:tgtEl>
                                      </p:cBhvr>
                                      <p:from x="100000" y="100000"/>
                                      <p:to x="110000" y="110000"/>
                                    </p:animScale>
                                    <p:animScale>
                                      <p:cBhvr>
                                        <p:cTn id="16" dur="100" autoRev="1" fill="hold">
                                          <p:stCondLst>
                                            <p:cond delay="400"/>
                                          </p:stCondLst>
                                        </p:cTn>
                                        <p:tgtEl>
                                          <p:spTgt spid="12"/>
                                        </p:tgtEl>
                                      </p:cBhvr>
                                      <p:from x="100000" y="100000"/>
                                      <p:to x="90000" y="90000"/>
                                    </p:animScale>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left)">
                                      <p:cBhvr>
                                        <p:cTn id="21" dur="500"/>
                                        <p:tgtEl>
                                          <p:spTgt spid="15"/>
                                        </p:tgtEl>
                                      </p:cBhvr>
                                    </p:animEffect>
                                  </p:childTnLst>
                                </p:cTn>
                              </p:par>
                            </p:childTnLst>
                          </p:cTn>
                        </p:par>
                        <p:par>
                          <p:cTn id="22" fill="hold">
                            <p:stCondLst>
                              <p:cond delay="500"/>
                            </p:stCondLst>
                            <p:childTnLst>
                              <p:par>
                                <p:cTn id="23" presetID="14" presetClass="entr" presetSubtype="10" fill="hold" grpId="0" nodeType="after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randombar(horizontal)">
                                      <p:cBhvr>
                                        <p:cTn id="25" dur="500"/>
                                        <p:tgtEl>
                                          <p:spTgt spid="28"/>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decel="5000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p:cTn id="30" dur="200" fill="hold"/>
                                        <p:tgtEl>
                                          <p:spTgt spid="13"/>
                                        </p:tgtEl>
                                        <p:attrNameLst>
                                          <p:attrName>ppt_w</p:attrName>
                                        </p:attrNameLst>
                                      </p:cBhvr>
                                      <p:tavLst>
                                        <p:tav tm="0">
                                          <p:val>
                                            <p:strVal val="0"/>
                                          </p:val>
                                        </p:tav>
                                        <p:tav tm="100000">
                                          <p:val>
                                            <p:strVal val="#ppt_w"/>
                                          </p:val>
                                        </p:tav>
                                      </p:tavLst>
                                    </p:anim>
                                    <p:anim calcmode="lin" valueType="num">
                                      <p:cBhvr>
                                        <p:cTn id="31" dur="200" fill="hold"/>
                                        <p:tgtEl>
                                          <p:spTgt spid="13"/>
                                        </p:tgtEl>
                                        <p:attrNameLst>
                                          <p:attrName>ppt_h</p:attrName>
                                        </p:attrNameLst>
                                      </p:cBhvr>
                                      <p:tavLst>
                                        <p:tav tm="0">
                                          <p:val>
                                            <p:strVal val="0"/>
                                          </p:val>
                                        </p:tav>
                                        <p:tav tm="100000">
                                          <p:val>
                                            <p:strVal val="#ppt_h"/>
                                          </p:val>
                                        </p:tav>
                                      </p:tavLst>
                                    </p:anim>
                                    <p:animScale>
                                      <p:cBhvr>
                                        <p:cTn id="32" dur="100" autoRev="1" fill="hold">
                                          <p:stCondLst>
                                            <p:cond delay="200"/>
                                          </p:stCondLst>
                                        </p:cTn>
                                        <p:tgtEl>
                                          <p:spTgt spid="13"/>
                                        </p:tgtEl>
                                      </p:cBhvr>
                                      <p:from x="100000" y="100000"/>
                                      <p:to x="110000" y="110000"/>
                                    </p:animScale>
                                    <p:animScale>
                                      <p:cBhvr>
                                        <p:cTn id="33" dur="100" autoRev="1" fill="hold">
                                          <p:stCondLst>
                                            <p:cond delay="400"/>
                                          </p:stCondLst>
                                        </p:cTn>
                                        <p:tgtEl>
                                          <p:spTgt spid="13"/>
                                        </p:tgtEl>
                                      </p:cBhvr>
                                      <p:from x="100000" y="100000"/>
                                      <p:to x="90000" y="90000"/>
                                    </p:animScale>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up)">
                                      <p:cBhvr>
                                        <p:cTn id="38" dur="500"/>
                                        <p:tgtEl>
                                          <p:spTgt spid="17"/>
                                        </p:tgtEl>
                                      </p:cBhvr>
                                    </p:animEffect>
                                  </p:childTnLst>
                                </p:cTn>
                              </p:par>
                            </p:childTnLst>
                          </p:cTn>
                        </p:par>
                        <p:par>
                          <p:cTn id="39" fill="hold">
                            <p:stCondLst>
                              <p:cond delay="500"/>
                            </p:stCondLst>
                            <p:childTnLst>
                              <p:par>
                                <p:cTn id="40" presetID="14" presetClass="entr" presetSubtype="10" fill="hold" grpId="0" nodeType="after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randombar(horizontal)">
                                      <p:cBhvr>
                                        <p:cTn id="42" dur="5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00"/>
                                        <p:tgtEl>
                                          <p:spTgt spid="33"/>
                                        </p:tgtEl>
                                      </p:cBhvr>
                                    </p:animEffect>
                                    <p:anim calcmode="lin" valueType="num">
                                      <p:cBhvr>
                                        <p:cTn id="48" dur="500" fill="hold"/>
                                        <p:tgtEl>
                                          <p:spTgt spid="33"/>
                                        </p:tgtEl>
                                        <p:attrNameLst>
                                          <p:attrName>ppt_x</p:attrName>
                                        </p:attrNameLst>
                                      </p:cBhvr>
                                      <p:tavLst>
                                        <p:tav tm="0">
                                          <p:val>
                                            <p:strVal val="#ppt_x"/>
                                          </p:val>
                                        </p:tav>
                                        <p:tav tm="100000">
                                          <p:val>
                                            <p:strVal val="#ppt_x"/>
                                          </p:val>
                                        </p:tav>
                                      </p:tavLst>
                                    </p:anim>
                                    <p:anim calcmode="lin" valueType="num">
                                      <p:cBhvr>
                                        <p:cTn id="49"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28" grpId="0"/>
      <p:bldP spid="29"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4A541AE-4E98-613A-A413-C9B1890DAC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1665" y="-436704"/>
            <a:ext cx="3853092" cy="3853092"/>
          </a:xfrm>
          <a:prstGeom prst="rect">
            <a:avLst/>
          </a:prstGeom>
        </p:spPr>
      </p:pic>
    </p:spTree>
    <p:extLst>
      <p:ext uri="{BB962C8B-B14F-4D97-AF65-F5344CB8AC3E}">
        <p14:creationId xmlns:p14="http://schemas.microsoft.com/office/powerpoint/2010/main" val="39609870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 name="ISLIDE.THEME" val="#782110"/>
  <p:tag name="ISLIDE.TEMPLATE" val="1f6b6247-00f9-4185-bb3e-6a09396f8e3b"/>
</p:tagLst>
</file>

<file path=ppt/theme/theme1.xml><?xml version="1.0" encoding="utf-8"?>
<a:theme xmlns:a="http://schemas.openxmlformats.org/drawingml/2006/main" name="内容模板">
  <a:themeElements>
    <a:clrScheme name="传智-红">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传智播客">
      <a:majorFont>
        <a:latin typeface="Source Code Pro Black"/>
        <a:ea typeface="阿里巴巴普惠体 Heavy"/>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Default.potx" id="{1D9758C4-BF53-48D5-9F51-21F468A6C710}" vid="{F0E1EFAF-5478-48F0-8152-DA9350739AFC}"/>
    </a:ext>
  </a:extLst>
</a:theme>
</file>

<file path=ppt/theme/theme2.xml><?xml version="1.0" encoding="utf-8"?>
<a:theme xmlns:a="http://schemas.openxmlformats.org/drawingml/2006/main" name="封面">
  <a:themeElements>
    <a:clrScheme name="传智-红">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Source Code Pro Black"/>
        <a:ea typeface="阿里巴巴普惠体"/>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章节目录模板">
  <a:themeElements>
    <a:clrScheme name="传智-红">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传智播客">
      <a:majorFont>
        <a:latin typeface="Source Code Pro Black"/>
        <a:ea typeface="阿里巴巴普惠体 Heavy"/>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小结思考模板2">
  <a:themeElements>
    <a:clrScheme name="传智-红">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Source Code Pro Black"/>
        <a:ea typeface="阿里巴巴普惠体"/>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Seven</Template>
  <TotalTime>32008</TotalTime>
  <Words>7266</Words>
  <Application>Microsoft Office PowerPoint</Application>
  <PresentationFormat>宽屏</PresentationFormat>
  <Paragraphs>723</Paragraphs>
  <Slides>89</Slides>
  <Notes>0</Notes>
  <HiddenSlides>0</HiddenSlides>
  <MMClips>1</MMClips>
  <ScaleCrop>false</ScaleCrop>
  <HeadingPairs>
    <vt:vector size="6" baseType="variant">
      <vt:variant>
        <vt:lpstr>已用的字体</vt:lpstr>
      </vt:variant>
      <vt:variant>
        <vt:i4>17</vt:i4>
      </vt:variant>
      <vt:variant>
        <vt:lpstr>主题</vt:lpstr>
      </vt:variant>
      <vt:variant>
        <vt:i4>4</vt:i4>
      </vt:variant>
      <vt:variant>
        <vt:lpstr>幻灯片标题</vt:lpstr>
      </vt:variant>
      <vt:variant>
        <vt:i4>89</vt:i4>
      </vt:variant>
    </vt:vector>
  </HeadingPairs>
  <TitlesOfParts>
    <vt:vector size="110" baseType="lpstr">
      <vt:lpstr>Alibaba PuHuiTi B</vt:lpstr>
      <vt:lpstr>quote-cjk-patch</vt:lpstr>
      <vt:lpstr>阿里巴巴普惠体</vt:lpstr>
      <vt:lpstr>阿里巴巴普惠体 Heavy</vt:lpstr>
      <vt:lpstr>阿里巴巴普惠体 Medium</vt:lpstr>
      <vt:lpstr>等线</vt:lpstr>
      <vt:lpstr>荆南波波黑</vt:lpstr>
      <vt:lpstr>楷体</vt:lpstr>
      <vt:lpstr>微软雅黑</vt:lpstr>
      <vt:lpstr>Arial</vt:lpstr>
      <vt:lpstr>Calisto MT</vt:lpstr>
      <vt:lpstr>Consolas</vt:lpstr>
      <vt:lpstr>Courier New</vt:lpstr>
      <vt:lpstr>Fira Code</vt:lpstr>
      <vt:lpstr>Source Code Pro</vt:lpstr>
      <vt:lpstr>Source Code Pro Black</vt:lpstr>
      <vt:lpstr>Wingdings</vt:lpstr>
      <vt:lpstr>内容模板</vt:lpstr>
      <vt:lpstr>封面</vt:lpstr>
      <vt:lpstr>章节目录模板</vt:lpstr>
      <vt:lpstr>小结思考模板2</vt:lpstr>
      <vt:lpstr>Python项目实战</vt:lpstr>
      <vt:lpstr>AI</vt:lpstr>
      <vt:lpstr>AI大模型</vt:lpstr>
      <vt:lpstr>AI大模型</vt:lpstr>
      <vt:lpstr>AI应用</vt:lpstr>
      <vt:lpstr>AI应用</vt:lpstr>
      <vt:lpstr>PowerPoint 演示文稿</vt:lpstr>
      <vt:lpstr>PowerPoint 演示文稿</vt:lpstr>
      <vt:lpstr>PowerPoint 演示文稿</vt:lpstr>
      <vt:lpstr>PowerPoint 演示文稿</vt:lpstr>
      <vt:lpstr>大模型部署</vt:lpstr>
      <vt:lpstr>大模型部署-本地部署</vt:lpstr>
      <vt:lpstr>大模型部署-官方开放API</vt:lpstr>
      <vt:lpstr>PowerPoint 演示文稿</vt:lpstr>
      <vt:lpstr>PowerPoint 演示文稿</vt:lpstr>
      <vt:lpstr>PowerPoint 演示文稿</vt:lpstr>
      <vt:lpstr>网络基础知识</vt:lpstr>
      <vt:lpstr>网络基础知识</vt:lpstr>
      <vt:lpstr>网络基础知识</vt:lpstr>
      <vt:lpstr>网络基础知识</vt:lpstr>
      <vt:lpstr>网络基础知识-</vt:lpstr>
      <vt:lpstr>网络基础知识-端口</vt:lpstr>
      <vt:lpstr>PowerPoint 演示文稿</vt:lpstr>
      <vt:lpstr>PowerPoint 演示文稿</vt:lpstr>
      <vt:lpstr>网络模型</vt:lpstr>
      <vt:lpstr>HTTP协议</vt:lpstr>
      <vt:lpstr>PowerPoint 演示文稿</vt:lpstr>
      <vt:lpstr>HTTP协议</vt:lpstr>
      <vt:lpstr>HTTP协议-请求数据格式</vt:lpstr>
      <vt:lpstr>HTTP协议-响应数据格式</vt:lpstr>
      <vt:lpstr>PowerPoint 演示文稿</vt:lpstr>
      <vt:lpstr>PowerPoint 演示文稿</vt:lpstr>
      <vt:lpstr>PowerPoint 演示文稿</vt:lpstr>
      <vt:lpstr>Apifox</vt:lpstr>
      <vt:lpstr>Apifox调用DeepSeek</vt:lpstr>
      <vt:lpstr>Json格式</vt:lpstr>
      <vt:lpstr>Apifox调用DeepSeek</vt:lpstr>
      <vt:lpstr>PowerPoint 演示文稿</vt:lpstr>
      <vt:lpstr>会话记忆-现状</vt:lpstr>
      <vt:lpstr>会话记忆-处理方案(会话历史滚雪球)</vt:lpstr>
      <vt:lpstr>PowerPoint 演示文稿</vt:lpstr>
      <vt:lpstr>PowerPoint 演示文稿</vt:lpstr>
      <vt:lpstr>调用DeepSeek</vt:lpstr>
      <vt:lpstr>调用DeepSeek</vt:lpstr>
      <vt:lpstr>PowerPoint 演示文稿</vt:lpstr>
      <vt:lpstr>PowerPoint 演示文稿</vt:lpstr>
      <vt:lpstr>提示词工程</vt:lpstr>
      <vt:lpstr>提示词工程</vt:lpstr>
      <vt:lpstr>提示词工程</vt:lpstr>
      <vt:lpstr>提示词工程</vt:lpstr>
      <vt:lpstr>提示词工程</vt:lpstr>
      <vt:lpstr>PowerPoint 演示文稿</vt:lpstr>
      <vt:lpstr>PowerPoint 演示文稿</vt:lpstr>
      <vt:lpstr>PowerPoint 演示文稿</vt:lpstr>
      <vt:lpstr>PowerPoint 演示文稿</vt:lpstr>
      <vt:lpstr>Streamlit</vt:lpstr>
      <vt:lpstr>Streamlit入门程序</vt:lpstr>
      <vt:lpstr>PowerPoint 演示文稿</vt:lpstr>
      <vt:lpstr>PowerPoint 演示文稿</vt:lpstr>
      <vt:lpstr>AI智能伴侣-基本布局&amp;交互</vt:lpstr>
      <vt:lpstr>PowerPoint 演示文稿</vt:lpstr>
      <vt:lpstr>会话记忆-现状</vt:lpstr>
      <vt:lpstr>会话记忆-处理方案(会话历史滚雪球)</vt:lpstr>
      <vt:lpstr>PowerPoint 演示文稿</vt:lpstr>
      <vt:lpstr>AI智能伴侣-侧边栏功能</vt:lpstr>
      <vt:lpstr>AI智能伴侣-侧边栏功能</vt:lpstr>
      <vt:lpstr>AI智能伴侣-侧边栏功能</vt:lpstr>
      <vt:lpstr>AI智能伴侣-侧边栏功能</vt:lpstr>
      <vt:lpstr>AI智能伴侣-会话管理</vt:lpstr>
      <vt:lpstr>AI智能伴侣-会话管理</vt:lpstr>
      <vt:lpstr>文件操作入门</vt:lpstr>
      <vt:lpstr>PowerPoint 演示文稿</vt:lpstr>
      <vt:lpstr>PowerPoint 演示文稿</vt:lpstr>
      <vt:lpstr>文件操作-资源释放</vt:lpstr>
      <vt:lpstr>PowerPoint 演示文稿</vt:lpstr>
      <vt:lpstr>AI智能伴侣-会话管理</vt:lpstr>
      <vt:lpstr>读写json格式文件</vt:lpstr>
      <vt:lpstr>读写json格式文件</vt:lpstr>
      <vt:lpstr>PowerPoint 演示文稿</vt:lpstr>
      <vt:lpstr>AI智能伴侣-会话管理</vt:lpstr>
      <vt:lpstr>AI智能伴侣-会话管理</vt:lpstr>
      <vt:lpstr>PowerPoint 演示文稿</vt:lpstr>
      <vt:lpstr>PowerPoint 演示文稿</vt:lpstr>
      <vt:lpstr>总结</vt:lpstr>
      <vt:lpstr>总结</vt:lpstr>
      <vt:lpstr>PowerPoint 演示文稿</vt:lpstr>
      <vt:lpstr>PowerPoint 演示文稿</vt:lpstr>
      <vt:lpstr>文件操作</vt:lpstr>
      <vt:lpstr>PowerPoint 演示文稿</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Seven</dc:creator>
  <cp:lastModifiedBy>changtao deng</cp:lastModifiedBy>
  <cp:revision>2500</cp:revision>
  <cp:lastPrinted>2022-05-29T16:00:00Z</cp:lastPrinted>
  <dcterms:created xsi:type="dcterms:W3CDTF">2022-05-29T16:00:00Z</dcterms:created>
  <dcterms:modified xsi:type="dcterms:W3CDTF">2026-01-14T11:09:27Z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EMPLATE">
    <vt:lpwstr>1f6b6247-00f9-4185-bb3e-6a09396f8e3b</vt:lpwstr>
  </property>
</Properties>
</file>