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680" r:id="rId2"/>
    <p:sldMasterId id="2147483671" r:id="rId3"/>
    <p:sldMasterId id="2147483660" r:id="rId4"/>
    <p:sldMasterId id="2147483672" r:id="rId5"/>
  </p:sldMasterIdLst>
  <p:notesMasterIdLst>
    <p:notesMasterId r:id="rId30"/>
  </p:notesMasterIdLst>
  <p:handoutMasterIdLst>
    <p:handoutMasterId r:id="rId31"/>
  </p:handoutMasterIdLst>
  <p:sldIdLst>
    <p:sldId id="739" r:id="rId6"/>
    <p:sldId id="876" r:id="rId7"/>
    <p:sldId id="877" r:id="rId8"/>
    <p:sldId id="883" r:id="rId9"/>
    <p:sldId id="882" r:id="rId10"/>
    <p:sldId id="881" r:id="rId11"/>
    <p:sldId id="878" r:id="rId12"/>
    <p:sldId id="341" r:id="rId13"/>
    <p:sldId id="736" r:id="rId14"/>
    <p:sldId id="867" r:id="rId15"/>
    <p:sldId id="740" r:id="rId16"/>
    <p:sldId id="869" r:id="rId17"/>
    <p:sldId id="868" r:id="rId18"/>
    <p:sldId id="871" r:id="rId19"/>
    <p:sldId id="872" r:id="rId20"/>
    <p:sldId id="873" r:id="rId21"/>
    <p:sldId id="870" r:id="rId22"/>
    <p:sldId id="875" r:id="rId23"/>
    <p:sldId id="874" r:id="rId24"/>
    <p:sldId id="742" r:id="rId25"/>
    <p:sldId id="743" r:id="rId26"/>
    <p:sldId id="866" r:id="rId27"/>
    <p:sldId id="744" r:id="rId28"/>
    <p:sldId id="288" r:id="rId29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B0D99CA-8C89-4D82-B9AC-5A66DF586B19}">
          <p14:sldIdLst>
            <p14:sldId id="739"/>
            <p14:sldId id="876"/>
            <p14:sldId id="877"/>
            <p14:sldId id="883"/>
            <p14:sldId id="882"/>
            <p14:sldId id="881"/>
            <p14:sldId id="878"/>
            <p14:sldId id="341"/>
            <p14:sldId id="736"/>
            <p14:sldId id="867"/>
            <p14:sldId id="740"/>
            <p14:sldId id="869"/>
            <p14:sldId id="868"/>
            <p14:sldId id="871"/>
            <p14:sldId id="872"/>
            <p14:sldId id="873"/>
            <p14:sldId id="870"/>
            <p14:sldId id="875"/>
            <p14:sldId id="874"/>
            <p14:sldId id="742"/>
            <p14:sldId id="743"/>
            <p14:sldId id="866"/>
            <p14:sldId id="744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9B3F1"/>
    <a:srgbClr val="D6EDBD"/>
    <a:srgbClr val="CCEFFC"/>
    <a:srgbClr val="92D050"/>
    <a:srgbClr val="4A85DE"/>
    <a:srgbClr val="4BB7D1"/>
    <a:srgbClr val="F2F200"/>
    <a:srgbClr val="AD2B26"/>
    <a:srgbClr val="438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6233" autoAdjust="0"/>
  </p:normalViewPr>
  <p:slideViewPr>
    <p:cSldViewPr snapToGrid="0" showGuides="1">
      <p:cViewPr varScale="1">
        <p:scale>
          <a:sx n="93" d="100"/>
          <a:sy n="93" d="100"/>
        </p:scale>
        <p:origin x="2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32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25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41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5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4998453-CA0F-F4D0-A4EE-D0EEA4EF8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877000"/>
            <a:ext cx="1639110" cy="16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5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8158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A241B-18ED-E296-E2BD-863CA7D93D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2" y="1024932"/>
            <a:ext cx="1498558" cy="14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09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16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74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722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4998453-CA0F-F4D0-A4EE-D0EEA4EF8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877000"/>
            <a:ext cx="1639110" cy="16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5029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A241B-18ED-E296-E2BD-863CA7D93D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2" y="1024932"/>
            <a:ext cx="1498558" cy="14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85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iSľîďé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şľíďe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5" name="îṣ1iďé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7" name="圆角矩形 3">
            <a:extLst>
              <a:ext uri="{FF2B5EF4-FFF2-40B4-BE49-F238E27FC236}">
                <a16:creationId xmlns:a16="http://schemas.microsoft.com/office/drawing/2014/main" id="{AC3074C2-CD34-77DA-5623-359AE33C7087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3DF1B38-8047-815C-23C4-731276539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471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73621D-248C-7BD4-118D-FC619E918E16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1íḓê">
            <a:extLst>
              <a:ext uri="{FF2B5EF4-FFF2-40B4-BE49-F238E27FC236}">
                <a16:creationId xmlns:a16="http://schemas.microsoft.com/office/drawing/2014/main" id="{7EF4A2F1-7824-59BB-9C70-02CD6D1807DA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25A4265-6561-3E4B-3F76-FF8846C98B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.png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90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928F8CFA-6461-A0B0-AE1C-A1EA6AACFB75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A3F6FF1-F176-5F65-D251-C7588852F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52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6F6B-3565-C12B-953F-D1279851B23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DEE103-1F67-DC70-0326-32288ACE409E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">
            <a:extLst>
              <a:ext uri="{FF2B5EF4-FFF2-40B4-BE49-F238E27FC236}">
                <a16:creationId xmlns:a16="http://schemas.microsoft.com/office/drawing/2014/main" id="{CDF8AC3A-7CF6-98B3-4B97-630ECC4E7519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BC2679CF-9CC5-AAF3-6820-2BF4DC379E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7FAEF-C643-7FA0-1EED-047D57CA683C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22136-99CD-A45B-0669-84EEFDF304EC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>
            <a:extLst>
              <a:ext uri="{FF2B5EF4-FFF2-40B4-BE49-F238E27FC236}">
                <a16:creationId xmlns:a16="http://schemas.microsoft.com/office/drawing/2014/main" id="{3875FA13-2FF9-29FC-8AE1-803DCA52E81E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B1A15EED-4C5F-A118-131E-8A900C321D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4181CFE-8CDF-058C-2818-F2DEFFA853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15" t="20868" r="34989" b="21454"/>
          <a:stretch>
            <a:fillRect/>
          </a:stretch>
        </p:blipFill>
        <p:spPr>
          <a:xfrm>
            <a:off x="3338075" y="3174632"/>
            <a:ext cx="1302760" cy="1245705"/>
          </a:xfrm>
          <a:prstGeom prst="rect">
            <a:avLst/>
          </a:prstGeom>
        </p:spPr>
      </p:pic>
      <p:sp>
        <p:nvSpPr>
          <p:cNvPr id="7" name="!!文本框 6">
            <a:extLst>
              <a:ext uri="{FF2B5EF4-FFF2-40B4-BE49-F238E27FC236}">
                <a16:creationId xmlns:a16="http://schemas.microsoft.com/office/drawing/2014/main" id="{982A8E79-5B8D-F8A9-5237-70234FEF666E}"/>
              </a:ext>
            </a:extLst>
          </p:cNvPr>
          <p:cNvSpPr txBox="1"/>
          <p:nvPr/>
        </p:nvSpPr>
        <p:spPr>
          <a:xfrm>
            <a:off x="4843519" y="3335819"/>
            <a:ext cx="47452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>
                <a:solidFill>
                  <a:schemeClr val="tx1">
                    <a:lumMod val="50000"/>
                  </a:schemeClr>
                </a:solidFill>
              </a:rPr>
              <a:t>ChatGPT</a:t>
            </a: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</a:rPr>
              <a:t>(2022.11.30)</a:t>
            </a:r>
            <a:endParaRPr lang="zh-CN" altLang="en-US" sz="5400" b="1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CF337CF-7389-A3A1-5A10-059164956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468" y="1390189"/>
            <a:ext cx="1245702" cy="124570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8F40FE3-FE22-432C-5D13-D266284F4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047" y="1530440"/>
            <a:ext cx="988390" cy="98839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D790557-E516-EFCF-ABED-633C73142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121" y="1598176"/>
            <a:ext cx="909982" cy="90998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C7FF28D-D41C-2ABD-4F12-AC92AE7B65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762" y="1513507"/>
            <a:ext cx="1022257" cy="102225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EE93CB3-55E9-A3C6-6FBC-D208E7F8CB8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728" t="31828" r="30807" b="30740"/>
          <a:stretch>
            <a:fillRect/>
          </a:stretch>
        </p:blipFill>
        <p:spPr>
          <a:xfrm>
            <a:off x="7040678" y="1578566"/>
            <a:ext cx="924128" cy="92333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4E2DC49-7A05-FED6-DEEB-3BE81ADE807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2564" t="11605" r="21614" b="29536"/>
          <a:stretch>
            <a:fillRect/>
          </a:stretch>
        </p:blipFill>
        <p:spPr>
          <a:xfrm>
            <a:off x="8313341" y="1587033"/>
            <a:ext cx="809620" cy="82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18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discrete" valueType="num">
                                      <p:cBhvr>
                                        <p:cTn id="13" dur="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true"/>
                                          </p:val>
                                        </p:tav>
                                        <p:tav tm="100000">
                                          <p:val>
                                            <p:strVal val="false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shadow.opacity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"/>
                                          </p:val>
                                        </p:tav>
                                        <p:tav tm="5000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351C-6462-80D6-EDD1-A082E4DB4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A514F61-4E8B-122E-7278-7596C9DF3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15" t="20868" r="34989" b="21454"/>
          <a:stretch>
            <a:fillRect/>
          </a:stretch>
        </p:blipFill>
        <p:spPr>
          <a:xfrm>
            <a:off x="3405809" y="4553962"/>
            <a:ext cx="1302760" cy="12457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EC8C97C-2E34-15AD-6BF4-D802E0E4E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552" y="601133"/>
            <a:ext cx="1699592" cy="113306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1F3F736-24DA-8AD0-47C3-F58B359366B5}"/>
              </a:ext>
            </a:extLst>
          </p:cNvPr>
          <p:cNvSpPr txBox="1"/>
          <p:nvPr/>
        </p:nvSpPr>
        <p:spPr>
          <a:xfrm>
            <a:off x="4908144" y="705998"/>
            <a:ext cx="49872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>
                <a:solidFill>
                  <a:srgbClr val="4970FD"/>
                </a:solidFill>
              </a:rPr>
              <a:t>DeepSeek</a:t>
            </a:r>
            <a:r>
              <a:rPr lang="en-US" altLang="zh-CN" sz="1600" b="1">
                <a:solidFill>
                  <a:srgbClr val="4970FD"/>
                </a:solidFill>
              </a:rPr>
              <a:t>(2025.01.20)</a:t>
            </a:r>
            <a:endParaRPr lang="zh-CN" altLang="en-US" sz="5400" b="1">
              <a:solidFill>
                <a:srgbClr val="4970FD"/>
              </a:solidFill>
            </a:endParaRPr>
          </a:p>
        </p:txBody>
      </p:sp>
      <p:sp>
        <p:nvSpPr>
          <p:cNvPr id="13" name="!!文本框 6">
            <a:extLst>
              <a:ext uri="{FF2B5EF4-FFF2-40B4-BE49-F238E27FC236}">
                <a16:creationId xmlns:a16="http://schemas.microsoft.com/office/drawing/2014/main" id="{0D3851F3-7DCB-5844-F24B-F5AEF725E707}"/>
              </a:ext>
            </a:extLst>
          </p:cNvPr>
          <p:cNvSpPr txBox="1"/>
          <p:nvPr/>
        </p:nvSpPr>
        <p:spPr>
          <a:xfrm>
            <a:off x="4783013" y="4715149"/>
            <a:ext cx="47452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>
                <a:solidFill>
                  <a:schemeClr val="tx1">
                    <a:lumMod val="50000"/>
                  </a:schemeClr>
                </a:solidFill>
              </a:rPr>
              <a:t>ChatGPT</a:t>
            </a: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</a:rPr>
              <a:t>(2022.11.30)</a:t>
            </a:r>
            <a:endParaRPr lang="zh-CN" altLang="en-US" sz="5400" b="1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943F3FA-EB89-D6A6-1455-0FFC7058C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142" y="2672408"/>
            <a:ext cx="880765" cy="8807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C08E36E-E7A4-C5A8-5EE7-27596C07E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905" y="2778625"/>
            <a:ext cx="698834" cy="69883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7EB6C82-5A42-F653-28C9-4E1C8E8EC2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5293" y="2834063"/>
            <a:ext cx="643396" cy="64339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22090A4-7A24-B198-DEA1-F84C4779A8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935" y="2774794"/>
            <a:ext cx="722780" cy="72278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97245E6-3506-7C36-7D69-2307AB212E6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728" t="31828" r="30807" b="30740"/>
          <a:stretch>
            <a:fillRect/>
          </a:stretch>
        </p:blipFill>
        <p:spPr>
          <a:xfrm>
            <a:off x="8517472" y="2822653"/>
            <a:ext cx="653398" cy="65283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486ADDB-1C1B-7A95-B382-924C71740AB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2564" t="11605" r="21614" b="29536"/>
          <a:stretch>
            <a:fillRect/>
          </a:stretch>
        </p:blipFill>
        <p:spPr>
          <a:xfrm>
            <a:off x="9686098" y="2825627"/>
            <a:ext cx="572436" cy="5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68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discrete" valueType="num">
                                      <p:cBhvr>
                                        <p:cTn id="13" dur="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true"/>
                                          </p:val>
                                        </p:tav>
                                        <p:tav tm="100000">
                                          <p:val>
                                            <p:strVal val="false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shadow.opacity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"/>
                                          </p:val>
                                        </p:tav>
                                        <p:tav tm="5000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D7E668AE-124D-1E87-3292-8290B7647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0" y="37513"/>
            <a:ext cx="5904321" cy="3391487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8E277BC-CA88-39CB-53FF-1ADA46CA7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962" y="269701"/>
            <a:ext cx="6185528" cy="3859127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864442D-EB62-6F90-2B49-83D8C78BA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046" y="1190018"/>
            <a:ext cx="6068896" cy="3709106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D245FF0F-937D-3B5E-0A2A-DE35400E6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3313" y="1814800"/>
            <a:ext cx="5922478" cy="4142971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2F44186F-75A9-FF65-6789-90A1580736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621" y="2545413"/>
            <a:ext cx="6371245" cy="3596117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A134E62D-D6E4-46FE-40F3-7B9D99A144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2388" y="2961576"/>
            <a:ext cx="5180505" cy="3726808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B35EB70-9CC4-3F3D-73D1-9D599ABBDF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9522" y="3284924"/>
            <a:ext cx="5922478" cy="3670609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1701FD50-A901-1EDC-F786-FD193B8492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4724" y="3777465"/>
            <a:ext cx="5448435" cy="368837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5763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3292C834-D0DC-AFC4-A712-C26C4748C5F6}"/>
              </a:ext>
            </a:extLst>
          </p:cNvPr>
          <p:cNvGrpSpPr/>
          <p:nvPr/>
        </p:nvGrpSpPr>
        <p:grpSpPr>
          <a:xfrm>
            <a:off x="1685566" y="2322717"/>
            <a:ext cx="2289437" cy="1223784"/>
            <a:chOff x="797522" y="1216908"/>
            <a:chExt cx="2289437" cy="1223784"/>
          </a:xfrm>
          <a:solidFill>
            <a:srgbClr val="FFC000">
              <a:alpha val="20000"/>
            </a:srgbClr>
          </a:solidFill>
        </p:grpSpPr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4A5D29EA-BD71-4017-6D23-091CE1DA4846}"/>
                </a:ext>
              </a:extLst>
            </p:cNvPr>
            <p:cNvSpPr/>
            <p:nvPr/>
          </p:nvSpPr>
          <p:spPr>
            <a:xfrm>
              <a:off x="797522" y="1216908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9FAFB9">
                <a:alpha val="20000"/>
              </a:srgbClr>
            </a:solidFill>
            <a:ln w="12700">
              <a:solidFill>
                <a:srgbClr val="9FAF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IT</a:t>
              </a: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行业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辅助学习  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辅助开发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自动化测试  智能运维  故障预测</a:t>
              </a:r>
              <a:endParaRPr lang="zh-CN" altLang="en-US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65" name="d2169036-f8bf-4ee7-992a-a746c07d67bf">
              <a:extLst>
                <a:ext uri="{FF2B5EF4-FFF2-40B4-BE49-F238E27FC236}">
                  <a16:creationId xmlns:a16="http://schemas.microsoft.com/office/drawing/2014/main" id="{B8C88E7F-6C33-59E7-9627-778868D51B76}"/>
                </a:ext>
              </a:extLst>
            </p:cNvPr>
            <p:cNvSpPr/>
            <p:nvPr/>
          </p:nvSpPr>
          <p:spPr>
            <a:xfrm>
              <a:off x="1116029" y="1375037"/>
              <a:ext cx="332775" cy="302509"/>
            </a:xfrm>
            <a:custGeom>
              <a:avLst/>
              <a:gdLst>
                <a:gd name="connsiteX0" fmla="*/ 566357 w 837413"/>
                <a:gd name="connsiteY0" fmla="*/ 190031 h 761249"/>
                <a:gd name="connsiteX1" fmla="*/ 585668 w 837413"/>
                <a:gd name="connsiteY1" fmla="*/ 195936 h 761249"/>
                <a:gd name="connsiteX2" fmla="*/ 679299 w 837413"/>
                <a:gd name="connsiteY2" fmla="*/ 289281 h 761249"/>
                <a:gd name="connsiteX3" fmla="*/ 684538 w 837413"/>
                <a:gd name="connsiteY3" fmla="*/ 300711 h 761249"/>
                <a:gd name="connsiteX4" fmla="*/ 667298 w 837413"/>
                <a:gd name="connsiteY4" fmla="*/ 334239 h 761249"/>
                <a:gd name="connsiteX5" fmla="*/ 593383 w 837413"/>
                <a:gd name="connsiteY5" fmla="*/ 407487 h 761249"/>
                <a:gd name="connsiteX6" fmla="*/ 551855 w 837413"/>
                <a:gd name="connsiteY6" fmla="*/ 409868 h 761249"/>
                <a:gd name="connsiteX7" fmla="*/ 553474 w 837413"/>
                <a:gd name="connsiteY7" fmla="*/ 368434 h 761249"/>
                <a:gd name="connsiteX8" fmla="*/ 608052 w 837413"/>
                <a:gd name="connsiteY8" fmla="*/ 302426 h 761249"/>
                <a:gd name="connsiteX9" fmla="*/ 553569 w 837413"/>
                <a:gd name="connsiteY9" fmla="*/ 240323 h 761249"/>
                <a:gd name="connsiteX10" fmla="*/ 548616 w 837413"/>
                <a:gd name="connsiteY10" fmla="*/ 202413 h 761249"/>
                <a:gd name="connsiteX11" fmla="*/ 566357 w 837413"/>
                <a:gd name="connsiteY11" fmla="*/ 190031 h 761249"/>
                <a:gd name="connsiteX12" fmla="*/ 267438 w 837413"/>
                <a:gd name="connsiteY12" fmla="*/ 189365 h 761249"/>
                <a:gd name="connsiteX13" fmla="*/ 285726 w 837413"/>
                <a:gd name="connsiteY13" fmla="*/ 235180 h 761249"/>
                <a:gd name="connsiteX14" fmla="*/ 285917 w 837413"/>
                <a:gd name="connsiteY14" fmla="*/ 372721 h 761249"/>
                <a:gd name="connsiteX15" fmla="*/ 285155 w 837413"/>
                <a:gd name="connsiteY15" fmla="*/ 409964 h 761249"/>
                <a:gd name="connsiteX16" fmla="*/ 247436 w 837413"/>
                <a:gd name="connsiteY16" fmla="*/ 410536 h 761249"/>
                <a:gd name="connsiteX17" fmla="*/ 160568 w 837413"/>
                <a:gd name="connsiteY17" fmla="*/ 323858 h 761249"/>
                <a:gd name="connsiteX18" fmla="*/ 157615 w 837413"/>
                <a:gd name="connsiteY18" fmla="*/ 289663 h 761249"/>
                <a:gd name="connsiteX19" fmla="*/ 250865 w 837413"/>
                <a:gd name="connsiteY19" fmla="*/ 196128 h 761249"/>
                <a:gd name="connsiteX20" fmla="*/ 267438 w 837413"/>
                <a:gd name="connsiteY20" fmla="*/ 189460 h 761249"/>
                <a:gd name="connsiteX21" fmla="*/ 455557 w 837413"/>
                <a:gd name="connsiteY21" fmla="*/ 153075 h 761249"/>
                <a:gd name="connsiteX22" fmla="*/ 476321 w 837413"/>
                <a:gd name="connsiteY22" fmla="*/ 184983 h 761249"/>
                <a:gd name="connsiteX23" fmla="*/ 413552 w 837413"/>
                <a:gd name="connsiteY23" fmla="*/ 437682 h 761249"/>
                <a:gd name="connsiteX24" fmla="*/ 379452 w 837413"/>
                <a:gd name="connsiteY24" fmla="*/ 455303 h 761249"/>
                <a:gd name="connsiteX25" fmla="*/ 362021 w 837413"/>
                <a:gd name="connsiteY25" fmla="*/ 412917 h 761249"/>
                <a:gd name="connsiteX26" fmla="*/ 361926 w 837413"/>
                <a:gd name="connsiteY26" fmla="*/ 412917 h 761249"/>
                <a:gd name="connsiteX27" fmla="*/ 422600 w 837413"/>
                <a:gd name="connsiteY27" fmla="*/ 173268 h 761249"/>
                <a:gd name="connsiteX28" fmla="*/ 455557 w 837413"/>
                <a:gd name="connsiteY28" fmla="*/ 153075 h 761249"/>
                <a:gd name="connsiteX29" fmla="*/ 109799 w 837413"/>
                <a:gd name="connsiteY29" fmla="*/ 75731 h 761249"/>
                <a:gd name="connsiteX30" fmla="*/ 75700 w 837413"/>
                <a:gd name="connsiteY30" fmla="*/ 109640 h 761249"/>
                <a:gd name="connsiteX31" fmla="*/ 75700 w 837413"/>
                <a:gd name="connsiteY31" fmla="*/ 499499 h 761249"/>
                <a:gd name="connsiteX32" fmla="*/ 109609 w 837413"/>
                <a:gd name="connsiteY32" fmla="*/ 533598 h 761249"/>
                <a:gd name="connsiteX33" fmla="*/ 418695 w 837413"/>
                <a:gd name="connsiteY33" fmla="*/ 532931 h 761249"/>
                <a:gd name="connsiteX34" fmla="*/ 418600 w 837413"/>
                <a:gd name="connsiteY34" fmla="*/ 532836 h 761249"/>
                <a:gd name="connsiteX35" fmla="*/ 727686 w 837413"/>
                <a:gd name="connsiteY35" fmla="*/ 533503 h 761249"/>
                <a:gd name="connsiteX36" fmla="*/ 761786 w 837413"/>
                <a:gd name="connsiteY36" fmla="*/ 499594 h 761249"/>
                <a:gd name="connsiteX37" fmla="*/ 761786 w 837413"/>
                <a:gd name="connsiteY37" fmla="*/ 109736 h 761249"/>
                <a:gd name="connsiteX38" fmla="*/ 727877 w 837413"/>
                <a:gd name="connsiteY38" fmla="*/ 75731 h 761249"/>
                <a:gd name="connsiteX39" fmla="*/ 109799 w 837413"/>
                <a:gd name="connsiteY39" fmla="*/ 75731 h 761249"/>
                <a:gd name="connsiteX40" fmla="*/ 416981 w 837413"/>
                <a:gd name="connsiteY40" fmla="*/ 103 h 761249"/>
                <a:gd name="connsiteX41" fmla="*/ 744736 w 837413"/>
                <a:gd name="connsiteY41" fmla="*/ 198 h 761249"/>
                <a:gd name="connsiteX42" fmla="*/ 837128 w 837413"/>
                <a:gd name="connsiteY42" fmla="*/ 92591 h 761249"/>
                <a:gd name="connsiteX43" fmla="*/ 837128 w 837413"/>
                <a:gd name="connsiteY43" fmla="*/ 515310 h 761249"/>
                <a:gd name="connsiteX44" fmla="*/ 741021 w 837413"/>
                <a:gd name="connsiteY44" fmla="*/ 608846 h 761249"/>
                <a:gd name="connsiteX45" fmla="*/ 527280 w 837413"/>
                <a:gd name="connsiteY45" fmla="*/ 608560 h 761249"/>
                <a:gd name="connsiteX46" fmla="*/ 494895 w 837413"/>
                <a:gd name="connsiteY46" fmla="*/ 638183 h 761249"/>
                <a:gd name="connsiteX47" fmla="*/ 523661 w 837413"/>
                <a:gd name="connsiteY47" fmla="*/ 685427 h 761249"/>
                <a:gd name="connsiteX48" fmla="*/ 569666 w 837413"/>
                <a:gd name="connsiteY48" fmla="*/ 726003 h 761249"/>
                <a:gd name="connsiteX49" fmla="*/ 522422 w 837413"/>
                <a:gd name="connsiteY49" fmla="*/ 761246 h 761249"/>
                <a:gd name="connsiteX50" fmla="*/ 313444 w 837413"/>
                <a:gd name="connsiteY50" fmla="*/ 761246 h 761249"/>
                <a:gd name="connsiteX51" fmla="*/ 267533 w 837413"/>
                <a:gd name="connsiteY51" fmla="*/ 724670 h 761249"/>
                <a:gd name="connsiteX52" fmla="*/ 310396 w 837413"/>
                <a:gd name="connsiteY52" fmla="*/ 685712 h 761249"/>
                <a:gd name="connsiteX53" fmla="*/ 342686 w 837413"/>
                <a:gd name="connsiteY53" fmla="*/ 636849 h 761249"/>
                <a:gd name="connsiteX54" fmla="*/ 303919 w 837413"/>
                <a:gd name="connsiteY54" fmla="*/ 609131 h 761249"/>
                <a:gd name="connsiteX55" fmla="*/ 90178 w 837413"/>
                <a:gd name="connsiteY55" fmla="*/ 608941 h 761249"/>
                <a:gd name="connsiteX56" fmla="*/ 357 w 837413"/>
                <a:gd name="connsiteY56" fmla="*/ 518834 h 761249"/>
                <a:gd name="connsiteX57" fmla="*/ 357 w 837413"/>
                <a:gd name="connsiteY57" fmla="*/ 91352 h 761249"/>
                <a:gd name="connsiteX58" fmla="*/ 94083 w 837413"/>
                <a:gd name="connsiteY58" fmla="*/ 389 h 761249"/>
                <a:gd name="connsiteX59" fmla="*/ 417076 w 837413"/>
                <a:gd name="connsiteY59" fmla="*/ 293 h 76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837413" h="761249">
                  <a:moveTo>
                    <a:pt x="566357" y="190031"/>
                  </a:moveTo>
                  <a:cubicBezTo>
                    <a:pt x="572786" y="188578"/>
                    <a:pt x="579477" y="190174"/>
                    <a:pt x="585668" y="195936"/>
                  </a:cubicBezTo>
                  <a:cubicBezTo>
                    <a:pt x="617863" y="225940"/>
                    <a:pt x="648438" y="257849"/>
                    <a:pt x="679299" y="289281"/>
                  </a:cubicBezTo>
                  <a:cubicBezTo>
                    <a:pt x="682347" y="292425"/>
                    <a:pt x="683204" y="297663"/>
                    <a:pt x="684538" y="300711"/>
                  </a:cubicBezTo>
                  <a:cubicBezTo>
                    <a:pt x="685395" y="316332"/>
                    <a:pt x="676156" y="325381"/>
                    <a:pt x="667298" y="334239"/>
                  </a:cubicBezTo>
                  <a:cubicBezTo>
                    <a:pt x="642818" y="358814"/>
                    <a:pt x="618434" y="383484"/>
                    <a:pt x="593383" y="407487"/>
                  </a:cubicBezTo>
                  <a:cubicBezTo>
                    <a:pt x="580715" y="419583"/>
                    <a:pt x="566523" y="424251"/>
                    <a:pt x="551855" y="409868"/>
                  </a:cubicBezTo>
                  <a:cubicBezTo>
                    <a:pt x="537091" y="395485"/>
                    <a:pt x="542234" y="382150"/>
                    <a:pt x="553474" y="368434"/>
                  </a:cubicBezTo>
                  <a:cubicBezTo>
                    <a:pt x="572143" y="345669"/>
                    <a:pt x="610719" y="329477"/>
                    <a:pt x="608052" y="302426"/>
                  </a:cubicBezTo>
                  <a:cubicBezTo>
                    <a:pt x="605861" y="280137"/>
                    <a:pt x="572714" y="261087"/>
                    <a:pt x="553569" y="240323"/>
                  </a:cubicBezTo>
                  <a:cubicBezTo>
                    <a:pt x="543282" y="229083"/>
                    <a:pt x="537281" y="216510"/>
                    <a:pt x="548616" y="202413"/>
                  </a:cubicBezTo>
                  <a:cubicBezTo>
                    <a:pt x="553760" y="195984"/>
                    <a:pt x="559927" y="191484"/>
                    <a:pt x="566357" y="190031"/>
                  </a:cubicBezTo>
                  <a:close/>
                  <a:moveTo>
                    <a:pt x="267438" y="189365"/>
                  </a:moveTo>
                  <a:cubicBezTo>
                    <a:pt x="291632" y="198985"/>
                    <a:pt x="307539" y="218511"/>
                    <a:pt x="285726" y="235180"/>
                  </a:cubicBezTo>
                  <a:cubicBezTo>
                    <a:pt x="222575" y="283567"/>
                    <a:pt x="219146" y="326049"/>
                    <a:pt x="285917" y="372721"/>
                  </a:cubicBezTo>
                  <a:cubicBezTo>
                    <a:pt x="298871" y="381770"/>
                    <a:pt x="297537" y="397677"/>
                    <a:pt x="285155" y="409964"/>
                  </a:cubicBezTo>
                  <a:cubicBezTo>
                    <a:pt x="272677" y="422251"/>
                    <a:pt x="259151" y="421680"/>
                    <a:pt x="247436" y="410536"/>
                  </a:cubicBezTo>
                  <a:cubicBezTo>
                    <a:pt x="217908" y="382246"/>
                    <a:pt x="189143" y="353100"/>
                    <a:pt x="160568" y="323858"/>
                  </a:cubicBezTo>
                  <a:cubicBezTo>
                    <a:pt x="150757" y="313857"/>
                    <a:pt x="147709" y="300141"/>
                    <a:pt x="157615" y="289663"/>
                  </a:cubicBezTo>
                  <a:cubicBezTo>
                    <a:pt x="187904" y="257659"/>
                    <a:pt x="219337" y="226894"/>
                    <a:pt x="250865" y="196128"/>
                  </a:cubicBezTo>
                  <a:cubicBezTo>
                    <a:pt x="254865" y="192222"/>
                    <a:pt x="262104" y="191460"/>
                    <a:pt x="267438" y="189460"/>
                  </a:cubicBezTo>
                  <a:close/>
                  <a:moveTo>
                    <a:pt x="455557" y="153075"/>
                  </a:moveTo>
                  <a:cubicBezTo>
                    <a:pt x="472416" y="156789"/>
                    <a:pt x="480036" y="169648"/>
                    <a:pt x="476321" y="184983"/>
                  </a:cubicBezTo>
                  <a:cubicBezTo>
                    <a:pt x="456224" y="269470"/>
                    <a:pt x="435459" y="353671"/>
                    <a:pt x="413552" y="437682"/>
                  </a:cubicBezTo>
                  <a:cubicBezTo>
                    <a:pt x="409646" y="452731"/>
                    <a:pt x="395740" y="460351"/>
                    <a:pt x="379452" y="455303"/>
                  </a:cubicBezTo>
                  <a:cubicBezTo>
                    <a:pt x="363164" y="450255"/>
                    <a:pt x="358973" y="437110"/>
                    <a:pt x="362021" y="412917"/>
                  </a:cubicBezTo>
                  <a:lnTo>
                    <a:pt x="361926" y="412917"/>
                  </a:lnTo>
                  <a:cubicBezTo>
                    <a:pt x="380690" y="338526"/>
                    <a:pt x="400979" y="255659"/>
                    <a:pt x="422600" y="173268"/>
                  </a:cubicBezTo>
                  <a:cubicBezTo>
                    <a:pt x="426506" y="158409"/>
                    <a:pt x="438507" y="149360"/>
                    <a:pt x="455557" y="153075"/>
                  </a:cubicBezTo>
                  <a:close/>
                  <a:moveTo>
                    <a:pt x="109799" y="75731"/>
                  </a:moveTo>
                  <a:cubicBezTo>
                    <a:pt x="83129" y="75636"/>
                    <a:pt x="75414" y="82589"/>
                    <a:pt x="75700" y="109640"/>
                  </a:cubicBezTo>
                  <a:cubicBezTo>
                    <a:pt x="77129" y="239561"/>
                    <a:pt x="77129" y="369578"/>
                    <a:pt x="75700" y="499499"/>
                  </a:cubicBezTo>
                  <a:cubicBezTo>
                    <a:pt x="75414" y="526264"/>
                    <a:pt x="82653" y="533979"/>
                    <a:pt x="109609" y="533598"/>
                  </a:cubicBezTo>
                  <a:cubicBezTo>
                    <a:pt x="212574" y="531979"/>
                    <a:pt x="315635" y="532931"/>
                    <a:pt x="418695" y="532931"/>
                  </a:cubicBezTo>
                  <a:lnTo>
                    <a:pt x="418600" y="532836"/>
                  </a:lnTo>
                  <a:cubicBezTo>
                    <a:pt x="521660" y="532836"/>
                    <a:pt x="624626" y="531884"/>
                    <a:pt x="727686" y="533503"/>
                  </a:cubicBezTo>
                  <a:cubicBezTo>
                    <a:pt x="754451" y="533884"/>
                    <a:pt x="762071" y="526645"/>
                    <a:pt x="761786" y="499594"/>
                  </a:cubicBezTo>
                  <a:cubicBezTo>
                    <a:pt x="760357" y="369673"/>
                    <a:pt x="760357" y="239657"/>
                    <a:pt x="761786" y="109736"/>
                  </a:cubicBezTo>
                  <a:cubicBezTo>
                    <a:pt x="762071" y="82970"/>
                    <a:pt x="754832" y="75541"/>
                    <a:pt x="727877" y="75731"/>
                  </a:cubicBezTo>
                  <a:cubicBezTo>
                    <a:pt x="521851" y="76874"/>
                    <a:pt x="315825" y="76874"/>
                    <a:pt x="109799" y="75731"/>
                  </a:cubicBezTo>
                  <a:close/>
                  <a:moveTo>
                    <a:pt x="416981" y="103"/>
                  </a:moveTo>
                  <a:cubicBezTo>
                    <a:pt x="526232" y="103"/>
                    <a:pt x="635484" y="-183"/>
                    <a:pt x="744736" y="198"/>
                  </a:cubicBezTo>
                  <a:cubicBezTo>
                    <a:pt x="809696" y="484"/>
                    <a:pt x="836938" y="27535"/>
                    <a:pt x="837128" y="92591"/>
                  </a:cubicBezTo>
                  <a:cubicBezTo>
                    <a:pt x="837509" y="233465"/>
                    <a:pt x="837509" y="374435"/>
                    <a:pt x="837128" y="515310"/>
                  </a:cubicBezTo>
                  <a:cubicBezTo>
                    <a:pt x="836938" y="582747"/>
                    <a:pt x="810077" y="608560"/>
                    <a:pt x="741021" y="608846"/>
                  </a:cubicBezTo>
                  <a:cubicBezTo>
                    <a:pt x="669774" y="609131"/>
                    <a:pt x="598527" y="609512"/>
                    <a:pt x="527280" y="608560"/>
                  </a:cubicBezTo>
                  <a:cubicBezTo>
                    <a:pt x="505277" y="608274"/>
                    <a:pt x="488894" y="610465"/>
                    <a:pt x="494895" y="638183"/>
                  </a:cubicBezTo>
                  <a:cubicBezTo>
                    <a:pt x="498991" y="656852"/>
                    <a:pt x="478703" y="689999"/>
                    <a:pt x="523661" y="685427"/>
                  </a:cubicBezTo>
                  <a:cubicBezTo>
                    <a:pt x="551569" y="682569"/>
                    <a:pt x="571381" y="696666"/>
                    <a:pt x="569666" y="726003"/>
                  </a:cubicBezTo>
                  <a:cubicBezTo>
                    <a:pt x="568142" y="752768"/>
                    <a:pt x="547854" y="761436"/>
                    <a:pt x="522422" y="761246"/>
                  </a:cubicBezTo>
                  <a:cubicBezTo>
                    <a:pt x="452795" y="760769"/>
                    <a:pt x="383072" y="760960"/>
                    <a:pt x="313444" y="761246"/>
                  </a:cubicBezTo>
                  <a:cubicBezTo>
                    <a:pt x="287917" y="761246"/>
                    <a:pt x="268486" y="751530"/>
                    <a:pt x="267533" y="724670"/>
                  </a:cubicBezTo>
                  <a:cubicBezTo>
                    <a:pt x="266581" y="698000"/>
                    <a:pt x="284583" y="682855"/>
                    <a:pt x="310396" y="685712"/>
                  </a:cubicBezTo>
                  <a:cubicBezTo>
                    <a:pt x="356116" y="690665"/>
                    <a:pt x="339447" y="658185"/>
                    <a:pt x="342686" y="636849"/>
                  </a:cubicBezTo>
                  <a:cubicBezTo>
                    <a:pt x="348115" y="601607"/>
                    <a:pt x="323064" y="609131"/>
                    <a:pt x="303919" y="609131"/>
                  </a:cubicBezTo>
                  <a:cubicBezTo>
                    <a:pt x="232672" y="608941"/>
                    <a:pt x="161425" y="609512"/>
                    <a:pt x="90178" y="608941"/>
                  </a:cubicBezTo>
                  <a:cubicBezTo>
                    <a:pt x="28361" y="608465"/>
                    <a:pt x="548" y="580747"/>
                    <a:pt x="357" y="518834"/>
                  </a:cubicBezTo>
                  <a:cubicBezTo>
                    <a:pt x="-119" y="376340"/>
                    <a:pt x="-119" y="233846"/>
                    <a:pt x="357" y="91352"/>
                  </a:cubicBezTo>
                  <a:cubicBezTo>
                    <a:pt x="548" y="27249"/>
                    <a:pt x="28265" y="579"/>
                    <a:pt x="94083" y="389"/>
                  </a:cubicBezTo>
                  <a:cubicBezTo>
                    <a:pt x="201716" y="8"/>
                    <a:pt x="309443" y="293"/>
                    <a:pt x="417076" y="293"/>
                  </a:cubicBez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5B920C9-FBC9-8E18-6A1B-CC16DC3F1895}"/>
              </a:ext>
            </a:extLst>
          </p:cNvPr>
          <p:cNvGrpSpPr/>
          <p:nvPr/>
        </p:nvGrpSpPr>
        <p:grpSpPr>
          <a:xfrm>
            <a:off x="1685566" y="2322717"/>
            <a:ext cx="2289437" cy="1223784"/>
            <a:chOff x="4369179" y="998622"/>
            <a:chExt cx="2289437" cy="1223784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C8DA0822-489A-B853-ACEC-A77DA10A4EE0}"/>
                </a:ext>
              </a:extLst>
            </p:cNvPr>
            <p:cNvSpPr/>
            <p:nvPr/>
          </p:nvSpPr>
          <p:spPr>
            <a:xfrm>
              <a:off x="4369179" y="998622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chemeClr val="accent4">
                <a:lumMod val="40000"/>
                <a:lumOff val="60000"/>
                <a:alpha val="20000"/>
              </a:schemeClr>
            </a:solidFill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  金融</a:t>
              </a:r>
              <a:r>
                <a:rPr lang="en-US" altLang="zh-CN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/</a:t>
              </a: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保险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智能投研  量化交易  风险控制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自动化核保  智能客服  </a:t>
              </a:r>
              <a:endParaRPr lang="zh-CN" altLang="en-US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68" name="money-stacks-of-coins_31028">
              <a:extLst>
                <a:ext uri="{FF2B5EF4-FFF2-40B4-BE49-F238E27FC236}">
                  <a16:creationId xmlns:a16="http://schemas.microsoft.com/office/drawing/2014/main" id="{4064319B-4853-1C41-D314-4138B3A4817D}"/>
                </a:ext>
              </a:extLst>
            </p:cNvPr>
            <p:cNvSpPr/>
            <p:nvPr/>
          </p:nvSpPr>
          <p:spPr>
            <a:xfrm>
              <a:off x="4616405" y="1098940"/>
              <a:ext cx="399584" cy="360320"/>
            </a:xfrm>
            <a:custGeom>
              <a:avLst/>
              <a:gdLst>
                <a:gd name="T0" fmla="*/ 1304 w 5388"/>
                <a:gd name="T1" fmla="*/ 1802 h 4866"/>
                <a:gd name="T2" fmla="*/ 1304 w 5388"/>
                <a:gd name="T3" fmla="*/ 1423 h 4866"/>
                <a:gd name="T4" fmla="*/ 1304 w 5388"/>
                <a:gd name="T5" fmla="*/ 1351 h 4866"/>
                <a:gd name="T6" fmla="*/ 2608 w 5388"/>
                <a:gd name="T7" fmla="*/ 996 h 4866"/>
                <a:gd name="T8" fmla="*/ 749 w 5388"/>
                <a:gd name="T9" fmla="*/ 967 h 4866"/>
                <a:gd name="T10" fmla="*/ 879 w 5388"/>
                <a:gd name="T11" fmla="*/ 1079 h 4866"/>
                <a:gd name="T12" fmla="*/ 1115 w 5388"/>
                <a:gd name="T13" fmla="*/ 1006 h 4866"/>
                <a:gd name="T14" fmla="*/ 1304 w 5388"/>
                <a:gd name="T15" fmla="*/ 1899 h 4866"/>
                <a:gd name="T16" fmla="*/ 1304 w 5388"/>
                <a:gd name="T17" fmla="*/ 2278 h 4866"/>
                <a:gd name="T18" fmla="*/ 1304 w 5388"/>
                <a:gd name="T19" fmla="*/ 1899 h 4866"/>
                <a:gd name="T20" fmla="*/ 0 w 5388"/>
                <a:gd name="T21" fmla="*/ 2402 h 4866"/>
                <a:gd name="T22" fmla="*/ 2608 w 5388"/>
                <a:gd name="T23" fmla="*/ 2022 h 4866"/>
                <a:gd name="T24" fmla="*/ 0 w 5388"/>
                <a:gd name="T25" fmla="*/ 2493 h 4866"/>
                <a:gd name="T26" fmla="*/ 2608 w 5388"/>
                <a:gd name="T27" fmla="*/ 2872 h 4866"/>
                <a:gd name="T28" fmla="*/ 1304 w 5388"/>
                <a:gd name="T29" fmla="*/ 3314 h 4866"/>
                <a:gd name="T30" fmla="*/ 1304 w 5388"/>
                <a:gd name="T31" fmla="*/ 3693 h 4866"/>
                <a:gd name="T32" fmla="*/ 1304 w 5388"/>
                <a:gd name="T33" fmla="*/ 3314 h 4866"/>
                <a:gd name="T34" fmla="*/ 0 w 5388"/>
                <a:gd name="T35" fmla="*/ 3801 h 4866"/>
                <a:gd name="T36" fmla="*/ 2608 w 5388"/>
                <a:gd name="T37" fmla="*/ 3422 h 4866"/>
                <a:gd name="T38" fmla="*/ 2798 w 5388"/>
                <a:gd name="T39" fmla="*/ 1093 h 4866"/>
                <a:gd name="T40" fmla="*/ 4824 w 5388"/>
                <a:gd name="T41" fmla="*/ 806 h 4866"/>
                <a:gd name="T42" fmla="*/ 2216 w 5388"/>
                <a:gd name="T43" fmla="*/ 427 h 4866"/>
                <a:gd name="T44" fmla="*/ 2788 w 5388"/>
                <a:gd name="T45" fmla="*/ 1093 h 4866"/>
                <a:gd name="T46" fmla="*/ 4824 w 5388"/>
                <a:gd name="T47" fmla="*/ 355 h 4866"/>
                <a:gd name="T48" fmla="*/ 2890 w 5388"/>
                <a:gd name="T49" fmla="*/ 376 h 4866"/>
                <a:gd name="T50" fmla="*/ 4032 w 5388"/>
                <a:gd name="T51" fmla="*/ 378 h 4866"/>
                <a:gd name="T52" fmla="*/ 3733 w 5388"/>
                <a:gd name="T53" fmla="*/ 257 h 4866"/>
                <a:gd name="T54" fmla="*/ 2937 w 5388"/>
                <a:gd name="T55" fmla="*/ 292 h 4866"/>
                <a:gd name="T56" fmla="*/ 4824 w 5388"/>
                <a:gd name="T57" fmla="*/ 1283 h 4866"/>
                <a:gd name="T58" fmla="*/ 2798 w 5388"/>
                <a:gd name="T59" fmla="*/ 1199 h 4866"/>
                <a:gd name="T60" fmla="*/ 2798 w 5388"/>
                <a:gd name="T61" fmla="*/ 1569 h 4866"/>
                <a:gd name="T62" fmla="*/ 2798 w 5388"/>
                <a:gd name="T63" fmla="*/ 2048 h 4866"/>
                <a:gd name="T64" fmla="*/ 4824 w 5388"/>
                <a:gd name="T65" fmla="*/ 1761 h 4866"/>
                <a:gd name="T66" fmla="*/ 2798 w 5388"/>
                <a:gd name="T67" fmla="*/ 1678 h 4866"/>
                <a:gd name="T68" fmla="*/ 2798 w 5388"/>
                <a:gd name="T69" fmla="*/ 2048 h 4866"/>
                <a:gd name="T70" fmla="*/ 4282 w 5388"/>
                <a:gd name="T71" fmla="*/ 2141 h 4866"/>
                <a:gd name="T72" fmla="*/ 3309 w 5388"/>
                <a:gd name="T73" fmla="*/ 2203 h 4866"/>
                <a:gd name="T74" fmla="*/ 4084 w 5388"/>
                <a:gd name="T75" fmla="*/ 3061 h 4866"/>
                <a:gd name="T76" fmla="*/ 4084 w 5388"/>
                <a:gd name="T77" fmla="*/ 3441 h 4866"/>
                <a:gd name="T78" fmla="*/ 4084 w 5388"/>
                <a:gd name="T79" fmla="*/ 3061 h 4866"/>
                <a:gd name="T80" fmla="*/ 4084 w 5388"/>
                <a:gd name="T81" fmla="*/ 2990 h 4866"/>
                <a:gd name="T82" fmla="*/ 4273 w 5388"/>
                <a:gd name="T83" fmla="*/ 2623 h 4866"/>
                <a:gd name="T84" fmla="*/ 4600 w 5388"/>
                <a:gd name="T85" fmla="*/ 2732 h 4866"/>
                <a:gd name="T86" fmla="*/ 4499 w 5388"/>
                <a:gd name="T87" fmla="*/ 2569 h 4866"/>
                <a:gd name="T88" fmla="*/ 4287 w 5388"/>
                <a:gd name="T89" fmla="*/ 2555 h 4866"/>
                <a:gd name="T90" fmla="*/ 2780 w 5388"/>
                <a:gd name="T91" fmla="*/ 3182 h 4866"/>
                <a:gd name="T92" fmla="*/ 5388 w 5388"/>
                <a:gd name="T93" fmla="*/ 3561 h 4866"/>
                <a:gd name="T94" fmla="*/ 4084 w 5388"/>
                <a:gd name="T95" fmla="*/ 4016 h 4866"/>
                <a:gd name="T96" fmla="*/ 4084 w 5388"/>
                <a:gd name="T97" fmla="*/ 4395 h 4866"/>
                <a:gd name="T98" fmla="*/ 4084 w 5388"/>
                <a:gd name="T99" fmla="*/ 4016 h 4866"/>
                <a:gd name="T100" fmla="*/ 2780 w 5388"/>
                <a:gd name="T101" fmla="*/ 4511 h 4866"/>
                <a:gd name="T102" fmla="*/ 5388 w 5388"/>
                <a:gd name="T103" fmla="*/ 4131 h 4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388" h="4866">
                  <a:moveTo>
                    <a:pt x="2608" y="1067"/>
                  </a:moveTo>
                  <a:lnTo>
                    <a:pt x="2608" y="1447"/>
                  </a:lnTo>
                  <a:cubicBezTo>
                    <a:pt x="2608" y="1643"/>
                    <a:pt x="2024" y="1802"/>
                    <a:pt x="1304" y="1802"/>
                  </a:cubicBezTo>
                  <a:cubicBezTo>
                    <a:pt x="584" y="1802"/>
                    <a:pt x="0" y="1643"/>
                    <a:pt x="0" y="1447"/>
                  </a:cubicBezTo>
                  <a:lnTo>
                    <a:pt x="0" y="1067"/>
                  </a:lnTo>
                  <a:cubicBezTo>
                    <a:pt x="0" y="1264"/>
                    <a:pt x="584" y="1423"/>
                    <a:pt x="1304" y="1423"/>
                  </a:cubicBezTo>
                  <a:cubicBezTo>
                    <a:pt x="2024" y="1423"/>
                    <a:pt x="2608" y="1264"/>
                    <a:pt x="2608" y="1067"/>
                  </a:cubicBezTo>
                  <a:close/>
                  <a:moveTo>
                    <a:pt x="2608" y="996"/>
                  </a:moveTo>
                  <a:cubicBezTo>
                    <a:pt x="2608" y="1192"/>
                    <a:pt x="2024" y="1351"/>
                    <a:pt x="1304" y="1351"/>
                  </a:cubicBezTo>
                  <a:cubicBezTo>
                    <a:pt x="584" y="1351"/>
                    <a:pt x="0" y="1192"/>
                    <a:pt x="0" y="996"/>
                  </a:cubicBezTo>
                  <a:cubicBezTo>
                    <a:pt x="0" y="799"/>
                    <a:pt x="584" y="640"/>
                    <a:pt x="1304" y="640"/>
                  </a:cubicBezTo>
                  <a:cubicBezTo>
                    <a:pt x="2024" y="640"/>
                    <a:pt x="2608" y="799"/>
                    <a:pt x="2608" y="996"/>
                  </a:cubicBezTo>
                  <a:close/>
                  <a:moveTo>
                    <a:pt x="1933" y="975"/>
                  </a:moveTo>
                  <a:lnTo>
                    <a:pt x="788" y="897"/>
                  </a:lnTo>
                  <a:lnTo>
                    <a:pt x="749" y="967"/>
                  </a:lnTo>
                  <a:lnTo>
                    <a:pt x="791" y="973"/>
                  </a:lnTo>
                  <a:cubicBezTo>
                    <a:pt x="850" y="981"/>
                    <a:pt x="924" y="999"/>
                    <a:pt x="889" y="1060"/>
                  </a:cubicBezTo>
                  <a:lnTo>
                    <a:pt x="879" y="1079"/>
                  </a:lnTo>
                  <a:lnTo>
                    <a:pt x="1090" y="1094"/>
                  </a:lnTo>
                  <a:lnTo>
                    <a:pt x="1101" y="1075"/>
                  </a:lnTo>
                  <a:cubicBezTo>
                    <a:pt x="1116" y="1048"/>
                    <a:pt x="1120" y="1026"/>
                    <a:pt x="1115" y="1006"/>
                  </a:cubicBezTo>
                  <a:lnTo>
                    <a:pt x="1887" y="1059"/>
                  </a:lnTo>
                  <a:lnTo>
                    <a:pt x="1933" y="975"/>
                  </a:lnTo>
                  <a:close/>
                  <a:moveTo>
                    <a:pt x="1304" y="1899"/>
                  </a:moveTo>
                  <a:cubicBezTo>
                    <a:pt x="584" y="1899"/>
                    <a:pt x="0" y="1740"/>
                    <a:pt x="0" y="1543"/>
                  </a:cubicBezTo>
                  <a:lnTo>
                    <a:pt x="0" y="1923"/>
                  </a:lnTo>
                  <a:cubicBezTo>
                    <a:pt x="0" y="2119"/>
                    <a:pt x="584" y="2278"/>
                    <a:pt x="1304" y="2278"/>
                  </a:cubicBezTo>
                  <a:cubicBezTo>
                    <a:pt x="2024" y="2278"/>
                    <a:pt x="2608" y="2119"/>
                    <a:pt x="2608" y="1923"/>
                  </a:cubicBezTo>
                  <a:lnTo>
                    <a:pt x="2608" y="1543"/>
                  </a:lnTo>
                  <a:cubicBezTo>
                    <a:pt x="2608" y="1740"/>
                    <a:pt x="2024" y="1899"/>
                    <a:pt x="1304" y="1899"/>
                  </a:cubicBezTo>
                  <a:close/>
                  <a:moveTo>
                    <a:pt x="1304" y="2378"/>
                  </a:moveTo>
                  <a:cubicBezTo>
                    <a:pt x="584" y="2378"/>
                    <a:pt x="0" y="2219"/>
                    <a:pt x="0" y="2022"/>
                  </a:cubicBezTo>
                  <a:lnTo>
                    <a:pt x="0" y="2402"/>
                  </a:lnTo>
                  <a:cubicBezTo>
                    <a:pt x="0" y="2598"/>
                    <a:pt x="584" y="2757"/>
                    <a:pt x="1304" y="2757"/>
                  </a:cubicBezTo>
                  <a:cubicBezTo>
                    <a:pt x="2024" y="2757"/>
                    <a:pt x="2608" y="2598"/>
                    <a:pt x="2608" y="2402"/>
                  </a:cubicBezTo>
                  <a:lnTo>
                    <a:pt x="2608" y="2022"/>
                  </a:lnTo>
                  <a:cubicBezTo>
                    <a:pt x="2608" y="2219"/>
                    <a:pt x="2024" y="2378"/>
                    <a:pt x="1304" y="2378"/>
                  </a:cubicBezTo>
                  <a:close/>
                  <a:moveTo>
                    <a:pt x="1304" y="2849"/>
                  </a:moveTo>
                  <a:cubicBezTo>
                    <a:pt x="584" y="2849"/>
                    <a:pt x="0" y="2689"/>
                    <a:pt x="0" y="2493"/>
                  </a:cubicBezTo>
                  <a:lnTo>
                    <a:pt x="0" y="2872"/>
                  </a:lnTo>
                  <a:cubicBezTo>
                    <a:pt x="0" y="3069"/>
                    <a:pt x="584" y="3228"/>
                    <a:pt x="1304" y="3228"/>
                  </a:cubicBezTo>
                  <a:cubicBezTo>
                    <a:pt x="2024" y="3228"/>
                    <a:pt x="2608" y="3069"/>
                    <a:pt x="2608" y="2872"/>
                  </a:cubicBezTo>
                  <a:lnTo>
                    <a:pt x="2608" y="2493"/>
                  </a:lnTo>
                  <a:cubicBezTo>
                    <a:pt x="2608" y="2690"/>
                    <a:pt x="2024" y="2849"/>
                    <a:pt x="1304" y="2849"/>
                  </a:cubicBezTo>
                  <a:close/>
                  <a:moveTo>
                    <a:pt x="1304" y="3314"/>
                  </a:moveTo>
                  <a:cubicBezTo>
                    <a:pt x="584" y="3314"/>
                    <a:pt x="0" y="3154"/>
                    <a:pt x="0" y="2958"/>
                  </a:cubicBezTo>
                  <a:lnTo>
                    <a:pt x="0" y="3337"/>
                  </a:lnTo>
                  <a:cubicBezTo>
                    <a:pt x="0" y="3533"/>
                    <a:pt x="584" y="3693"/>
                    <a:pt x="1304" y="3693"/>
                  </a:cubicBezTo>
                  <a:cubicBezTo>
                    <a:pt x="2024" y="3693"/>
                    <a:pt x="2608" y="3533"/>
                    <a:pt x="2608" y="3337"/>
                  </a:cubicBezTo>
                  <a:lnTo>
                    <a:pt x="2608" y="2958"/>
                  </a:lnTo>
                  <a:cubicBezTo>
                    <a:pt x="2608" y="3154"/>
                    <a:pt x="2024" y="3314"/>
                    <a:pt x="1304" y="3314"/>
                  </a:cubicBezTo>
                  <a:close/>
                  <a:moveTo>
                    <a:pt x="1304" y="3778"/>
                  </a:moveTo>
                  <a:cubicBezTo>
                    <a:pt x="584" y="3778"/>
                    <a:pt x="0" y="3618"/>
                    <a:pt x="0" y="3422"/>
                  </a:cubicBezTo>
                  <a:lnTo>
                    <a:pt x="0" y="3801"/>
                  </a:lnTo>
                  <a:cubicBezTo>
                    <a:pt x="0" y="3998"/>
                    <a:pt x="584" y="4157"/>
                    <a:pt x="1304" y="4157"/>
                  </a:cubicBezTo>
                  <a:cubicBezTo>
                    <a:pt x="2024" y="4157"/>
                    <a:pt x="2608" y="3998"/>
                    <a:pt x="2608" y="3801"/>
                  </a:cubicBezTo>
                  <a:lnTo>
                    <a:pt x="2608" y="3422"/>
                  </a:lnTo>
                  <a:cubicBezTo>
                    <a:pt x="2608" y="3618"/>
                    <a:pt x="2024" y="3778"/>
                    <a:pt x="1304" y="3778"/>
                  </a:cubicBezTo>
                  <a:close/>
                  <a:moveTo>
                    <a:pt x="2788" y="1093"/>
                  </a:moveTo>
                  <a:lnTo>
                    <a:pt x="2798" y="1093"/>
                  </a:lnTo>
                  <a:lnTo>
                    <a:pt x="2798" y="1102"/>
                  </a:lnTo>
                  <a:cubicBezTo>
                    <a:pt x="3004" y="1140"/>
                    <a:pt x="3253" y="1162"/>
                    <a:pt x="3520" y="1162"/>
                  </a:cubicBezTo>
                  <a:cubicBezTo>
                    <a:pt x="4240" y="1162"/>
                    <a:pt x="4823" y="1003"/>
                    <a:pt x="4824" y="806"/>
                  </a:cubicBezTo>
                  <a:lnTo>
                    <a:pt x="4824" y="427"/>
                  </a:lnTo>
                  <a:cubicBezTo>
                    <a:pt x="4824" y="624"/>
                    <a:pt x="4240" y="783"/>
                    <a:pt x="3520" y="783"/>
                  </a:cubicBezTo>
                  <a:cubicBezTo>
                    <a:pt x="2800" y="783"/>
                    <a:pt x="2216" y="624"/>
                    <a:pt x="2216" y="427"/>
                  </a:cubicBezTo>
                  <a:lnTo>
                    <a:pt x="2216" y="570"/>
                  </a:lnTo>
                  <a:cubicBezTo>
                    <a:pt x="2529" y="645"/>
                    <a:pt x="2798" y="780"/>
                    <a:pt x="2798" y="1021"/>
                  </a:cubicBezTo>
                  <a:cubicBezTo>
                    <a:pt x="2798" y="1046"/>
                    <a:pt x="2794" y="1070"/>
                    <a:pt x="2788" y="1093"/>
                  </a:cubicBezTo>
                  <a:close/>
                  <a:moveTo>
                    <a:pt x="2216" y="355"/>
                  </a:moveTo>
                  <a:cubicBezTo>
                    <a:pt x="2216" y="159"/>
                    <a:pt x="2800" y="0"/>
                    <a:pt x="3520" y="0"/>
                  </a:cubicBezTo>
                  <a:cubicBezTo>
                    <a:pt x="4240" y="0"/>
                    <a:pt x="4824" y="159"/>
                    <a:pt x="4824" y="355"/>
                  </a:cubicBezTo>
                  <a:cubicBezTo>
                    <a:pt x="4824" y="552"/>
                    <a:pt x="4240" y="711"/>
                    <a:pt x="3520" y="711"/>
                  </a:cubicBezTo>
                  <a:cubicBezTo>
                    <a:pt x="2800" y="711"/>
                    <a:pt x="2216" y="552"/>
                    <a:pt x="2216" y="355"/>
                  </a:cubicBezTo>
                  <a:close/>
                  <a:moveTo>
                    <a:pt x="2890" y="376"/>
                  </a:moveTo>
                  <a:lnTo>
                    <a:pt x="4036" y="454"/>
                  </a:lnTo>
                  <a:lnTo>
                    <a:pt x="4075" y="384"/>
                  </a:lnTo>
                  <a:lnTo>
                    <a:pt x="4032" y="378"/>
                  </a:lnTo>
                  <a:cubicBezTo>
                    <a:pt x="3974" y="370"/>
                    <a:pt x="3900" y="352"/>
                    <a:pt x="3934" y="291"/>
                  </a:cubicBezTo>
                  <a:lnTo>
                    <a:pt x="3945" y="271"/>
                  </a:lnTo>
                  <a:lnTo>
                    <a:pt x="3733" y="257"/>
                  </a:lnTo>
                  <a:lnTo>
                    <a:pt x="3723" y="276"/>
                  </a:lnTo>
                  <a:cubicBezTo>
                    <a:pt x="3708" y="303"/>
                    <a:pt x="3703" y="325"/>
                    <a:pt x="3709" y="345"/>
                  </a:cubicBezTo>
                  <a:lnTo>
                    <a:pt x="2937" y="292"/>
                  </a:lnTo>
                  <a:lnTo>
                    <a:pt x="2890" y="376"/>
                  </a:lnTo>
                  <a:close/>
                  <a:moveTo>
                    <a:pt x="3520" y="1638"/>
                  </a:moveTo>
                  <a:cubicBezTo>
                    <a:pt x="4240" y="1638"/>
                    <a:pt x="4823" y="1479"/>
                    <a:pt x="4824" y="1283"/>
                  </a:cubicBezTo>
                  <a:lnTo>
                    <a:pt x="4824" y="903"/>
                  </a:lnTo>
                  <a:cubicBezTo>
                    <a:pt x="4824" y="1100"/>
                    <a:pt x="4240" y="1259"/>
                    <a:pt x="3520" y="1259"/>
                  </a:cubicBezTo>
                  <a:cubicBezTo>
                    <a:pt x="3253" y="1259"/>
                    <a:pt x="3004" y="1237"/>
                    <a:pt x="2798" y="1199"/>
                  </a:cubicBezTo>
                  <a:lnTo>
                    <a:pt x="2798" y="1472"/>
                  </a:lnTo>
                  <a:cubicBezTo>
                    <a:pt x="2797" y="1506"/>
                    <a:pt x="2792" y="1538"/>
                    <a:pt x="2781" y="1569"/>
                  </a:cubicBezTo>
                  <a:lnTo>
                    <a:pt x="2798" y="1569"/>
                  </a:lnTo>
                  <a:lnTo>
                    <a:pt x="2798" y="1578"/>
                  </a:lnTo>
                  <a:cubicBezTo>
                    <a:pt x="3004" y="1616"/>
                    <a:pt x="3253" y="1638"/>
                    <a:pt x="3520" y="1638"/>
                  </a:cubicBezTo>
                  <a:close/>
                  <a:moveTo>
                    <a:pt x="2798" y="2048"/>
                  </a:moveTo>
                  <a:lnTo>
                    <a:pt x="2798" y="2057"/>
                  </a:lnTo>
                  <a:cubicBezTo>
                    <a:pt x="3004" y="2095"/>
                    <a:pt x="3253" y="2117"/>
                    <a:pt x="3520" y="2117"/>
                  </a:cubicBezTo>
                  <a:cubicBezTo>
                    <a:pt x="4240" y="2117"/>
                    <a:pt x="4823" y="1958"/>
                    <a:pt x="4824" y="1761"/>
                  </a:cubicBezTo>
                  <a:lnTo>
                    <a:pt x="4824" y="1382"/>
                  </a:lnTo>
                  <a:cubicBezTo>
                    <a:pt x="4824" y="1579"/>
                    <a:pt x="4240" y="1738"/>
                    <a:pt x="3520" y="1738"/>
                  </a:cubicBezTo>
                  <a:cubicBezTo>
                    <a:pt x="3253" y="1738"/>
                    <a:pt x="3004" y="1716"/>
                    <a:pt x="2798" y="1678"/>
                  </a:cubicBezTo>
                  <a:lnTo>
                    <a:pt x="2798" y="1948"/>
                  </a:lnTo>
                  <a:cubicBezTo>
                    <a:pt x="2797" y="1984"/>
                    <a:pt x="2791" y="2017"/>
                    <a:pt x="2780" y="2048"/>
                  </a:cubicBezTo>
                  <a:lnTo>
                    <a:pt x="2798" y="2048"/>
                  </a:lnTo>
                  <a:close/>
                  <a:moveTo>
                    <a:pt x="4824" y="2196"/>
                  </a:moveTo>
                  <a:lnTo>
                    <a:pt x="4824" y="1853"/>
                  </a:lnTo>
                  <a:cubicBezTo>
                    <a:pt x="4824" y="1971"/>
                    <a:pt x="4610" y="2076"/>
                    <a:pt x="4282" y="2141"/>
                  </a:cubicBezTo>
                  <a:cubicBezTo>
                    <a:pt x="4426" y="2147"/>
                    <a:pt x="4626" y="2162"/>
                    <a:pt x="4824" y="2196"/>
                  </a:cubicBezTo>
                  <a:close/>
                  <a:moveTo>
                    <a:pt x="2798" y="2382"/>
                  </a:moveTo>
                  <a:cubicBezTo>
                    <a:pt x="2924" y="2296"/>
                    <a:pt x="3113" y="2240"/>
                    <a:pt x="3309" y="2203"/>
                  </a:cubicBezTo>
                  <a:cubicBezTo>
                    <a:pt x="3122" y="2195"/>
                    <a:pt x="2949" y="2176"/>
                    <a:pt x="2798" y="2149"/>
                  </a:cubicBezTo>
                  <a:lnTo>
                    <a:pt x="2798" y="2382"/>
                  </a:lnTo>
                  <a:close/>
                  <a:moveTo>
                    <a:pt x="4084" y="3061"/>
                  </a:moveTo>
                  <a:cubicBezTo>
                    <a:pt x="3364" y="3061"/>
                    <a:pt x="2780" y="2902"/>
                    <a:pt x="2780" y="2706"/>
                  </a:cubicBezTo>
                  <a:lnTo>
                    <a:pt x="2780" y="3085"/>
                  </a:lnTo>
                  <a:cubicBezTo>
                    <a:pt x="2780" y="3281"/>
                    <a:pt x="3364" y="3441"/>
                    <a:pt x="4084" y="3441"/>
                  </a:cubicBezTo>
                  <a:cubicBezTo>
                    <a:pt x="4804" y="3441"/>
                    <a:pt x="5388" y="3281"/>
                    <a:pt x="5388" y="3085"/>
                  </a:cubicBezTo>
                  <a:lnTo>
                    <a:pt x="5388" y="2706"/>
                  </a:lnTo>
                  <a:cubicBezTo>
                    <a:pt x="5388" y="2902"/>
                    <a:pt x="4804" y="3061"/>
                    <a:pt x="4084" y="3061"/>
                  </a:cubicBezTo>
                  <a:close/>
                  <a:moveTo>
                    <a:pt x="4084" y="2278"/>
                  </a:moveTo>
                  <a:cubicBezTo>
                    <a:pt x="4804" y="2278"/>
                    <a:pt x="5388" y="2438"/>
                    <a:pt x="5388" y="2634"/>
                  </a:cubicBezTo>
                  <a:cubicBezTo>
                    <a:pt x="5388" y="2830"/>
                    <a:pt x="4804" y="2990"/>
                    <a:pt x="4084" y="2990"/>
                  </a:cubicBezTo>
                  <a:cubicBezTo>
                    <a:pt x="3364" y="2990"/>
                    <a:pt x="2780" y="2830"/>
                    <a:pt x="2780" y="2634"/>
                  </a:cubicBezTo>
                  <a:cubicBezTo>
                    <a:pt x="2780" y="2438"/>
                    <a:pt x="3364" y="2278"/>
                    <a:pt x="4084" y="2278"/>
                  </a:cubicBezTo>
                  <a:close/>
                  <a:moveTo>
                    <a:pt x="4273" y="2623"/>
                  </a:moveTo>
                  <a:lnTo>
                    <a:pt x="3501" y="2570"/>
                  </a:lnTo>
                  <a:lnTo>
                    <a:pt x="3455" y="2654"/>
                  </a:lnTo>
                  <a:lnTo>
                    <a:pt x="4600" y="2732"/>
                  </a:lnTo>
                  <a:lnTo>
                    <a:pt x="4639" y="2662"/>
                  </a:lnTo>
                  <a:lnTo>
                    <a:pt x="4597" y="2656"/>
                  </a:lnTo>
                  <a:cubicBezTo>
                    <a:pt x="4538" y="2648"/>
                    <a:pt x="4465" y="2630"/>
                    <a:pt x="4499" y="2569"/>
                  </a:cubicBezTo>
                  <a:lnTo>
                    <a:pt x="4509" y="2550"/>
                  </a:lnTo>
                  <a:lnTo>
                    <a:pt x="4298" y="2536"/>
                  </a:lnTo>
                  <a:lnTo>
                    <a:pt x="4287" y="2555"/>
                  </a:lnTo>
                  <a:cubicBezTo>
                    <a:pt x="4272" y="2581"/>
                    <a:pt x="4268" y="2604"/>
                    <a:pt x="4273" y="2623"/>
                  </a:cubicBezTo>
                  <a:close/>
                  <a:moveTo>
                    <a:pt x="4084" y="3537"/>
                  </a:moveTo>
                  <a:cubicBezTo>
                    <a:pt x="3364" y="3537"/>
                    <a:pt x="2780" y="3378"/>
                    <a:pt x="2780" y="3182"/>
                  </a:cubicBezTo>
                  <a:lnTo>
                    <a:pt x="2780" y="3561"/>
                  </a:lnTo>
                  <a:cubicBezTo>
                    <a:pt x="2780" y="3758"/>
                    <a:pt x="3364" y="3917"/>
                    <a:pt x="4084" y="3917"/>
                  </a:cubicBezTo>
                  <a:cubicBezTo>
                    <a:pt x="4804" y="3917"/>
                    <a:pt x="5388" y="3758"/>
                    <a:pt x="5388" y="3561"/>
                  </a:cubicBezTo>
                  <a:lnTo>
                    <a:pt x="5388" y="3182"/>
                  </a:lnTo>
                  <a:cubicBezTo>
                    <a:pt x="5388" y="3378"/>
                    <a:pt x="4804" y="3537"/>
                    <a:pt x="4084" y="3537"/>
                  </a:cubicBezTo>
                  <a:close/>
                  <a:moveTo>
                    <a:pt x="4084" y="4016"/>
                  </a:moveTo>
                  <a:cubicBezTo>
                    <a:pt x="3364" y="4016"/>
                    <a:pt x="2780" y="3857"/>
                    <a:pt x="2780" y="3661"/>
                  </a:cubicBezTo>
                  <a:lnTo>
                    <a:pt x="2780" y="4040"/>
                  </a:lnTo>
                  <a:cubicBezTo>
                    <a:pt x="2780" y="4236"/>
                    <a:pt x="3364" y="4395"/>
                    <a:pt x="4084" y="4395"/>
                  </a:cubicBezTo>
                  <a:cubicBezTo>
                    <a:pt x="4804" y="4395"/>
                    <a:pt x="5388" y="4236"/>
                    <a:pt x="5388" y="4040"/>
                  </a:cubicBezTo>
                  <a:lnTo>
                    <a:pt x="5388" y="3661"/>
                  </a:lnTo>
                  <a:cubicBezTo>
                    <a:pt x="5388" y="3857"/>
                    <a:pt x="4804" y="4016"/>
                    <a:pt x="4084" y="4016"/>
                  </a:cubicBezTo>
                  <a:close/>
                  <a:moveTo>
                    <a:pt x="4084" y="4487"/>
                  </a:moveTo>
                  <a:cubicBezTo>
                    <a:pt x="3364" y="4487"/>
                    <a:pt x="2780" y="4328"/>
                    <a:pt x="2780" y="4131"/>
                  </a:cubicBezTo>
                  <a:lnTo>
                    <a:pt x="2780" y="4511"/>
                  </a:lnTo>
                  <a:cubicBezTo>
                    <a:pt x="2780" y="4707"/>
                    <a:pt x="3364" y="4866"/>
                    <a:pt x="4084" y="4866"/>
                  </a:cubicBezTo>
                  <a:cubicBezTo>
                    <a:pt x="4804" y="4866"/>
                    <a:pt x="5388" y="4707"/>
                    <a:pt x="5388" y="4511"/>
                  </a:cubicBezTo>
                  <a:lnTo>
                    <a:pt x="5388" y="4131"/>
                  </a:lnTo>
                  <a:cubicBezTo>
                    <a:pt x="5388" y="4328"/>
                    <a:pt x="4804" y="4487"/>
                    <a:pt x="4084" y="448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417D6A9-BCEB-217F-AD35-CC3BE736A127}"/>
              </a:ext>
            </a:extLst>
          </p:cNvPr>
          <p:cNvGrpSpPr/>
          <p:nvPr/>
        </p:nvGrpSpPr>
        <p:grpSpPr>
          <a:xfrm>
            <a:off x="1685566" y="2322717"/>
            <a:ext cx="2289437" cy="1223784"/>
            <a:chOff x="7927087" y="998622"/>
            <a:chExt cx="2289437" cy="1223784"/>
          </a:xfrm>
        </p:grpSpPr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30B2303E-7499-8B9B-A513-B5946C0E8B4A}"/>
                </a:ext>
              </a:extLst>
            </p:cNvPr>
            <p:cNvSpPr/>
            <p:nvPr/>
          </p:nvSpPr>
          <p:spPr>
            <a:xfrm>
              <a:off x="7927087" y="998622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7030A0">
                <a:alpha val="20000"/>
              </a:srgbClr>
            </a:solidFill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娱乐行业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AIGC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动画短剧制作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游戏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NPC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  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作曲  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视频生成</a:t>
              </a:r>
              <a:endParaRPr lang="zh-CN" altLang="en-US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71" name="cinema-clapboard_21194">
              <a:extLst>
                <a:ext uri="{FF2B5EF4-FFF2-40B4-BE49-F238E27FC236}">
                  <a16:creationId xmlns:a16="http://schemas.microsoft.com/office/drawing/2014/main" id="{D953FE3A-D843-F4C0-CD06-A3D351A6D301}"/>
                </a:ext>
              </a:extLst>
            </p:cNvPr>
            <p:cNvSpPr/>
            <p:nvPr/>
          </p:nvSpPr>
          <p:spPr>
            <a:xfrm>
              <a:off x="8176811" y="1119614"/>
              <a:ext cx="330779" cy="318971"/>
            </a:xfrm>
            <a:custGeom>
              <a:avLst/>
              <a:gdLst>
                <a:gd name="connsiteX0" fmla="*/ 434481 w 596814"/>
                <a:gd name="connsiteY0" fmla="*/ 238458 h 575509"/>
                <a:gd name="connsiteX1" fmla="*/ 487055 w 596814"/>
                <a:gd name="connsiteY1" fmla="*/ 310289 h 575509"/>
                <a:gd name="connsiteX2" fmla="*/ 525793 w 596814"/>
                <a:gd name="connsiteY2" fmla="*/ 310289 h 575509"/>
                <a:gd name="connsiteX3" fmla="*/ 473220 w 596814"/>
                <a:gd name="connsiteY3" fmla="*/ 238458 h 575509"/>
                <a:gd name="connsiteX4" fmla="*/ 348703 w 596814"/>
                <a:gd name="connsiteY4" fmla="*/ 238458 h 575509"/>
                <a:gd name="connsiteX5" fmla="*/ 401276 w 596814"/>
                <a:gd name="connsiteY5" fmla="*/ 310289 h 575509"/>
                <a:gd name="connsiteX6" fmla="*/ 440015 w 596814"/>
                <a:gd name="connsiteY6" fmla="*/ 310289 h 575509"/>
                <a:gd name="connsiteX7" fmla="*/ 387441 w 596814"/>
                <a:gd name="connsiteY7" fmla="*/ 238458 h 575509"/>
                <a:gd name="connsiteX8" fmla="*/ 262924 w 596814"/>
                <a:gd name="connsiteY8" fmla="*/ 238458 h 575509"/>
                <a:gd name="connsiteX9" fmla="*/ 315498 w 596814"/>
                <a:gd name="connsiteY9" fmla="*/ 310289 h 575509"/>
                <a:gd name="connsiteX10" fmla="*/ 354237 w 596814"/>
                <a:gd name="connsiteY10" fmla="*/ 310289 h 575509"/>
                <a:gd name="connsiteX11" fmla="*/ 302585 w 596814"/>
                <a:gd name="connsiteY11" fmla="*/ 238458 h 575509"/>
                <a:gd name="connsiteX12" fmla="*/ 178069 w 596814"/>
                <a:gd name="connsiteY12" fmla="*/ 238458 h 575509"/>
                <a:gd name="connsiteX13" fmla="*/ 229720 w 596814"/>
                <a:gd name="connsiteY13" fmla="*/ 310289 h 575509"/>
                <a:gd name="connsiteX14" fmla="*/ 269381 w 596814"/>
                <a:gd name="connsiteY14" fmla="*/ 310289 h 575509"/>
                <a:gd name="connsiteX15" fmla="*/ 216807 w 596814"/>
                <a:gd name="connsiteY15" fmla="*/ 238458 h 575509"/>
                <a:gd name="connsiteX16" fmla="*/ 92290 w 596814"/>
                <a:gd name="connsiteY16" fmla="*/ 238458 h 575509"/>
                <a:gd name="connsiteX17" fmla="*/ 144864 w 596814"/>
                <a:gd name="connsiteY17" fmla="*/ 310289 h 575509"/>
                <a:gd name="connsiteX18" fmla="*/ 183603 w 596814"/>
                <a:gd name="connsiteY18" fmla="*/ 310289 h 575509"/>
                <a:gd name="connsiteX19" fmla="*/ 131029 w 596814"/>
                <a:gd name="connsiteY19" fmla="*/ 238458 h 575509"/>
                <a:gd name="connsiteX20" fmla="*/ 22192 w 596814"/>
                <a:gd name="connsiteY20" fmla="*/ 231091 h 575509"/>
                <a:gd name="connsiteX21" fmla="*/ 596814 w 596814"/>
                <a:gd name="connsiteY21" fmla="*/ 231091 h 575509"/>
                <a:gd name="connsiteX22" fmla="*/ 596814 w 596814"/>
                <a:gd name="connsiteY22" fmla="*/ 290029 h 575509"/>
                <a:gd name="connsiteX23" fmla="*/ 558998 w 596814"/>
                <a:gd name="connsiteY23" fmla="*/ 238458 h 575509"/>
                <a:gd name="connsiteX24" fmla="*/ 519337 w 596814"/>
                <a:gd name="connsiteY24" fmla="*/ 238458 h 575509"/>
                <a:gd name="connsiteX25" fmla="*/ 571911 w 596814"/>
                <a:gd name="connsiteY25" fmla="*/ 310289 h 575509"/>
                <a:gd name="connsiteX26" fmla="*/ 596814 w 596814"/>
                <a:gd name="connsiteY26" fmla="*/ 310289 h 575509"/>
                <a:gd name="connsiteX27" fmla="*/ 596814 w 596814"/>
                <a:gd name="connsiteY27" fmla="*/ 575509 h 575509"/>
                <a:gd name="connsiteX28" fmla="*/ 22192 w 596814"/>
                <a:gd name="connsiteY28" fmla="*/ 575509 h 575509"/>
                <a:gd name="connsiteX29" fmla="*/ 22192 w 596814"/>
                <a:gd name="connsiteY29" fmla="*/ 259639 h 575509"/>
                <a:gd name="connsiteX30" fmla="*/ 59086 w 596814"/>
                <a:gd name="connsiteY30" fmla="*/ 310289 h 575509"/>
                <a:gd name="connsiteX31" fmla="*/ 97824 w 596814"/>
                <a:gd name="connsiteY31" fmla="*/ 310289 h 575509"/>
                <a:gd name="connsiteX32" fmla="*/ 46173 w 596814"/>
                <a:gd name="connsiteY32" fmla="*/ 238458 h 575509"/>
                <a:gd name="connsiteX33" fmla="*/ 22192 w 596814"/>
                <a:gd name="connsiteY33" fmla="*/ 238458 h 575509"/>
                <a:gd name="connsiteX34" fmla="*/ 157733 w 596814"/>
                <a:gd name="connsiteY34" fmla="*/ 113244 h 575509"/>
                <a:gd name="connsiteX35" fmla="*/ 119914 w 596814"/>
                <a:gd name="connsiteY35" fmla="*/ 123371 h 575509"/>
                <a:gd name="connsiteX36" fmla="*/ 88552 w 596814"/>
                <a:gd name="connsiteY36" fmla="*/ 206233 h 575509"/>
                <a:gd name="connsiteX37" fmla="*/ 125449 w 596814"/>
                <a:gd name="connsiteY37" fmla="*/ 196105 h 575509"/>
                <a:gd name="connsiteX38" fmla="*/ 240751 w 596814"/>
                <a:gd name="connsiteY38" fmla="*/ 91147 h 575509"/>
                <a:gd name="connsiteX39" fmla="*/ 202932 w 596814"/>
                <a:gd name="connsiteY39" fmla="*/ 101275 h 575509"/>
                <a:gd name="connsiteX40" fmla="*/ 170647 w 596814"/>
                <a:gd name="connsiteY40" fmla="*/ 184136 h 575509"/>
                <a:gd name="connsiteX41" fmla="*/ 208466 w 596814"/>
                <a:gd name="connsiteY41" fmla="*/ 174009 h 575509"/>
                <a:gd name="connsiteX42" fmla="*/ 322846 w 596814"/>
                <a:gd name="connsiteY42" fmla="*/ 69051 h 575509"/>
                <a:gd name="connsiteX43" fmla="*/ 285027 w 596814"/>
                <a:gd name="connsiteY43" fmla="*/ 79179 h 575509"/>
                <a:gd name="connsiteX44" fmla="*/ 253665 w 596814"/>
                <a:gd name="connsiteY44" fmla="*/ 162040 h 575509"/>
                <a:gd name="connsiteX45" fmla="*/ 290561 w 596814"/>
                <a:gd name="connsiteY45" fmla="*/ 151912 h 575509"/>
                <a:gd name="connsiteX46" fmla="*/ 405863 w 596814"/>
                <a:gd name="connsiteY46" fmla="*/ 46955 h 575509"/>
                <a:gd name="connsiteX47" fmla="*/ 368044 w 596814"/>
                <a:gd name="connsiteY47" fmla="*/ 57082 h 575509"/>
                <a:gd name="connsiteX48" fmla="*/ 335760 w 596814"/>
                <a:gd name="connsiteY48" fmla="*/ 139944 h 575509"/>
                <a:gd name="connsiteX49" fmla="*/ 373579 w 596814"/>
                <a:gd name="connsiteY49" fmla="*/ 129816 h 575509"/>
                <a:gd name="connsiteX50" fmla="*/ 487959 w 596814"/>
                <a:gd name="connsiteY50" fmla="*/ 24858 h 575509"/>
                <a:gd name="connsiteX51" fmla="*/ 451062 w 596814"/>
                <a:gd name="connsiteY51" fmla="*/ 34986 h 575509"/>
                <a:gd name="connsiteX52" fmla="*/ 418777 w 596814"/>
                <a:gd name="connsiteY52" fmla="*/ 117847 h 575509"/>
                <a:gd name="connsiteX53" fmla="*/ 456596 w 596814"/>
                <a:gd name="connsiteY53" fmla="*/ 107720 h 575509"/>
                <a:gd name="connsiteX54" fmla="*/ 555295 w 596814"/>
                <a:gd name="connsiteY54" fmla="*/ 0 h 575509"/>
                <a:gd name="connsiteX55" fmla="*/ 557140 w 596814"/>
                <a:gd name="connsiteY55" fmla="*/ 6445 h 575509"/>
                <a:gd name="connsiteX56" fmla="*/ 533157 w 596814"/>
                <a:gd name="connsiteY56" fmla="*/ 12890 h 575509"/>
                <a:gd name="connsiteX57" fmla="*/ 500872 w 596814"/>
                <a:gd name="connsiteY57" fmla="*/ 95751 h 575509"/>
                <a:gd name="connsiteX58" fmla="*/ 538692 w 596814"/>
                <a:gd name="connsiteY58" fmla="*/ 85623 h 575509"/>
                <a:gd name="connsiteX59" fmla="*/ 561752 w 596814"/>
                <a:gd name="connsiteY59" fmla="*/ 25779 h 575509"/>
                <a:gd name="connsiteX60" fmla="*/ 577433 w 596814"/>
                <a:gd name="connsiteY60" fmla="*/ 82861 h 575509"/>
                <a:gd name="connsiteX61" fmla="*/ 22138 w 596814"/>
                <a:gd name="connsiteY61" fmla="*/ 231091 h 575509"/>
                <a:gd name="connsiteX62" fmla="*/ 20293 w 596814"/>
                <a:gd name="connsiteY62" fmla="*/ 224646 h 575509"/>
                <a:gd name="connsiteX63" fmla="*/ 43354 w 596814"/>
                <a:gd name="connsiteY63" fmla="*/ 218201 h 575509"/>
                <a:gd name="connsiteX64" fmla="*/ 75638 w 596814"/>
                <a:gd name="connsiteY64" fmla="*/ 135340 h 575509"/>
                <a:gd name="connsiteX65" fmla="*/ 37819 w 596814"/>
                <a:gd name="connsiteY65" fmla="*/ 145468 h 575509"/>
                <a:gd name="connsiteX66" fmla="*/ 14759 w 596814"/>
                <a:gd name="connsiteY66" fmla="*/ 203471 h 575509"/>
                <a:gd name="connsiteX67" fmla="*/ 0 w 596814"/>
                <a:gd name="connsiteY67" fmla="*/ 148230 h 575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596814" h="575509">
                  <a:moveTo>
                    <a:pt x="434481" y="238458"/>
                  </a:moveTo>
                  <a:lnTo>
                    <a:pt x="487055" y="310289"/>
                  </a:lnTo>
                  <a:lnTo>
                    <a:pt x="525793" y="310289"/>
                  </a:lnTo>
                  <a:lnTo>
                    <a:pt x="473220" y="238458"/>
                  </a:lnTo>
                  <a:close/>
                  <a:moveTo>
                    <a:pt x="348703" y="238458"/>
                  </a:moveTo>
                  <a:lnTo>
                    <a:pt x="401276" y="310289"/>
                  </a:lnTo>
                  <a:lnTo>
                    <a:pt x="440015" y="310289"/>
                  </a:lnTo>
                  <a:lnTo>
                    <a:pt x="387441" y="238458"/>
                  </a:lnTo>
                  <a:close/>
                  <a:moveTo>
                    <a:pt x="262924" y="238458"/>
                  </a:moveTo>
                  <a:lnTo>
                    <a:pt x="315498" y="310289"/>
                  </a:lnTo>
                  <a:lnTo>
                    <a:pt x="354237" y="310289"/>
                  </a:lnTo>
                  <a:lnTo>
                    <a:pt x="302585" y="238458"/>
                  </a:lnTo>
                  <a:close/>
                  <a:moveTo>
                    <a:pt x="178069" y="238458"/>
                  </a:moveTo>
                  <a:lnTo>
                    <a:pt x="229720" y="310289"/>
                  </a:lnTo>
                  <a:lnTo>
                    <a:pt x="269381" y="310289"/>
                  </a:lnTo>
                  <a:lnTo>
                    <a:pt x="216807" y="238458"/>
                  </a:lnTo>
                  <a:close/>
                  <a:moveTo>
                    <a:pt x="92290" y="238458"/>
                  </a:moveTo>
                  <a:lnTo>
                    <a:pt x="144864" y="310289"/>
                  </a:lnTo>
                  <a:lnTo>
                    <a:pt x="183603" y="310289"/>
                  </a:lnTo>
                  <a:lnTo>
                    <a:pt x="131029" y="238458"/>
                  </a:lnTo>
                  <a:close/>
                  <a:moveTo>
                    <a:pt x="22192" y="231091"/>
                  </a:moveTo>
                  <a:lnTo>
                    <a:pt x="596814" y="231091"/>
                  </a:lnTo>
                  <a:lnTo>
                    <a:pt x="596814" y="290029"/>
                  </a:lnTo>
                  <a:lnTo>
                    <a:pt x="558998" y="238458"/>
                  </a:lnTo>
                  <a:lnTo>
                    <a:pt x="519337" y="238458"/>
                  </a:lnTo>
                  <a:lnTo>
                    <a:pt x="571911" y="310289"/>
                  </a:lnTo>
                  <a:lnTo>
                    <a:pt x="596814" y="310289"/>
                  </a:lnTo>
                  <a:lnTo>
                    <a:pt x="596814" y="575509"/>
                  </a:lnTo>
                  <a:lnTo>
                    <a:pt x="22192" y="575509"/>
                  </a:lnTo>
                  <a:lnTo>
                    <a:pt x="22192" y="259639"/>
                  </a:lnTo>
                  <a:lnTo>
                    <a:pt x="59086" y="310289"/>
                  </a:lnTo>
                  <a:lnTo>
                    <a:pt x="97824" y="310289"/>
                  </a:lnTo>
                  <a:lnTo>
                    <a:pt x="46173" y="238458"/>
                  </a:lnTo>
                  <a:lnTo>
                    <a:pt x="22192" y="238458"/>
                  </a:lnTo>
                  <a:close/>
                  <a:moveTo>
                    <a:pt x="157733" y="113244"/>
                  </a:moveTo>
                  <a:lnTo>
                    <a:pt x="119914" y="123371"/>
                  </a:lnTo>
                  <a:lnTo>
                    <a:pt x="88552" y="206233"/>
                  </a:lnTo>
                  <a:lnTo>
                    <a:pt x="125449" y="196105"/>
                  </a:lnTo>
                  <a:close/>
                  <a:moveTo>
                    <a:pt x="240751" y="91147"/>
                  </a:moveTo>
                  <a:lnTo>
                    <a:pt x="202932" y="101275"/>
                  </a:lnTo>
                  <a:lnTo>
                    <a:pt x="170647" y="184136"/>
                  </a:lnTo>
                  <a:lnTo>
                    <a:pt x="208466" y="174009"/>
                  </a:lnTo>
                  <a:close/>
                  <a:moveTo>
                    <a:pt x="322846" y="69051"/>
                  </a:moveTo>
                  <a:lnTo>
                    <a:pt x="285027" y="79179"/>
                  </a:lnTo>
                  <a:lnTo>
                    <a:pt x="253665" y="162040"/>
                  </a:lnTo>
                  <a:lnTo>
                    <a:pt x="290561" y="151912"/>
                  </a:lnTo>
                  <a:close/>
                  <a:moveTo>
                    <a:pt x="405863" y="46955"/>
                  </a:moveTo>
                  <a:lnTo>
                    <a:pt x="368044" y="57082"/>
                  </a:lnTo>
                  <a:lnTo>
                    <a:pt x="335760" y="139944"/>
                  </a:lnTo>
                  <a:lnTo>
                    <a:pt x="373579" y="129816"/>
                  </a:lnTo>
                  <a:close/>
                  <a:moveTo>
                    <a:pt x="487959" y="24858"/>
                  </a:moveTo>
                  <a:lnTo>
                    <a:pt x="451062" y="34986"/>
                  </a:lnTo>
                  <a:lnTo>
                    <a:pt x="418777" y="117847"/>
                  </a:lnTo>
                  <a:lnTo>
                    <a:pt x="456596" y="107720"/>
                  </a:lnTo>
                  <a:close/>
                  <a:moveTo>
                    <a:pt x="555295" y="0"/>
                  </a:moveTo>
                  <a:lnTo>
                    <a:pt x="557140" y="6445"/>
                  </a:lnTo>
                  <a:lnTo>
                    <a:pt x="533157" y="12890"/>
                  </a:lnTo>
                  <a:lnTo>
                    <a:pt x="500872" y="95751"/>
                  </a:lnTo>
                  <a:lnTo>
                    <a:pt x="538692" y="85623"/>
                  </a:lnTo>
                  <a:lnTo>
                    <a:pt x="561752" y="25779"/>
                  </a:lnTo>
                  <a:lnTo>
                    <a:pt x="577433" y="82861"/>
                  </a:lnTo>
                  <a:lnTo>
                    <a:pt x="22138" y="231091"/>
                  </a:lnTo>
                  <a:lnTo>
                    <a:pt x="20293" y="224646"/>
                  </a:lnTo>
                  <a:lnTo>
                    <a:pt x="43354" y="218201"/>
                  </a:lnTo>
                  <a:lnTo>
                    <a:pt x="75638" y="135340"/>
                  </a:lnTo>
                  <a:lnTo>
                    <a:pt x="37819" y="145468"/>
                  </a:lnTo>
                  <a:lnTo>
                    <a:pt x="14759" y="203471"/>
                  </a:lnTo>
                  <a:lnTo>
                    <a:pt x="0" y="14823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2292D00-1BAA-7E0F-549E-91DD42B95587}"/>
              </a:ext>
            </a:extLst>
          </p:cNvPr>
          <p:cNvGrpSpPr/>
          <p:nvPr/>
        </p:nvGrpSpPr>
        <p:grpSpPr>
          <a:xfrm>
            <a:off x="1685566" y="2322717"/>
            <a:ext cx="2289437" cy="1223784"/>
            <a:chOff x="811271" y="3010474"/>
            <a:chExt cx="2289437" cy="1223784"/>
          </a:xfrm>
        </p:grpSpPr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385CC4F0-78AD-687B-0A64-945B3E83FD03}"/>
                </a:ext>
              </a:extLst>
            </p:cNvPr>
            <p:cNvSpPr/>
            <p:nvPr/>
          </p:nvSpPr>
          <p:spPr>
            <a:xfrm>
              <a:off x="811271" y="3010474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44B4CF">
                <a:alpha val="20000"/>
              </a:srgbClr>
            </a:solidFill>
            <a:ln w="12700">
              <a:solidFill>
                <a:srgbClr val="44B4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 办公</a:t>
              </a:r>
              <a:r>
                <a:rPr lang="en-US" altLang="zh-CN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/</a:t>
              </a: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教育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智能会议纪要  个性化辅导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助教  智能批改  智能文档操作</a:t>
              </a:r>
              <a:endParaRPr lang="zh-CN" altLang="en-US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74" name="text-book-hand-drawn-outline_59605">
              <a:extLst>
                <a:ext uri="{FF2B5EF4-FFF2-40B4-BE49-F238E27FC236}">
                  <a16:creationId xmlns:a16="http://schemas.microsoft.com/office/drawing/2014/main" id="{59B5C6C9-0192-8D7F-1F6D-1570763F9A3F}"/>
                </a:ext>
              </a:extLst>
            </p:cNvPr>
            <p:cNvSpPr/>
            <p:nvPr/>
          </p:nvSpPr>
          <p:spPr>
            <a:xfrm>
              <a:off x="1062728" y="3168603"/>
              <a:ext cx="348730" cy="260397"/>
            </a:xfrm>
            <a:custGeom>
              <a:avLst/>
              <a:gdLst>
                <a:gd name="connsiteX0" fmla="*/ 176528 w 600409"/>
                <a:gd name="connsiteY0" fmla="*/ 281617 h 448326"/>
                <a:gd name="connsiteX1" fmla="*/ 266429 w 600409"/>
                <a:gd name="connsiteY1" fmla="*/ 324431 h 448326"/>
                <a:gd name="connsiteX2" fmla="*/ 257208 w 600409"/>
                <a:gd name="connsiteY2" fmla="*/ 333638 h 448326"/>
                <a:gd name="connsiteX3" fmla="*/ 226089 w 600409"/>
                <a:gd name="connsiteY3" fmla="*/ 318216 h 448326"/>
                <a:gd name="connsiteX4" fmla="*/ 176528 w 600409"/>
                <a:gd name="connsiteY4" fmla="*/ 305096 h 448326"/>
                <a:gd name="connsiteX5" fmla="*/ 92852 w 600409"/>
                <a:gd name="connsiteY5" fmla="*/ 344687 h 448326"/>
                <a:gd name="connsiteX6" fmla="*/ 81326 w 600409"/>
                <a:gd name="connsiteY6" fmla="*/ 335940 h 448326"/>
                <a:gd name="connsiteX7" fmla="*/ 176528 w 600409"/>
                <a:gd name="connsiteY7" fmla="*/ 281617 h 448326"/>
                <a:gd name="connsiteX8" fmla="*/ 446169 w 600409"/>
                <a:gd name="connsiteY8" fmla="*/ 276287 h 448326"/>
                <a:gd name="connsiteX9" fmla="*/ 478233 w 600409"/>
                <a:gd name="connsiteY9" fmla="*/ 280704 h 448326"/>
                <a:gd name="connsiteX10" fmla="*/ 527571 w 600409"/>
                <a:gd name="connsiteY10" fmla="*/ 334339 h 448326"/>
                <a:gd name="connsiteX11" fmla="*/ 514890 w 600409"/>
                <a:gd name="connsiteY11" fmla="*/ 322830 h 448326"/>
                <a:gd name="connsiteX12" fmla="*/ 506130 w 600409"/>
                <a:gd name="connsiteY12" fmla="*/ 316845 h 448326"/>
                <a:gd name="connsiteX13" fmla="*/ 485611 w 600409"/>
                <a:gd name="connsiteY13" fmla="*/ 307867 h 448326"/>
                <a:gd name="connsiteX14" fmla="*/ 436042 w 600409"/>
                <a:gd name="connsiteY14" fmla="*/ 297969 h 448326"/>
                <a:gd name="connsiteX15" fmla="*/ 371027 w 600409"/>
                <a:gd name="connsiteY15" fmla="*/ 328354 h 448326"/>
                <a:gd name="connsiteX16" fmla="*/ 362497 w 600409"/>
                <a:gd name="connsiteY16" fmla="*/ 326283 h 448326"/>
                <a:gd name="connsiteX17" fmla="*/ 359730 w 600409"/>
                <a:gd name="connsiteY17" fmla="*/ 321909 h 448326"/>
                <a:gd name="connsiteX18" fmla="*/ 362036 w 600409"/>
                <a:gd name="connsiteY18" fmla="*/ 312931 h 448326"/>
                <a:gd name="connsiteX19" fmla="*/ 446169 w 600409"/>
                <a:gd name="connsiteY19" fmla="*/ 276287 h 448326"/>
                <a:gd name="connsiteX20" fmla="*/ 449420 w 600409"/>
                <a:gd name="connsiteY20" fmla="*/ 211671 h 448326"/>
                <a:gd name="connsiteX21" fmla="*/ 529403 w 600409"/>
                <a:gd name="connsiteY21" fmla="*/ 248027 h 448326"/>
                <a:gd name="connsiteX22" fmla="*/ 521105 w 600409"/>
                <a:gd name="connsiteY22" fmla="*/ 258842 h 448326"/>
                <a:gd name="connsiteX23" fmla="*/ 449420 w 600409"/>
                <a:gd name="connsiteY23" fmla="*/ 233991 h 448326"/>
                <a:gd name="connsiteX24" fmla="*/ 363906 w 600409"/>
                <a:gd name="connsiteY24" fmla="*/ 262293 h 448326"/>
                <a:gd name="connsiteX25" fmla="*/ 355378 w 600409"/>
                <a:gd name="connsiteY25" fmla="*/ 251018 h 448326"/>
                <a:gd name="connsiteX26" fmla="*/ 449420 w 600409"/>
                <a:gd name="connsiteY26" fmla="*/ 211671 h 448326"/>
                <a:gd name="connsiteX27" fmla="*/ 172158 w 600409"/>
                <a:gd name="connsiteY27" fmla="*/ 208909 h 448326"/>
                <a:gd name="connsiteX28" fmla="*/ 253968 w 600409"/>
                <a:gd name="connsiteY28" fmla="*/ 238367 h 448326"/>
                <a:gd name="connsiteX29" fmla="*/ 243597 w 600409"/>
                <a:gd name="connsiteY29" fmla="*/ 251946 h 448326"/>
                <a:gd name="connsiteX30" fmla="*/ 172158 w 600409"/>
                <a:gd name="connsiteY30" fmla="*/ 230773 h 448326"/>
                <a:gd name="connsiteX31" fmla="*/ 94036 w 600409"/>
                <a:gd name="connsiteY31" fmla="*/ 262302 h 448326"/>
                <a:gd name="connsiteX32" fmla="*/ 79979 w 600409"/>
                <a:gd name="connsiteY32" fmla="*/ 251715 h 448326"/>
                <a:gd name="connsiteX33" fmla="*/ 172158 w 600409"/>
                <a:gd name="connsiteY33" fmla="*/ 208909 h 448326"/>
                <a:gd name="connsiteX34" fmla="*/ 167370 w 600409"/>
                <a:gd name="connsiteY34" fmla="*/ 107183 h 448326"/>
                <a:gd name="connsiteX35" fmla="*/ 258592 w 600409"/>
                <a:gd name="connsiteY35" fmla="*/ 138005 h 448326"/>
                <a:gd name="connsiteX36" fmla="*/ 241996 w 600409"/>
                <a:gd name="connsiteY36" fmla="*/ 154566 h 448326"/>
                <a:gd name="connsiteX37" fmla="*/ 97932 w 600409"/>
                <a:gd name="connsiteY37" fmla="*/ 174117 h 448326"/>
                <a:gd name="connsiteX38" fmla="*/ 84793 w 600409"/>
                <a:gd name="connsiteY38" fmla="*/ 163996 h 448326"/>
                <a:gd name="connsiteX39" fmla="*/ 167370 w 600409"/>
                <a:gd name="connsiteY39" fmla="*/ 107183 h 448326"/>
                <a:gd name="connsiteX40" fmla="*/ 446226 w 600409"/>
                <a:gd name="connsiteY40" fmla="*/ 99456 h 448326"/>
                <a:gd name="connsiteX41" fmla="*/ 536287 w 600409"/>
                <a:gd name="connsiteY41" fmla="*/ 132261 h 448326"/>
                <a:gd name="connsiteX42" fmla="*/ 522002 w 600409"/>
                <a:gd name="connsiteY42" fmla="*/ 146534 h 448326"/>
                <a:gd name="connsiteX43" fmla="*/ 438824 w 600409"/>
                <a:gd name="connsiteY43" fmla="*/ 121671 h 448326"/>
                <a:gd name="connsiteX44" fmla="*/ 370162 w 600409"/>
                <a:gd name="connsiteY44" fmla="*/ 160577 h 448326"/>
                <a:gd name="connsiteX45" fmla="*/ 359102 w 600409"/>
                <a:gd name="connsiteY45" fmla="*/ 149527 h 448326"/>
                <a:gd name="connsiteX46" fmla="*/ 446226 w 600409"/>
                <a:gd name="connsiteY46" fmla="*/ 99456 h 448326"/>
                <a:gd name="connsiteX47" fmla="*/ 138252 w 600409"/>
                <a:gd name="connsiteY47" fmla="*/ 23571 h 448326"/>
                <a:gd name="connsiteX48" fmla="*/ 39628 w 600409"/>
                <a:gd name="connsiteY48" fmla="*/ 70109 h 448326"/>
                <a:gd name="connsiteX49" fmla="*/ 38476 w 600409"/>
                <a:gd name="connsiteY49" fmla="*/ 71030 h 448326"/>
                <a:gd name="connsiteX50" fmla="*/ 25339 w 600409"/>
                <a:gd name="connsiteY50" fmla="*/ 258591 h 448326"/>
                <a:gd name="connsiteX51" fmla="*/ 30640 w 600409"/>
                <a:gd name="connsiteY51" fmla="*/ 422909 h 448326"/>
                <a:gd name="connsiteX52" fmla="*/ 304210 w 600409"/>
                <a:gd name="connsiteY52" fmla="*/ 408871 h 448326"/>
                <a:gd name="connsiteX53" fmla="*/ 303749 w 600409"/>
                <a:gd name="connsiteY53" fmla="*/ 92202 h 448326"/>
                <a:gd name="connsiteX54" fmla="*/ 303980 w 600409"/>
                <a:gd name="connsiteY54" fmla="*/ 85758 h 448326"/>
                <a:gd name="connsiteX55" fmla="*/ 176759 w 600409"/>
                <a:gd name="connsiteY55" fmla="*/ 24311 h 448326"/>
                <a:gd name="connsiteX56" fmla="*/ 138252 w 600409"/>
                <a:gd name="connsiteY56" fmla="*/ 23571 h 448326"/>
                <a:gd name="connsiteX57" fmla="*/ 480870 w 600409"/>
                <a:gd name="connsiteY57" fmla="*/ 23319 h 448326"/>
                <a:gd name="connsiteX58" fmla="*/ 326336 w 600409"/>
                <a:gd name="connsiteY58" fmla="*/ 84838 h 448326"/>
                <a:gd name="connsiteX59" fmla="*/ 326336 w 600409"/>
                <a:gd name="connsiteY59" fmla="*/ 87600 h 448326"/>
                <a:gd name="connsiteX60" fmla="*/ 319883 w 600409"/>
                <a:gd name="connsiteY60" fmla="*/ 409101 h 448326"/>
                <a:gd name="connsiteX61" fmla="*/ 577781 w 600409"/>
                <a:gd name="connsiteY61" fmla="*/ 390920 h 448326"/>
                <a:gd name="connsiteX62" fmla="*/ 562109 w 600409"/>
                <a:gd name="connsiteY62" fmla="*/ 246854 h 448326"/>
                <a:gd name="connsiteX63" fmla="*/ 560726 w 600409"/>
                <a:gd name="connsiteY63" fmla="*/ 85298 h 448326"/>
                <a:gd name="connsiteX64" fmla="*/ 555656 w 600409"/>
                <a:gd name="connsiteY64" fmla="*/ 79084 h 448326"/>
                <a:gd name="connsiteX65" fmla="*/ 480870 w 600409"/>
                <a:gd name="connsiteY65" fmla="*/ 23319 h 448326"/>
                <a:gd name="connsiteX66" fmla="*/ 136715 w 600409"/>
                <a:gd name="connsiteY66" fmla="*/ 521 h 448326"/>
                <a:gd name="connsiteX67" fmla="*/ 176759 w 600409"/>
                <a:gd name="connsiteY67" fmla="*/ 1528 h 448326"/>
                <a:gd name="connsiteX68" fmla="*/ 316656 w 600409"/>
                <a:gd name="connsiteY68" fmla="*/ 66426 h 448326"/>
                <a:gd name="connsiteX69" fmla="*/ 575938 w 600409"/>
                <a:gd name="connsiteY69" fmla="*/ 68037 h 448326"/>
                <a:gd name="connsiteX70" fmla="*/ 580317 w 600409"/>
                <a:gd name="connsiteY70" fmla="*/ 73561 h 448326"/>
                <a:gd name="connsiteX71" fmla="*/ 586078 w 600409"/>
                <a:gd name="connsiteY71" fmla="*/ 246854 h 448326"/>
                <a:gd name="connsiteX72" fmla="*/ 600368 w 600409"/>
                <a:gd name="connsiteY72" fmla="*/ 427282 h 448326"/>
                <a:gd name="connsiteX73" fmla="*/ 588844 w 600409"/>
                <a:gd name="connsiteY73" fmla="*/ 432345 h 448326"/>
                <a:gd name="connsiteX74" fmla="*/ 570867 w 600409"/>
                <a:gd name="connsiteY74" fmla="*/ 432805 h 448326"/>
                <a:gd name="connsiteX75" fmla="*/ 315734 w 600409"/>
                <a:gd name="connsiteY75" fmla="*/ 442471 h 448326"/>
                <a:gd name="connsiteX76" fmla="*/ 304902 w 600409"/>
                <a:gd name="connsiteY76" fmla="*/ 445232 h 448326"/>
                <a:gd name="connsiteX77" fmla="*/ 302136 w 600409"/>
                <a:gd name="connsiteY77" fmla="*/ 444312 h 448326"/>
                <a:gd name="connsiteX78" fmla="*/ 298218 w 600409"/>
                <a:gd name="connsiteY78" fmla="*/ 440169 h 448326"/>
                <a:gd name="connsiteX79" fmla="*/ 297527 w 600409"/>
                <a:gd name="connsiteY79" fmla="*/ 431424 h 448326"/>
                <a:gd name="connsiteX80" fmla="*/ 31792 w 600409"/>
                <a:gd name="connsiteY80" fmla="*/ 446153 h 448326"/>
                <a:gd name="connsiteX81" fmla="*/ 18886 w 600409"/>
                <a:gd name="connsiteY81" fmla="*/ 443621 h 448326"/>
                <a:gd name="connsiteX82" fmla="*/ 13354 w 600409"/>
                <a:gd name="connsiteY82" fmla="*/ 436027 h 448326"/>
                <a:gd name="connsiteX83" fmla="*/ 678 w 600409"/>
                <a:gd name="connsiteY83" fmla="*/ 227293 h 448326"/>
                <a:gd name="connsiteX84" fmla="*/ 22573 w 600409"/>
                <a:gd name="connsiteY84" fmla="*/ 58372 h 448326"/>
                <a:gd name="connsiteX85" fmla="*/ 34558 w 600409"/>
                <a:gd name="connsiteY85" fmla="*/ 55150 h 448326"/>
                <a:gd name="connsiteX86" fmla="*/ 136715 w 600409"/>
                <a:gd name="connsiteY86" fmla="*/ 521 h 44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600409" h="448326">
                  <a:moveTo>
                    <a:pt x="176528" y="281617"/>
                  </a:moveTo>
                  <a:cubicBezTo>
                    <a:pt x="205343" y="283459"/>
                    <a:pt x="256747" y="292666"/>
                    <a:pt x="266429" y="324431"/>
                  </a:cubicBezTo>
                  <a:cubicBezTo>
                    <a:pt x="268273" y="330416"/>
                    <a:pt x="262510" y="334329"/>
                    <a:pt x="257208" y="333638"/>
                  </a:cubicBezTo>
                  <a:cubicBezTo>
                    <a:pt x="244530" y="331797"/>
                    <a:pt x="237384" y="323510"/>
                    <a:pt x="226089" y="318216"/>
                  </a:cubicBezTo>
                  <a:cubicBezTo>
                    <a:pt x="210644" y="311080"/>
                    <a:pt x="193817" y="305326"/>
                    <a:pt x="176528" y="305096"/>
                  </a:cubicBezTo>
                  <a:cubicBezTo>
                    <a:pt x="141260" y="304865"/>
                    <a:pt x="115212" y="317756"/>
                    <a:pt x="92852" y="344687"/>
                  </a:cubicBezTo>
                  <a:cubicBezTo>
                    <a:pt x="87089" y="351362"/>
                    <a:pt x="78099" y="342846"/>
                    <a:pt x="81326" y="335940"/>
                  </a:cubicBezTo>
                  <a:cubicBezTo>
                    <a:pt x="98154" y="300032"/>
                    <a:pt x="137341" y="279315"/>
                    <a:pt x="176528" y="281617"/>
                  </a:cubicBezTo>
                  <a:close/>
                  <a:moveTo>
                    <a:pt x="446169" y="276287"/>
                  </a:moveTo>
                  <a:cubicBezTo>
                    <a:pt x="456403" y="276100"/>
                    <a:pt x="467051" y="277482"/>
                    <a:pt x="478233" y="280704"/>
                  </a:cubicBezTo>
                  <a:cubicBezTo>
                    <a:pt x="491605" y="284617"/>
                    <a:pt x="566764" y="312701"/>
                    <a:pt x="527571" y="334339"/>
                  </a:cubicBezTo>
                  <a:cubicBezTo>
                    <a:pt x="519271" y="338943"/>
                    <a:pt x="511893" y="330196"/>
                    <a:pt x="514890" y="322830"/>
                  </a:cubicBezTo>
                  <a:cubicBezTo>
                    <a:pt x="512124" y="320298"/>
                    <a:pt x="509357" y="318456"/>
                    <a:pt x="506130" y="316845"/>
                  </a:cubicBezTo>
                  <a:cubicBezTo>
                    <a:pt x="499444" y="313392"/>
                    <a:pt x="492527" y="310169"/>
                    <a:pt x="485611" y="307867"/>
                  </a:cubicBezTo>
                  <a:cubicBezTo>
                    <a:pt x="469933" y="302803"/>
                    <a:pt x="452642" y="297048"/>
                    <a:pt x="436042" y="297969"/>
                  </a:cubicBezTo>
                  <a:cubicBezTo>
                    <a:pt x="414140" y="299350"/>
                    <a:pt x="391316" y="320528"/>
                    <a:pt x="371027" y="328354"/>
                  </a:cubicBezTo>
                  <a:cubicBezTo>
                    <a:pt x="368030" y="329505"/>
                    <a:pt x="364802" y="328124"/>
                    <a:pt x="362497" y="326283"/>
                  </a:cubicBezTo>
                  <a:cubicBezTo>
                    <a:pt x="360653" y="325592"/>
                    <a:pt x="359500" y="323750"/>
                    <a:pt x="359730" y="321909"/>
                  </a:cubicBezTo>
                  <a:cubicBezTo>
                    <a:pt x="358808" y="318916"/>
                    <a:pt x="359500" y="315003"/>
                    <a:pt x="362036" y="312931"/>
                  </a:cubicBezTo>
                  <a:cubicBezTo>
                    <a:pt x="388491" y="291523"/>
                    <a:pt x="415466" y="276848"/>
                    <a:pt x="446169" y="276287"/>
                  </a:cubicBezTo>
                  <a:close/>
                  <a:moveTo>
                    <a:pt x="449420" y="211671"/>
                  </a:moveTo>
                  <a:cubicBezTo>
                    <a:pt x="476619" y="213972"/>
                    <a:pt x="515573" y="221795"/>
                    <a:pt x="529403" y="248027"/>
                  </a:cubicBezTo>
                  <a:cubicBezTo>
                    <a:pt x="532399" y="254009"/>
                    <a:pt x="527328" y="259992"/>
                    <a:pt x="521105" y="258842"/>
                  </a:cubicBezTo>
                  <a:cubicBezTo>
                    <a:pt x="495981" y="253779"/>
                    <a:pt x="476619" y="235141"/>
                    <a:pt x="449420" y="233991"/>
                  </a:cubicBezTo>
                  <a:cubicBezTo>
                    <a:pt x="416229" y="232380"/>
                    <a:pt x="390413" y="243425"/>
                    <a:pt x="363906" y="262293"/>
                  </a:cubicBezTo>
                  <a:cubicBezTo>
                    <a:pt x="356992" y="266895"/>
                    <a:pt x="349846" y="256771"/>
                    <a:pt x="355378" y="251018"/>
                  </a:cubicBezTo>
                  <a:cubicBezTo>
                    <a:pt x="379119" y="226627"/>
                    <a:pt x="414155" y="208679"/>
                    <a:pt x="449420" y="211671"/>
                  </a:cubicBezTo>
                  <a:close/>
                  <a:moveTo>
                    <a:pt x="172158" y="208909"/>
                  </a:moveTo>
                  <a:cubicBezTo>
                    <a:pt x="196816" y="208909"/>
                    <a:pt x="241754" y="212592"/>
                    <a:pt x="253968" y="238367"/>
                  </a:cubicBezTo>
                  <a:cubicBezTo>
                    <a:pt x="257194" y="245041"/>
                    <a:pt x="251894" y="254707"/>
                    <a:pt x="243597" y="251946"/>
                  </a:cubicBezTo>
                  <a:cubicBezTo>
                    <a:pt x="218479" y="243200"/>
                    <a:pt x="200964" y="230082"/>
                    <a:pt x="172158" y="230773"/>
                  </a:cubicBezTo>
                  <a:cubicBezTo>
                    <a:pt x="141970" y="231463"/>
                    <a:pt x="115007" y="239978"/>
                    <a:pt x="94036" y="262302"/>
                  </a:cubicBezTo>
                  <a:cubicBezTo>
                    <a:pt x="87123" y="269436"/>
                    <a:pt x="74218" y="260001"/>
                    <a:pt x="79979" y="251715"/>
                  </a:cubicBezTo>
                  <a:cubicBezTo>
                    <a:pt x="100489" y="222027"/>
                    <a:pt x="136900" y="208679"/>
                    <a:pt x="172158" y="208909"/>
                  </a:cubicBezTo>
                  <a:close/>
                  <a:moveTo>
                    <a:pt x="167370" y="107183"/>
                  </a:moveTo>
                  <a:cubicBezTo>
                    <a:pt x="199698" y="100570"/>
                    <a:pt x="233467" y="108563"/>
                    <a:pt x="258592" y="138005"/>
                  </a:cubicBezTo>
                  <a:cubicBezTo>
                    <a:pt x="268273" y="149505"/>
                    <a:pt x="251907" y="166066"/>
                    <a:pt x="241996" y="154566"/>
                  </a:cubicBezTo>
                  <a:cubicBezTo>
                    <a:pt x="199353" y="104193"/>
                    <a:pt x="135273" y="132944"/>
                    <a:pt x="97932" y="174117"/>
                  </a:cubicBezTo>
                  <a:cubicBezTo>
                    <a:pt x="91708" y="181017"/>
                    <a:pt x="79722" y="172047"/>
                    <a:pt x="84793" y="163996"/>
                  </a:cubicBezTo>
                  <a:cubicBezTo>
                    <a:pt x="104155" y="135015"/>
                    <a:pt x="135042" y="113796"/>
                    <a:pt x="167370" y="107183"/>
                  </a:cubicBezTo>
                  <a:close/>
                  <a:moveTo>
                    <a:pt x="446226" y="99456"/>
                  </a:moveTo>
                  <a:cubicBezTo>
                    <a:pt x="480067" y="93585"/>
                    <a:pt x="514398" y="101528"/>
                    <a:pt x="536287" y="132261"/>
                  </a:cubicBezTo>
                  <a:cubicBezTo>
                    <a:pt x="542278" y="140779"/>
                    <a:pt x="530527" y="152290"/>
                    <a:pt x="522002" y="146534"/>
                  </a:cubicBezTo>
                  <a:cubicBezTo>
                    <a:pt x="496427" y="128347"/>
                    <a:pt x="472003" y="114074"/>
                    <a:pt x="438824" y="121671"/>
                  </a:cubicBezTo>
                  <a:cubicBezTo>
                    <a:pt x="411866" y="127887"/>
                    <a:pt x="389516" y="140549"/>
                    <a:pt x="370162" y="160577"/>
                  </a:cubicBezTo>
                  <a:cubicBezTo>
                    <a:pt x="363019" y="168174"/>
                    <a:pt x="352881" y="157354"/>
                    <a:pt x="359102" y="149527"/>
                  </a:cubicBezTo>
                  <a:cubicBezTo>
                    <a:pt x="379033" y="125010"/>
                    <a:pt x="412385" y="105326"/>
                    <a:pt x="446226" y="99456"/>
                  </a:cubicBezTo>
                  <a:close/>
                  <a:moveTo>
                    <a:pt x="138252" y="23571"/>
                  </a:moveTo>
                  <a:cubicBezTo>
                    <a:pt x="100127" y="25620"/>
                    <a:pt x="64173" y="37314"/>
                    <a:pt x="39628" y="70109"/>
                  </a:cubicBezTo>
                  <a:cubicBezTo>
                    <a:pt x="39398" y="70569"/>
                    <a:pt x="38937" y="70800"/>
                    <a:pt x="38476" y="71030"/>
                  </a:cubicBezTo>
                  <a:cubicBezTo>
                    <a:pt x="29026" y="134547"/>
                    <a:pt x="22804" y="193693"/>
                    <a:pt x="25339" y="258591"/>
                  </a:cubicBezTo>
                  <a:cubicBezTo>
                    <a:pt x="27644" y="313364"/>
                    <a:pt x="32253" y="368136"/>
                    <a:pt x="30640" y="422909"/>
                  </a:cubicBezTo>
                  <a:cubicBezTo>
                    <a:pt x="94250" y="356630"/>
                    <a:pt x="238295" y="339369"/>
                    <a:pt x="304210" y="408871"/>
                  </a:cubicBezTo>
                  <a:cubicBezTo>
                    <a:pt x="293609" y="306230"/>
                    <a:pt x="278858" y="192542"/>
                    <a:pt x="303749" y="92202"/>
                  </a:cubicBezTo>
                  <a:cubicBezTo>
                    <a:pt x="303058" y="90361"/>
                    <a:pt x="303058" y="88290"/>
                    <a:pt x="303980" y="85758"/>
                  </a:cubicBezTo>
                  <a:cubicBezTo>
                    <a:pt x="265952" y="51928"/>
                    <a:pt x="230229" y="28684"/>
                    <a:pt x="176759" y="24311"/>
                  </a:cubicBezTo>
                  <a:cubicBezTo>
                    <a:pt x="163910" y="23276"/>
                    <a:pt x="150961" y="22887"/>
                    <a:pt x="138252" y="23571"/>
                  </a:cubicBezTo>
                  <a:close/>
                  <a:moveTo>
                    <a:pt x="480870" y="23319"/>
                  </a:moveTo>
                  <a:cubicBezTo>
                    <a:pt x="426357" y="16893"/>
                    <a:pt x="359466" y="46146"/>
                    <a:pt x="326336" y="84838"/>
                  </a:cubicBezTo>
                  <a:cubicBezTo>
                    <a:pt x="326566" y="85758"/>
                    <a:pt x="326566" y="86679"/>
                    <a:pt x="326336" y="87600"/>
                  </a:cubicBezTo>
                  <a:cubicBezTo>
                    <a:pt x="308128" y="194843"/>
                    <a:pt x="330715" y="302547"/>
                    <a:pt x="319883" y="409101"/>
                  </a:cubicBezTo>
                  <a:cubicBezTo>
                    <a:pt x="385337" y="361693"/>
                    <a:pt x="531687" y="320728"/>
                    <a:pt x="577781" y="390920"/>
                  </a:cubicBezTo>
                  <a:cubicBezTo>
                    <a:pt x="568563" y="343282"/>
                    <a:pt x="564184" y="294953"/>
                    <a:pt x="562109" y="246854"/>
                  </a:cubicBezTo>
                  <a:cubicBezTo>
                    <a:pt x="559574" y="194613"/>
                    <a:pt x="554043" y="137769"/>
                    <a:pt x="560726" y="85298"/>
                  </a:cubicBezTo>
                  <a:cubicBezTo>
                    <a:pt x="558652" y="83917"/>
                    <a:pt x="556808" y="82076"/>
                    <a:pt x="555656" y="79084"/>
                  </a:cubicBezTo>
                  <a:cubicBezTo>
                    <a:pt x="541828" y="43873"/>
                    <a:pt x="513577" y="27174"/>
                    <a:pt x="480870" y="23319"/>
                  </a:cubicBezTo>
                  <a:close/>
                  <a:moveTo>
                    <a:pt x="136715" y="521"/>
                  </a:moveTo>
                  <a:cubicBezTo>
                    <a:pt x="150399" y="-457"/>
                    <a:pt x="164026" y="-26"/>
                    <a:pt x="176759" y="1528"/>
                  </a:cubicBezTo>
                  <a:cubicBezTo>
                    <a:pt x="216861" y="6591"/>
                    <a:pt x="295683" y="22240"/>
                    <a:pt x="316656" y="66426"/>
                  </a:cubicBezTo>
                  <a:cubicBezTo>
                    <a:pt x="378423" y="-10900"/>
                    <a:pt x="531226" y="-32302"/>
                    <a:pt x="575938" y="68037"/>
                  </a:cubicBezTo>
                  <a:cubicBezTo>
                    <a:pt x="578242" y="68958"/>
                    <a:pt x="580086" y="70800"/>
                    <a:pt x="580317" y="73561"/>
                  </a:cubicBezTo>
                  <a:cubicBezTo>
                    <a:pt x="589536" y="129715"/>
                    <a:pt x="583774" y="190010"/>
                    <a:pt x="586078" y="246854"/>
                  </a:cubicBezTo>
                  <a:cubicBezTo>
                    <a:pt x="588614" y="307150"/>
                    <a:pt x="593454" y="367216"/>
                    <a:pt x="600368" y="427282"/>
                  </a:cubicBezTo>
                  <a:cubicBezTo>
                    <a:pt x="601059" y="433725"/>
                    <a:pt x="592993" y="435797"/>
                    <a:pt x="588844" y="432345"/>
                  </a:cubicBezTo>
                  <a:cubicBezTo>
                    <a:pt x="584696" y="438788"/>
                    <a:pt x="575016" y="441550"/>
                    <a:pt x="570867" y="432805"/>
                  </a:cubicBezTo>
                  <a:cubicBezTo>
                    <a:pt x="525464" y="338679"/>
                    <a:pt x="375657" y="383556"/>
                    <a:pt x="315734" y="442471"/>
                  </a:cubicBezTo>
                  <a:cubicBezTo>
                    <a:pt x="312968" y="445232"/>
                    <a:pt x="308820" y="446383"/>
                    <a:pt x="304902" y="445232"/>
                  </a:cubicBezTo>
                  <a:cubicBezTo>
                    <a:pt x="303980" y="445002"/>
                    <a:pt x="303058" y="444772"/>
                    <a:pt x="302136" y="444312"/>
                  </a:cubicBezTo>
                  <a:cubicBezTo>
                    <a:pt x="299831" y="443851"/>
                    <a:pt x="299370" y="442010"/>
                    <a:pt x="298218" y="440169"/>
                  </a:cubicBezTo>
                  <a:cubicBezTo>
                    <a:pt x="296605" y="437408"/>
                    <a:pt x="296605" y="434186"/>
                    <a:pt x="297527" y="431424"/>
                  </a:cubicBezTo>
                  <a:cubicBezTo>
                    <a:pt x="212252" y="382405"/>
                    <a:pt x="107848" y="370668"/>
                    <a:pt x="31792" y="446153"/>
                  </a:cubicBezTo>
                  <a:cubicBezTo>
                    <a:pt x="27644" y="450295"/>
                    <a:pt x="21190" y="447994"/>
                    <a:pt x="18886" y="443621"/>
                  </a:cubicBezTo>
                  <a:cubicBezTo>
                    <a:pt x="15889" y="442701"/>
                    <a:pt x="13585" y="440169"/>
                    <a:pt x="13354" y="436027"/>
                  </a:cubicBezTo>
                  <a:cubicBezTo>
                    <a:pt x="8745" y="366525"/>
                    <a:pt x="1600" y="297024"/>
                    <a:pt x="678" y="227293"/>
                  </a:cubicBezTo>
                  <a:cubicBezTo>
                    <a:pt x="-13" y="174361"/>
                    <a:pt x="-4392" y="106010"/>
                    <a:pt x="22573" y="58372"/>
                  </a:cubicBezTo>
                  <a:cubicBezTo>
                    <a:pt x="25569" y="53079"/>
                    <a:pt x="30640" y="52848"/>
                    <a:pt x="34558" y="55150"/>
                  </a:cubicBezTo>
                  <a:cubicBezTo>
                    <a:pt x="54090" y="19076"/>
                    <a:pt x="95662" y="3455"/>
                    <a:pt x="136715" y="521"/>
                  </a:cubicBezTo>
                  <a:close/>
                </a:path>
              </a:pathLst>
            </a:custGeom>
            <a:solidFill>
              <a:srgbClr val="4BB7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6335CA6-26D3-593D-F4DD-594866E88531}"/>
              </a:ext>
            </a:extLst>
          </p:cNvPr>
          <p:cNvGrpSpPr/>
          <p:nvPr/>
        </p:nvGrpSpPr>
        <p:grpSpPr>
          <a:xfrm>
            <a:off x="1685566" y="2322717"/>
            <a:ext cx="2289437" cy="1223784"/>
            <a:chOff x="4369180" y="3010474"/>
            <a:chExt cx="2289437" cy="1223784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08679195-71EF-C060-F31B-F13F454BF600}"/>
                </a:ext>
              </a:extLst>
            </p:cNvPr>
            <p:cNvSpPr/>
            <p:nvPr/>
          </p:nvSpPr>
          <p:spPr>
            <a:xfrm>
              <a:off x="4369180" y="3010474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00B0F0">
                <a:alpha val="20000"/>
              </a:srgb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 医疗健康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智能导诊与分诊  医疗影像诊断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临床决策辅助  药物研发</a:t>
              </a:r>
              <a:endParaRPr lang="zh-CN" altLang="en-US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77" name="medical-kit_203161">
              <a:extLst>
                <a:ext uri="{FF2B5EF4-FFF2-40B4-BE49-F238E27FC236}">
                  <a16:creationId xmlns:a16="http://schemas.microsoft.com/office/drawing/2014/main" id="{16B5B5A8-F151-52FD-421E-59F5DC1F16DC}"/>
                </a:ext>
              </a:extLst>
            </p:cNvPr>
            <p:cNvSpPr/>
            <p:nvPr/>
          </p:nvSpPr>
          <p:spPr>
            <a:xfrm>
              <a:off x="4643521" y="3142448"/>
              <a:ext cx="345352" cy="3127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  <a:gd name="connsiteX66" fmla="*/ 373273 h 605239"/>
                <a:gd name="connsiteY66" fmla="*/ 373273 h 605239"/>
                <a:gd name="connsiteX67" fmla="*/ 373273 h 605239"/>
                <a:gd name="connsiteY67" fmla="*/ 373273 h 605239"/>
                <a:gd name="connsiteX68" fmla="*/ 373273 h 605239"/>
                <a:gd name="connsiteY68" fmla="*/ 373273 h 605239"/>
                <a:gd name="connsiteX69" fmla="*/ 373273 h 605239"/>
                <a:gd name="connsiteY69" fmla="*/ 373273 h 605239"/>
                <a:gd name="connsiteX70" fmla="*/ 373273 h 605239"/>
                <a:gd name="connsiteY70" fmla="*/ 373273 h 605239"/>
                <a:gd name="connsiteX71" fmla="*/ 373273 h 605239"/>
                <a:gd name="connsiteY71" fmla="*/ 373273 h 605239"/>
                <a:gd name="connsiteX72" fmla="*/ 373273 h 605239"/>
                <a:gd name="connsiteY72" fmla="*/ 373273 h 605239"/>
                <a:gd name="connsiteX73" fmla="*/ 373273 h 605239"/>
                <a:gd name="connsiteY73" fmla="*/ 373273 h 605239"/>
                <a:gd name="connsiteX74" fmla="*/ 373273 h 605239"/>
                <a:gd name="connsiteY74" fmla="*/ 373273 h 605239"/>
                <a:gd name="connsiteX75" fmla="*/ 373273 h 605239"/>
                <a:gd name="connsiteY75" fmla="*/ 373273 h 605239"/>
                <a:gd name="connsiteX76" fmla="*/ 373273 h 605239"/>
                <a:gd name="connsiteY76" fmla="*/ 373273 h 605239"/>
                <a:gd name="connsiteX77" fmla="*/ 373273 h 605239"/>
                <a:gd name="connsiteY77" fmla="*/ 373273 h 605239"/>
                <a:gd name="connsiteX78" fmla="*/ 373273 h 605239"/>
                <a:gd name="connsiteY78" fmla="*/ 373273 h 605239"/>
                <a:gd name="connsiteX79" fmla="*/ 373273 h 605239"/>
                <a:gd name="connsiteY79" fmla="*/ 373273 h 605239"/>
                <a:gd name="connsiteX80" fmla="*/ 373273 h 605239"/>
                <a:gd name="connsiteY80" fmla="*/ 373273 h 605239"/>
                <a:gd name="connsiteX81" fmla="*/ 373273 h 605239"/>
                <a:gd name="connsiteY81" fmla="*/ 373273 h 605239"/>
                <a:gd name="connsiteX82" fmla="*/ 373273 h 605239"/>
                <a:gd name="connsiteY82" fmla="*/ 373273 h 605239"/>
                <a:gd name="connsiteX83" fmla="*/ 373273 h 605239"/>
                <a:gd name="connsiteY83" fmla="*/ 373273 h 605239"/>
                <a:gd name="connsiteX84" fmla="*/ 373273 h 605239"/>
                <a:gd name="connsiteY84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07639" h="550199">
                  <a:moveTo>
                    <a:pt x="28570" y="412627"/>
                  </a:moveTo>
                  <a:lnTo>
                    <a:pt x="28570" y="507363"/>
                  </a:lnTo>
                  <a:cubicBezTo>
                    <a:pt x="28570" y="515273"/>
                    <a:pt x="34979" y="521671"/>
                    <a:pt x="42811" y="521671"/>
                  </a:cubicBezTo>
                  <a:lnTo>
                    <a:pt x="564739" y="521671"/>
                  </a:lnTo>
                  <a:cubicBezTo>
                    <a:pt x="572660" y="521671"/>
                    <a:pt x="579069" y="515273"/>
                    <a:pt x="579069" y="507363"/>
                  </a:cubicBezTo>
                  <a:lnTo>
                    <a:pt x="579069" y="412627"/>
                  </a:lnTo>
                  <a:lnTo>
                    <a:pt x="428205" y="412627"/>
                  </a:lnTo>
                  <a:cubicBezTo>
                    <a:pt x="368037" y="499809"/>
                    <a:pt x="239691" y="499898"/>
                    <a:pt x="179434" y="412627"/>
                  </a:cubicBezTo>
                  <a:close/>
                  <a:moveTo>
                    <a:pt x="443692" y="270345"/>
                  </a:moveTo>
                  <a:cubicBezTo>
                    <a:pt x="458466" y="306604"/>
                    <a:pt x="458466" y="347929"/>
                    <a:pt x="443692" y="384100"/>
                  </a:cubicBezTo>
                  <a:lnTo>
                    <a:pt x="579069" y="384100"/>
                  </a:lnTo>
                  <a:lnTo>
                    <a:pt x="579069" y="270345"/>
                  </a:lnTo>
                  <a:close/>
                  <a:moveTo>
                    <a:pt x="28570" y="270345"/>
                  </a:moveTo>
                  <a:lnTo>
                    <a:pt x="28570" y="384100"/>
                  </a:lnTo>
                  <a:lnTo>
                    <a:pt x="163858" y="384100"/>
                  </a:lnTo>
                  <a:cubicBezTo>
                    <a:pt x="148639" y="346685"/>
                    <a:pt x="149618" y="305271"/>
                    <a:pt x="163858" y="270345"/>
                  </a:cubicBezTo>
                  <a:close/>
                  <a:moveTo>
                    <a:pt x="281883" y="240487"/>
                  </a:moveTo>
                  <a:lnTo>
                    <a:pt x="325756" y="240487"/>
                  </a:lnTo>
                  <a:cubicBezTo>
                    <a:pt x="330651" y="240487"/>
                    <a:pt x="334656" y="244485"/>
                    <a:pt x="334656" y="249372"/>
                  </a:cubicBezTo>
                  <a:lnTo>
                    <a:pt x="334656" y="287488"/>
                  </a:lnTo>
                  <a:cubicBezTo>
                    <a:pt x="334656" y="292374"/>
                    <a:pt x="338660" y="296373"/>
                    <a:pt x="343644" y="296373"/>
                  </a:cubicBezTo>
                  <a:lnTo>
                    <a:pt x="381733" y="296373"/>
                  </a:lnTo>
                  <a:cubicBezTo>
                    <a:pt x="386717" y="296373"/>
                    <a:pt x="390721" y="300371"/>
                    <a:pt x="390721" y="305346"/>
                  </a:cubicBezTo>
                  <a:lnTo>
                    <a:pt x="390721" y="349149"/>
                  </a:lnTo>
                  <a:cubicBezTo>
                    <a:pt x="390721" y="354035"/>
                    <a:pt x="386717" y="358033"/>
                    <a:pt x="381733" y="358033"/>
                  </a:cubicBezTo>
                  <a:lnTo>
                    <a:pt x="343644" y="358033"/>
                  </a:lnTo>
                  <a:cubicBezTo>
                    <a:pt x="338660" y="358033"/>
                    <a:pt x="334656" y="362032"/>
                    <a:pt x="334656" y="367007"/>
                  </a:cubicBezTo>
                  <a:lnTo>
                    <a:pt x="334656" y="405034"/>
                  </a:lnTo>
                  <a:cubicBezTo>
                    <a:pt x="334656" y="410010"/>
                    <a:pt x="330651" y="414008"/>
                    <a:pt x="325756" y="414008"/>
                  </a:cubicBezTo>
                  <a:lnTo>
                    <a:pt x="281883" y="414008"/>
                  </a:lnTo>
                  <a:cubicBezTo>
                    <a:pt x="276899" y="414008"/>
                    <a:pt x="272895" y="410010"/>
                    <a:pt x="272895" y="405034"/>
                  </a:cubicBezTo>
                  <a:lnTo>
                    <a:pt x="272895" y="367007"/>
                  </a:lnTo>
                  <a:cubicBezTo>
                    <a:pt x="272895" y="362032"/>
                    <a:pt x="268890" y="358033"/>
                    <a:pt x="263995" y="358033"/>
                  </a:cubicBezTo>
                  <a:lnTo>
                    <a:pt x="225818" y="358033"/>
                  </a:lnTo>
                  <a:cubicBezTo>
                    <a:pt x="220923" y="358033"/>
                    <a:pt x="216918" y="354035"/>
                    <a:pt x="216918" y="349149"/>
                  </a:cubicBezTo>
                  <a:lnTo>
                    <a:pt x="216918" y="305346"/>
                  </a:lnTo>
                  <a:cubicBezTo>
                    <a:pt x="216918" y="300371"/>
                    <a:pt x="220923" y="296373"/>
                    <a:pt x="225818" y="296373"/>
                  </a:cubicBezTo>
                  <a:lnTo>
                    <a:pt x="263995" y="296373"/>
                  </a:lnTo>
                  <a:cubicBezTo>
                    <a:pt x="268890" y="296373"/>
                    <a:pt x="272895" y="292374"/>
                    <a:pt x="272895" y="287488"/>
                  </a:cubicBezTo>
                  <a:lnTo>
                    <a:pt x="272895" y="249372"/>
                  </a:lnTo>
                  <a:cubicBezTo>
                    <a:pt x="272895" y="244485"/>
                    <a:pt x="276899" y="240487"/>
                    <a:pt x="281883" y="240487"/>
                  </a:cubicBezTo>
                  <a:close/>
                  <a:moveTo>
                    <a:pt x="303775" y="204936"/>
                  </a:moveTo>
                  <a:cubicBezTo>
                    <a:pt x="236309" y="204936"/>
                    <a:pt x="181303" y="259769"/>
                    <a:pt x="181303" y="327222"/>
                  </a:cubicBezTo>
                  <a:cubicBezTo>
                    <a:pt x="181303" y="394675"/>
                    <a:pt x="236220" y="449508"/>
                    <a:pt x="303775" y="449508"/>
                  </a:cubicBezTo>
                  <a:cubicBezTo>
                    <a:pt x="371330" y="449508"/>
                    <a:pt x="426246" y="394675"/>
                    <a:pt x="426246" y="327222"/>
                  </a:cubicBezTo>
                  <a:cubicBezTo>
                    <a:pt x="426246" y="259858"/>
                    <a:pt x="371330" y="204936"/>
                    <a:pt x="303775" y="204936"/>
                  </a:cubicBezTo>
                  <a:close/>
                  <a:moveTo>
                    <a:pt x="42811" y="132862"/>
                  </a:moveTo>
                  <a:cubicBezTo>
                    <a:pt x="34979" y="132862"/>
                    <a:pt x="28570" y="139261"/>
                    <a:pt x="28570" y="147081"/>
                  </a:cubicBezTo>
                  <a:lnTo>
                    <a:pt x="28570" y="241817"/>
                  </a:lnTo>
                  <a:lnTo>
                    <a:pt x="179434" y="241817"/>
                  </a:lnTo>
                  <a:cubicBezTo>
                    <a:pt x="239602" y="154724"/>
                    <a:pt x="367948" y="154546"/>
                    <a:pt x="428205" y="241817"/>
                  </a:cubicBezTo>
                  <a:lnTo>
                    <a:pt x="579069" y="241817"/>
                  </a:lnTo>
                  <a:lnTo>
                    <a:pt x="579069" y="147081"/>
                  </a:lnTo>
                  <a:cubicBezTo>
                    <a:pt x="579069" y="139261"/>
                    <a:pt x="572660" y="132862"/>
                    <a:pt x="564739" y="132862"/>
                  </a:cubicBezTo>
                  <a:close/>
                  <a:moveTo>
                    <a:pt x="247791" y="72963"/>
                  </a:moveTo>
                  <a:lnTo>
                    <a:pt x="247791" y="104334"/>
                  </a:lnTo>
                  <a:lnTo>
                    <a:pt x="359849" y="104334"/>
                  </a:lnTo>
                  <a:lnTo>
                    <a:pt x="359849" y="72963"/>
                  </a:lnTo>
                  <a:close/>
                  <a:moveTo>
                    <a:pt x="208005" y="28528"/>
                  </a:moveTo>
                  <a:cubicBezTo>
                    <a:pt x="205424" y="28528"/>
                    <a:pt x="203288" y="30660"/>
                    <a:pt x="203288" y="33327"/>
                  </a:cubicBezTo>
                  <a:lnTo>
                    <a:pt x="203288" y="104334"/>
                  </a:lnTo>
                  <a:lnTo>
                    <a:pt x="219220" y="104334"/>
                  </a:lnTo>
                  <a:lnTo>
                    <a:pt x="219220" y="58744"/>
                  </a:lnTo>
                  <a:cubicBezTo>
                    <a:pt x="219220" y="50834"/>
                    <a:pt x="225629" y="44435"/>
                    <a:pt x="233461" y="44435"/>
                  </a:cubicBezTo>
                  <a:lnTo>
                    <a:pt x="374089" y="44435"/>
                  </a:lnTo>
                  <a:cubicBezTo>
                    <a:pt x="382011" y="44435"/>
                    <a:pt x="388419" y="50834"/>
                    <a:pt x="388419" y="58744"/>
                  </a:cubicBezTo>
                  <a:lnTo>
                    <a:pt x="388419" y="104334"/>
                  </a:lnTo>
                  <a:lnTo>
                    <a:pt x="404351" y="104334"/>
                  </a:lnTo>
                  <a:lnTo>
                    <a:pt x="404351" y="33327"/>
                  </a:lnTo>
                  <a:cubicBezTo>
                    <a:pt x="404351" y="30660"/>
                    <a:pt x="402215" y="28528"/>
                    <a:pt x="399545" y="28528"/>
                  </a:cubicBezTo>
                  <a:close/>
                  <a:moveTo>
                    <a:pt x="208005" y="0"/>
                  </a:moveTo>
                  <a:lnTo>
                    <a:pt x="399545" y="0"/>
                  </a:lnTo>
                  <a:cubicBezTo>
                    <a:pt x="417969" y="0"/>
                    <a:pt x="432922" y="14930"/>
                    <a:pt x="432922" y="33327"/>
                  </a:cubicBezTo>
                  <a:lnTo>
                    <a:pt x="432922" y="104334"/>
                  </a:lnTo>
                  <a:lnTo>
                    <a:pt x="564739" y="104334"/>
                  </a:lnTo>
                  <a:cubicBezTo>
                    <a:pt x="588414" y="104334"/>
                    <a:pt x="607639" y="123530"/>
                    <a:pt x="607639" y="147081"/>
                  </a:cubicBezTo>
                  <a:lnTo>
                    <a:pt x="607639" y="507363"/>
                  </a:lnTo>
                  <a:cubicBezTo>
                    <a:pt x="607639" y="531003"/>
                    <a:pt x="588414" y="550199"/>
                    <a:pt x="564739" y="550199"/>
                  </a:cubicBezTo>
                  <a:lnTo>
                    <a:pt x="42811" y="550199"/>
                  </a:lnTo>
                  <a:cubicBezTo>
                    <a:pt x="19225" y="550199"/>
                    <a:pt x="0" y="531003"/>
                    <a:pt x="0" y="507363"/>
                  </a:cubicBezTo>
                  <a:lnTo>
                    <a:pt x="0" y="147081"/>
                  </a:lnTo>
                  <a:cubicBezTo>
                    <a:pt x="0" y="123530"/>
                    <a:pt x="19225" y="104334"/>
                    <a:pt x="42811" y="104334"/>
                  </a:cubicBezTo>
                  <a:lnTo>
                    <a:pt x="174717" y="104334"/>
                  </a:lnTo>
                  <a:lnTo>
                    <a:pt x="174717" y="33327"/>
                  </a:lnTo>
                  <a:cubicBezTo>
                    <a:pt x="174717" y="14930"/>
                    <a:pt x="189670" y="0"/>
                    <a:pt x="208005" y="0"/>
                  </a:cubicBezTo>
                  <a:close/>
                </a:path>
              </a:pathLst>
            </a:custGeom>
            <a:solidFill>
              <a:srgbClr val="09B3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93E47F08-D814-8D46-F3F3-9E09A9192AB1}"/>
              </a:ext>
            </a:extLst>
          </p:cNvPr>
          <p:cNvGrpSpPr/>
          <p:nvPr/>
        </p:nvGrpSpPr>
        <p:grpSpPr>
          <a:xfrm>
            <a:off x="1685566" y="2322717"/>
            <a:ext cx="2289437" cy="1223784"/>
            <a:chOff x="7927089" y="3010474"/>
            <a:chExt cx="2289437" cy="1223784"/>
          </a:xfrm>
        </p:grpSpPr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044EEBBE-4ADF-D33C-2F3F-2EA045C76C26}"/>
                </a:ext>
              </a:extLst>
            </p:cNvPr>
            <p:cNvSpPr/>
            <p:nvPr/>
          </p:nvSpPr>
          <p:spPr>
            <a:xfrm>
              <a:off x="7927089" y="3010474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4381DD">
                <a:alpha val="20000"/>
              </a:srgbClr>
            </a:solidFill>
            <a:ln w="12700">
              <a:solidFill>
                <a:srgbClr val="4381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电商零售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个性化推荐与导购  智能客服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数字人直播  智能仓储</a:t>
              </a:r>
              <a:endParaRPr lang="zh-CN" altLang="en-US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80" name="iconfont-1153-479405">
              <a:extLst>
                <a:ext uri="{FF2B5EF4-FFF2-40B4-BE49-F238E27FC236}">
                  <a16:creationId xmlns:a16="http://schemas.microsoft.com/office/drawing/2014/main" id="{5C04FECA-EC76-AADE-22EC-D0E40D6F05EC}"/>
                </a:ext>
              </a:extLst>
            </p:cNvPr>
            <p:cNvSpPr/>
            <p:nvPr/>
          </p:nvSpPr>
          <p:spPr>
            <a:xfrm>
              <a:off x="8194877" y="3130180"/>
              <a:ext cx="314393" cy="313924"/>
            </a:xfrm>
            <a:custGeom>
              <a:avLst/>
              <a:gdLst>
                <a:gd name="T0" fmla="*/ 6138 w 11183"/>
                <a:gd name="T1" fmla="*/ 2440 h 11166"/>
                <a:gd name="T2" fmla="*/ 11183 w 11183"/>
                <a:gd name="T3" fmla="*/ 2440 h 11166"/>
                <a:gd name="T4" fmla="*/ 8661 w 11183"/>
                <a:gd name="T5" fmla="*/ 4323 h 11166"/>
                <a:gd name="T6" fmla="*/ 8661 w 11183"/>
                <a:gd name="T7" fmla="*/ 557 h 11166"/>
                <a:gd name="T8" fmla="*/ 8661 w 11183"/>
                <a:gd name="T9" fmla="*/ 4323 h 11166"/>
                <a:gd name="T10" fmla="*/ 9404 w 11183"/>
                <a:gd name="T11" fmla="*/ 9124 h 11166"/>
                <a:gd name="T12" fmla="*/ 4197 w 11183"/>
                <a:gd name="T13" fmla="*/ 8286 h 11166"/>
                <a:gd name="T14" fmla="*/ 8671 w 11183"/>
                <a:gd name="T15" fmla="*/ 7677 h 11166"/>
                <a:gd name="T16" fmla="*/ 8661 w 11183"/>
                <a:gd name="T17" fmla="*/ 5382 h 11166"/>
                <a:gd name="T18" fmla="*/ 8104 w 11183"/>
                <a:gd name="T19" fmla="*/ 7411 h 11166"/>
                <a:gd name="T20" fmla="*/ 2973 w 11183"/>
                <a:gd name="T21" fmla="*/ 3775 h 11166"/>
                <a:gd name="T22" fmla="*/ 5860 w 11183"/>
                <a:gd name="T23" fmla="*/ 3192 h 11166"/>
                <a:gd name="T24" fmla="*/ 2816 w 11183"/>
                <a:gd name="T25" fmla="*/ 3192 h 11166"/>
                <a:gd name="T26" fmla="*/ 2152 w 11183"/>
                <a:gd name="T27" fmla="*/ 1574 h 11166"/>
                <a:gd name="T28" fmla="*/ 0 w 11183"/>
                <a:gd name="T29" fmla="*/ 1866 h 11166"/>
                <a:gd name="T30" fmla="*/ 1911 w 11183"/>
                <a:gd name="T31" fmla="*/ 2157 h 11166"/>
                <a:gd name="T32" fmla="*/ 3235 w 11183"/>
                <a:gd name="T33" fmla="*/ 9124 h 11166"/>
                <a:gd name="T34" fmla="*/ 3070 w 11183"/>
                <a:gd name="T35" fmla="*/ 9124 h 11166"/>
                <a:gd name="T36" fmla="*/ 3070 w 11183"/>
                <a:gd name="T37" fmla="*/ 11166 h 11166"/>
                <a:gd name="T38" fmla="*/ 4011 w 11183"/>
                <a:gd name="T39" fmla="*/ 9681 h 11166"/>
                <a:gd name="T40" fmla="*/ 4227 w 11183"/>
                <a:gd name="T41" fmla="*/ 9681 h 11166"/>
                <a:gd name="T42" fmla="*/ 8294 w 11183"/>
                <a:gd name="T43" fmla="*/ 10145 h 11166"/>
                <a:gd name="T44" fmla="*/ 10405 w 11183"/>
                <a:gd name="T45" fmla="*/ 10145 h 11166"/>
                <a:gd name="T46" fmla="*/ 3070 w 11183"/>
                <a:gd name="T47" fmla="*/ 10702 h 11166"/>
                <a:gd name="T48" fmla="*/ 3070 w 11183"/>
                <a:gd name="T49" fmla="*/ 9588 h 11166"/>
                <a:gd name="T50" fmla="*/ 3070 w 11183"/>
                <a:gd name="T51" fmla="*/ 10702 h 11166"/>
                <a:gd name="T52" fmla="*/ 8774 w 11183"/>
                <a:gd name="T53" fmla="*/ 10145 h 11166"/>
                <a:gd name="T54" fmla="*/ 9925 w 11183"/>
                <a:gd name="T55" fmla="*/ 10145 h 11166"/>
                <a:gd name="T56" fmla="*/ 9943 w 11183"/>
                <a:gd name="T57" fmla="*/ 2174 h 11166"/>
                <a:gd name="T58" fmla="*/ 8935 w 11183"/>
                <a:gd name="T59" fmla="*/ 1199 h 11166"/>
                <a:gd name="T60" fmla="*/ 8569 w 11183"/>
                <a:gd name="T61" fmla="*/ 1022 h 11166"/>
                <a:gd name="T62" fmla="*/ 8386 w 11183"/>
                <a:gd name="T63" fmla="*/ 2174 h 11166"/>
                <a:gd name="T64" fmla="*/ 7196 w 11183"/>
                <a:gd name="T65" fmla="*/ 2351 h 11166"/>
                <a:gd name="T66" fmla="*/ 7379 w 11183"/>
                <a:gd name="T67" fmla="*/ 2706 h 11166"/>
                <a:gd name="T68" fmla="*/ 8386 w 11183"/>
                <a:gd name="T69" fmla="*/ 3681 h 11166"/>
                <a:gd name="T70" fmla="*/ 8752 w 11183"/>
                <a:gd name="T71" fmla="*/ 3858 h 11166"/>
                <a:gd name="T72" fmla="*/ 8935 w 11183"/>
                <a:gd name="T73" fmla="*/ 2706 h 11166"/>
                <a:gd name="T74" fmla="*/ 10125 w 11183"/>
                <a:gd name="T75" fmla="*/ 2529 h 11166"/>
                <a:gd name="T76" fmla="*/ 9943 w 11183"/>
                <a:gd name="T77" fmla="*/ 2174 h 11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183" h="11166">
                  <a:moveTo>
                    <a:pt x="8661" y="0"/>
                  </a:moveTo>
                  <a:cubicBezTo>
                    <a:pt x="7267" y="0"/>
                    <a:pt x="6138" y="1093"/>
                    <a:pt x="6138" y="2440"/>
                  </a:cubicBezTo>
                  <a:cubicBezTo>
                    <a:pt x="6138" y="3788"/>
                    <a:pt x="7267" y="4880"/>
                    <a:pt x="8661" y="4880"/>
                  </a:cubicBezTo>
                  <a:cubicBezTo>
                    <a:pt x="10054" y="4880"/>
                    <a:pt x="11183" y="3788"/>
                    <a:pt x="11183" y="2440"/>
                  </a:cubicBezTo>
                  <a:cubicBezTo>
                    <a:pt x="11183" y="1093"/>
                    <a:pt x="10054" y="0"/>
                    <a:pt x="8661" y="0"/>
                  </a:cubicBezTo>
                  <a:close/>
                  <a:moveTo>
                    <a:pt x="8661" y="4323"/>
                  </a:moveTo>
                  <a:cubicBezTo>
                    <a:pt x="7586" y="4323"/>
                    <a:pt x="6714" y="3480"/>
                    <a:pt x="6714" y="2440"/>
                  </a:cubicBezTo>
                  <a:cubicBezTo>
                    <a:pt x="6714" y="1400"/>
                    <a:pt x="7586" y="557"/>
                    <a:pt x="8661" y="557"/>
                  </a:cubicBezTo>
                  <a:cubicBezTo>
                    <a:pt x="9736" y="557"/>
                    <a:pt x="10607" y="1400"/>
                    <a:pt x="10607" y="2440"/>
                  </a:cubicBezTo>
                  <a:cubicBezTo>
                    <a:pt x="10607" y="3480"/>
                    <a:pt x="9736" y="4323"/>
                    <a:pt x="8661" y="4323"/>
                  </a:cubicBezTo>
                  <a:close/>
                  <a:moveTo>
                    <a:pt x="9465" y="9130"/>
                  </a:moveTo>
                  <a:cubicBezTo>
                    <a:pt x="9445" y="9126"/>
                    <a:pt x="9425" y="9124"/>
                    <a:pt x="9404" y="9124"/>
                  </a:cubicBezTo>
                  <a:lnTo>
                    <a:pt x="4424" y="9124"/>
                  </a:lnTo>
                  <a:lnTo>
                    <a:pt x="4197" y="8286"/>
                  </a:lnTo>
                  <a:lnTo>
                    <a:pt x="8392" y="7974"/>
                  </a:lnTo>
                  <a:cubicBezTo>
                    <a:pt x="8553" y="7963"/>
                    <a:pt x="8674" y="7831"/>
                    <a:pt x="8671" y="7677"/>
                  </a:cubicBezTo>
                  <a:lnTo>
                    <a:pt x="9044" y="5357"/>
                  </a:lnTo>
                  <a:cubicBezTo>
                    <a:pt x="8918" y="5373"/>
                    <a:pt x="8790" y="5382"/>
                    <a:pt x="8661" y="5382"/>
                  </a:cubicBezTo>
                  <a:cubicBezTo>
                    <a:pt x="8583" y="5382"/>
                    <a:pt x="8507" y="5379"/>
                    <a:pt x="8431" y="5373"/>
                  </a:cubicBezTo>
                  <a:lnTo>
                    <a:pt x="8104" y="7411"/>
                  </a:lnTo>
                  <a:lnTo>
                    <a:pt x="4041" y="7713"/>
                  </a:lnTo>
                  <a:lnTo>
                    <a:pt x="2973" y="3775"/>
                  </a:lnTo>
                  <a:lnTo>
                    <a:pt x="6079" y="3775"/>
                  </a:lnTo>
                  <a:cubicBezTo>
                    <a:pt x="5987" y="3591"/>
                    <a:pt x="5913" y="3395"/>
                    <a:pt x="5860" y="3192"/>
                  </a:cubicBezTo>
                  <a:lnTo>
                    <a:pt x="2837" y="3192"/>
                  </a:lnTo>
                  <a:cubicBezTo>
                    <a:pt x="2830" y="3192"/>
                    <a:pt x="2823" y="3192"/>
                    <a:pt x="2816" y="3192"/>
                  </a:cubicBezTo>
                  <a:lnTo>
                    <a:pt x="2453" y="1857"/>
                  </a:lnTo>
                  <a:cubicBezTo>
                    <a:pt x="2449" y="1700"/>
                    <a:pt x="2315" y="1574"/>
                    <a:pt x="2152" y="1574"/>
                  </a:cubicBezTo>
                  <a:lnTo>
                    <a:pt x="302" y="1574"/>
                  </a:lnTo>
                  <a:cubicBezTo>
                    <a:pt x="135" y="1574"/>
                    <a:pt x="0" y="1704"/>
                    <a:pt x="0" y="1866"/>
                  </a:cubicBezTo>
                  <a:cubicBezTo>
                    <a:pt x="0" y="2027"/>
                    <a:pt x="135" y="2157"/>
                    <a:pt x="302" y="2157"/>
                  </a:cubicBezTo>
                  <a:lnTo>
                    <a:pt x="1911" y="2157"/>
                  </a:lnTo>
                  <a:lnTo>
                    <a:pt x="3800" y="9124"/>
                  </a:lnTo>
                  <a:lnTo>
                    <a:pt x="3235" y="9124"/>
                  </a:lnTo>
                  <a:cubicBezTo>
                    <a:pt x="3216" y="9124"/>
                    <a:pt x="3197" y="9126"/>
                    <a:pt x="3179" y="9130"/>
                  </a:cubicBezTo>
                  <a:cubicBezTo>
                    <a:pt x="3143" y="9126"/>
                    <a:pt x="3107" y="9124"/>
                    <a:pt x="3070" y="9124"/>
                  </a:cubicBezTo>
                  <a:cubicBezTo>
                    <a:pt x="2487" y="9124"/>
                    <a:pt x="2015" y="9581"/>
                    <a:pt x="2015" y="10145"/>
                  </a:cubicBezTo>
                  <a:cubicBezTo>
                    <a:pt x="2015" y="10709"/>
                    <a:pt x="2487" y="11166"/>
                    <a:pt x="3070" y="11166"/>
                  </a:cubicBezTo>
                  <a:cubicBezTo>
                    <a:pt x="3653" y="11166"/>
                    <a:pt x="4126" y="10709"/>
                    <a:pt x="4126" y="10145"/>
                  </a:cubicBezTo>
                  <a:cubicBezTo>
                    <a:pt x="4126" y="9978"/>
                    <a:pt x="4084" y="9820"/>
                    <a:pt x="4011" y="9681"/>
                  </a:cubicBezTo>
                  <a:lnTo>
                    <a:pt x="4142" y="9681"/>
                  </a:lnTo>
                  <a:cubicBezTo>
                    <a:pt x="4170" y="9685"/>
                    <a:pt x="4198" y="9685"/>
                    <a:pt x="4227" y="9681"/>
                  </a:cubicBezTo>
                  <a:lnTo>
                    <a:pt x="8409" y="9681"/>
                  </a:lnTo>
                  <a:cubicBezTo>
                    <a:pt x="8335" y="9820"/>
                    <a:pt x="8294" y="9978"/>
                    <a:pt x="8294" y="10145"/>
                  </a:cubicBezTo>
                  <a:cubicBezTo>
                    <a:pt x="8294" y="10709"/>
                    <a:pt x="8766" y="11166"/>
                    <a:pt x="9350" y="11166"/>
                  </a:cubicBezTo>
                  <a:cubicBezTo>
                    <a:pt x="9932" y="11166"/>
                    <a:pt x="10405" y="10709"/>
                    <a:pt x="10405" y="10145"/>
                  </a:cubicBezTo>
                  <a:cubicBezTo>
                    <a:pt x="10405" y="9619"/>
                    <a:pt x="9993" y="9186"/>
                    <a:pt x="9465" y="9130"/>
                  </a:cubicBezTo>
                  <a:close/>
                  <a:moveTo>
                    <a:pt x="3070" y="10702"/>
                  </a:moveTo>
                  <a:cubicBezTo>
                    <a:pt x="2752" y="10702"/>
                    <a:pt x="2494" y="10453"/>
                    <a:pt x="2494" y="10145"/>
                  </a:cubicBezTo>
                  <a:cubicBezTo>
                    <a:pt x="2494" y="9838"/>
                    <a:pt x="2752" y="9588"/>
                    <a:pt x="3070" y="9588"/>
                  </a:cubicBezTo>
                  <a:cubicBezTo>
                    <a:pt x="3389" y="9588"/>
                    <a:pt x="3646" y="9838"/>
                    <a:pt x="3646" y="10145"/>
                  </a:cubicBezTo>
                  <a:cubicBezTo>
                    <a:pt x="3646" y="10453"/>
                    <a:pt x="3389" y="10702"/>
                    <a:pt x="3070" y="10702"/>
                  </a:cubicBezTo>
                  <a:close/>
                  <a:moveTo>
                    <a:pt x="9350" y="10702"/>
                  </a:moveTo>
                  <a:cubicBezTo>
                    <a:pt x="9032" y="10702"/>
                    <a:pt x="8774" y="10453"/>
                    <a:pt x="8774" y="10145"/>
                  </a:cubicBezTo>
                  <a:cubicBezTo>
                    <a:pt x="8774" y="9838"/>
                    <a:pt x="9032" y="9588"/>
                    <a:pt x="9350" y="9588"/>
                  </a:cubicBezTo>
                  <a:cubicBezTo>
                    <a:pt x="9667" y="9588"/>
                    <a:pt x="9925" y="9838"/>
                    <a:pt x="9925" y="10145"/>
                  </a:cubicBezTo>
                  <a:cubicBezTo>
                    <a:pt x="9925" y="10453"/>
                    <a:pt x="9667" y="10702"/>
                    <a:pt x="9350" y="10702"/>
                  </a:cubicBezTo>
                  <a:close/>
                  <a:moveTo>
                    <a:pt x="9943" y="2174"/>
                  </a:moveTo>
                  <a:lnTo>
                    <a:pt x="8935" y="2174"/>
                  </a:lnTo>
                  <a:lnTo>
                    <a:pt x="8935" y="1199"/>
                  </a:lnTo>
                  <a:cubicBezTo>
                    <a:pt x="8935" y="1102"/>
                    <a:pt x="8854" y="1022"/>
                    <a:pt x="8752" y="1022"/>
                  </a:cubicBezTo>
                  <a:lnTo>
                    <a:pt x="8569" y="1022"/>
                  </a:lnTo>
                  <a:cubicBezTo>
                    <a:pt x="8468" y="1022"/>
                    <a:pt x="8386" y="1102"/>
                    <a:pt x="8386" y="1199"/>
                  </a:cubicBezTo>
                  <a:lnTo>
                    <a:pt x="8386" y="2174"/>
                  </a:lnTo>
                  <a:lnTo>
                    <a:pt x="7379" y="2174"/>
                  </a:lnTo>
                  <a:cubicBezTo>
                    <a:pt x="7278" y="2174"/>
                    <a:pt x="7196" y="2254"/>
                    <a:pt x="7196" y="2351"/>
                  </a:cubicBezTo>
                  <a:lnTo>
                    <a:pt x="7196" y="2529"/>
                  </a:lnTo>
                  <a:cubicBezTo>
                    <a:pt x="7196" y="2627"/>
                    <a:pt x="7278" y="2706"/>
                    <a:pt x="7379" y="2706"/>
                  </a:cubicBezTo>
                  <a:lnTo>
                    <a:pt x="8386" y="2706"/>
                  </a:lnTo>
                  <a:lnTo>
                    <a:pt x="8386" y="3681"/>
                  </a:lnTo>
                  <a:cubicBezTo>
                    <a:pt x="8386" y="3779"/>
                    <a:pt x="8468" y="3858"/>
                    <a:pt x="8569" y="3858"/>
                  </a:cubicBezTo>
                  <a:lnTo>
                    <a:pt x="8752" y="3858"/>
                  </a:lnTo>
                  <a:cubicBezTo>
                    <a:pt x="8854" y="3858"/>
                    <a:pt x="8935" y="3779"/>
                    <a:pt x="8935" y="3681"/>
                  </a:cubicBezTo>
                  <a:lnTo>
                    <a:pt x="8935" y="2706"/>
                  </a:lnTo>
                  <a:lnTo>
                    <a:pt x="9943" y="2706"/>
                  </a:lnTo>
                  <a:cubicBezTo>
                    <a:pt x="10044" y="2706"/>
                    <a:pt x="10125" y="2627"/>
                    <a:pt x="10125" y="2529"/>
                  </a:cubicBezTo>
                  <a:lnTo>
                    <a:pt x="10125" y="2351"/>
                  </a:lnTo>
                  <a:cubicBezTo>
                    <a:pt x="10125" y="2254"/>
                    <a:pt x="10044" y="2174"/>
                    <a:pt x="9943" y="2174"/>
                  </a:cubicBezTo>
                  <a:close/>
                </a:path>
              </a:pathLst>
            </a:custGeom>
            <a:solidFill>
              <a:srgbClr val="4A85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1B61D2A7-9146-A1C2-B43C-58491B820598}"/>
              </a:ext>
            </a:extLst>
          </p:cNvPr>
          <p:cNvGrpSpPr/>
          <p:nvPr/>
        </p:nvGrpSpPr>
        <p:grpSpPr>
          <a:xfrm>
            <a:off x="1685566" y="2322717"/>
            <a:ext cx="2289437" cy="1223784"/>
            <a:chOff x="811272" y="5022325"/>
            <a:chExt cx="2289437" cy="1223784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7FA16E8C-8B06-B2C7-B941-37F08BB53C5D}"/>
                </a:ext>
              </a:extLst>
            </p:cNvPr>
            <p:cNvSpPr/>
            <p:nvPr/>
          </p:nvSpPr>
          <p:spPr>
            <a:xfrm>
              <a:off x="811272" y="5022325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92D050">
                <a:alpha val="20000"/>
              </a:srgbClr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 政务</a:t>
              </a:r>
              <a:r>
                <a:rPr lang="en-US" altLang="zh-CN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/</a:t>
              </a: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法律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政务服务智能体  法律文书审阅  合同智能审查  舆情分析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83" name="scales-of-justice_1430">
              <a:extLst>
                <a:ext uri="{FF2B5EF4-FFF2-40B4-BE49-F238E27FC236}">
                  <a16:creationId xmlns:a16="http://schemas.microsoft.com/office/drawing/2014/main" id="{6F2FAB98-A084-B01A-623B-35DCDDCFBEAF}"/>
                </a:ext>
              </a:extLst>
            </p:cNvPr>
            <p:cNvSpPr/>
            <p:nvPr/>
          </p:nvSpPr>
          <p:spPr>
            <a:xfrm>
              <a:off x="1088207" y="5125536"/>
              <a:ext cx="359087" cy="357427"/>
            </a:xfrm>
            <a:custGeom>
              <a:avLst/>
              <a:gdLst>
                <a:gd name="T0" fmla="*/ 253 w 347"/>
                <a:gd name="T1" fmla="*/ 346 h 346"/>
                <a:gd name="T2" fmla="*/ 93 w 347"/>
                <a:gd name="T3" fmla="*/ 333 h 346"/>
                <a:gd name="T4" fmla="*/ 134 w 347"/>
                <a:gd name="T5" fmla="*/ 320 h 346"/>
                <a:gd name="T6" fmla="*/ 160 w 347"/>
                <a:gd name="T7" fmla="*/ 127 h 346"/>
                <a:gd name="T8" fmla="*/ 160 w 347"/>
                <a:gd name="T9" fmla="*/ 106 h 346"/>
                <a:gd name="T10" fmla="*/ 198 w 347"/>
                <a:gd name="T11" fmla="*/ 106 h 346"/>
                <a:gd name="T12" fmla="*/ 187 w 347"/>
                <a:gd name="T13" fmla="*/ 284 h 346"/>
                <a:gd name="T14" fmla="*/ 240 w 347"/>
                <a:gd name="T15" fmla="*/ 320 h 346"/>
                <a:gd name="T16" fmla="*/ 347 w 347"/>
                <a:gd name="T17" fmla="*/ 213 h 346"/>
                <a:gd name="T18" fmla="*/ 213 w 347"/>
                <a:gd name="T19" fmla="*/ 213 h 346"/>
                <a:gd name="T20" fmla="*/ 274 w 347"/>
                <a:gd name="T21" fmla="*/ 94 h 346"/>
                <a:gd name="T22" fmla="*/ 331 w 347"/>
                <a:gd name="T23" fmla="*/ 213 h 346"/>
                <a:gd name="T24" fmla="*/ 317 w 347"/>
                <a:gd name="T25" fmla="*/ 213 h 346"/>
                <a:gd name="T26" fmla="*/ 243 w 347"/>
                <a:gd name="T27" fmla="*/ 213 h 346"/>
                <a:gd name="T28" fmla="*/ 67 w 347"/>
                <a:gd name="T29" fmla="*/ 80 h 346"/>
                <a:gd name="T30" fmla="*/ 93 w 347"/>
                <a:gd name="T31" fmla="*/ 64 h 346"/>
                <a:gd name="T32" fmla="*/ 150 w 347"/>
                <a:gd name="T33" fmla="*/ 63 h 346"/>
                <a:gd name="T34" fmla="*/ 173 w 347"/>
                <a:gd name="T35" fmla="*/ 90 h 346"/>
                <a:gd name="T36" fmla="*/ 197 w 347"/>
                <a:gd name="T37" fmla="*/ 63 h 346"/>
                <a:gd name="T38" fmla="*/ 254 w 347"/>
                <a:gd name="T39" fmla="*/ 64 h 346"/>
                <a:gd name="T40" fmla="*/ 280 w 347"/>
                <a:gd name="T41" fmla="*/ 80 h 346"/>
                <a:gd name="T42" fmla="*/ 280 w 347"/>
                <a:gd name="T43" fmla="*/ 53 h 346"/>
                <a:gd name="T44" fmla="*/ 260 w 347"/>
                <a:gd name="T45" fmla="*/ 52 h 346"/>
                <a:gd name="T46" fmla="*/ 191 w 347"/>
                <a:gd name="T47" fmla="*/ 50 h 346"/>
                <a:gd name="T48" fmla="*/ 189 w 347"/>
                <a:gd name="T49" fmla="*/ 30 h 346"/>
                <a:gd name="T50" fmla="*/ 158 w 347"/>
                <a:gd name="T51" fmla="*/ 30 h 346"/>
                <a:gd name="T52" fmla="*/ 155 w 347"/>
                <a:gd name="T53" fmla="*/ 50 h 346"/>
                <a:gd name="T54" fmla="*/ 87 w 347"/>
                <a:gd name="T55" fmla="*/ 52 h 346"/>
                <a:gd name="T56" fmla="*/ 67 w 347"/>
                <a:gd name="T57" fmla="*/ 53 h 346"/>
                <a:gd name="T58" fmla="*/ 67 w 347"/>
                <a:gd name="T59" fmla="*/ 80 h 346"/>
                <a:gd name="T60" fmla="*/ 0 w 347"/>
                <a:gd name="T61" fmla="*/ 213 h 346"/>
                <a:gd name="T62" fmla="*/ 60 w 347"/>
                <a:gd name="T63" fmla="*/ 94 h 346"/>
                <a:gd name="T64" fmla="*/ 118 w 347"/>
                <a:gd name="T65" fmla="*/ 213 h 346"/>
                <a:gd name="T66" fmla="*/ 67 w 347"/>
                <a:gd name="T67" fmla="*/ 260 h 346"/>
                <a:gd name="T68" fmla="*/ 67 w 347"/>
                <a:gd name="T69" fmla="*/ 115 h 346"/>
                <a:gd name="T70" fmla="*/ 104 w 347"/>
                <a:gd name="T71" fmla="*/ 213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47" h="346">
                  <a:moveTo>
                    <a:pt x="253" y="333"/>
                  </a:moveTo>
                  <a:lnTo>
                    <a:pt x="253" y="346"/>
                  </a:lnTo>
                  <a:lnTo>
                    <a:pt x="93" y="346"/>
                  </a:lnTo>
                  <a:lnTo>
                    <a:pt x="93" y="333"/>
                  </a:lnTo>
                  <a:cubicBezTo>
                    <a:pt x="93" y="326"/>
                    <a:pt x="99" y="320"/>
                    <a:pt x="107" y="320"/>
                  </a:cubicBezTo>
                  <a:lnTo>
                    <a:pt x="134" y="320"/>
                  </a:lnTo>
                  <a:cubicBezTo>
                    <a:pt x="134" y="303"/>
                    <a:pt x="145" y="289"/>
                    <a:pt x="160" y="284"/>
                  </a:cubicBezTo>
                  <a:lnTo>
                    <a:pt x="160" y="127"/>
                  </a:lnTo>
                  <a:cubicBezTo>
                    <a:pt x="153" y="123"/>
                    <a:pt x="148" y="115"/>
                    <a:pt x="148" y="106"/>
                  </a:cubicBezTo>
                  <a:lnTo>
                    <a:pt x="160" y="106"/>
                  </a:lnTo>
                  <a:lnTo>
                    <a:pt x="187" y="106"/>
                  </a:lnTo>
                  <a:lnTo>
                    <a:pt x="198" y="106"/>
                  </a:lnTo>
                  <a:cubicBezTo>
                    <a:pt x="198" y="115"/>
                    <a:pt x="194" y="123"/>
                    <a:pt x="187" y="127"/>
                  </a:cubicBezTo>
                  <a:lnTo>
                    <a:pt x="187" y="284"/>
                  </a:lnTo>
                  <a:cubicBezTo>
                    <a:pt x="202" y="289"/>
                    <a:pt x="212" y="303"/>
                    <a:pt x="213" y="320"/>
                  </a:cubicBezTo>
                  <a:lnTo>
                    <a:pt x="240" y="320"/>
                  </a:lnTo>
                  <a:cubicBezTo>
                    <a:pt x="247" y="320"/>
                    <a:pt x="253" y="326"/>
                    <a:pt x="253" y="333"/>
                  </a:cubicBezTo>
                  <a:close/>
                  <a:moveTo>
                    <a:pt x="347" y="213"/>
                  </a:moveTo>
                  <a:cubicBezTo>
                    <a:pt x="337" y="240"/>
                    <a:pt x="311" y="260"/>
                    <a:pt x="280" y="260"/>
                  </a:cubicBezTo>
                  <a:cubicBezTo>
                    <a:pt x="249" y="260"/>
                    <a:pt x="223" y="240"/>
                    <a:pt x="213" y="213"/>
                  </a:cubicBezTo>
                  <a:lnTo>
                    <a:pt x="229" y="213"/>
                  </a:lnTo>
                  <a:lnTo>
                    <a:pt x="274" y="94"/>
                  </a:lnTo>
                  <a:cubicBezTo>
                    <a:pt x="276" y="88"/>
                    <a:pt x="284" y="88"/>
                    <a:pt x="286" y="94"/>
                  </a:cubicBezTo>
                  <a:lnTo>
                    <a:pt x="331" y="213"/>
                  </a:lnTo>
                  <a:lnTo>
                    <a:pt x="347" y="213"/>
                  </a:lnTo>
                  <a:close/>
                  <a:moveTo>
                    <a:pt x="317" y="213"/>
                  </a:moveTo>
                  <a:lnTo>
                    <a:pt x="280" y="115"/>
                  </a:lnTo>
                  <a:lnTo>
                    <a:pt x="243" y="213"/>
                  </a:lnTo>
                  <a:lnTo>
                    <a:pt x="317" y="213"/>
                  </a:lnTo>
                  <a:close/>
                  <a:moveTo>
                    <a:pt x="67" y="80"/>
                  </a:moveTo>
                  <a:cubicBezTo>
                    <a:pt x="73" y="80"/>
                    <a:pt x="78" y="76"/>
                    <a:pt x="79" y="70"/>
                  </a:cubicBezTo>
                  <a:cubicBezTo>
                    <a:pt x="84" y="69"/>
                    <a:pt x="88" y="66"/>
                    <a:pt x="93" y="64"/>
                  </a:cubicBezTo>
                  <a:cubicBezTo>
                    <a:pt x="103" y="59"/>
                    <a:pt x="115" y="53"/>
                    <a:pt x="127" y="53"/>
                  </a:cubicBezTo>
                  <a:cubicBezTo>
                    <a:pt x="138" y="53"/>
                    <a:pt x="145" y="58"/>
                    <a:pt x="150" y="63"/>
                  </a:cubicBezTo>
                  <a:cubicBezTo>
                    <a:pt x="149" y="64"/>
                    <a:pt x="149" y="65"/>
                    <a:pt x="149" y="66"/>
                  </a:cubicBezTo>
                  <a:cubicBezTo>
                    <a:pt x="149" y="80"/>
                    <a:pt x="160" y="90"/>
                    <a:pt x="173" y="90"/>
                  </a:cubicBezTo>
                  <a:cubicBezTo>
                    <a:pt x="187" y="90"/>
                    <a:pt x="198" y="80"/>
                    <a:pt x="198" y="66"/>
                  </a:cubicBezTo>
                  <a:cubicBezTo>
                    <a:pt x="198" y="65"/>
                    <a:pt x="197" y="64"/>
                    <a:pt x="197" y="63"/>
                  </a:cubicBezTo>
                  <a:cubicBezTo>
                    <a:pt x="201" y="58"/>
                    <a:pt x="208" y="53"/>
                    <a:pt x="220" y="53"/>
                  </a:cubicBezTo>
                  <a:cubicBezTo>
                    <a:pt x="232" y="53"/>
                    <a:pt x="244" y="59"/>
                    <a:pt x="254" y="64"/>
                  </a:cubicBezTo>
                  <a:cubicBezTo>
                    <a:pt x="258" y="66"/>
                    <a:pt x="263" y="68"/>
                    <a:pt x="267" y="70"/>
                  </a:cubicBezTo>
                  <a:cubicBezTo>
                    <a:pt x="269" y="76"/>
                    <a:pt x="274" y="80"/>
                    <a:pt x="280" y="80"/>
                  </a:cubicBezTo>
                  <a:cubicBezTo>
                    <a:pt x="287" y="80"/>
                    <a:pt x="293" y="74"/>
                    <a:pt x="293" y="66"/>
                  </a:cubicBezTo>
                  <a:cubicBezTo>
                    <a:pt x="293" y="59"/>
                    <a:pt x="287" y="53"/>
                    <a:pt x="280" y="53"/>
                  </a:cubicBezTo>
                  <a:cubicBezTo>
                    <a:pt x="276" y="53"/>
                    <a:pt x="273" y="54"/>
                    <a:pt x="270" y="57"/>
                  </a:cubicBezTo>
                  <a:cubicBezTo>
                    <a:pt x="267" y="56"/>
                    <a:pt x="263" y="54"/>
                    <a:pt x="260" y="52"/>
                  </a:cubicBezTo>
                  <a:cubicBezTo>
                    <a:pt x="248" y="46"/>
                    <a:pt x="235" y="40"/>
                    <a:pt x="220" y="40"/>
                  </a:cubicBezTo>
                  <a:cubicBezTo>
                    <a:pt x="207" y="40"/>
                    <a:pt x="197" y="45"/>
                    <a:pt x="191" y="50"/>
                  </a:cubicBezTo>
                  <a:cubicBezTo>
                    <a:pt x="188" y="47"/>
                    <a:pt x="185" y="45"/>
                    <a:pt x="181" y="43"/>
                  </a:cubicBezTo>
                  <a:cubicBezTo>
                    <a:pt x="186" y="41"/>
                    <a:pt x="189" y="36"/>
                    <a:pt x="189" y="30"/>
                  </a:cubicBezTo>
                  <a:cubicBezTo>
                    <a:pt x="189" y="21"/>
                    <a:pt x="173" y="0"/>
                    <a:pt x="173" y="0"/>
                  </a:cubicBezTo>
                  <a:cubicBezTo>
                    <a:pt x="173" y="0"/>
                    <a:pt x="158" y="21"/>
                    <a:pt x="158" y="30"/>
                  </a:cubicBezTo>
                  <a:cubicBezTo>
                    <a:pt x="158" y="36"/>
                    <a:pt x="161" y="41"/>
                    <a:pt x="166" y="43"/>
                  </a:cubicBezTo>
                  <a:cubicBezTo>
                    <a:pt x="162" y="45"/>
                    <a:pt x="158" y="47"/>
                    <a:pt x="155" y="50"/>
                  </a:cubicBezTo>
                  <a:cubicBezTo>
                    <a:pt x="149" y="45"/>
                    <a:pt x="140" y="40"/>
                    <a:pt x="127" y="40"/>
                  </a:cubicBezTo>
                  <a:cubicBezTo>
                    <a:pt x="111" y="40"/>
                    <a:pt x="98" y="46"/>
                    <a:pt x="87" y="52"/>
                  </a:cubicBezTo>
                  <a:cubicBezTo>
                    <a:pt x="83" y="54"/>
                    <a:pt x="80" y="56"/>
                    <a:pt x="76" y="57"/>
                  </a:cubicBezTo>
                  <a:cubicBezTo>
                    <a:pt x="74" y="54"/>
                    <a:pt x="71" y="53"/>
                    <a:pt x="67" y="53"/>
                  </a:cubicBezTo>
                  <a:cubicBezTo>
                    <a:pt x="59" y="53"/>
                    <a:pt x="53" y="59"/>
                    <a:pt x="53" y="66"/>
                  </a:cubicBezTo>
                  <a:cubicBezTo>
                    <a:pt x="53" y="74"/>
                    <a:pt x="59" y="80"/>
                    <a:pt x="67" y="80"/>
                  </a:cubicBezTo>
                  <a:close/>
                  <a:moveTo>
                    <a:pt x="67" y="260"/>
                  </a:moveTo>
                  <a:cubicBezTo>
                    <a:pt x="36" y="260"/>
                    <a:pt x="10" y="240"/>
                    <a:pt x="0" y="213"/>
                  </a:cubicBezTo>
                  <a:lnTo>
                    <a:pt x="15" y="213"/>
                  </a:lnTo>
                  <a:lnTo>
                    <a:pt x="60" y="94"/>
                  </a:lnTo>
                  <a:cubicBezTo>
                    <a:pt x="62" y="88"/>
                    <a:pt x="71" y="88"/>
                    <a:pt x="73" y="94"/>
                  </a:cubicBezTo>
                  <a:lnTo>
                    <a:pt x="118" y="213"/>
                  </a:lnTo>
                  <a:lnTo>
                    <a:pt x="133" y="213"/>
                  </a:lnTo>
                  <a:cubicBezTo>
                    <a:pt x="124" y="240"/>
                    <a:pt x="98" y="260"/>
                    <a:pt x="67" y="260"/>
                  </a:cubicBezTo>
                  <a:close/>
                  <a:moveTo>
                    <a:pt x="104" y="213"/>
                  </a:moveTo>
                  <a:lnTo>
                    <a:pt x="67" y="115"/>
                  </a:lnTo>
                  <a:lnTo>
                    <a:pt x="30" y="213"/>
                  </a:lnTo>
                  <a:lnTo>
                    <a:pt x="104" y="213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04240DC0-8D8E-4D50-94FB-3ED51E1D2428}"/>
              </a:ext>
            </a:extLst>
          </p:cNvPr>
          <p:cNvGrpSpPr/>
          <p:nvPr/>
        </p:nvGrpSpPr>
        <p:grpSpPr>
          <a:xfrm>
            <a:off x="1685566" y="2322717"/>
            <a:ext cx="2289437" cy="1223784"/>
            <a:chOff x="7929378" y="5022325"/>
            <a:chExt cx="2289437" cy="1223784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83B836D5-4A4E-60B0-32FB-81D5AE939026}"/>
                </a:ext>
              </a:extLst>
            </p:cNvPr>
            <p:cNvSpPr/>
            <p:nvPr/>
          </p:nvSpPr>
          <p:spPr>
            <a:xfrm>
              <a:off x="7929378" y="5022325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FFC000">
                <a:alpha val="20000"/>
              </a:srgbClr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  农业</a:t>
              </a:r>
              <a:r>
                <a:rPr lang="en-US" altLang="zh-CN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/</a:t>
              </a: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林业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农事决策   基因组辅助育种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智能无人机作业  山林防护预警</a:t>
              </a:r>
              <a:endParaRPr lang="zh-CN" altLang="en-US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86" name="rye_99058">
              <a:extLst>
                <a:ext uri="{FF2B5EF4-FFF2-40B4-BE49-F238E27FC236}">
                  <a16:creationId xmlns:a16="http://schemas.microsoft.com/office/drawing/2014/main" id="{1AF007BD-4724-C2D1-994D-312FDBF6D04F}"/>
                </a:ext>
              </a:extLst>
            </p:cNvPr>
            <p:cNvSpPr/>
            <p:nvPr/>
          </p:nvSpPr>
          <p:spPr>
            <a:xfrm>
              <a:off x="8194877" y="5088170"/>
              <a:ext cx="314236" cy="318717"/>
            </a:xfrm>
            <a:custGeom>
              <a:avLst/>
              <a:gdLst>
                <a:gd name="T0" fmla="*/ 3697 w 5474"/>
                <a:gd name="T1" fmla="*/ 4785 h 5560"/>
                <a:gd name="T2" fmla="*/ 4624 w 5474"/>
                <a:gd name="T3" fmla="*/ 4092 h 5560"/>
                <a:gd name="T4" fmla="*/ 5169 w 5474"/>
                <a:gd name="T5" fmla="*/ 2817 h 5560"/>
                <a:gd name="T6" fmla="*/ 4975 w 5474"/>
                <a:gd name="T7" fmla="*/ 2436 h 5560"/>
                <a:gd name="T8" fmla="*/ 4941 w 5474"/>
                <a:gd name="T9" fmla="*/ 1340 h 5560"/>
                <a:gd name="T10" fmla="*/ 4545 w 5474"/>
                <a:gd name="T11" fmla="*/ 1363 h 5560"/>
                <a:gd name="T12" fmla="*/ 3561 w 5474"/>
                <a:gd name="T13" fmla="*/ 3187 h 5560"/>
                <a:gd name="T14" fmla="*/ 3500 w 5474"/>
                <a:gd name="T15" fmla="*/ 4704 h 5560"/>
                <a:gd name="T16" fmla="*/ 3385 w 5474"/>
                <a:gd name="T17" fmla="*/ 3040 h 5560"/>
                <a:gd name="T18" fmla="*/ 3385 w 5474"/>
                <a:gd name="T19" fmla="*/ 1657 h 5560"/>
                <a:gd name="T20" fmla="*/ 3093 w 5474"/>
                <a:gd name="T21" fmla="*/ 1101 h 5560"/>
                <a:gd name="T22" fmla="*/ 2631 w 5474"/>
                <a:gd name="T23" fmla="*/ 107 h 5560"/>
                <a:gd name="T24" fmla="*/ 2168 w 5474"/>
                <a:gd name="T25" fmla="*/ 391 h 5560"/>
                <a:gd name="T26" fmla="*/ 2204 w 5474"/>
                <a:gd name="T27" fmla="*/ 2546 h 5560"/>
                <a:gd name="T28" fmla="*/ 2631 w 5474"/>
                <a:gd name="T29" fmla="*/ 3763 h 5560"/>
                <a:gd name="T30" fmla="*/ 2109 w 5474"/>
                <a:gd name="T31" fmla="*/ 4460 h 5560"/>
                <a:gd name="T32" fmla="*/ 1640 w 5474"/>
                <a:gd name="T33" fmla="*/ 2552 h 5560"/>
                <a:gd name="T34" fmla="*/ 1153 w 5474"/>
                <a:gd name="T35" fmla="*/ 2156 h 5560"/>
                <a:gd name="T36" fmla="*/ 336 w 5474"/>
                <a:gd name="T37" fmla="*/ 1424 h 5560"/>
                <a:gd name="T38" fmla="*/ 79 w 5474"/>
                <a:gd name="T39" fmla="*/ 1727 h 5560"/>
                <a:gd name="T40" fmla="*/ 722 w 5474"/>
                <a:gd name="T41" fmla="*/ 3697 h 5560"/>
                <a:gd name="T42" fmla="*/ 1696 w 5474"/>
                <a:gd name="T43" fmla="*/ 4784 h 5560"/>
                <a:gd name="T44" fmla="*/ 658 w 5474"/>
                <a:gd name="T45" fmla="*/ 5453 h 5560"/>
                <a:gd name="T46" fmla="*/ 2733 w 5474"/>
                <a:gd name="T47" fmla="*/ 2668 h 5560"/>
                <a:gd name="T48" fmla="*/ 3200 w 5474"/>
                <a:gd name="T49" fmla="*/ 2242 h 5560"/>
                <a:gd name="T50" fmla="*/ 2332 w 5474"/>
                <a:gd name="T51" fmla="*/ 2026 h 5560"/>
                <a:gd name="T52" fmla="*/ 2274 w 5474"/>
                <a:gd name="T53" fmla="*/ 2242 h 5560"/>
                <a:gd name="T54" fmla="*/ 2967 w 5474"/>
                <a:gd name="T55" fmla="*/ 1804 h 5560"/>
                <a:gd name="T56" fmla="*/ 2926 w 5474"/>
                <a:gd name="T57" fmla="*/ 1392 h 5560"/>
                <a:gd name="T58" fmla="*/ 2414 w 5474"/>
                <a:gd name="T59" fmla="*/ 1791 h 5560"/>
                <a:gd name="T60" fmla="*/ 2332 w 5474"/>
                <a:gd name="T61" fmla="*/ 2717 h 5560"/>
                <a:gd name="T62" fmla="*/ 2274 w 5474"/>
                <a:gd name="T63" fmla="*/ 2932 h 5560"/>
                <a:gd name="T64" fmla="*/ 2606 w 5474"/>
                <a:gd name="T65" fmla="*/ 3330 h 5560"/>
                <a:gd name="T66" fmla="*/ 3216 w 5474"/>
                <a:gd name="T67" fmla="*/ 2813 h 5560"/>
                <a:gd name="T68" fmla="*/ 2737 w 5474"/>
                <a:gd name="T69" fmla="*/ 3567 h 5560"/>
                <a:gd name="T70" fmla="*/ 1668 w 5474"/>
                <a:gd name="T71" fmla="*/ 3438 h 5560"/>
                <a:gd name="T72" fmla="*/ 1387 w 5474"/>
                <a:gd name="T73" fmla="*/ 3125 h 5560"/>
                <a:gd name="T74" fmla="*/ 1428 w 5474"/>
                <a:gd name="T75" fmla="*/ 2527 h 5560"/>
                <a:gd name="T76" fmla="*/ 1048 w 5474"/>
                <a:gd name="T77" fmla="*/ 3043 h 5560"/>
                <a:gd name="T78" fmla="*/ 766 w 5474"/>
                <a:gd name="T79" fmla="*/ 2637 h 5560"/>
                <a:gd name="T80" fmla="*/ 546 w 5474"/>
                <a:gd name="T81" fmla="*/ 2670 h 5560"/>
                <a:gd name="T82" fmla="*/ 1073 w 5474"/>
                <a:gd name="T83" fmla="*/ 3693 h 5560"/>
                <a:gd name="T84" fmla="*/ 1194 w 5474"/>
                <a:gd name="T85" fmla="*/ 3879 h 5560"/>
                <a:gd name="T86" fmla="*/ 1060 w 5474"/>
                <a:gd name="T87" fmla="*/ 4061 h 5560"/>
                <a:gd name="T88" fmla="*/ 1659 w 5474"/>
                <a:gd name="T89" fmla="*/ 3760 h 5560"/>
                <a:gd name="T90" fmla="*/ 1838 w 5474"/>
                <a:gd name="T91" fmla="*/ 4540 h 5560"/>
                <a:gd name="T92" fmla="*/ 1651 w 5474"/>
                <a:gd name="T93" fmla="*/ 4546 h 5560"/>
                <a:gd name="T94" fmla="*/ 4307 w 5474"/>
                <a:gd name="T95" fmla="*/ 3103 h 5560"/>
                <a:gd name="T96" fmla="*/ 4184 w 5474"/>
                <a:gd name="T97" fmla="*/ 2351 h 5560"/>
                <a:gd name="T98" fmla="*/ 4153 w 5474"/>
                <a:gd name="T99" fmla="*/ 3679 h 5560"/>
                <a:gd name="T100" fmla="*/ 3773 w 5474"/>
                <a:gd name="T101" fmla="*/ 3162 h 5560"/>
                <a:gd name="T102" fmla="*/ 3636 w 5474"/>
                <a:gd name="T103" fmla="*/ 4540 h 5560"/>
                <a:gd name="T104" fmla="*/ 3658 w 5474"/>
                <a:gd name="T105" fmla="*/ 3621 h 5560"/>
                <a:gd name="T106" fmla="*/ 3823 w 5474"/>
                <a:gd name="T107" fmla="*/ 4546 h 5560"/>
                <a:gd name="T108" fmla="*/ 4099 w 5474"/>
                <a:gd name="T109" fmla="*/ 4345 h 5560"/>
                <a:gd name="T110" fmla="*/ 4413 w 5474"/>
                <a:gd name="T111" fmla="*/ 4061 h 5560"/>
                <a:gd name="T112" fmla="*/ 4434 w 5474"/>
                <a:gd name="T113" fmla="*/ 3273 h 5560"/>
                <a:gd name="T114" fmla="*/ 4896 w 5474"/>
                <a:gd name="T115" fmla="*/ 2891 h 5560"/>
                <a:gd name="T116" fmla="*/ 4824 w 5474"/>
                <a:gd name="T117" fmla="*/ 2608 h 5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474" h="5560">
                  <a:moveTo>
                    <a:pt x="4709" y="5560"/>
                  </a:moveTo>
                  <a:cubicBezTo>
                    <a:pt x="4768" y="5560"/>
                    <a:pt x="4816" y="5512"/>
                    <a:pt x="4816" y="5453"/>
                  </a:cubicBezTo>
                  <a:cubicBezTo>
                    <a:pt x="4816" y="5394"/>
                    <a:pt x="4768" y="5346"/>
                    <a:pt x="4709" y="5346"/>
                  </a:cubicBezTo>
                  <a:lnTo>
                    <a:pt x="3457" y="5346"/>
                  </a:lnTo>
                  <a:lnTo>
                    <a:pt x="3697" y="4785"/>
                  </a:lnTo>
                  <a:cubicBezTo>
                    <a:pt x="3709" y="4786"/>
                    <a:pt x="3721" y="4787"/>
                    <a:pt x="3733" y="4787"/>
                  </a:cubicBezTo>
                  <a:cubicBezTo>
                    <a:pt x="3748" y="4787"/>
                    <a:pt x="3763" y="4786"/>
                    <a:pt x="3778" y="4784"/>
                  </a:cubicBezTo>
                  <a:cubicBezTo>
                    <a:pt x="3845" y="4776"/>
                    <a:pt x="3907" y="4751"/>
                    <a:pt x="3959" y="4710"/>
                  </a:cubicBezTo>
                  <a:lnTo>
                    <a:pt x="4478" y="4334"/>
                  </a:lnTo>
                  <a:cubicBezTo>
                    <a:pt x="4557" y="4276"/>
                    <a:pt x="4609" y="4191"/>
                    <a:pt x="4624" y="4092"/>
                  </a:cubicBezTo>
                  <a:cubicBezTo>
                    <a:pt x="4638" y="4003"/>
                    <a:pt x="4618" y="3910"/>
                    <a:pt x="4569" y="3834"/>
                  </a:cubicBezTo>
                  <a:lnTo>
                    <a:pt x="4752" y="3697"/>
                  </a:lnTo>
                  <a:cubicBezTo>
                    <a:pt x="4909" y="3580"/>
                    <a:pt x="4946" y="3361"/>
                    <a:pt x="4841" y="3199"/>
                  </a:cubicBezTo>
                  <a:lnTo>
                    <a:pt x="5024" y="3062"/>
                  </a:lnTo>
                  <a:cubicBezTo>
                    <a:pt x="5103" y="3003"/>
                    <a:pt x="5155" y="2916"/>
                    <a:pt x="5169" y="2817"/>
                  </a:cubicBezTo>
                  <a:cubicBezTo>
                    <a:pt x="5180" y="2743"/>
                    <a:pt x="5168" y="2668"/>
                    <a:pt x="5136" y="2602"/>
                  </a:cubicBezTo>
                  <a:lnTo>
                    <a:pt x="5451" y="1867"/>
                  </a:lnTo>
                  <a:cubicBezTo>
                    <a:pt x="5474" y="1813"/>
                    <a:pt x="5449" y="1750"/>
                    <a:pt x="5395" y="1727"/>
                  </a:cubicBezTo>
                  <a:cubicBezTo>
                    <a:pt x="5340" y="1704"/>
                    <a:pt x="5278" y="1729"/>
                    <a:pt x="5254" y="1783"/>
                  </a:cubicBezTo>
                  <a:lnTo>
                    <a:pt x="4975" y="2436"/>
                  </a:lnTo>
                  <a:cubicBezTo>
                    <a:pt x="4938" y="2417"/>
                    <a:pt x="4897" y="2403"/>
                    <a:pt x="4854" y="2397"/>
                  </a:cubicBezTo>
                  <a:cubicBezTo>
                    <a:pt x="4808" y="2391"/>
                    <a:pt x="4762" y="2393"/>
                    <a:pt x="4718" y="2403"/>
                  </a:cubicBezTo>
                  <a:lnTo>
                    <a:pt x="5137" y="1424"/>
                  </a:lnTo>
                  <a:cubicBezTo>
                    <a:pt x="5161" y="1370"/>
                    <a:pt x="5136" y="1307"/>
                    <a:pt x="5081" y="1284"/>
                  </a:cubicBezTo>
                  <a:cubicBezTo>
                    <a:pt x="5027" y="1261"/>
                    <a:pt x="4965" y="1286"/>
                    <a:pt x="4941" y="1340"/>
                  </a:cubicBezTo>
                  <a:lnTo>
                    <a:pt x="4522" y="2319"/>
                  </a:lnTo>
                  <a:cubicBezTo>
                    <a:pt x="4499" y="2280"/>
                    <a:pt x="4469" y="2245"/>
                    <a:pt x="4432" y="2216"/>
                  </a:cubicBezTo>
                  <a:cubicBezTo>
                    <a:pt x="4398" y="2189"/>
                    <a:pt x="4360" y="2169"/>
                    <a:pt x="4321" y="2156"/>
                  </a:cubicBezTo>
                  <a:lnTo>
                    <a:pt x="4601" y="1503"/>
                  </a:lnTo>
                  <a:cubicBezTo>
                    <a:pt x="4624" y="1449"/>
                    <a:pt x="4599" y="1386"/>
                    <a:pt x="4545" y="1363"/>
                  </a:cubicBezTo>
                  <a:cubicBezTo>
                    <a:pt x="4490" y="1340"/>
                    <a:pt x="4428" y="1365"/>
                    <a:pt x="4405" y="1419"/>
                  </a:cubicBezTo>
                  <a:lnTo>
                    <a:pt x="4089" y="2154"/>
                  </a:lnTo>
                  <a:cubicBezTo>
                    <a:pt x="3923" y="2207"/>
                    <a:pt x="3812" y="2372"/>
                    <a:pt x="3833" y="2552"/>
                  </a:cubicBezTo>
                  <a:lnTo>
                    <a:pt x="3861" y="2779"/>
                  </a:lnTo>
                  <a:cubicBezTo>
                    <a:pt x="3671" y="2815"/>
                    <a:pt x="3538" y="2993"/>
                    <a:pt x="3561" y="3187"/>
                  </a:cubicBezTo>
                  <a:lnTo>
                    <a:pt x="3588" y="3414"/>
                  </a:lnTo>
                  <a:cubicBezTo>
                    <a:pt x="3398" y="3450"/>
                    <a:pt x="3266" y="3628"/>
                    <a:pt x="3289" y="3823"/>
                  </a:cubicBezTo>
                  <a:lnTo>
                    <a:pt x="3365" y="4460"/>
                  </a:lnTo>
                  <a:lnTo>
                    <a:pt x="3365" y="4459"/>
                  </a:lnTo>
                  <a:cubicBezTo>
                    <a:pt x="3376" y="4556"/>
                    <a:pt x="3424" y="4642"/>
                    <a:pt x="3500" y="4704"/>
                  </a:cubicBezTo>
                  <a:lnTo>
                    <a:pt x="3225" y="5346"/>
                  </a:lnTo>
                  <a:lnTo>
                    <a:pt x="2844" y="5346"/>
                  </a:lnTo>
                  <a:lnTo>
                    <a:pt x="2844" y="3766"/>
                  </a:lnTo>
                  <a:cubicBezTo>
                    <a:pt x="2938" y="3740"/>
                    <a:pt x="3016" y="3679"/>
                    <a:pt x="3064" y="3595"/>
                  </a:cubicBezTo>
                  <a:lnTo>
                    <a:pt x="3385" y="3040"/>
                  </a:lnTo>
                  <a:cubicBezTo>
                    <a:pt x="3434" y="2954"/>
                    <a:pt x="3447" y="2854"/>
                    <a:pt x="3422" y="2758"/>
                  </a:cubicBezTo>
                  <a:cubicBezTo>
                    <a:pt x="3398" y="2670"/>
                    <a:pt x="3345" y="2596"/>
                    <a:pt x="3271" y="2546"/>
                  </a:cubicBezTo>
                  <a:lnTo>
                    <a:pt x="3385" y="2348"/>
                  </a:lnTo>
                  <a:cubicBezTo>
                    <a:pt x="3483" y="2179"/>
                    <a:pt x="3431" y="1963"/>
                    <a:pt x="3271" y="1855"/>
                  </a:cubicBezTo>
                  <a:lnTo>
                    <a:pt x="3385" y="1657"/>
                  </a:lnTo>
                  <a:cubicBezTo>
                    <a:pt x="3475" y="1500"/>
                    <a:pt x="3438" y="1305"/>
                    <a:pt x="3306" y="1191"/>
                  </a:cubicBezTo>
                  <a:lnTo>
                    <a:pt x="3306" y="391"/>
                  </a:lnTo>
                  <a:cubicBezTo>
                    <a:pt x="3306" y="332"/>
                    <a:pt x="3259" y="284"/>
                    <a:pt x="3200" y="284"/>
                  </a:cubicBezTo>
                  <a:cubicBezTo>
                    <a:pt x="3141" y="284"/>
                    <a:pt x="3093" y="332"/>
                    <a:pt x="3093" y="391"/>
                  </a:cubicBezTo>
                  <a:lnTo>
                    <a:pt x="3093" y="1101"/>
                  </a:lnTo>
                  <a:cubicBezTo>
                    <a:pt x="3051" y="1098"/>
                    <a:pt x="3009" y="1102"/>
                    <a:pt x="2967" y="1113"/>
                  </a:cubicBezTo>
                  <a:cubicBezTo>
                    <a:pt x="2922" y="1125"/>
                    <a:pt x="2880" y="1145"/>
                    <a:pt x="2844" y="1172"/>
                  </a:cubicBezTo>
                  <a:lnTo>
                    <a:pt x="2844" y="107"/>
                  </a:lnTo>
                  <a:cubicBezTo>
                    <a:pt x="2844" y="48"/>
                    <a:pt x="2796" y="0"/>
                    <a:pt x="2737" y="0"/>
                  </a:cubicBezTo>
                  <a:cubicBezTo>
                    <a:pt x="2678" y="0"/>
                    <a:pt x="2631" y="48"/>
                    <a:pt x="2631" y="107"/>
                  </a:cubicBezTo>
                  <a:lnTo>
                    <a:pt x="2631" y="1172"/>
                  </a:lnTo>
                  <a:cubicBezTo>
                    <a:pt x="2559" y="1119"/>
                    <a:pt x="2470" y="1094"/>
                    <a:pt x="2382" y="1101"/>
                  </a:cubicBezTo>
                  <a:lnTo>
                    <a:pt x="2382" y="391"/>
                  </a:lnTo>
                  <a:cubicBezTo>
                    <a:pt x="2382" y="332"/>
                    <a:pt x="2334" y="284"/>
                    <a:pt x="2275" y="284"/>
                  </a:cubicBezTo>
                  <a:cubicBezTo>
                    <a:pt x="2216" y="284"/>
                    <a:pt x="2168" y="332"/>
                    <a:pt x="2168" y="391"/>
                  </a:cubicBezTo>
                  <a:lnTo>
                    <a:pt x="2168" y="1191"/>
                  </a:lnTo>
                  <a:cubicBezTo>
                    <a:pt x="2036" y="1305"/>
                    <a:pt x="1999" y="1500"/>
                    <a:pt x="2090" y="1657"/>
                  </a:cubicBezTo>
                  <a:lnTo>
                    <a:pt x="2204" y="1855"/>
                  </a:lnTo>
                  <a:cubicBezTo>
                    <a:pt x="2043" y="1963"/>
                    <a:pt x="1992" y="2179"/>
                    <a:pt x="2090" y="2348"/>
                  </a:cubicBezTo>
                  <a:lnTo>
                    <a:pt x="2204" y="2546"/>
                  </a:lnTo>
                  <a:cubicBezTo>
                    <a:pt x="2129" y="2597"/>
                    <a:pt x="2074" y="2674"/>
                    <a:pt x="2051" y="2762"/>
                  </a:cubicBezTo>
                  <a:cubicBezTo>
                    <a:pt x="2026" y="2858"/>
                    <a:pt x="2040" y="2957"/>
                    <a:pt x="2090" y="3041"/>
                  </a:cubicBezTo>
                  <a:lnTo>
                    <a:pt x="2418" y="3591"/>
                  </a:lnTo>
                  <a:cubicBezTo>
                    <a:pt x="2451" y="3649"/>
                    <a:pt x="2498" y="3697"/>
                    <a:pt x="2557" y="3731"/>
                  </a:cubicBezTo>
                  <a:cubicBezTo>
                    <a:pt x="2580" y="3745"/>
                    <a:pt x="2605" y="3755"/>
                    <a:pt x="2631" y="3763"/>
                  </a:cubicBezTo>
                  <a:lnTo>
                    <a:pt x="2631" y="5346"/>
                  </a:lnTo>
                  <a:lnTo>
                    <a:pt x="2249" y="5346"/>
                  </a:lnTo>
                  <a:lnTo>
                    <a:pt x="1974" y="4704"/>
                  </a:lnTo>
                  <a:cubicBezTo>
                    <a:pt x="2049" y="4642"/>
                    <a:pt x="2097" y="4556"/>
                    <a:pt x="2109" y="4460"/>
                  </a:cubicBezTo>
                  <a:lnTo>
                    <a:pt x="2109" y="4460"/>
                  </a:lnTo>
                  <a:lnTo>
                    <a:pt x="2185" y="3823"/>
                  </a:lnTo>
                  <a:cubicBezTo>
                    <a:pt x="2208" y="3628"/>
                    <a:pt x="2075" y="3450"/>
                    <a:pt x="1885" y="3414"/>
                  </a:cubicBezTo>
                  <a:lnTo>
                    <a:pt x="1912" y="3187"/>
                  </a:lnTo>
                  <a:cubicBezTo>
                    <a:pt x="1936" y="2993"/>
                    <a:pt x="1803" y="2815"/>
                    <a:pt x="1613" y="2779"/>
                  </a:cubicBezTo>
                  <a:lnTo>
                    <a:pt x="1640" y="2552"/>
                  </a:lnTo>
                  <a:cubicBezTo>
                    <a:pt x="1662" y="2372"/>
                    <a:pt x="1550" y="2207"/>
                    <a:pt x="1384" y="2154"/>
                  </a:cubicBezTo>
                  <a:lnTo>
                    <a:pt x="1069" y="1419"/>
                  </a:lnTo>
                  <a:cubicBezTo>
                    <a:pt x="1046" y="1365"/>
                    <a:pt x="983" y="1340"/>
                    <a:pt x="929" y="1363"/>
                  </a:cubicBezTo>
                  <a:cubicBezTo>
                    <a:pt x="875" y="1386"/>
                    <a:pt x="850" y="1449"/>
                    <a:pt x="873" y="1503"/>
                  </a:cubicBezTo>
                  <a:lnTo>
                    <a:pt x="1153" y="2156"/>
                  </a:lnTo>
                  <a:cubicBezTo>
                    <a:pt x="1113" y="2169"/>
                    <a:pt x="1076" y="2189"/>
                    <a:pt x="1042" y="2216"/>
                  </a:cubicBezTo>
                  <a:cubicBezTo>
                    <a:pt x="1005" y="2245"/>
                    <a:pt x="974" y="2280"/>
                    <a:pt x="951" y="2319"/>
                  </a:cubicBezTo>
                  <a:lnTo>
                    <a:pt x="532" y="1340"/>
                  </a:lnTo>
                  <a:cubicBezTo>
                    <a:pt x="509" y="1286"/>
                    <a:pt x="446" y="1261"/>
                    <a:pt x="392" y="1284"/>
                  </a:cubicBezTo>
                  <a:cubicBezTo>
                    <a:pt x="338" y="1307"/>
                    <a:pt x="313" y="1370"/>
                    <a:pt x="336" y="1424"/>
                  </a:cubicBezTo>
                  <a:lnTo>
                    <a:pt x="755" y="2403"/>
                  </a:lnTo>
                  <a:cubicBezTo>
                    <a:pt x="711" y="2393"/>
                    <a:pt x="665" y="2391"/>
                    <a:pt x="619" y="2397"/>
                  </a:cubicBezTo>
                  <a:cubicBezTo>
                    <a:pt x="577" y="2403"/>
                    <a:pt x="536" y="2417"/>
                    <a:pt x="499" y="2436"/>
                  </a:cubicBezTo>
                  <a:lnTo>
                    <a:pt x="219" y="1783"/>
                  </a:lnTo>
                  <a:cubicBezTo>
                    <a:pt x="196" y="1729"/>
                    <a:pt x="133" y="1704"/>
                    <a:pt x="79" y="1727"/>
                  </a:cubicBezTo>
                  <a:cubicBezTo>
                    <a:pt x="25" y="1750"/>
                    <a:pt x="0" y="1813"/>
                    <a:pt x="23" y="1867"/>
                  </a:cubicBezTo>
                  <a:lnTo>
                    <a:pt x="338" y="2602"/>
                  </a:lnTo>
                  <a:cubicBezTo>
                    <a:pt x="262" y="2759"/>
                    <a:pt x="305" y="2954"/>
                    <a:pt x="450" y="3062"/>
                  </a:cubicBezTo>
                  <a:lnTo>
                    <a:pt x="632" y="3199"/>
                  </a:lnTo>
                  <a:cubicBezTo>
                    <a:pt x="528" y="3361"/>
                    <a:pt x="565" y="3580"/>
                    <a:pt x="722" y="3697"/>
                  </a:cubicBezTo>
                  <a:lnTo>
                    <a:pt x="905" y="3834"/>
                  </a:lnTo>
                  <a:cubicBezTo>
                    <a:pt x="856" y="3910"/>
                    <a:pt x="836" y="4003"/>
                    <a:pt x="849" y="4092"/>
                  </a:cubicBezTo>
                  <a:cubicBezTo>
                    <a:pt x="864" y="4191"/>
                    <a:pt x="916" y="4276"/>
                    <a:pt x="995" y="4334"/>
                  </a:cubicBezTo>
                  <a:lnTo>
                    <a:pt x="1514" y="4710"/>
                  </a:lnTo>
                  <a:cubicBezTo>
                    <a:pt x="1567" y="4751"/>
                    <a:pt x="1629" y="4776"/>
                    <a:pt x="1696" y="4784"/>
                  </a:cubicBezTo>
                  <a:cubicBezTo>
                    <a:pt x="1711" y="4786"/>
                    <a:pt x="1726" y="4787"/>
                    <a:pt x="1740" y="4787"/>
                  </a:cubicBezTo>
                  <a:cubicBezTo>
                    <a:pt x="1752" y="4787"/>
                    <a:pt x="1764" y="4786"/>
                    <a:pt x="1776" y="4785"/>
                  </a:cubicBezTo>
                  <a:lnTo>
                    <a:pt x="2017" y="5346"/>
                  </a:lnTo>
                  <a:lnTo>
                    <a:pt x="765" y="5346"/>
                  </a:lnTo>
                  <a:cubicBezTo>
                    <a:pt x="706" y="5346"/>
                    <a:pt x="658" y="5394"/>
                    <a:pt x="658" y="5453"/>
                  </a:cubicBezTo>
                  <a:cubicBezTo>
                    <a:pt x="658" y="5512"/>
                    <a:pt x="706" y="5560"/>
                    <a:pt x="765" y="5560"/>
                  </a:cubicBezTo>
                  <a:lnTo>
                    <a:pt x="4709" y="5560"/>
                  </a:lnTo>
                  <a:close/>
                  <a:moveTo>
                    <a:pt x="2741" y="2668"/>
                  </a:moveTo>
                  <a:lnTo>
                    <a:pt x="2737" y="2676"/>
                  </a:lnTo>
                  <a:lnTo>
                    <a:pt x="2733" y="2668"/>
                  </a:lnTo>
                  <a:cubicBezTo>
                    <a:pt x="2710" y="2629"/>
                    <a:pt x="2681" y="2595"/>
                    <a:pt x="2647" y="2567"/>
                  </a:cubicBezTo>
                  <a:lnTo>
                    <a:pt x="2926" y="2084"/>
                  </a:lnTo>
                  <a:cubicBezTo>
                    <a:pt x="2947" y="2047"/>
                    <a:pt x="2981" y="2021"/>
                    <a:pt x="3022" y="2010"/>
                  </a:cubicBezTo>
                  <a:cubicBezTo>
                    <a:pt x="3063" y="1999"/>
                    <a:pt x="3106" y="2005"/>
                    <a:pt x="3142" y="2026"/>
                  </a:cubicBezTo>
                  <a:cubicBezTo>
                    <a:pt x="3218" y="2069"/>
                    <a:pt x="3244" y="2166"/>
                    <a:pt x="3200" y="2242"/>
                  </a:cubicBezTo>
                  <a:lnTo>
                    <a:pt x="3061" y="2483"/>
                  </a:lnTo>
                  <a:cubicBezTo>
                    <a:pt x="3030" y="2483"/>
                    <a:pt x="2998" y="2487"/>
                    <a:pt x="2967" y="2496"/>
                  </a:cubicBezTo>
                  <a:cubicBezTo>
                    <a:pt x="2871" y="2521"/>
                    <a:pt x="2791" y="2583"/>
                    <a:pt x="2741" y="2668"/>
                  </a:cubicBezTo>
                  <a:close/>
                  <a:moveTo>
                    <a:pt x="2274" y="2242"/>
                  </a:moveTo>
                  <a:cubicBezTo>
                    <a:pt x="2231" y="2166"/>
                    <a:pt x="2257" y="2069"/>
                    <a:pt x="2332" y="2026"/>
                  </a:cubicBezTo>
                  <a:cubicBezTo>
                    <a:pt x="2408" y="1982"/>
                    <a:pt x="2505" y="2008"/>
                    <a:pt x="2548" y="2084"/>
                  </a:cubicBezTo>
                  <a:lnTo>
                    <a:pt x="2614" y="2198"/>
                  </a:lnTo>
                  <a:lnTo>
                    <a:pt x="2448" y="2485"/>
                  </a:lnTo>
                  <a:cubicBezTo>
                    <a:pt x="2437" y="2484"/>
                    <a:pt x="2425" y="2483"/>
                    <a:pt x="2414" y="2483"/>
                  </a:cubicBezTo>
                  <a:lnTo>
                    <a:pt x="2274" y="2242"/>
                  </a:lnTo>
                  <a:close/>
                  <a:moveTo>
                    <a:pt x="3022" y="1319"/>
                  </a:moveTo>
                  <a:cubicBezTo>
                    <a:pt x="3063" y="1308"/>
                    <a:pt x="3106" y="1313"/>
                    <a:pt x="3142" y="1334"/>
                  </a:cubicBezTo>
                  <a:cubicBezTo>
                    <a:pt x="3218" y="1378"/>
                    <a:pt x="3244" y="1475"/>
                    <a:pt x="3200" y="1550"/>
                  </a:cubicBezTo>
                  <a:lnTo>
                    <a:pt x="3061" y="1791"/>
                  </a:lnTo>
                  <a:cubicBezTo>
                    <a:pt x="3030" y="1792"/>
                    <a:pt x="2998" y="1796"/>
                    <a:pt x="2967" y="1804"/>
                  </a:cubicBezTo>
                  <a:cubicBezTo>
                    <a:pt x="2871" y="1830"/>
                    <a:pt x="2791" y="1891"/>
                    <a:pt x="2742" y="1977"/>
                  </a:cubicBezTo>
                  <a:lnTo>
                    <a:pt x="2737" y="1984"/>
                  </a:lnTo>
                  <a:lnTo>
                    <a:pt x="2733" y="1977"/>
                  </a:lnTo>
                  <a:cubicBezTo>
                    <a:pt x="2710" y="1937"/>
                    <a:pt x="2681" y="1903"/>
                    <a:pt x="2647" y="1876"/>
                  </a:cubicBezTo>
                  <a:lnTo>
                    <a:pt x="2926" y="1392"/>
                  </a:lnTo>
                  <a:cubicBezTo>
                    <a:pt x="2947" y="1356"/>
                    <a:pt x="2981" y="1330"/>
                    <a:pt x="3022" y="1319"/>
                  </a:cubicBezTo>
                  <a:close/>
                  <a:moveTo>
                    <a:pt x="2548" y="1392"/>
                  </a:moveTo>
                  <a:lnTo>
                    <a:pt x="2614" y="1506"/>
                  </a:lnTo>
                  <a:lnTo>
                    <a:pt x="2448" y="1793"/>
                  </a:lnTo>
                  <a:cubicBezTo>
                    <a:pt x="2437" y="1792"/>
                    <a:pt x="2425" y="1792"/>
                    <a:pt x="2414" y="1791"/>
                  </a:cubicBezTo>
                  <a:lnTo>
                    <a:pt x="2274" y="1550"/>
                  </a:lnTo>
                  <a:cubicBezTo>
                    <a:pt x="2231" y="1475"/>
                    <a:pt x="2257" y="1378"/>
                    <a:pt x="2332" y="1334"/>
                  </a:cubicBezTo>
                  <a:cubicBezTo>
                    <a:pt x="2408" y="1291"/>
                    <a:pt x="2505" y="1317"/>
                    <a:pt x="2548" y="1392"/>
                  </a:cubicBezTo>
                  <a:close/>
                  <a:moveTo>
                    <a:pt x="2258" y="2815"/>
                  </a:moveTo>
                  <a:cubicBezTo>
                    <a:pt x="2269" y="2773"/>
                    <a:pt x="2295" y="2739"/>
                    <a:pt x="2332" y="2717"/>
                  </a:cubicBezTo>
                  <a:cubicBezTo>
                    <a:pt x="2369" y="2696"/>
                    <a:pt x="2411" y="2691"/>
                    <a:pt x="2452" y="2702"/>
                  </a:cubicBezTo>
                  <a:cubicBezTo>
                    <a:pt x="2493" y="2713"/>
                    <a:pt x="2527" y="2739"/>
                    <a:pt x="2548" y="2775"/>
                  </a:cubicBezTo>
                  <a:lnTo>
                    <a:pt x="2614" y="2889"/>
                  </a:lnTo>
                  <a:lnTo>
                    <a:pt x="2434" y="3201"/>
                  </a:lnTo>
                  <a:lnTo>
                    <a:pt x="2274" y="2932"/>
                  </a:lnTo>
                  <a:cubicBezTo>
                    <a:pt x="2253" y="2897"/>
                    <a:pt x="2247" y="2856"/>
                    <a:pt x="2258" y="2815"/>
                  </a:cubicBezTo>
                  <a:close/>
                  <a:moveTo>
                    <a:pt x="2609" y="3494"/>
                  </a:moveTo>
                  <a:lnTo>
                    <a:pt x="2608" y="3491"/>
                  </a:lnTo>
                  <a:cubicBezTo>
                    <a:pt x="2600" y="3479"/>
                    <a:pt x="2594" y="3465"/>
                    <a:pt x="2590" y="3450"/>
                  </a:cubicBezTo>
                  <a:cubicBezTo>
                    <a:pt x="2579" y="3409"/>
                    <a:pt x="2585" y="3367"/>
                    <a:pt x="2606" y="3330"/>
                  </a:cubicBezTo>
                  <a:lnTo>
                    <a:pt x="2926" y="2775"/>
                  </a:lnTo>
                  <a:cubicBezTo>
                    <a:pt x="2947" y="2739"/>
                    <a:pt x="2981" y="2713"/>
                    <a:pt x="3022" y="2702"/>
                  </a:cubicBezTo>
                  <a:cubicBezTo>
                    <a:pt x="3036" y="2698"/>
                    <a:pt x="3050" y="2696"/>
                    <a:pt x="3064" y="2696"/>
                  </a:cubicBezTo>
                  <a:cubicBezTo>
                    <a:pt x="3091" y="2696"/>
                    <a:pt x="3118" y="2703"/>
                    <a:pt x="3142" y="2717"/>
                  </a:cubicBezTo>
                  <a:cubicBezTo>
                    <a:pt x="3179" y="2738"/>
                    <a:pt x="3205" y="2772"/>
                    <a:pt x="3216" y="2813"/>
                  </a:cubicBezTo>
                  <a:cubicBezTo>
                    <a:pt x="3227" y="2854"/>
                    <a:pt x="3221" y="2897"/>
                    <a:pt x="3200" y="2933"/>
                  </a:cubicBezTo>
                  <a:lnTo>
                    <a:pt x="2879" y="3488"/>
                  </a:lnTo>
                  <a:cubicBezTo>
                    <a:pt x="2858" y="3525"/>
                    <a:pt x="2824" y="3551"/>
                    <a:pt x="2783" y="3562"/>
                  </a:cubicBezTo>
                  <a:cubicBezTo>
                    <a:pt x="2768" y="3566"/>
                    <a:pt x="2753" y="3568"/>
                    <a:pt x="2738" y="3567"/>
                  </a:cubicBezTo>
                  <a:cubicBezTo>
                    <a:pt x="2738" y="3567"/>
                    <a:pt x="2737" y="3567"/>
                    <a:pt x="2737" y="3567"/>
                  </a:cubicBezTo>
                  <a:cubicBezTo>
                    <a:pt x="2737" y="3567"/>
                    <a:pt x="2737" y="3567"/>
                    <a:pt x="2737" y="3567"/>
                  </a:cubicBezTo>
                  <a:cubicBezTo>
                    <a:pt x="2711" y="3566"/>
                    <a:pt x="2686" y="3559"/>
                    <a:pt x="2664" y="3546"/>
                  </a:cubicBezTo>
                  <a:cubicBezTo>
                    <a:pt x="2641" y="3533"/>
                    <a:pt x="2623" y="3515"/>
                    <a:pt x="2609" y="3494"/>
                  </a:cubicBezTo>
                  <a:close/>
                  <a:moveTo>
                    <a:pt x="1701" y="3162"/>
                  </a:moveTo>
                  <a:lnTo>
                    <a:pt x="1668" y="3438"/>
                  </a:lnTo>
                  <a:cubicBezTo>
                    <a:pt x="1551" y="3490"/>
                    <a:pt x="1463" y="3599"/>
                    <a:pt x="1447" y="3735"/>
                  </a:cubicBezTo>
                  <a:lnTo>
                    <a:pt x="1446" y="3743"/>
                  </a:lnTo>
                  <a:lnTo>
                    <a:pt x="1439" y="3738"/>
                  </a:lnTo>
                  <a:cubicBezTo>
                    <a:pt x="1403" y="3711"/>
                    <a:pt x="1363" y="3691"/>
                    <a:pt x="1320" y="3679"/>
                  </a:cubicBezTo>
                  <a:lnTo>
                    <a:pt x="1387" y="3125"/>
                  </a:lnTo>
                  <a:cubicBezTo>
                    <a:pt x="1397" y="3038"/>
                    <a:pt x="1476" y="2976"/>
                    <a:pt x="1562" y="2986"/>
                  </a:cubicBezTo>
                  <a:cubicBezTo>
                    <a:pt x="1649" y="2997"/>
                    <a:pt x="1711" y="3075"/>
                    <a:pt x="1701" y="3162"/>
                  </a:cubicBezTo>
                  <a:close/>
                  <a:moveTo>
                    <a:pt x="1174" y="2384"/>
                  </a:moveTo>
                  <a:cubicBezTo>
                    <a:pt x="1207" y="2358"/>
                    <a:pt x="1248" y="2346"/>
                    <a:pt x="1290" y="2351"/>
                  </a:cubicBezTo>
                  <a:cubicBezTo>
                    <a:pt x="1377" y="2361"/>
                    <a:pt x="1439" y="2440"/>
                    <a:pt x="1428" y="2527"/>
                  </a:cubicBezTo>
                  <a:lnTo>
                    <a:pt x="1395" y="2803"/>
                  </a:lnTo>
                  <a:cubicBezTo>
                    <a:pt x="1279" y="2854"/>
                    <a:pt x="1191" y="2964"/>
                    <a:pt x="1175" y="3099"/>
                  </a:cubicBezTo>
                  <a:lnTo>
                    <a:pt x="1174" y="3108"/>
                  </a:lnTo>
                  <a:lnTo>
                    <a:pt x="1167" y="3103"/>
                  </a:lnTo>
                  <a:cubicBezTo>
                    <a:pt x="1130" y="3075"/>
                    <a:pt x="1090" y="3055"/>
                    <a:pt x="1048" y="3043"/>
                  </a:cubicBezTo>
                  <a:lnTo>
                    <a:pt x="1114" y="2489"/>
                  </a:lnTo>
                  <a:cubicBezTo>
                    <a:pt x="1119" y="2447"/>
                    <a:pt x="1140" y="2410"/>
                    <a:pt x="1174" y="2384"/>
                  </a:cubicBezTo>
                  <a:close/>
                  <a:moveTo>
                    <a:pt x="546" y="2670"/>
                  </a:moveTo>
                  <a:cubicBezTo>
                    <a:pt x="571" y="2636"/>
                    <a:pt x="608" y="2614"/>
                    <a:pt x="650" y="2608"/>
                  </a:cubicBezTo>
                  <a:cubicBezTo>
                    <a:pt x="692" y="2602"/>
                    <a:pt x="733" y="2613"/>
                    <a:pt x="766" y="2637"/>
                  </a:cubicBezTo>
                  <a:lnTo>
                    <a:pt x="872" y="2718"/>
                  </a:lnTo>
                  <a:lnTo>
                    <a:pt x="833" y="3046"/>
                  </a:lnTo>
                  <a:cubicBezTo>
                    <a:pt x="822" y="3049"/>
                    <a:pt x="811" y="3053"/>
                    <a:pt x="800" y="3058"/>
                  </a:cubicBezTo>
                  <a:lnTo>
                    <a:pt x="577" y="2891"/>
                  </a:lnTo>
                  <a:cubicBezTo>
                    <a:pt x="508" y="2839"/>
                    <a:pt x="493" y="2740"/>
                    <a:pt x="546" y="2670"/>
                  </a:cubicBezTo>
                  <a:close/>
                  <a:moveTo>
                    <a:pt x="818" y="3305"/>
                  </a:moveTo>
                  <a:cubicBezTo>
                    <a:pt x="870" y="3236"/>
                    <a:pt x="969" y="3221"/>
                    <a:pt x="1039" y="3273"/>
                  </a:cubicBezTo>
                  <a:lnTo>
                    <a:pt x="1145" y="3352"/>
                  </a:lnTo>
                  <a:lnTo>
                    <a:pt x="1105" y="3681"/>
                  </a:lnTo>
                  <a:cubicBezTo>
                    <a:pt x="1094" y="3685"/>
                    <a:pt x="1083" y="3689"/>
                    <a:pt x="1073" y="3693"/>
                  </a:cubicBezTo>
                  <a:lnTo>
                    <a:pt x="850" y="3527"/>
                  </a:lnTo>
                  <a:cubicBezTo>
                    <a:pt x="780" y="3474"/>
                    <a:pt x="766" y="3375"/>
                    <a:pt x="818" y="3305"/>
                  </a:cubicBezTo>
                  <a:close/>
                  <a:moveTo>
                    <a:pt x="1060" y="4061"/>
                  </a:moveTo>
                  <a:cubicBezTo>
                    <a:pt x="1054" y="4018"/>
                    <a:pt x="1064" y="3975"/>
                    <a:pt x="1090" y="3941"/>
                  </a:cubicBezTo>
                  <a:cubicBezTo>
                    <a:pt x="1115" y="3907"/>
                    <a:pt x="1152" y="3885"/>
                    <a:pt x="1194" y="3879"/>
                  </a:cubicBezTo>
                  <a:cubicBezTo>
                    <a:pt x="1236" y="3873"/>
                    <a:pt x="1278" y="3884"/>
                    <a:pt x="1312" y="3909"/>
                  </a:cubicBezTo>
                  <a:lnTo>
                    <a:pt x="1417" y="3988"/>
                  </a:lnTo>
                  <a:lnTo>
                    <a:pt x="1374" y="4345"/>
                  </a:lnTo>
                  <a:lnTo>
                    <a:pt x="1121" y="4161"/>
                  </a:lnTo>
                  <a:cubicBezTo>
                    <a:pt x="1088" y="4137"/>
                    <a:pt x="1067" y="4102"/>
                    <a:pt x="1060" y="4061"/>
                  </a:cubicBezTo>
                  <a:close/>
                  <a:moveTo>
                    <a:pt x="1651" y="4546"/>
                  </a:moveTo>
                  <a:lnTo>
                    <a:pt x="1648" y="4544"/>
                  </a:lnTo>
                  <a:cubicBezTo>
                    <a:pt x="1636" y="4535"/>
                    <a:pt x="1625" y="4525"/>
                    <a:pt x="1616" y="4513"/>
                  </a:cubicBezTo>
                  <a:cubicBezTo>
                    <a:pt x="1590" y="4480"/>
                    <a:pt x="1578" y="4438"/>
                    <a:pt x="1583" y="4397"/>
                  </a:cubicBezTo>
                  <a:lnTo>
                    <a:pt x="1659" y="3760"/>
                  </a:lnTo>
                  <a:cubicBezTo>
                    <a:pt x="1669" y="3680"/>
                    <a:pt x="1737" y="3621"/>
                    <a:pt x="1816" y="3621"/>
                  </a:cubicBezTo>
                  <a:cubicBezTo>
                    <a:pt x="1822" y="3621"/>
                    <a:pt x="1828" y="3621"/>
                    <a:pt x="1835" y="3622"/>
                  </a:cubicBezTo>
                  <a:cubicBezTo>
                    <a:pt x="1921" y="3632"/>
                    <a:pt x="1983" y="3711"/>
                    <a:pt x="1973" y="3797"/>
                  </a:cubicBezTo>
                  <a:lnTo>
                    <a:pt x="1897" y="4434"/>
                  </a:lnTo>
                  <a:cubicBezTo>
                    <a:pt x="1892" y="4476"/>
                    <a:pt x="1871" y="4513"/>
                    <a:pt x="1838" y="4540"/>
                  </a:cubicBezTo>
                  <a:cubicBezTo>
                    <a:pt x="1825" y="4549"/>
                    <a:pt x="1812" y="4557"/>
                    <a:pt x="1798" y="4563"/>
                  </a:cubicBezTo>
                  <a:cubicBezTo>
                    <a:pt x="1797" y="4563"/>
                    <a:pt x="1797" y="4563"/>
                    <a:pt x="1797" y="4563"/>
                  </a:cubicBezTo>
                  <a:cubicBezTo>
                    <a:pt x="1797" y="4563"/>
                    <a:pt x="1797" y="4563"/>
                    <a:pt x="1797" y="4563"/>
                  </a:cubicBezTo>
                  <a:cubicBezTo>
                    <a:pt x="1773" y="4572"/>
                    <a:pt x="1747" y="4576"/>
                    <a:pt x="1721" y="4572"/>
                  </a:cubicBezTo>
                  <a:cubicBezTo>
                    <a:pt x="1696" y="4569"/>
                    <a:pt x="1672" y="4560"/>
                    <a:pt x="1651" y="4546"/>
                  </a:cubicBezTo>
                  <a:close/>
                  <a:moveTo>
                    <a:pt x="4184" y="2351"/>
                  </a:moveTo>
                  <a:cubicBezTo>
                    <a:pt x="4225" y="2346"/>
                    <a:pt x="4267" y="2358"/>
                    <a:pt x="4300" y="2384"/>
                  </a:cubicBezTo>
                  <a:cubicBezTo>
                    <a:pt x="4333" y="2410"/>
                    <a:pt x="4354" y="2447"/>
                    <a:pt x="4359" y="2489"/>
                  </a:cubicBezTo>
                  <a:lnTo>
                    <a:pt x="4425" y="3043"/>
                  </a:lnTo>
                  <a:cubicBezTo>
                    <a:pt x="4383" y="3056"/>
                    <a:pt x="4343" y="3076"/>
                    <a:pt x="4307" y="3103"/>
                  </a:cubicBezTo>
                  <a:lnTo>
                    <a:pt x="4300" y="3108"/>
                  </a:lnTo>
                  <a:lnTo>
                    <a:pt x="4299" y="3099"/>
                  </a:lnTo>
                  <a:cubicBezTo>
                    <a:pt x="4283" y="2964"/>
                    <a:pt x="4195" y="2854"/>
                    <a:pt x="4078" y="2803"/>
                  </a:cubicBezTo>
                  <a:lnTo>
                    <a:pt x="4045" y="2527"/>
                  </a:lnTo>
                  <a:cubicBezTo>
                    <a:pt x="4035" y="2440"/>
                    <a:pt x="4097" y="2361"/>
                    <a:pt x="4184" y="2351"/>
                  </a:cubicBezTo>
                  <a:close/>
                  <a:moveTo>
                    <a:pt x="3911" y="2986"/>
                  </a:moveTo>
                  <a:cubicBezTo>
                    <a:pt x="3927" y="2984"/>
                    <a:pt x="3943" y="2985"/>
                    <a:pt x="3959" y="2988"/>
                  </a:cubicBezTo>
                  <a:cubicBezTo>
                    <a:pt x="3960" y="2988"/>
                    <a:pt x="3960" y="2988"/>
                    <a:pt x="3961" y="2988"/>
                  </a:cubicBezTo>
                  <a:cubicBezTo>
                    <a:pt x="4026" y="3001"/>
                    <a:pt x="4079" y="3055"/>
                    <a:pt x="4087" y="3125"/>
                  </a:cubicBezTo>
                  <a:lnTo>
                    <a:pt x="4153" y="3679"/>
                  </a:lnTo>
                  <a:cubicBezTo>
                    <a:pt x="4111" y="3691"/>
                    <a:pt x="4071" y="3711"/>
                    <a:pt x="4034" y="3738"/>
                  </a:cubicBezTo>
                  <a:lnTo>
                    <a:pt x="4028" y="3743"/>
                  </a:lnTo>
                  <a:lnTo>
                    <a:pt x="4027" y="3735"/>
                  </a:lnTo>
                  <a:cubicBezTo>
                    <a:pt x="4010" y="3599"/>
                    <a:pt x="3923" y="3489"/>
                    <a:pt x="3806" y="3438"/>
                  </a:cubicBezTo>
                  <a:lnTo>
                    <a:pt x="3773" y="3162"/>
                  </a:lnTo>
                  <a:cubicBezTo>
                    <a:pt x="3763" y="3075"/>
                    <a:pt x="3825" y="2997"/>
                    <a:pt x="3911" y="2986"/>
                  </a:cubicBezTo>
                  <a:close/>
                  <a:moveTo>
                    <a:pt x="3677" y="4563"/>
                  </a:moveTo>
                  <a:cubicBezTo>
                    <a:pt x="3677" y="4563"/>
                    <a:pt x="3676" y="4563"/>
                    <a:pt x="3676" y="4563"/>
                  </a:cubicBezTo>
                  <a:cubicBezTo>
                    <a:pt x="3676" y="4563"/>
                    <a:pt x="3676" y="4563"/>
                    <a:pt x="3676" y="4563"/>
                  </a:cubicBezTo>
                  <a:cubicBezTo>
                    <a:pt x="3662" y="4557"/>
                    <a:pt x="3648" y="4549"/>
                    <a:pt x="3636" y="4540"/>
                  </a:cubicBezTo>
                  <a:cubicBezTo>
                    <a:pt x="3603" y="4513"/>
                    <a:pt x="3582" y="4476"/>
                    <a:pt x="3577" y="4434"/>
                  </a:cubicBezTo>
                  <a:lnTo>
                    <a:pt x="3577" y="4434"/>
                  </a:lnTo>
                  <a:lnTo>
                    <a:pt x="3501" y="3797"/>
                  </a:lnTo>
                  <a:cubicBezTo>
                    <a:pt x="3490" y="3711"/>
                    <a:pt x="3552" y="3632"/>
                    <a:pt x="3639" y="3622"/>
                  </a:cubicBezTo>
                  <a:cubicBezTo>
                    <a:pt x="3645" y="3621"/>
                    <a:pt x="3652" y="3621"/>
                    <a:pt x="3658" y="3621"/>
                  </a:cubicBezTo>
                  <a:cubicBezTo>
                    <a:pt x="3737" y="3621"/>
                    <a:pt x="3805" y="3680"/>
                    <a:pt x="3815" y="3760"/>
                  </a:cubicBezTo>
                  <a:lnTo>
                    <a:pt x="3891" y="4397"/>
                  </a:lnTo>
                  <a:cubicBezTo>
                    <a:pt x="3896" y="4438"/>
                    <a:pt x="3884" y="4480"/>
                    <a:pt x="3858" y="4513"/>
                  </a:cubicBezTo>
                  <a:cubicBezTo>
                    <a:pt x="3848" y="4525"/>
                    <a:pt x="3837" y="4535"/>
                    <a:pt x="3825" y="4544"/>
                  </a:cubicBezTo>
                  <a:lnTo>
                    <a:pt x="3823" y="4546"/>
                  </a:lnTo>
                  <a:cubicBezTo>
                    <a:pt x="3802" y="4560"/>
                    <a:pt x="3778" y="4569"/>
                    <a:pt x="3752" y="4572"/>
                  </a:cubicBezTo>
                  <a:cubicBezTo>
                    <a:pt x="3726" y="4576"/>
                    <a:pt x="3700" y="4572"/>
                    <a:pt x="3677" y="4563"/>
                  </a:cubicBezTo>
                  <a:close/>
                  <a:moveTo>
                    <a:pt x="4413" y="4061"/>
                  </a:moveTo>
                  <a:cubicBezTo>
                    <a:pt x="4407" y="4102"/>
                    <a:pt x="4386" y="4137"/>
                    <a:pt x="4353" y="4161"/>
                  </a:cubicBezTo>
                  <a:lnTo>
                    <a:pt x="4099" y="4345"/>
                  </a:lnTo>
                  <a:lnTo>
                    <a:pt x="4057" y="3988"/>
                  </a:lnTo>
                  <a:lnTo>
                    <a:pt x="4162" y="3909"/>
                  </a:lnTo>
                  <a:cubicBezTo>
                    <a:pt x="4196" y="3884"/>
                    <a:pt x="4237" y="3873"/>
                    <a:pt x="4279" y="3879"/>
                  </a:cubicBezTo>
                  <a:cubicBezTo>
                    <a:pt x="4321" y="3885"/>
                    <a:pt x="4358" y="3907"/>
                    <a:pt x="4383" y="3941"/>
                  </a:cubicBezTo>
                  <a:cubicBezTo>
                    <a:pt x="4409" y="3975"/>
                    <a:pt x="4420" y="4018"/>
                    <a:pt x="4413" y="4061"/>
                  </a:cubicBezTo>
                  <a:close/>
                  <a:moveTo>
                    <a:pt x="4624" y="3527"/>
                  </a:moveTo>
                  <a:lnTo>
                    <a:pt x="4401" y="3693"/>
                  </a:lnTo>
                  <a:cubicBezTo>
                    <a:pt x="4390" y="3689"/>
                    <a:pt x="4379" y="3685"/>
                    <a:pt x="4368" y="3681"/>
                  </a:cubicBezTo>
                  <a:lnTo>
                    <a:pt x="4329" y="3352"/>
                  </a:lnTo>
                  <a:lnTo>
                    <a:pt x="4434" y="3273"/>
                  </a:lnTo>
                  <a:cubicBezTo>
                    <a:pt x="4468" y="3248"/>
                    <a:pt x="4510" y="3238"/>
                    <a:pt x="4552" y="3244"/>
                  </a:cubicBezTo>
                  <a:cubicBezTo>
                    <a:pt x="4594" y="3250"/>
                    <a:pt x="4631" y="3272"/>
                    <a:pt x="4656" y="3305"/>
                  </a:cubicBezTo>
                  <a:cubicBezTo>
                    <a:pt x="4708" y="3375"/>
                    <a:pt x="4694" y="3474"/>
                    <a:pt x="4624" y="3527"/>
                  </a:cubicBezTo>
                  <a:close/>
                  <a:moveTo>
                    <a:pt x="4958" y="2787"/>
                  </a:moveTo>
                  <a:cubicBezTo>
                    <a:pt x="4952" y="2829"/>
                    <a:pt x="4930" y="2866"/>
                    <a:pt x="4896" y="2891"/>
                  </a:cubicBezTo>
                  <a:lnTo>
                    <a:pt x="4673" y="3058"/>
                  </a:lnTo>
                  <a:cubicBezTo>
                    <a:pt x="4663" y="3053"/>
                    <a:pt x="4652" y="3049"/>
                    <a:pt x="4641" y="3046"/>
                  </a:cubicBezTo>
                  <a:lnTo>
                    <a:pt x="4601" y="2717"/>
                  </a:lnTo>
                  <a:lnTo>
                    <a:pt x="4707" y="2638"/>
                  </a:lnTo>
                  <a:cubicBezTo>
                    <a:pt x="4740" y="2613"/>
                    <a:pt x="4782" y="2602"/>
                    <a:pt x="4824" y="2608"/>
                  </a:cubicBezTo>
                  <a:cubicBezTo>
                    <a:pt x="4866" y="2614"/>
                    <a:pt x="4903" y="2636"/>
                    <a:pt x="4928" y="2670"/>
                  </a:cubicBezTo>
                  <a:cubicBezTo>
                    <a:pt x="4953" y="2703"/>
                    <a:pt x="4964" y="2745"/>
                    <a:pt x="4958" y="2787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69C1A607-E809-4E40-E4F0-BED51D75AC65}"/>
              </a:ext>
            </a:extLst>
          </p:cNvPr>
          <p:cNvGrpSpPr/>
          <p:nvPr/>
        </p:nvGrpSpPr>
        <p:grpSpPr>
          <a:xfrm>
            <a:off x="1685566" y="2322717"/>
            <a:ext cx="2289437" cy="1223784"/>
            <a:chOff x="4370325" y="5022325"/>
            <a:chExt cx="2289437" cy="1223784"/>
          </a:xfrm>
        </p:grpSpPr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0B2B52C9-E3C7-60B9-03F7-74D55D5489D5}"/>
                </a:ext>
              </a:extLst>
            </p:cNvPr>
            <p:cNvSpPr/>
            <p:nvPr/>
          </p:nvSpPr>
          <p:spPr>
            <a:xfrm>
              <a:off x="4370325" y="5022325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chemeClr val="accent3">
                <a:lumMod val="75000"/>
                <a:alpha val="20000"/>
              </a:schemeClr>
            </a:solidFill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 工业制造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智能质检  生产工艺优化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智能仓库与物料分拣</a:t>
              </a:r>
              <a:endParaRPr lang="zh-CN" altLang="en-US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89" name="iconfont-11117-5233412">
              <a:extLst>
                <a:ext uri="{FF2B5EF4-FFF2-40B4-BE49-F238E27FC236}">
                  <a16:creationId xmlns:a16="http://schemas.microsoft.com/office/drawing/2014/main" id="{7002F2E9-B24A-5BB7-2CD8-2B0D8E0B06AF}"/>
                </a:ext>
              </a:extLst>
            </p:cNvPr>
            <p:cNvSpPr/>
            <p:nvPr/>
          </p:nvSpPr>
          <p:spPr>
            <a:xfrm>
              <a:off x="4696103" y="5105658"/>
              <a:ext cx="319886" cy="330996"/>
            </a:xfrm>
            <a:custGeom>
              <a:avLst/>
              <a:gdLst>
                <a:gd name="connsiteX0" fmla="*/ 206163 w 388352"/>
                <a:gd name="connsiteY0" fmla="*/ 148716 h 401840"/>
                <a:gd name="connsiteX1" fmla="*/ 200428 w 388352"/>
                <a:gd name="connsiteY1" fmla="*/ 149672 h 401840"/>
                <a:gd name="connsiteX2" fmla="*/ 237839 w 388352"/>
                <a:gd name="connsiteY2" fmla="*/ 179391 h 401840"/>
                <a:gd name="connsiteX3" fmla="*/ 240706 w 388352"/>
                <a:gd name="connsiteY3" fmla="*/ 185170 h 401840"/>
                <a:gd name="connsiteX4" fmla="*/ 238795 w 388352"/>
                <a:gd name="connsiteY4" fmla="*/ 190905 h 401840"/>
                <a:gd name="connsiteX5" fmla="*/ 207119 w 388352"/>
                <a:gd name="connsiteY5" fmla="*/ 231182 h 401840"/>
                <a:gd name="connsiteX6" fmla="*/ 201384 w 388352"/>
                <a:gd name="connsiteY6" fmla="*/ 234050 h 401840"/>
                <a:gd name="connsiteX7" fmla="*/ 195648 w 388352"/>
                <a:gd name="connsiteY7" fmla="*/ 232138 h 401840"/>
                <a:gd name="connsiteX8" fmla="*/ 158237 w 388352"/>
                <a:gd name="connsiteY8" fmla="*/ 202419 h 401840"/>
                <a:gd name="connsiteX9" fmla="*/ 158237 w 388352"/>
                <a:gd name="connsiteY9" fmla="*/ 208154 h 401840"/>
                <a:gd name="connsiteX10" fmla="*/ 217678 w 388352"/>
                <a:gd name="connsiteY10" fmla="*/ 256122 h 401840"/>
                <a:gd name="connsiteX11" fmla="*/ 235883 w 388352"/>
                <a:gd name="connsiteY11" fmla="*/ 250344 h 401840"/>
                <a:gd name="connsiteX12" fmla="*/ 240706 w 388352"/>
                <a:gd name="connsiteY12" fmla="*/ 249388 h 401840"/>
                <a:gd name="connsiteX13" fmla="*/ 245486 w 388352"/>
                <a:gd name="connsiteY13" fmla="*/ 251299 h 401840"/>
                <a:gd name="connsiteX14" fmla="*/ 345205 w 388352"/>
                <a:gd name="connsiteY14" fmla="*/ 330898 h 401840"/>
                <a:gd name="connsiteX15" fmla="*/ 367278 w 388352"/>
                <a:gd name="connsiteY15" fmla="*/ 304047 h 401840"/>
                <a:gd name="connsiteX16" fmla="*/ 267559 w 388352"/>
                <a:gd name="connsiteY16" fmla="*/ 224448 h 401840"/>
                <a:gd name="connsiteX17" fmla="*/ 264648 w 388352"/>
                <a:gd name="connsiteY17" fmla="*/ 215845 h 401840"/>
                <a:gd name="connsiteX18" fmla="*/ 265647 w 388352"/>
                <a:gd name="connsiteY18" fmla="*/ 196640 h 401840"/>
                <a:gd name="connsiteX19" fmla="*/ 206163 w 388352"/>
                <a:gd name="connsiteY19" fmla="*/ 148716 h 401840"/>
                <a:gd name="connsiteX20" fmla="*/ 206163 w 388352"/>
                <a:gd name="connsiteY20" fmla="*/ 130511 h 401840"/>
                <a:gd name="connsiteX21" fmla="*/ 283853 w 388352"/>
                <a:gd name="connsiteY21" fmla="*/ 192817 h 401840"/>
                <a:gd name="connsiteX22" fmla="*/ 282897 w 388352"/>
                <a:gd name="connsiteY22" fmla="*/ 212977 h 401840"/>
                <a:gd name="connsiteX23" fmla="*/ 385484 w 388352"/>
                <a:gd name="connsiteY23" fmla="*/ 294444 h 401840"/>
                <a:gd name="connsiteX24" fmla="*/ 388352 w 388352"/>
                <a:gd name="connsiteY24" fmla="*/ 300223 h 401840"/>
                <a:gd name="connsiteX25" fmla="*/ 386440 w 388352"/>
                <a:gd name="connsiteY25" fmla="*/ 305958 h 401840"/>
                <a:gd name="connsiteX26" fmla="*/ 354808 w 388352"/>
                <a:gd name="connsiteY26" fmla="*/ 346236 h 401840"/>
                <a:gd name="connsiteX27" fmla="*/ 347117 w 388352"/>
                <a:gd name="connsiteY27" fmla="*/ 350059 h 401840"/>
                <a:gd name="connsiteX28" fmla="*/ 342338 w 388352"/>
                <a:gd name="connsiteY28" fmla="*/ 348147 h 401840"/>
                <a:gd name="connsiteX29" fmla="*/ 239751 w 388352"/>
                <a:gd name="connsiteY29" fmla="*/ 266637 h 401840"/>
                <a:gd name="connsiteX30" fmla="*/ 220545 w 388352"/>
                <a:gd name="connsiteY30" fmla="*/ 271460 h 401840"/>
                <a:gd name="connsiteX31" fmla="*/ 142899 w 388352"/>
                <a:gd name="connsiteY31" fmla="*/ 209110 h 401840"/>
                <a:gd name="connsiteX32" fmla="*/ 144811 w 388352"/>
                <a:gd name="connsiteY32" fmla="*/ 184171 h 401840"/>
                <a:gd name="connsiteX33" fmla="*/ 150546 w 388352"/>
                <a:gd name="connsiteY33" fmla="*/ 178435 h 401840"/>
                <a:gd name="connsiteX34" fmla="*/ 158237 w 388352"/>
                <a:gd name="connsiteY34" fmla="*/ 179391 h 401840"/>
                <a:gd name="connsiteX35" fmla="*/ 200428 w 388352"/>
                <a:gd name="connsiteY35" fmla="*/ 213933 h 401840"/>
                <a:gd name="connsiteX36" fmla="*/ 222457 w 388352"/>
                <a:gd name="connsiteY36" fmla="*/ 187082 h 401840"/>
                <a:gd name="connsiteX37" fmla="*/ 180267 w 388352"/>
                <a:gd name="connsiteY37" fmla="*/ 152540 h 401840"/>
                <a:gd name="connsiteX38" fmla="*/ 177399 w 388352"/>
                <a:gd name="connsiteY38" fmla="*/ 144893 h 401840"/>
                <a:gd name="connsiteX39" fmla="*/ 182222 w 388352"/>
                <a:gd name="connsiteY39" fmla="*/ 138158 h 401840"/>
                <a:gd name="connsiteX40" fmla="*/ 206163 w 388352"/>
                <a:gd name="connsiteY40" fmla="*/ 130511 h 401840"/>
                <a:gd name="connsiteX41" fmla="*/ 163988 w 388352"/>
                <a:gd name="connsiteY41" fmla="*/ 19208 h 401840"/>
                <a:gd name="connsiteX42" fmla="*/ 160164 w 388352"/>
                <a:gd name="connsiteY42" fmla="*/ 56580 h 401840"/>
                <a:gd name="connsiteX43" fmla="*/ 154428 w 388352"/>
                <a:gd name="connsiteY43" fmla="*/ 63316 h 401840"/>
                <a:gd name="connsiteX44" fmla="*/ 135223 w 388352"/>
                <a:gd name="connsiteY44" fmla="*/ 70964 h 401840"/>
                <a:gd name="connsiteX45" fmla="*/ 126619 w 388352"/>
                <a:gd name="connsiteY45" fmla="*/ 70008 h 401840"/>
                <a:gd name="connsiteX46" fmla="*/ 97810 w 388352"/>
                <a:gd name="connsiteY46" fmla="*/ 46064 h 401840"/>
                <a:gd name="connsiteX47" fmla="*/ 45103 w 388352"/>
                <a:gd name="connsiteY47" fmla="*/ 98776 h 401840"/>
                <a:gd name="connsiteX48" fmla="*/ 69045 w 388352"/>
                <a:gd name="connsiteY48" fmla="*/ 127544 h 401840"/>
                <a:gd name="connsiteX49" fmla="*/ 70001 w 388352"/>
                <a:gd name="connsiteY49" fmla="*/ 136192 h 401840"/>
                <a:gd name="connsiteX50" fmla="*/ 62354 w 388352"/>
                <a:gd name="connsiteY50" fmla="*/ 155356 h 401840"/>
                <a:gd name="connsiteX51" fmla="*/ 55619 w 388352"/>
                <a:gd name="connsiteY51" fmla="*/ 161136 h 401840"/>
                <a:gd name="connsiteX52" fmla="*/ 18250 w 388352"/>
                <a:gd name="connsiteY52" fmla="*/ 164004 h 401840"/>
                <a:gd name="connsiteX53" fmla="*/ 18250 w 388352"/>
                <a:gd name="connsiteY53" fmla="*/ 238792 h 401840"/>
                <a:gd name="connsiteX54" fmla="*/ 55619 w 388352"/>
                <a:gd name="connsiteY54" fmla="*/ 242660 h 401840"/>
                <a:gd name="connsiteX55" fmla="*/ 62354 w 388352"/>
                <a:gd name="connsiteY55" fmla="*/ 248396 h 401840"/>
                <a:gd name="connsiteX56" fmla="*/ 70001 w 388352"/>
                <a:gd name="connsiteY56" fmla="*/ 267560 h 401840"/>
                <a:gd name="connsiteX57" fmla="*/ 69045 w 388352"/>
                <a:gd name="connsiteY57" fmla="*/ 276208 h 401840"/>
                <a:gd name="connsiteX58" fmla="*/ 45103 w 388352"/>
                <a:gd name="connsiteY58" fmla="*/ 304976 h 401840"/>
                <a:gd name="connsiteX59" fmla="*/ 97810 w 388352"/>
                <a:gd name="connsiteY59" fmla="*/ 357732 h 401840"/>
                <a:gd name="connsiteX60" fmla="*/ 126619 w 388352"/>
                <a:gd name="connsiteY60" fmla="*/ 333744 h 401840"/>
                <a:gd name="connsiteX61" fmla="*/ 135223 w 388352"/>
                <a:gd name="connsiteY61" fmla="*/ 332788 h 401840"/>
                <a:gd name="connsiteX62" fmla="*/ 154428 w 388352"/>
                <a:gd name="connsiteY62" fmla="*/ 340480 h 401840"/>
                <a:gd name="connsiteX63" fmla="*/ 160164 w 388352"/>
                <a:gd name="connsiteY63" fmla="*/ 347172 h 401840"/>
                <a:gd name="connsiteX64" fmla="*/ 163032 w 388352"/>
                <a:gd name="connsiteY64" fmla="*/ 385544 h 401840"/>
                <a:gd name="connsiteX65" fmla="*/ 228253 w 388352"/>
                <a:gd name="connsiteY65" fmla="*/ 385544 h 401840"/>
                <a:gd name="connsiteX66" fmla="*/ 198532 w 388352"/>
                <a:gd name="connsiteY66" fmla="*/ 318404 h 401840"/>
                <a:gd name="connsiteX67" fmla="*/ 85383 w 388352"/>
                <a:gd name="connsiteY67" fmla="*/ 202376 h 401840"/>
                <a:gd name="connsiteX68" fmla="*/ 127575 w 388352"/>
                <a:gd name="connsiteY68" fmla="*/ 113160 h 401840"/>
                <a:gd name="connsiteX69" fmla="*/ 282916 w 388352"/>
                <a:gd name="connsiteY69" fmla="*/ 112204 h 401840"/>
                <a:gd name="connsiteX70" fmla="*/ 288652 w 388352"/>
                <a:gd name="connsiteY70" fmla="*/ 117984 h 401840"/>
                <a:gd name="connsiteX71" fmla="*/ 299210 w 388352"/>
                <a:gd name="connsiteY71" fmla="*/ 127544 h 401840"/>
                <a:gd name="connsiteX72" fmla="*/ 359609 w 388352"/>
                <a:gd name="connsiteY72" fmla="*/ 109336 h 401840"/>
                <a:gd name="connsiteX73" fmla="*/ 303990 w 388352"/>
                <a:gd name="connsiteY73" fmla="*/ 46064 h 401840"/>
                <a:gd name="connsiteX74" fmla="*/ 275225 w 388352"/>
                <a:gd name="connsiteY74" fmla="*/ 70008 h 401840"/>
                <a:gd name="connsiteX75" fmla="*/ 266621 w 388352"/>
                <a:gd name="connsiteY75" fmla="*/ 70964 h 401840"/>
                <a:gd name="connsiteX76" fmla="*/ 247416 w 388352"/>
                <a:gd name="connsiteY76" fmla="*/ 63316 h 401840"/>
                <a:gd name="connsiteX77" fmla="*/ 241680 w 388352"/>
                <a:gd name="connsiteY77" fmla="*/ 56580 h 401840"/>
                <a:gd name="connsiteX78" fmla="*/ 238812 w 388352"/>
                <a:gd name="connsiteY78" fmla="*/ 19208 h 401840"/>
                <a:gd name="connsiteX79" fmla="*/ 157296 w 388352"/>
                <a:gd name="connsiteY79" fmla="*/ 0 h 401840"/>
                <a:gd name="connsiteX80" fmla="*/ 246460 w 388352"/>
                <a:gd name="connsiteY80" fmla="*/ 0 h 401840"/>
                <a:gd name="connsiteX81" fmla="*/ 255107 w 388352"/>
                <a:gd name="connsiteY81" fmla="*/ 7692 h 401840"/>
                <a:gd name="connsiteX82" fmla="*/ 258930 w 388352"/>
                <a:gd name="connsiteY82" fmla="*/ 47020 h 401840"/>
                <a:gd name="connsiteX83" fmla="*/ 270445 w 388352"/>
                <a:gd name="connsiteY83" fmla="*/ 51800 h 401840"/>
                <a:gd name="connsiteX84" fmla="*/ 301122 w 388352"/>
                <a:gd name="connsiteY84" fmla="*/ 26856 h 401840"/>
                <a:gd name="connsiteX85" fmla="*/ 312637 w 388352"/>
                <a:gd name="connsiteY85" fmla="*/ 27812 h 401840"/>
                <a:gd name="connsiteX86" fmla="*/ 381682 w 388352"/>
                <a:gd name="connsiteY86" fmla="*/ 106468 h 401840"/>
                <a:gd name="connsiteX87" fmla="*/ 383594 w 388352"/>
                <a:gd name="connsiteY87" fmla="*/ 114116 h 401840"/>
                <a:gd name="connsiteX88" fmla="*/ 377858 w 388352"/>
                <a:gd name="connsiteY88" fmla="*/ 119896 h 401840"/>
                <a:gd name="connsiteX89" fmla="*/ 301122 w 388352"/>
                <a:gd name="connsiteY89" fmla="*/ 141928 h 401840"/>
                <a:gd name="connsiteX90" fmla="*/ 278093 w 388352"/>
                <a:gd name="connsiteY90" fmla="*/ 126588 h 401840"/>
                <a:gd name="connsiteX91" fmla="*/ 273313 w 388352"/>
                <a:gd name="connsiteY91" fmla="*/ 121808 h 401840"/>
                <a:gd name="connsiteX92" fmla="*/ 138090 w 388352"/>
                <a:gd name="connsiteY92" fmla="*/ 122764 h 401840"/>
                <a:gd name="connsiteX93" fmla="*/ 102634 w 388352"/>
                <a:gd name="connsiteY93" fmla="*/ 198552 h 401840"/>
                <a:gd name="connsiteX94" fmla="*/ 200444 w 388352"/>
                <a:gd name="connsiteY94" fmla="*/ 301152 h 401840"/>
                <a:gd name="connsiteX95" fmla="*/ 203312 w 388352"/>
                <a:gd name="connsiteY95" fmla="*/ 301152 h 401840"/>
                <a:gd name="connsiteX96" fmla="*/ 211003 w 388352"/>
                <a:gd name="connsiteY96" fmla="*/ 305932 h 401840"/>
                <a:gd name="connsiteX97" fmla="*/ 248372 w 388352"/>
                <a:gd name="connsiteY97" fmla="*/ 390324 h 401840"/>
                <a:gd name="connsiteX98" fmla="*/ 247416 w 388352"/>
                <a:gd name="connsiteY98" fmla="*/ 398016 h 401840"/>
                <a:gd name="connsiteX99" fmla="*/ 240724 w 388352"/>
                <a:gd name="connsiteY99" fmla="*/ 401840 h 401840"/>
                <a:gd name="connsiteX100" fmla="*/ 155384 w 388352"/>
                <a:gd name="connsiteY100" fmla="*/ 401840 h 401840"/>
                <a:gd name="connsiteX101" fmla="*/ 146737 w 388352"/>
                <a:gd name="connsiteY101" fmla="*/ 394192 h 401840"/>
                <a:gd name="connsiteX102" fmla="*/ 142914 w 388352"/>
                <a:gd name="connsiteY102" fmla="*/ 354864 h 401840"/>
                <a:gd name="connsiteX103" fmla="*/ 131399 w 388352"/>
                <a:gd name="connsiteY103" fmla="*/ 350040 h 401840"/>
                <a:gd name="connsiteX104" fmla="*/ 100722 w 388352"/>
                <a:gd name="connsiteY104" fmla="*/ 374984 h 401840"/>
                <a:gd name="connsiteX105" fmla="*/ 89207 w 388352"/>
                <a:gd name="connsiteY105" fmla="*/ 374028 h 401840"/>
                <a:gd name="connsiteX106" fmla="*/ 25897 w 388352"/>
                <a:gd name="connsiteY106" fmla="*/ 310756 h 401840"/>
                <a:gd name="connsiteX107" fmla="*/ 25897 w 388352"/>
                <a:gd name="connsiteY107" fmla="*/ 299240 h 401840"/>
                <a:gd name="connsiteX108" fmla="*/ 51795 w 388352"/>
                <a:gd name="connsiteY108" fmla="*/ 268560 h 401840"/>
                <a:gd name="connsiteX109" fmla="*/ 47015 w 388352"/>
                <a:gd name="connsiteY109" fmla="*/ 257044 h 401840"/>
                <a:gd name="connsiteX110" fmla="*/ 7691 w 388352"/>
                <a:gd name="connsiteY110" fmla="*/ 253176 h 401840"/>
                <a:gd name="connsiteX111" fmla="*/ 0 w 388352"/>
                <a:gd name="connsiteY111" fmla="*/ 244572 h 401840"/>
                <a:gd name="connsiteX112" fmla="*/ 0 w 388352"/>
                <a:gd name="connsiteY112" fmla="*/ 155356 h 401840"/>
                <a:gd name="connsiteX113" fmla="*/ 7691 w 388352"/>
                <a:gd name="connsiteY113" fmla="*/ 146752 h 401840"/>
                <a:gd name="connsiteX114" fmla="*/ 47015 w 388352"/>
                <a:gd name="connsiteY114" fmla="*/ 142928 h 401840"/>
                <a:gd name="connsiteX115" fmla="*/ 51795 w 388352"/>
                <a:gd name="connsiteY115" fmla="*/ 131412 h 401840"/>
                <a:gd name="connsiteX116" fmla="*/ 26853 w 388352"/>
                <a:gd name="connsiteY116" fmla="*/ 100688 h 401840"/>
                <a:gd name="connsiteX117" fmla="*/ 27809 w 388352"/>
                <a:gd name="connsiteY117" fmla="*/ 89216 h 401840"/>
                <a:gd name="connsiteX118" fmla="*/ 91119 w 388352"/>
                <a:gd name="connsiteY118" fmla="*/ 25900 h 401840"/>
                <a:gd name="connsiteX119" fmla="*/ 102634 w 388352"/>
                <a:gd name="connsiteY119" fmla="*/ 25900 h 401840"/>
                <a:gd name="connsiteX120" fmla="*/ 133311 w 388352"/>
                <a:gd name="connsiteY120" fmla="*/ 51800 h 401840"/>
                <a:gd name="connsiteX121" fmla="*/ 144825 w 388352"/>
                <a:gd name="connsiteY121" fmla="*/ 47020 h 401840"/>
                <a:gd name="connsiteX122" fmla="*/ 148649 w 388352"/>
                <a:gd name="connsiteY122" fmla="*/ 7692 h 401840"/>
                <a:gd name="connsiteX123" fmla="*/ 157296 w 388352"/>
                <a:gd name="connsiteY123" fmla="*/ 0 h 401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388352" h="401840">
                  <a:moveTo>
                    <a:pt x="206163" y="148716"/>
                  </a:moveTo>
                  <a:cubicBezTo>
                    <a:pt x="204251" y="148716"/>
                    <a:pt x="202339" y="149672"/>
                    <a:pt x="200428" y="149672"/>
                  </a:cubicBezTo>
                  <a:lnTo>
                    <a:pt x="237839" y="179391"/>
                  </a:lnTo>
                  <a:cubicBezTo>
                    <a:pt x="239751" y="180347"/>
                    <a:pt x="240706" y="183215"/>
                    <a:pt x="240706" y="185170"/>
                  </a:cubicBezTo>
                  <a:cubicBezTo>
                    <a:pt x="240706" y="187082"/>
                    <a:pt x="240706" y="189949"/>
                    <a:pt x="238795" y="190905"/>
                  </a:cubicBezTo>
                  <a:lnTo>
                    <a:pt x="207119" y="231182"/>
                  </a:lnTo>
                  <a:cubicBezTo>
                    <a:pt x="206163" y="233094"/>
                    <a:pt x="203295" y="234050"/>
                    <a:pt x="201384" y="234050"/>
                  </a:cubicBezTo>
                  <a:cubicBezTo>
                    <a:pt x="199472" y="234050"/>
                    <a:pt x="196604" y="234050"/>
                    <a:pt x="195648" y="232138"/>
                  </a:cubicBezTo>
                  <a:lnTo>
                    <a:pt x="158237" y="202419"/>
                  </a:lnTo>
                  <a:lnTo>
                    <a:pt x="158237" y="208154"/>
                  </a:lnTo>
                  <a:cubicBezTo>
                    <a:pt x="161105" y="237874"/>
                    <a:pt x="187957" y="258990"/>
                    <a:pt x="217678" y="256122"/>
                  </a:cubicBezTo>
                  <a:cubicBezTo>
                    <a:pt x="224412" y="255166"/>
                    <a:pt x="230148" y="253211"/>
                    <a:pt x="235883" y="250344"/>
                  </a:cubicBezTo>
                  <a:cubicBezTo>
                    <a:pt x="238795" y="250344"/>
                    <a:pt x="239751" y="249388"/>
                    <a:pt x="240706" y="249388"/>
                  </a:cubicBezTo>
                  <a:cubicBezTo>
                    <a:pt x="242618" y="249388"/>
                    <a:pt x="244530" y="250344"/>
                    <a:pt x="245486" y="251299"/>
                  </a:cubicBezTo>
                  <a:lnTo>
                    <a:pt x="345205" y="330898"/>
                  </a:lnTo>
                  <a:lnTo>
                    <a:pt x="367278" y="304047"/>
                  </a:lnTo>
                  <a:lnTo>
                    <a:pt x="267559" y="224448"/>
                  </a:lnTo>
                  <a:cubicBezTo>
                    <a:pt x="264648" y="222536"/>
                    <a:pt x="263692" y="218713"/>
                    <a:pt x="264648" y="215845"/>
                  </a:cubicBezTo>
                  <a:cubicBezTo>
                    <a:pt x="266603" y="209110"/>
                    <a:pt x="266603" y="202419"/>
                    <a:pt x="265647" y="196640"/>
                  </a:cubicBezTo>
                  <a:cubicBezTo>
                    <a:pt x="262736" y="166921"/>
                    <a:pt x="235883" y="145849"/>
                    <a:pt x="206163" y="148716"/>
                  </a:cubicBezTo>
                  <a:close/>
                  <a:moveTo>
                    <a:pt x="206163" y="130511"/>
                  </a:moveTo>
                  <a:cubicBezTo>
                    <a:pt x="244530" y="126644"/>
                    <a:pt x="280029" y="154451"/>
                    <a:pt x="283853" y="192817"/>
                  </a:cubicBezTo>
                  <a:cubicBezTo>
                    <a:pt x="284809" y="199552"/>
                    <a:pt x="284809" y="206243"/>
                    <a:pt x="282897" y="212977"/>
                  </a:cubicBezTo>
                  <a:lnTo>
                    <a:pt x="385484" y="294444"/>
                  </a:lnTo>
                  <a:cubicBezTo>
                    <a:pt x="387396" y="295400"/>
                    <a:pt x="388352" y="298311"/>
                    <a:pt x="388352" y="300223"/>
                  </a:cubicBezTo>
                  <a:cubicBezTo>
                    <a:pt x="388352" y="302135"/>
                    <a:pt x="388352" y="305002"/>
                    <a:pt x="386440" y="305958"/>
                  </a:cubicBezTo>
                  <a:lnTo>
                    <a:pt x="354808" y="346236"/>
                  </a:lnTo>
                  <a:cubicBezTo>
                    <a:pt x="351940" y="349103"/>
                    <a:pt x="350028" y="350059"/>
                    <a:pt x="347117" y="350059"/>
                  </a:cubicBezTo>
                  <a:cubicBezTo>
                    <a:pt x="345205" y="350059"/>
                    <a:pt x="343294" y="349103"/>
                    <a:pt x="342338" y="348147"/>
                  </a:cubicBezTo>
                  <a:lnTo>
                    <a:pt x="239751" y="266637"/>
                  </a:lnTo>
                  <a:cubicBezTo>
                    <a:pt x="233016" y="269548"/>
                    <a:pt x="227280" y="271460"/>
                    <a:pt x="220545" y="271460"/>
                  </a:cubicBezTo>
                  <a:cubicBezTo>
                    <a:pt x="182222" y="275283"/>
                    <a:pt x="146723" y="247476"/>
                    <a:pt x="142899" y="209110"/>
                  </a:cubicBezTo>
                  <a:cubicBezTo>
                    <a:pt x="141943" y="200507"/>
                    <a:pt x="142899" y="191861"/>
                    <a:pt x="144811" y="184171"/>
                  </a:cubicBezTo>
                  <a:cubicBezTo>
                    <a:pt x="145767" y="181303"/>
                    <a:pt x="147678" y="179391"/>
                    <a:pt x="150546" y="178435"/>
                  </a:cubicBezTo>
                  <a:cubicBezTo>
                    <a:pt x="153414" y="177479"/>
                    <a:pt x="156325" y="178435"/>
                    <a:pt x="158237" y="179391"/>
                  </a:cubicBezTo>
                  <a:lnTo>
                    <a:pt x="200428" y="213933"/>
                  </a:lnTo>
                  <a:lnTo>
                    <a:pt x="222457" y="187082"/>
                  </a:lnTo>
                  <a:lnTo>
                    <a:pt x="180267" y="152540"/>
                  </a:lnTo>
                  <a:cubicBezTo>
                    <a:pt x="178355" y="150628"/>
                    <a:pt x="177399" y="147760"/>
                    <a:pt x="177399" y="144893"/>
                  </a:cubicBezTo>
                  <a:cubicBezTo>
                    <a:pt x="177399" y="141982"/>
                    <a:pt x="179311" y="140070"/>
                    <a:pt x="182222" y="138158"/>
                  </a:cubicBezTo>
                  <a:cubicBezTo>
                    <a:pt x="189869" y="134335"/>
                    <a:pt x="198516" y="131467"/>
                    <a:pt x="206163" y="130511"/>
                  </a:cubicBezTo>
                  <a:close/>
                  <a:moveTo>
                    <a:pt x="163988" y="19208"/>
                  </a:moveTo>
                  <a:lnTo>
                    <a:pt x="160164" y="56580"/>
                  </a:lnTo>
                  <a:cubicBezTo>
                    <a:pt x="160164" y="59492"/>
                    <a:pt x="157296" y="62360"/>
                    <a:pt x="154428" y="63316"/>
                  </a:cubicBezTo>
                  <a:cubicBezTo>
                    <a:pt x="147693" y="65228"/>
                    <a:pt x="141002" y="68096"/>
                    <a:pt x="135223" y="70964"/>
                  </a:cubicBezTo>
                  <a:cubicBezTo>
                    <a:pt x="132355" y="72876"/>
                    <a:pt x="128531" y="71920"/>
                    <a:pt x="126619" y="70008"/>
                  </a:cubicBezTo>
                  <a:lnTo>
                    <a:pt x="97810" y="46064"/>
                  </a:lnTo>
                  <a:lnTo>
                    <a:pt x="45103" y="98776"/>
                  </a:lnTo>
                  <a:lnTo>
                    <a:pt x="69045" y="127544"/>
                  </a:lnTo>
                  <a:cubicBezTo>
                    <a:pt x="71001" y="130456"/>
                    <a:pt x="71956" y="133324"/>
                    <a:pt x="70001" y="136192"/>
                  </a:cubicBezTo>
                  <a:cubicBezTo>
                    <a:pt x="67133" y="141928"/>
                    <a:pt x="64265" y="148664"/>
                    <a:pt x="62354" y="155356"/>
                  </a:cubicBezTo>
                  <a:cubicBezTo>
                    <a:pt x="61398" y="158268"/>
                    <a:pt x="58530" y="161136"/>
                    <a:pt x="55619" y="161136"/>
                  </a:cubicBezTo>
                  <a:lnTo>
                    <a:pt x="18250" y="164004"/>
                  </a:lnTo>
                  <a:lnTo>
                    <a:pt x="18250" y="238792"/>
                  </a:lnTo>
                  <a:lnTo>
                    <a:pt x="55619" y="242660"/>
                  </a:lnTo>
                  <a:cubicBezTo>
                    <a:pt x="58530" y="242660"/>
                    <a:pt x="61398" y="245528"/>
                    <a:pt x="62354" y="248396"/>
                  </a:cubicBezTo>
                  <a:cubicBezTo>
                    <a:pt x="64265" y="255132"/>
                    <a:pt x="67133" y="261824"/>
                    <a:pt x="70001" y="267560"/>
                  </a:cubicBezTo>
                  <a:cubicBezTo>
                    <a:pt x="71956" y="270472"/>
                    <a:pt x="71001" y="274296"/>
                    <a:pt x="69045" y="276208"/>
                  </a:cubicBezTo>
                  <a:lnTo>
                    <a:pt x="45103" y="304976"/>
                  </a:lnTo>
                  <a:lnTo>
                    <a:pt x="97810" y="357732"/>
                  </a:lnTo>
                  <a:lnTo>
                    <a:pt x="126619" y="333744"/>
                  </a:lnTo>
                  <a:cubicBezTo>
                    <a:pt x="129487" y="331832"/>
                    <a:pt x="132355" y="330876"/>
                    <a:pt x="135223" y="332788"/>
                  </a:cubicBezTo>
                  <a:cubicBezTo>
                    <a:pt x="141958" y="335656"/>
                    <a:pt x="147693" y="338568"/>
                    <a:pt x="154428" y="340480"/>
                  </a:cubicBezTo>
                  <a:cubicBezTo>
                    <a:pt x="157296" y="341436"/>
                    <a:pt x="160164" y="344304"/>
                    <a:pt x="160164" y="347172"/>
                  </a:cubicBezTo>
                  <a:lnTo>
                    <a:pt x="163032" y="385544"/>
                  </a:lnTo>
                  <a:lnTo>
                    <a:pt x="228253" y="385544"/>
                  </a:lnTo>
                  <a:lnTo>
                    <a:pt x="198532" y="318404"/>
                  </a:lnTo>
                  <a:cubicBezTo>
                    <a:pt x="136178" y="316492"/>
                    <a:pt x="85383" y="265648"/>
                    <a:pt x="85383" y="202376"/>
                  </a:cubicBezTo>
                  <a:cubicBezTo>
                    <a:pt x="85383" y="164960"/>
                    <a:pt x="100722" y="133324"/>
                    <a:pt x="127575" y="113160"/>
                  </a:cubicBezTo>
                  <a:cubicBezTo>
                    <a:pt x="173591" y="78656"/>
                    <a:pt x="238812" y="78656"/>
                    <a:pt x="282916" y="112204"/>
                  </a:cubicBezTo>
                  <a:lnTo>
                    <a:pt x="288652" y="117984"/>
                  </a:lnTo>
                  <a:cubicBezTo>
                    <a:pt x="291519" y="120852"/>
                    <a:pt x="296342" y="125632"/>
                    <a:pt x="299210" y="127544"/>
                  </a:cubicBezTo>
                  <a:cubicBezTo>
                    <a:pt x="309769" y="124676"/>
                    <a:pt x="341402" y="115116"/>
                    <a:pt x="359609" y="109336"/>
                  </a:cubicBezTo>
                  <a:lnTo>
                    <a:pt x="303990" y="46064"/>
                  </a:lnTo>
                  <a:lnTo>
                    <a:pt x="275225" y="70008"/>
                  </a:lnTo>
                  <a:cubicBezTo>
                    <a:pt x="272357" y="71920"/>
                    <a:pt x="269489" y="72876"/>
                    <a:pt x="266621" y="70964"/>
                  </a:cubicBezTo>
                  <a:cubicBezTo>
                    <a:pt x="260842" y="68096"/>
                    <a:pt x="254151" y="65228"/>
                    <a:pt x="247416" y="63316"/>
                  </a:cubicBezTo>
                  <a:cubicBezTo>
                    <a:pt x="244548" y="62360"/>
                    <a:pt x="241680" y="59492"/>
                    <a:pt x="241680" y="56580"/>
                  </a:cubicBezTo>
                  <a:lnTo>
                    <a:pt x="238812" y="19208"/>
                  </a:lnTo>
                  <a:close/>
                  <a:moveTo>
                    <a:pt x="157296" y="0"/>
                  </a:moveTo>
                  <a:lnTo>
                    <a:pt x="246460" y="0"/>
                  </a:lnTo>
                  <a:cubicBezTo>
                    <a:pt x="250283" y="0"/>
                    <a:pt x="254151" y="2868"/>
                    <a:pt x="255107" y="7692"/>
                  </a:cubicBezTo>
                  <a:lnTo>
                    <a:pt x="258930" y="47020"/>
                  </a:lnTo>
                  <a:cubicBezTo>
                    <a:pt x="262754" y="47976"/>
                    <a:pt x="266621" y="49888"/>
                    <a:pt x="270445" y="51800"/>
                  </a:cubicBezTo>
                  <a:lnTo>
                    <a:pt x="301122" y="26856"/>
                  </a:lnTo>
                  <a:cubicBezTo>
                    <a:pt x="304946" y="23988"/>
                    <a:pt x="309769" y="23988"/>
                    <a:pt x="312637" y="27812"/>
                  </a:cubicBezTo>
                  <a:lnTo>
                    <a:pt x="381682" y="106468"/>
                  </a:lnTo>
                  <a:cubicBezTo>
                    <a:pt x="383594" y="108380"/>
                    <a:pt x="384550" y="111248"/>
                    <a:pt x="383594" y="114116"/>
                  </a:cubicBezTo>
                  <a:cubicBezTo>
                    <a:pt x="382638" y="117028"/>
                    <a:pt x="380726" y="118940"/>
                    <a:pt x="377858" y="119896"/>
                  </a:cubicBezTo>
                  <a:cubicBezTo>
                    <a:pt x="321284" y="136192"/>
                    <a:pt x="305902" y="140972"/>
                    <a:pt x="301122" y="141928"/>
                  </a:cubicBezTo>
                  <a:cubicBezTo>
                    <a:pt x="295387" y="143884"/>
                    <a:pt x="291519" y="140016"/>
                    <a:pt x="278093" y="126588"/>
                  </a:cubicBezTo>
                  <a:lnTo>
                    <a:pt x="273313" y="121808"/>
                  </a:lnTo>
                  <a:cubicBezTo>
                    <a:pt x="235901" y="93040"/>
                    <a:pt x="178370" y="93040"/>
                    <a:pt x="138090" y="122764"/>
                  </a:cubicBezTo>
                  <a:cubicBezTo>
                    <a:pt x="115104" y="139060"/>
                    <a:pt x="102634" y="165916"/>
                    <a:pt x="102634" y="198552"/>
                  </a:cubicBezTo>
                  <a:cubicBezTo>
                    <a:pt x="101678" y="257044"/>
                    <a:pt x="145781" y="301152"/>
                    <a:pt x="200444" y="301152"/>
                  </a:cubicBezTo>
                  <a:lnTo>
                    <a:pt x="203312" y="301152"/>
                  </a:lnTo>
                  <a:cubicBezTo>
                    <a:pt x="206180" y="301152"/>
                    <a:pt x="210047" y="303064"/>
                    <a:pt x="211003" y="305932"/>
                  </a:cubicBezTo>
                  <a:lnTo>
                    <a:pt x="248372" y="390324"/>
                  </a:lnTo>
                  <a:cubicBezTo>
                    <a:pt x="249327" y="393236"/>
                    <a:pt x="249327" y="396104"/>
                    <a:pt x="247416" y="398016"/>
                  </a:cubicBezTo>
                  <a:cubicBezTo>
                    <a:pt x="246460" y="400884"/>
                    <a:pt x="243592" y="401840"/>
                    <a:pt x="240724" y="401840"/>
                  </a:cubicBezTo>
                  <a:lnTo>
                    <a:pt x="155384" y="401840"/>
                  </a:lnTo>
                  <a:cubicBezTo>
                    <a:pt x="151517" y="401840"/>
                    <a:pt x="147693" y="398972"/>
                    <a:pt x="146737" y="394192"/>
                  </a:cubicBezTo>
                  <a:lnTo>
                    <a:pt x="142914" y="354864"/>
                  </a:lnTo>
                  <a:cubicBezTo>
                    <a:pt x="139046" y="353908"/>
                    <a:pt x="135223" y="351996"/>
                    <a:pt x="131399" y="350040"/>
                  </a:cubicBezTo>
                  <a:lnTo>
                    <a:pt x="100722" y="374984"/>
                  </a:lnTo>
                  <a:cubicBezTo>
                    <a:pt x="97810" y="377852"/>
                    <a:pt x="93031" y="377852"/>
                    <a:pt x="89207" y="374028"/>
                  </a:cubicBezTo>
                  <a:lnTo>
                    <a:pt x="25897" y="310756"/>
                  </a:lnTo>
                  <a:cubicBezTo>
                    <a:pt x="23030" y="307844"/>
                    <a:pt x="23030" y="303064"/>
                    <a:pt x="25897" y="299240"/>
                  </a:cubicBezTo>
                  <a:lnTo>
                    <a:pt x="51795" y="268560"/>
                  </a:lnTo>
                  <a:cubicBezTo>
                    <a:pt x="49883" y="264692"/>
                    <a:pt x="48927" y="260868"/>
                    <a:pt x="47015" y="257044"/>
                  </a:cubicBezTo>
                  <a:lnTo>
                    <a:pt x="7691" y="253176"/>
                  </a:lnTo>
                  <a:cubicBezTo>
                    <a:pt x="3867" y="253176"/>
                    <a:pt x="0" y="249352"/>
                    <a:pt x="0" y="244572"/>
                  </a:cubicBezTo>
                  <a:lnTo>
                    <a:pt x="0" y="155356"/>
                  </a:lnTo>
                  <a:cubicBezTo>
                    <a:pt x="0" y="151532"/>
                    <a:pt x="2911" y="147708"/>
                    <a:pt x="7691" y="146752"/>
                  </a:cubicBezTo>
                  <a:lnTo>
                    <a:pt x="47015" y="142928"/>
                  </a:lnTo>
                  <a:cubicBezTo>
                    <a:pt x="47971" y="139060"/>
                    <a:pt x="49883" y="135236"/>
                    <a:pt x="51795" y="131412"/>
                  </a:cubicBezTo>
                  <a:lnTo>
                    <a:pt x="26853" y="100688"/>
                  </a:lnTo>
                  <a:cubicBezTo>
                    <a:pt x="23985" y="97820"/>
                    <a:pt x="23985" y="93040"/>
                    <a:pt x="27809" y="89216"/>
                  </a:cubicBezTo>
                  <a:lnTo>
                    <a:pt x="91119" y="25900"/>
                  </a:lnTo>
                  <a:cubicBezTo>
                    <a:pt x="93987" y="23032"/>
                    <a:pt x="98810" y="23032"/>
                    <a:pt x="102634" y="25900"/>
                  </a:cubicBezTo>
                  <a:lnTo>
                    <a:pt x="133311" y="51800"/>
                  </a:lnTo>
                  <a:cubicBezTo>
                    <a:pt x="137134" y="49888"/>
                    <a:pt x="141002" y="48932"/>
                    <a:pt x="144825" y="47020"/>
                  </a:cubicBezTo>
                  <a:lnTo>
                    <a:pt x="148649" y="7692"/>
                  </a:lnTo>
                  <a:cubicBezTo>
                    <a:pt x="148649" y="3868"/>
                    <a:pt x="152473" y="0"/>
                    <a:pt x="157296" y="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BE64581-A056-9DFA-F61B-719744E03920}"/>
              </a:ext>
            </a:extLst>
          </p:cNvPr>
          <p:cNvSpPr/>
          <p:nvPr/>
        </p:nvSpPr>
        <p:spPr>
          <a:xfrm>
            <a:off x="1427237" y="1151417"/>
            <a:ext cx="2369554" cy="3091701"/>
          </a:xfrm>
          <a:prstGeom prst="roundRect">
            <a:avLst>
              <a:gd name="adj" fmla="val 8720"/>
            </a:avLst>
          </a:prstGeom>
          <a:solidFill>
            <a:srgbClr val="CCEFFC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400">
              <a:solidFill>
                <a:schemeClr val="tx1">
                  <a:lumMod val="50000"/>
                </a:schemeClr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DBB03BA-7665-6580-ABC1-6B04BC1E05D4}"/>
              </a:ext>
            </a:extLst>
          </p:cNvPr>
          <p:cNvSpPr/>
          <p:nvPr/>
        </p:nvSpPr>
        <p:spPr>
          <a:xfrm>
            <a:off x="1685566" y="1390889"/>
            <a:ext cx="2369554" cy="3091701"/>
          </a:xfrm>
          <a:prstGeom prst="roundRect">
            <a:avLst>
              <a:gd name="adj" fmla="val 8720"/>
            </a:avLst>
          </a:prstGeom>
          <a:solidFill>
            <a:srgbClr val="CCEFFC"/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400">
              <a:solidFill>
                <a:schemeClr val="tx1">
                  <a:lumMod val="50000"/>
                </a:schemeClr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86F2B2E-79EB-D829-C150-CB4E6CB3B6B0}"/>
              </a:ext>
            </a:extLst>
          </p:cNvPr>
          <p:cNvGrpSpPr/>
          <p:nvPr/>
        </p:nvGrpSpPr>
        <p:grpSpPr>
          <a:xfrm>
            <a:off x="1948288" y="1637567"/>
            <a:ext cx="2369554" cy="3091701"/>
            <a:chOff x="1948288" y="1637567"/>
            <a:chExt cx="2369554" cy="3091701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24A078CB-8EA1-1E03-C3F2-B0E0BD84A8F8}"/>
                </a:ext>
              </a:extLst>
            </p:cNvPr>
            <p:cNvSpPr/>
            <p:nvPr/>
          </p:nvSpPr>
          <p:spPr>
            <a:xfrm>
              <a:off x="1948288" y="1637567"/>
              <a:ext cx="2369554" cy="3091701"/>
            </a:xfrm>
            <a:prstGeom prst="roundRect">
              <a:avLst>
                <a:gd name="adj" fmla="val 8720"/>
              </a:avLst>
            </a:prstGeom>
            <a:solidFill>
              <a:srgbClr val="CCEFFC"/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各个行业软件系统</a:t>
              </a:r>
              <a:endParaRPr lang="en-US" altLang="zh-CN" sz="24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zh-CN" altLang="en-US" sz="24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37" name="windows-logo_38466">
              <a:extLst>
                <a:ext uri="{FF2B5EF4-FFF2-40B4-BE49-F238E27FC236}">
                  <a16:creationId xmlns:a16="http://schemas.microsoft.com/office/drawing/2014/main" id="{87A2630D-A53C-8783-10D3-F7FAC9E7F507}"/>
                </a:ext>
              </a:extLst>
            </p:cNvPr>
            <p:cNvSpPr/>
            <p:nvPr/>
          </p:nvSpPr>
          <p:spPr>
            <a:xfrm>
              <a:off x="2800328" y="4019278"/>
              <a:ext cx="609685" cy="608695"/>
            </a:xfrm>
            <a:custGeom>
              <a:avLst/>
              <a:gdLst>
                <a:gd name="connsiteX0" fmla="*/ 277110 w 609050"/>
                <a:gd name="connsiteY0" fmla="*/ 320861 h 608062"/>
                <a:gd name="connsiteX1" fmla="*/ 609050 w 609050"/>
                <a:gd name="connsiteY1" fmla="*/ 320861 h 608062"/>
                <a:gd name="connsiteX2" fmla="*/ 609050 w 609050"/>
                <a:gd name="connsiteY2" fmla="*/ 608062 h 608062"/>
                <a:gd name="connsiteX3" fmla="*/ 277110 w 609050"/>
                <a:gd name="connsiteY3" fmla="*/ 562414 h 608062"/>
                <a:gd name="connsiteX4" fmla="*/ 0 w 609050"/>
                <a:gd name="connsiteY4" fmla="*/ 320861 h 608062"/>
                <a:gd name="connsiteX5" fmla="*/ 249660 w 609050"/>
                <a:gd name="connsiteY5" fmla="*/ 320861 h 608062"/>
                <a:gd name="connsiteX6" fmla="*/ 249660 w 609050"/>
                <a:gd name="connsiteY6" fmla="*/ 558737 h 608062"/>
                <a:gd name="connsiteX7" fmla="*/ 0 w 609050"/>
                <a:gd name="connsiteY7" fmla="*/ 524438 h 608062"/>
                <a:gd name="connsiteX8" fmla="*/ 249660 w 609050"/>
                <a:gd name="connsiteY8" fmla="*/ 49325 h 608062"/>
                <a:gd name="connsiteX9" fmla="*/ 249660 w 609050"/>
                <a:gd name="connsiteY9" fmla="*/ 290094 h 608062"/>
                <a:gd name="connsiteX10" fmla="*/ 0 w 609050"/>
                <a:gd name="connsiteY10" fmla="*/ 290094 h 608062"/>
                <a:gd name="connsiteX11" fmla="*/ 0 w 609050"/>
                <a:gd name="connsiteY11" fmla="*/ 83708 h 608062"/>
                <a:gd name="connsiteX12" fmla="*/ 609050 w 609050"/>
                <a:gd name="connsiteY12" fmla="*/ 0 h 608062"/>
                <a:gd name="connsiteX13" fmla="*/ 609050 w 609050"/>
                <a:gd name="connsiteY13" fmla="*/ 290094 h 608062"/>
                <a:gd name="connsiteX14" fmla="*/ 277110 w 609050"/>
                <a:gd name="connsiteY14" fmla="*/ 290094 h 608062"/>
                <a:gd name="connsiteX15" fmla="*/ 277110 w 609050"/>
                <a:gd name="connsiteY15" fmla="*/ 45647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09050" h="608062">
                  <a:moveTo>
                    <a:pt x="277110" y="320861"/>
                  </a:moveTo>
                  <a:lnTo>
                    <a:pt x="609050" y="320861"/>
                  </a:lnTo>
                  <a:lnTo>
                    <a:pt x="609050" y="608062"/>
                  </a:lnTo>
                  <a:lnTo>
                    <a:pt x="277110" y="562414"/>
                  </a:lnTo>
                  <a:close/>
                  <a:moveTo>
                    <a:pt x="0" y="320861"/>
                  </a:moveTo>
                  <a:lnTo>
                    <a:pt x="249660" y="320861"/>
                  </a:lnTo>
                  <a:lnTo>
                    <a:pt x="249660" y="558737"/>
                  </a:lnTo>
                  <a:lnTo>
                    <a:pt x="0" y="524438"/>
                  </a:lnTo>
                  <a:close/>
                  <a:moveTo>
                    <a:pt x="249660" y="49325"/>
                  </a:moveTo>
                  <a:lnTo>
                    <a:pt x="249660" y="290094"/>
                  </a:lnTo>
                  <a:lnTo>
                    <a:pt x="0" y="290094"/>
                  </a:lnTo>
                  <a:lnTo>
                    <a:pt x="0" y="83708"/>
                  </a:lnTo>
                  <a:close/>
                  <a:moveTo>
                    <a:pt x="609050" y="0"/>
                  </a:moveTo>
                  <a:lnTo>
                    <a:pt x="609050" y="290094"/>
                  </a:lnTo>
                  <a:lnTo>
                    <a:pt x="277110" y="290094"/>
                  </a:lnTo>
                  <a:lnTo>
                    <a:pt x="277110" y="45647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9042982-9649-D8D3-6128-39D74AEFE1C9}"/>
              </a:ext>
            </a:extLst>
          </p:cNvPr>
          <p:cNvGrpSpPr/>
          <p:nvPr/>
        </p:nvGrpSpPr>
        <p:grpSpPr>
          <a:xfrm>
            <a:off x="8132577" y="2322717"/>
            <a:ext cx="2802835" cy="1721400"/>
            <a:chOff x="7874160" y="2698200"/>
            <a:chExt cx="2802835" cy="1721400"/>
          </a:xfrm>
        </p:grpSpPr>
        <p:sp>
          <p:nvSpPr>
            <p:cNvPr id="52" name="云形 51">
              <a:extLst>
                <a:ext uri="{FF2B5EF4-FFF2-40B4-BE49-F238E27FC236}">
                  <a16:creationId xmlns:a16="http://schemas.microsoft.com/office/drawing/2014/main" id="{F24119CC-8CB5-F78D-45A6-339A4905DD6D}"/>
                </a:ext>
              </a:extLst>
            </p:cNvPr>
            <p:cNvSpPr/>
            <p:nvPr/>
          </p:nvSpPr>
          <p:spPr>
            <a:xfrm>
              <a:off x="7874160" y="2698200"/>
              <a:ext cx="2802835" cy="1721400"/>
            </a:xfrm>
            <a:prstGeom prst="cloud">
              <a:avLst/>
            </a:prstGeom>
            <a:solidFill>
              <a:srgbClr val="D6EDB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AI</a:t>
              </a:r>
              <a:r>
                <a:rPr lang="zh-CN" altLang="en-US" sz="2400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大模型</a:t>
              </a:r>
            </a:p>
          </p:txBody>
        </p:sp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64405682-4C83-8360-CDBD-431B3BADD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1302" y="3782485"/>
              <a:ext cx="637115" cy="637115"/>
            </a:xfrm>
            <a:prstGeom prst="rect">
              <a:avLst/>
            </a:prstGeom>
          </p:spPr>
        </p:pic>
      </p:grp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5FD795C-2288-A086-74E1-AA51F1D12463}"/>
              </a:ext>
            </a:extLst>
          </p:cNvPr>
          <p:cNvCxnSpPr/>
          <p:nvPr/>
        </p:nvCxnSpPr>
        <p:spPr>
          <a:xfrm>
            <a:off x="4472609" y="2805730"/>
            <a:ext cx="3401551" cy="0"/>
          </a:xfrm>
          <a:prstGeom prst="straightConnector1">
            <a:avLst/>
          </a:prstGeom>
          <a:ln w="19050">
            <a:solidFill>
              <a:schemeClr val="tx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10287A8-F6DB-E2AF-DAF2-79D3EF6DAED1}"/>
              </a:ext>
            </a:extLst>
          </p:cNvPr>
          <p:cNvCxnSpPr>
            <a:cxnSpLocks/>
          </p:cNvCxnSpPr>
          <p:nvPr/>
        </p:nvCxnSpPr>
        <p:spPr>
          <a:xfrm flipH="1">
            <a:off x="4472609" y="3183417"/>
            <a:ext cx="3346175" cy="0"/>
          </a:xfrm>
          <a:prstGeom prst="straightConnector1">
            <a:avLst/>
          </a:prstGeom>
          <a:ln w="19050">
            <a:solidFill>
              <a:schemeClr val="tx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72340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9078A330-DB51-337F-46ED-D44E3445628E}"/>
              </a:ext>
            </a:extLst>
          </p:cNvPr>
          <p:cNvGrpSpPr/>
          <p:nvPr/>
        </p:nvGrpSpPr>
        <p:grpSpPr>
          <a:xfrm>
            <a:off x="930534" y="829287"/>
            <a:ext cx="2289437" cy="1223784"/>
            <a:chOff x="797522" y="1216908"/>
            <a:chExt cx="2289437" cy="1223784"/>
          </a:xfrm>
          <a:solidFill>
            <a:srgbClr val="FFC000">
              <a:alpha val="20000"/>
            </a:srgbClr>
          </a:solidFill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697CA81B-32E9-B21A-4C57-ED7D700F4856}"/>
                </a:ext>
              </a:extLst>
            </p:cNvPr>
            <p:cNvSpPr/>
            <p:nvPr/>
          </p:nvSpPr>
          <p:spPr>
            <a:xfrm>
              <a:off x="797522" y="1216908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9FAFB9">
                <a:alpha val="20000"/>
              </a:srgbClr>
            </a:solidFill>
            <a:ln w="12700">
              <a:solidFill>
                <a:srgbClr val="9FAF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IT</a:t>
              </a: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行业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辅助学习  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辅助开发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自动化测试  智能运维  故障预测</a:t>
              </a:r>
              <a:endParaRPr lang="zh-CN" altLang="en-US" sz="16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23" name="d2169036-f8bf-4ee7-992a-a746c07d67bf">
              <a:extLst>
                <a:ext uri="{FF2B5EF4-FFF2-40B4-BE49-F238E27FC236}">
                  <a16:creationId xmlns:a16="http://schemas.microsoft.com/office/drawing/2014/main" id="{A974FFFA-61B4-9802-E149-F83F4498972D}"/>
                </a:ext>
              </a:extLst>
            </p:cNvPr>
            <p:cNvSpPr/>
            <p:nvPr/>
          </p:nvSpPr>
          <p:spPr>
            <a:xfrm>
              <a:off x="1116029" y="1375037"/>
              <a:ext cx="332775" cy="302509"/>
            </a:xfrm>
            <a:custGeom>
              <a:avLst/>
              <a:gdLst>
                <a:gd name="connsiteX0" fmla="*/ 566357 w 837413"/>
                <a:gd name="connsiteY0" fmla="*/ 190031 h 761249"/>
                <a:gd name="connsiteX1" fmla="*/ 585668 w 837413"/>
                <a:gd name="connsiteY1" fmla="*/ 195936 h 761249"/>
                <a:gd name="connsiteX2" fmla="*/ 679299 w 837413"/>
                <a:gd name="connsiteY2" fmla="*/ 289281 h 761249"/>
                <a:gd name="connsiteX3" fmla="*/ 684538 w 837413"/>
                <a:gd name="connsiteY3" fmla="*/ 300711 h 761249"/>
                <a:gd name="connsiteX4" fmla="*/ 667298 w 837413"/>
                <a:gd name="connsiteY4" fmla="*/ 334239 h 761249"/>
                <a:gd name="connsiteX5" fmla="*/ 593383 w 837413"/>
                <a:gd name="connsiteY5" fmla="*/ 407487 h 761249"/>
                <a:gd name="connsiteX6" fmla="*/ 551855 w 837413"/>
                <a:gd name="connsiteY6" fmla="*/ 409868 h 761249"/>
                <a:gd name="connsiteX7" fmla="*/ 553474 w 837413"/>
                <a:gd name="connsiteY7" fmla="*/ 368434 h 761249"/>
                <a:gd name="connsiteX8" fmla="*/ 608052 w 837413"/>
                <a:gd name="connsiteY8" fmla="*/ 302426 h 761249"/>
                <a:gd name="connsiteX9" fmla="*/ 553569 w 837413"/>
                <a:gd name="connsiteY9" fmla="*/ 240323 h 761249"/>
                <a:gd name="connsiteX10" fmla="*/ 548616 w 837413"/>
                <a:gd name="connsiteY10" fmla="*/ 202413 h 761249"/>
                <a:gd name="connsiteX11" fmla="*/ 566357 w 837413"/>
                <a:gd name="connsiteY11" fmla="*/ 190031 h 761249"/>
                <a:gd name="connsiteX12" fmla="*/ 267438 w 837413"/>
                <a:gd name="connsiteY12" fmla="*/ 189365 h 761249"/>
                <a:gd name="connsiteX13" fmla="*/ 285726 w 837413"/>
                <a:gd name="connsiteY13" fmla="*/ 235180 h 761249"/>
                <a:gd name="connsiteX14" fmla="*/ 285917 w 837413"/>
                <a:gd name="connsiteY14" fmla="*/ 372721 h 761249"/>
                <a:gd name="connsiteX15" fmla="*/ 285155 w 837413"/>
                <a:gd name="connsiteY15" fmla="*/ 409964 h 761249"/>
                <a:gd name="connsiteX16" fmla="*/ 247436 w 837413"/>
                <a:gd name="connsiteY16" fmla="*/ 410536 h 761249"/>
                <a:gd name="connsiteX17" fmla="*/ 160568 w 837413"/>
                <a:gd name="connsiteY17" fmla="*/ 323858 h 761249"/>
                <a:gd name="connsiteX18" fmla="*/ 157615 w 837413"/>
                <a:gd name="connsiteY18" fmla="*/ 289663 h 761249"/>
                <a:gd name="connsiteX19" fmla="*/ 250865 w 837413"/>
                <a:gd name="connsiteY19" fmla="*/ 196128 h 761249"/>
                <a:gd name="connsiteX20" fmla="*/ 267438 w 837413"/>
                <a:gd name="connsiteY20" fmla="*/ 189460 h 761249"/>
                <a:gd name="connsiteX21" fmla="*/ 455557 w 837413"/>
                <a:gd name="connsiteY21" fmla="*/ 153075 h 761249"/>
                <a:gd name="connsiteX22" fmla="*/ 476321 w 837413"/>
                <a:gd name="connsiteY22" fmla="*/ 184983 h 761249"/>
                <a:gd name="connsiteX23" fmla="*/ 413552 w 837413"/>
                <a:gd name="connsiteY23" fmla="*/ 437682 h 761249"/>
                <a:gd name="connsiteX24" fmla="*/ 379452 w 837413"/>
                <a:gd name="connsiteY24" fmla="*/ 455303 h 761249"/>
                <a:gd name="connsiteX25" fmla="*/ 362021 w 837413"/>
                <a:gd name="connsiteY25" fmla="*/ 412917 h 761249"/>
                <a:gd name="connsiteX26" fmla="*/ 361926 w 837413"/>
                <a:gd name="connsiteY26" fmla="*/ 412917 h 761249"/>
                <a:gd name="connsiteX27" fmla="*/ 422600 w 837413"/>
                <a:gd name="connsiteY27" fmla="*/ 173268 h 761249"/>
                <a:gd name="connsiteX28" fmla="*/ 455557 w 837413"/>
                <a:gd name="connsiteY28" fmla="*/ 153075 h 761249"/>
                <a:gd name="connsiteX29" fmla="*/ 109799 w 837413"/>
                <a:gd name="connsiteY29" fmla="*/ 75731 h 761249"/>
                <a:gd name="connsiteX30" fmla="*/ 75700 w 837413"/>
                <a:gd name="connsiteY30" fmla="*/ 109640 h 761249"/>
                <a:gd name="connsiteX31" fmla="*/ 75700 w 837413"/>
                <a:gd name="connsiteY31" fmla="*/ 499499 h 761249"/>
                <a:gd name="connsiteX32" fmla="*/ 109609 w 837413"/>
                <a:gd name="connsiteY32" fmla="*/ 533598 h 761249"/>
                <a:gd name="connsiteX33" fmla="*/ 418695 w 837413"/>
                <a:gd name="connsiteY33" fmla="*/ 532931 h 761249"/>
                <a:gd name="connsiteX34" fmla="*/ 418600 w 837413"/>
                <a:gd name="connsiteY34" fmla="*/ 532836 h 761249"/>
                <a:gd name="connsiteX35" fmla="*/ 727686 w 837413"/>
                <a:gd name="connsiteY35" fmla="*/ 533503 h 761249"/>
                <a:gd name="connsiteX36" fmla="*/ 761786 w 837413"/>
                <a:gd name="connsiteY36" fmla="*/ 499594 h 761249"/>
                <a:gd name="connsiteX37" fmla="*/ 761786 w 837413"/>
                <a:gd name="connsiteY37" fmla="*/ 109736 h 761249"/>
                <a:gd name="connsiteX38" fmla="*/ 727877 w 837413"/>
                <a:gd name="connsiteY38" fmla="*/ 75731 h 761249"/>
                <a:gd name="connsiteX39" fmla="*/ 109799 w 837413"/>
                <a:gd name="connsiteY39" fmla="*/ 75731 h 761249"/>
                <a:gd name="connsiteX40" fmla="*/ 416981 w 837413"/>
                <a:gd name="connsiteY40" fmla="*/ 103 h 761249"/>
                <a:gd name="connsiteX41" fmla="*/ 744736 w 837413"/>
                <a:gd name="connsiteY41" fmla="*/ 198 h 761249"/>
                <a:gd name="connsiteX42" fmla="*/ 837128 w 837413"/>
                <a:gd name="connsiteY42" fmla="*/ 92591 h 761249"/>
                <a:gd name="connsiteX43" fmla="*/ 837128 w 837413"/>
                <a:gd name="connsiteY43" fmla="*/ 515310 h 761249"/>
                <a:gd name="connsiteX44" fmla="*/ 741021 w 837413"/>
                <a:gd name="connsiteY44" fmla="*/ 608846 h 761249"/>
                <a:gd name="connsiteX45" fmla="*/ 527280 w 837413"/>
                <a:gd name="connsiteY45" fmla="*/ 608560 h 761249"/>
                <a:gd name="connsiteX46" fmla="*/ 494895 w 837413"/>
                <a:gd name="connsiteY46" fmla="*/ 638183 h 761249"/>
                <a:gd name="connsiteX47" fmla="*/ 523661 w 837413"/>
                <a:gd name="connsiteY47" fmla="*/ 685427 h 761249"/>
                <a:gd name="connsiteX48" fmla="*/ 569666 w 837413"/>
                <a:gd name="connsiteY48" fmla="*/ 726003 h 761249"/>
                <a:gd name="connsiteX49" fmla="*/ 522422 w 837413"/>
                <a:gd name="connsiteY49" fmla="*/ 761246 h 761249"/>
                <a:gd name="connsiteX50" fmla="*/ 313444 w 837413"/>
                <a:gd name="connsiteY50" fmla="*/ 761246 h 761249"/>
                <a:gd name="connsiteX51" fmla="*/ 267533 w 837413"/>
                <a:gd name="connsiteY51" fmla="*/ 724670 h 761249"/>
                <a:gd name="connsiteX52" fmla="*/ 310396 w 837413"/>
                <a:gd name="connsiteY52" fmla="*/ 685712 h 761249"/>
                <a:gd name="connsiteX53" fmla="*/ 342686 w 837413"/>
                <a:gd name="connsiteY53" fmla="*/ 636849 h 761249"/>
                <a:gd name="connsiteX54" fmla="*/ 303919 w 837413"/>
                <a:gd name="connsiteY54" fmla="*/ 609131 h 761249"/>
                <a:gd name="connsiteX55" fmla="*/ 90178 w 837413"/>
                <a:gd name="connsiteY55" fmla="*/ 608941 h 761249"/>
                <a:gd name="connsiteX56" fmla="*/ 357 w 837413"/>
                <a:gd name="connsiteY56" fmla="*/ 518834 h 761249"/>
                <a:gd name="connsiteX57" fmla="*/ 357 w 837413"/>
                <a:gd name="connsiteY57" fmla="*/ 91352 h 761249"/>
                <a:gd name="connsiteX58" fmla="*/ 94083 w 837413"/>
                <a:gd name="connsiteY58" fmla="*/ 389 h 761249"/>
                <a:gd name="connsiteX59" fmla="*/ 417076 w 837413"/>
                <a:gd name="connsiteY59" fmla="*/ 293 h 76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837413" h="761249">
                  <a:moveTo>
                    <a:pt x="566357" y="190031"/>
                  </a:moveTo>
                  <a:cubicBezTo>
                    <a:pt x="572786" y="188578"/>
                    <a:pt x="579477" y="190174"/>
                    <a:pt x="585668" y="195936"/>
                  </a:cubicBezTo>
                  <a:cubicBezTo>
                    <a:pt x="617863" y="225940"/>
                    <a:pt x="648438" y="257849"/>
                    <a:pt x="679299" y="289281"/>
                  </a:cubicBezTo>
                  <a:cubicBezTo>
                    <a:pt x="682347" y="292425"/>
                    <a:pt x="683204" y="297663"/>
                    <a:pt x="684538" y="300711"/>
                  </a:cubicBezTo>
                  <a:cubicBezTo>
                    <a:pt x="685395" y="316332"/>
                    <a:pt x="676156" y="325381"/>
                    <a:pt x="667298" y="334239"/>
                  </a:cubicBezTo>
                  <a:cubicBezTo>
                    <a:pt x="642818" y="358814"/>
                    <a:pt x="618434" y="383484"/>
                    <a:pt x="593383" y="407487"/>
                  </a:cubicBezTo>
                  <a:cubicBezTo>
                    <a:pt x="580715" y="419583"/>
                    <a:pt x="566523" y="424251"/>
                    <a:pt x="551855" y="409868"/>
                  </a:cubicBezTo>
                  <a:cubicBezTo>
                    <a:pt x="537091" y="395485"/>
                    <a:pt x="542234" y="382150"/>
                    <a:pt x="553474" y="368434"/>
                  </a:cubicBezTo>
                  <a:cubicBezTo>
                    <a:pt x="572143" y="345669"/>
                    <a:pt x="610719" y="329477"/>
                    <a:pt x="608052" y="302426"/>
                  </a:cubicBezTo>
                  <a:cubicBezTo>
                    <a:pt x="605861" y="280137"/>
                    <a:pt x="572714" y="261087"/>
                    <a:pt x="553569" y="240323"/>
                  </a:cubicBezTo>
                  <a:cubicBezTo>
                    <a:pt x="543282" y="229083"/>
                    <a:pt x="537281" y="216510"/>
                    <a:pt x="548616" y="202413"/>
                  </a:cubicBezTo>
                  <a:cubicBezTo>
                    <a:pt x="553760" y="195984"/>
                    <a:pt x="559927" y="191484"/>
                    <a:pt x="566357" y="190031"/>
                  </a:cubicBezTo>
                  <a:close/>
                  <a:moveTo>
                    <a:pt x="267438" y="189365"/>
                  </a:moveTo>
                  <a:cubicBezTo>
                    <a:pt x="291632" y="198985"/>
                    <a:pt x="307539" y="218511"/>
                    <a:pt x="285726" y="235180"/>
                  </a:cubicBezTo>
                  <a:cubicBezTo>
                    <a:pt x="222575" y="283567"/>
                    <a:pt x="219146" y="326049"/>
                    <a:pt x="285917" y="372721"/>
                  </a:cubicBezTo>
                  <a:cubicBezTo>
                    <a:pt x="298871" y="381770"/>
                    <a:pt x="297537" y="397677"/>
                    <a:pt x="285155" y="409964"/>
                  </a:cubicBezTo>
                  <a:cubicBezTo>
                    <a:pt x="272677" y="422251"/>
                    <a:pt x="259151" y="421680"/>
                    <a:pt x="247436" y="410536"/>
                  </a:cubicBezTo>
                  <a:cubicBezTo>
                    <a:pt x="217908" y="382246"/>
                    <a:pt x="189143" y="353100"/>
                    <a:pt x="160568" y="323858"/>
                  </a:cubicBezTo>
                  <a:cubicBezTo>
                    <a:pt x="150757" y="313857"/>
                    <a:pt x="147709" y="300141"/>
                    <a:pt x="157615" y="289663"/>
                  </a:cubicBezTo>
                  <a:cubicBezTo>
                    <a:pt x="187904" y="257659"/>
                    <a:pt x="219337" y="226894"/>
                    <a:pt x="250865" y="196128"/>
                  </a:cubicBezTo>
                  <a:cubicBezTo>
                    <a:pt x="254865" y="192222"/>
                    <a:pt x="262104" y="191460"/>
                    <a:pt x="267438" y="189460"/>
                  </a:cubicBezTo>
                  <a:close/>
                  <a:moveTo>
                    <a:pt x="455557" y="153075"/>
                  </a:moveTo>
                  <a:cubicBezTo>
                    <a:pt x="472416" y="156789"/>
                    <a:pt x="480036" y="169648"/>
                    <a:pt x="476321" y="184983"/>
                  </a:cubicBezTo>
                  <a:cubicBezTo>
                    <a:pt x="456224" y="269470"/>
                    <a:pt x="435459" y="353671"/>
                    <a:pt x="413552" y="437682"/>
                  </a:cubicBezTo>
                  <a:cubicBezTo>
                    <a:pt x="409646" y="452731"/>
                    <a:pt x="395740" y="460351"/>
                    <a:pt x="379452" y="455303"/>
                  </a:cubicBezTo>
                  <a:cubicBezTo>
                    <a:pt x="363164" y="450255"/>
                    <a:pt x="358973" y="437110"/>
                    <a:pt x="362021" y="412917"/>
                  </a:cubicBezTo>
                  <a:lnTo>
                    <a:pt x="361926" y="412917"/>
                  </a:lnTo>
                  <a:cubicBezTo>
                    <a:pt x="380690" y="338526"/>
                    <a:pt x="400979" y="255659"/>
                    <a:pt x="422600" y="173268"/>
                  </a:cubicBezTo>
                  <a:cubicBezTo>
                    <a:pt x="426506" y="158409"/>
                    <a:pt x="438507" y="149360"/>
                    <a:pt x="455557" y="153075"/>
                  </a:cubicBezTo>
                  <a:close/>
                  <a:moveTo>
                    <a:pt x="109799" y="75731"/>
                  </a:moveTo>
                  <a:cubicBezTo>
                    <a:pt x="83129" y="75636"/>
                    <a:pt x="75414" y="82589"/>
                    <a:pt x="75700" y="109640"/>
                  </a:cubicBezTo>
                  <a:cubicBezTo>
                    <a:pt x="77129" y="239561"/>
                    <a:pt x="77129" y="369578"/>
                    <a:pt x="75700" y="499499"/>
                  </a:cubicBezTo>
                  <a:cubicBezTo>
                    <a:pt x="75414" y="526264"/>
                    <a:pt x="82653" y="533979"/>
                    <a:pt x="109609" y="533598"/>
                  </a:cubicBezTo>
                  <a:cubicBezTo>
                    <a:pt x="212574" y="531979"/>
                    <a:pt x="315635" y="532931"/>
                    <a:pt x="418695" y="532931"/>
                  </a:cubicBezTo>
                  <a:lnTo>
                    <a:pt x="418600" y="532836"/>
                  </a:lnTo>
                  <a:cubicBezTo>
                    <a:pt x="521660" y="532836"/>
                    <a:pt x="624626" y="531884"/>
                    <a:pt x="727686" y="533503"/>
                  </a:cubicBezTo>
                  <a:cubicBezTo>
                    <a:pt x="754451" y="533884"/>
                    <a:pt x="762071" y="526645"/>
                    <a:pt x="761786" y="499594"/>
                  </a:cubicBezTo>
                  <a:cubicBezTo>
                    <a:pt x="760357" y="369673"/>
                    <a:pt x="760357" y="239657"/>
                    <a:pt x="761786" y="109736"/>
                  </a:cubicBezTo>
                  <a:cubicBezTo>
                    <a:pt x="762071" y="82970"/>
                    <a:pt x="754832" y="75541"/>
                    <a:pt x="727877" y="75731"/>
                  </a:cubicBezTo>
                  <a:cubicBezTo>
                    <a:pt x="521851" y="76874"/>
                    <a:pt x="315825" y="76874"/>
                    <a:pt x="109799" y="75731"/>
                  </a:cubicBezTo>
                  <a:close/>
                  <a:moveTo>
                    <a:pt x="416981" y="103"/>
                  </a:moveTo>
                  <a:cubicBezTo>
                    <a:pt x="526232" y="103"/>
                    <a:pt x="635484" y="-183"/>
                    <a:pt x="744736" y="198"/>
                  </a:cubicBezTo>
                  <a:cubicBezTo>
                    <a:pt x="809696" y="484"/>
                    <a:pt x="836938" y="27535"/>
                    <a:pt x="837128" y="92591"/>
                  </a:cubicBezTo>
                  <a:cubicBezTo>
                    <a:pt x="837509" y="233465"/>
                    <a:pt x="837509" y="374435"/>
                    <a:pt x="837128" y="515310"/>
                  </a:cubicBezTo>
                  <a:cubicBezTo>
                    <a:pt x="836938" y="582747"/>
                    <a:pt x="810077" y="608560"/>
                    <a:pt x="741021" y="608846"/>
                  </a:cubicBezTo>
                  <a:cubicBezTo>
                    <a:pt x="669774" y="609131"/>
                    <a:pt x="598527" y="609512"/>
                    <a:pt x="527280" y="608560"/>
                  </a:cubicBezTo>
                  <a:cubicBezTo>
                    <a:pt x="505277" y="608274"/>
                    <a:pt x="488894" y="610465"/>
                    <a:pt x="494895" y="638183"/>
                  </a:cubicBezTo>
                  <a:cubicBezTo>
                    <a:pt x="498991" y="656852"/>
                    <a:pt x="478703" y="689999"/>
                    <a:pt x="523661" y="685427"/>
                  </a:cubicBezTo>
                  <a:cubicBezTo>
                    <a:pt x="551569" y="682569"/>
                    <a:pt x="571381" y="696666"/>
                    <a:pt x="569666" y="726003"/>
                  </a:cubicBezTo>
                  <a:cubicBezTo>
                    <a:pt x="568142" y="752768"/>
                    <a:pt x="547854" y="761436"/>
                    <a:pt x="522422" y="761246"/>
                  </a:cubicBezTo>
                  <a:cubicBezTo>
                    <a:pt x="452795" y="760769"/>
                    <a:pt x="383072" y="760960"/>
                    <a:pt x="313444" y="761246"/>
                  </a:cubicBezTo>
                  <a:cubicBezTo>
                    <a:pt x="287917" y="761246"/>
                    <a:pt x="268486" y="751530"/>
                    <a:pt x="267533" y="724670"/>
                  </a:cubicBezTo>
                  <a:cubicBezTo>
                    <a:pt x="266581" y="698000"/>
                    <a:pt x="284583" y="682855"/>
                    <a:pt x="310396" y="685712"/>
                  </a:cubicBezTo>
                  <a:cubicBezTo>
                    <a:pt x="356116" y="690665"/>
                    <a:pt x="339447" y="658185"/>
                    <a:pt x="342686" y="636849"/>
                  </a:cubicBezTo>
                  <a:cubicBezTo>
                    <a:pt x="348115" y="601607"/>
                    <a:pt x="323064" y="609131"/>
                    <a:pt x="303919" y="609131"/>
                  </a:cubicBezTo>
                  <a:cubicBezTo>
                    <a:pt x="232672" y="608941"/>
                    <a:pt x="161425" y="609512"/>
                    <a:pt x="90178" y="608941"/>
                  </a:cubicBezTo>
                  <a:cubicBezTo>
                    <a:pt x="28361" y="608465"/>
                    <a:pt x="548" y="580747"/>
                    <a:pt x="357" y="518834"/>
                  </a:cubicBezTo>
                  <a:cubicBezTo>
                    <a:pt x="-119" y="376340"/>
                    <a:pt x="-119" y="233846"/>
                    <a:pt x="357" y="91352"/>
                  </a:cubicBezTo>
                  <a:cubicBezTo>
                    <a:pt x="548" y="27249"/>
                    <a:pt x="28265" y="579"/>
                    <a:pt x="94083" y="389"/>
                  </a:cubicBezTo>
                  <a:cubicBezTo>
                    <a:pt x="201716" y="8"/>
                    <a:pt x="309443" y="293"/>
                    <a:pt x="417076" y="293"/>
                  </a:cubicBez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4E53493-DC0D-3C4D-112E-656AF413ED41}"/>
              </a:ext>
            </a:extLst>
          </p:cNvPr>
          <p:cNvGrpSpPr/>
          <p:nvPr/>
        </p:nvGrpSpPr>
        <p:grpSpPr>
          <a:xfrm>
            <a:off x="3315845" y="838251"/>
            <a:ext cx="2289437" cy="1223784"/>
            <a:chOff x="4369179" y="998622"/>
            <a:chExt cx="2289437" cy="1223784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AB84EC2-4572-F101-942A-3C7044F7C898}"/>
                </a:ext>
              </a:extLst>
            </p:cNvPr>
            <p:cNvSpPr/>
            <p:nvPr/>
          </p:nvSpPr>
          <p:spPr>
            <a:xfrm>
              <a:off x="4369179" y="998622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chemeClr val="accent4">
                <a:lumMod val="40000"/>
                <a:lumOff val="60000"/>
                <a:alpha val="20000"/>
              </a:schemeClr>
            </a:solidFill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  金融</a:t>
              </a:r>
              <a:r>
                <a:rPr lang="en-US" altLang="zh-CN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/</a:t>
              </a: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保险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智能投研  量化交易  风险控制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自动化核保  智能客服  </a:t>
              </a:r>
              <a:endParaRPr lang="zh-CN" altLang="en-US" sz="16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37" name="money-stacks-of-coins_31028">
              <a:extLst>
                <a:ext uri="{FF2B5EF4-FFF2-40B4-BE49-F238E27FC236}">
                  <a16:creationId xmlns:a16="http://schemas.microsoft.com/office/drawing/2014/main" id="{E2AB149C-409D-416E-6D9A-D9E442CD1878}"/>
                </a:ext>
              </a:extLst>
            </p:cNvPr>
            <p:cNvSpPr/>
            <p:nvPr/>
          </p:nvSpPr>
          <p:spPr>
            <a:xfrm>
              <a:off x="4616405" y="1098940"/>
              <a:ext cx="399584" cy="360320"/>
            </a:xfrm>
            <a:custGeom>
              <a:avLst/>
              <a:gdLst>
                <a:gd name="T0" fmla="*/ 1304 w 5388"/>
                <a:gd name="T1" fmla="*/ 1802 h 4866"/>
                <a:gd name="T2" fmla="*/ 1304 w 5388"/>
                <a:gd name="T3" fmla="*/ 1423 h 4866"/>
                <a:gd name="T4" fmla="*/ 1304 w 5388"/>
                <a:gd name="T5" fmla="*/ 1351 h 4866"/>
                <a:gd name="T6" fmla="*/ 2608 w 5388"/>
                <a:gd name="T7" fmla="*/ 996 h 4866"/>
                <a:gd name="T8" fmla="*/ 749 w 5388"/>
                <a:gd name="T9" fmla="*/ 967 h 4866"/>
                <a:gd name="T10" fmla="*/ 879 w 5388"/>
                <a:gd name="T11" fmla="*/ 1079 h 4866"/>
                <a:gd name="T12" fmla="*/ 1115 w 5388"/>
                <a:gd name="T13" fmla="*/ 1006 h 4866"/>
                <a:gd name="T14" fmla="*/ 1304 w 5388"/>
                <a:gd name="T15" fmla="*/ 1899 h 4866"/>
                <a:gd name="T16" fmla="*/ 1304 w 5388"/>
                <a:gd name="T17" fmla="*/ 2278 h 4866"/>
                <a:gd name="T18" fmla="*/ 1304 w 5388"/>
                <a:gd name="T19" fmla="*/ 1899 h 4866"/>
                <a:gd name="T20" fmla="*/ 0 w 5388"/>
                <a:gd name="T21" fmla="*/ 2402 h 4866"/>
                <a:gd name="T22" fmla="*/ 2608 w 5388"/>
                <a:gd name="T23" fmla="*/ 2022 h 4866"/>
                <a:gd name="T24" fmla="*/ 0 w 5388"/>
                <a:gd name="T25" fmla="*/ 2493 h 4866"/>
                <a:gd name="T26" fmla="*/ 2608 w 5388"/>
                <a:gd name="T27" fmla="*/ 2872 h 4866"/>
                <a:gd name="T28" fmla="*/ 1304 w 5388"/>
                <a:gd name="T29" fmla="*/ 3314 h 4866"/>
                <a:gd name="T30" fmla="*/ 1304 w 5388"/>
                <a:gd name="T31" fmla="*/ 3693 h 4866"/>
                <a:gd name="T32" fmla="*/ 1304 w 5388"/>
                <a:gd name="T33" fmla="*/ 3314 h 4866"/>
                <a:gd name="T34" fmla="*/ 0 w 5388"/>
                <a:gd name="T35" fmla="*/ 3801 h 4866"/>
                <a:gd name="T36" fmla="*/ 2608 w 5388"/>
                <a:gd name="T37" fmla="*/ 3422 h 4866"/>
                <a:gd name="T38" fmla="*/ 2798 w 5388"/>
                <a:gd name="T39" fmla="*/ 1093 h 4866"/>
                <a:gd name="T40" fmla="*/ 4824 w 5388"/>
                <a:gd name="T41" fmla="*/ 806 h 4866"/>
                <a:gd name="T42" fmla="*/ 2216 w 5388"/>
                <a:gd name="T43" fmla="*/ 427 h 4866"/>
                <a:gd name="T44" fmla="*/ 2788 w 5388"/>
                <a:gd name="T45" fmla="*/ 1093 h 4866"/>
                <a:gd name="T46" fmla="*/ 4824 w 5388"/>
                <a:gd name="T47" fmla="*/ 355 h 4866"/>
                <a:gd name="T48" fmla="*/ 2890 w 5388"/>
                <a:gd name="T49" fmla="*/ 376 h 4866"/>
                <a:gd name="T50" fmla="*/ 4032 w 5388"/>
                <a:gd name="T51" fmla="*/ 378 h 4866"/>
                <a:gd name="T52" fmla="*/ 3733 w 5388"/>
                <a:gd name="T53" fmla="*/ 257 h 4866"/>
                <a:gd name="T54" fmla="*/ 2937 w 5388"/>
                <a:gd name="T55" fmla="*/ 292 h 4866"/>
                <a:gd name="T56" fmla="*/ 4824 w 5388"/>
                <a:gd name="T57" fmla="*/ 1283 h 4866"/>
                <a:gd name="T58" fmla="*/ 2798 w 5388"/>
                <a:gd name="T59" fmla="*/ 1199 h 4866"/>
                <a:gd name="T60" fmla="*/ 2798 w 5388"/>
                <a:gd name="T61" fmla="*/ 1569 h 4866"/>
                <a:gd name="T62" fmla="*/ 2798 w 5388"/>
                <a:gd name="T63" fmla="*/ 2048 h 4866"/>
                <a:gd name="T64" fmla="*/ 4824 w 5388"/>
                <a:gd name="T65" fmla="*/ 1761 h 4866"/>
                <a:gd name="T66" fmla="*/ 2798 w 5388"/>
                <a:gd name="T67" fmla="*/ 1678 h 4866"/>
                <a:gd name="T68" fmla="*/ 2798 w 5388"/>
                <a:gd name="T69" fmla="*/ 2048 h 4866"/>
                <a:gd name="T70" fmla="*/ 4282 w 5388"/>
                <a:gd name="T71" fmla="*/ 2141 h 4866"/>
                <a:gd name="T72" fmla="*/ 3309 w 5388"/>
                <a:gd name="T73" fmla="*/ 2203 h 4866"/>
                <a:gd name="T74" fmla="*/ 4084 w 5388"/>
                <a:gd name="T75" fmla="*/ 3061 h 4866"/>
                <a:gd name="T76" fmla="*/ 4084 w 5388"/>
                <a:gd name="T77" fmla="*/ 3441 h 4866"/>
                <a:gd name="T78" fmla="*/ 4084 w 5388"/>
                <a:gd name="T79" fmla="*/ 3061 h 4866"/>
                <a:gd name="T80" fmla="*/ 4084 w 5388"/>
                <a:gd name="T81" fmla="*/ 2990 h 4866"/>
                <a:gd name="T82" fmla="*/ 4273 w 5388"/>
                <a:gd name="T83" fmla="*/ 2623 h 4866"/>
                <a:gd name="T84" fmla="*/ 4600 w 5388"/>
                <a:gd name="T85" fmla="*/ 2732 h 4866"/>
                <a:gd name="T86" fmla="*/ 4499 w 5388"/>
                <a:gd name="T87" fmla="*/ 2569 h 4866"/>
                <a:gd name="T88" fmla="*/ 4287 w 5388"/>
                <a:gd name="T89" fmla="*/ 2555 h 4866"/>
                <a:gd name="T90" fmla="*/ 2780 w 5388"/>
                <a:gd name="T91" fmla="*/ 3182 h 4866"/>
                <a:gd name="T92" fmla="*/ 5388 w 5388"/>
                <a:gd name="T93" fmla="*/ 3561 h 4866"/>
                <a:gd name="T94" fmla="*/ 4084 w 5388"/>
                <a:gd name="T95" fmla="*/ 4016 h 4866"/>
                <a:gd name="T96" fmla="*/ 4084 w 5388"/>
                <a:gd name="T97" fmla="*/ 4395 h 4866"/>
                <a:gd name="T98" fmla="*/ 4084 w 5388"/>
                <a:gd name="T99" fmla="*/ 4016 h 4866"/>
                <a:gd name="T100" fmla="*/ 2780 w 5388"/>
                <a:gd name="T101" fmla="*/ 4511 h 4866"/>
                <a:gd name="T102" fmla="*/ 5388 w 5388"/>
                <a:gd name="T103" fmla="*/ 4131 h 4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388" h="4866">
                  <a:moveTo>
                    <a:pt x="2608" y="1067"/>
                  </a:moveTo>
                  <a:lnTo>
                    <a:pt x="2608" y="1447"/>
                  </a:lnTo>
                  <a:cubicBezTo>
                    <a:pt x="2608" y="1643"/>
                    <a:pt x="2024" y="1802"/>
                    <a:pt x="1304" y="1802"/>
                  </a:cubicBezTo>
                  <a:cubicBezTo>
                    <a:pt x="584" y="1802"/>
                    <a:pt x="0" y="1643"/>
                    <a:pt x="0" y="1447"/>
                  </a:cubicBezTo>
                  <a:lnTo>
                    <a:pt x="0" y="1067"/>
                  </a:lnTo>
                  <a:cubicBezTo>
                    <a:pt x="0" y="1264"/>
                    <a:pt x="584" y="1423"/>
                    <a:pt x="1304" y="1423"/>
                  </a:cubicBezTo>
                  <a:cubicBezTo>
                    <a:pt x="2024" y="1423"/>
                    <a:pt x="2608" y="1264"/>
                    <a:pt x="2608" y="1067"/>
                  </a:cubicBezTo>
                  <a:close/>
                  <a:moveTo>
                    <a:pt x="2608" y="996"/>
                  </a:moveTo>
                  <a:cubicBezTo>
                    <a:pt x="2608" y="1192"/>
                    <a:pt x="2024" y="1351"/>
                    <a:pt x="1304" y="1351"/>
                  </a:cubicBezTo>
                  <a:cubicBezTo>
                    <a:pt x="584" y="1351"/>
                    <a:pt x="0" y="1192"/>
                    <a:pt x="0" y="996"/>
                  </a:cubicBezTo>
                  <a:cubicBezTo>
                    <a:pt x="0" y="799"/>
                    <a:pt x="584" y="640"/>
                    <a:pt x="1304" y="640"/>
                  </a:cubicBezTo>
                  <a:cubicBezTo>
                    <a:pt x="2024" y="640"/>
                    <a:pt x="2608" y="799"/>
                    <a:pt x="2608" y="996"/>
                  </a:cubicBezTo>
                  <a:close/>
                  <a:moveTo>
                    <a:pt x="1933" y="975"/>
                  </a:moveTo>
                  <a:lnTo>
                    <a:pt x="788" y="897"/>
                  </a:lnTo>
                  <a:lnTo>
                    <a:pt x="749" y="967"/>
                  </a:lnTo>
                  <a:lnTo>
                    <a:pt x="791" y="973"/>
                  </a:lnTo>
                  <a:cubicBezTo>
                    <a:pt x="850" y="981"/>
                    <a:pt x="924" y="999"/>
                    <a:pt x="889" y="1060"/>
                  </a:cubicBezTo>
                  <a:lnTo>
                    <a:pt x="879" y="1079"/>
                  </a:lnTo>
                  <a:lnTo>
                    <a:pt x="1090" y="1094"/>
                  </a:lnTo>
                  <a:lnTo>
                    <a:pt x="1101" y="1075"/>
                  </a:lnTo>
                  <a:cubicBezTo>
                    <a:pt x="1116" y="1048"/>
                    <a:pt x="1120" y="1026"/>
                    <a:pt x="1115" y="1006"/>
                  </a:cubicBezTo>
                  <a:lnTo>
                    <a:pt x="1887" y="1059"/>
                  </a:lnTo>
                  <a:lnTo>
                    <a:pt x="1933" y="975"/>
                  </a:lnTo>
                  <a:close/>
                  <a:moveTo>
                    <a:pt x="1304" y="1899"/>
                  </a:moveTo>
                  <a:cubicBezTo>
                    <a:pt x="584" y="1899"/>
                    <a:pt x="0" y="1740"/>
                    <a:pt x="0" y="1543"/>
                  </a:cubicBezTo>
                  <a:lnTo>
                    <a:pt x="0" y="1923"/>
                  </a:lnTo>
                  <a:cubicBezTo>
                    <a:pt x="0" y="2119"/>
                    <a:pt x="584" y="2278"/>
                    <a:pt x="1304" y="2278"/>
                  </a:cubicBezTo>
                  <a:cubicBezTo>
                    <a:pt x="2024" y="2278"/>
                    <a:pt x="2608" y="2119"/>
                    <a:pt x="2608" y="1923"/>
                  </a:cubicBezTo>
                  <a:lnTo>
                    <a:pt x="2608" y="1543"/>
                  </a:lnTo>
                  <a:cubicBezTo>
                    <a:pt x="2608" y="1740"/>
                    <a:pt x="2024" y="1899"/>
                    <a:pt x="1304" y="1899"/>
                  </a:cubicBezTo>
                  <a:close/>
                  <a:moveTo>
                    <a:pt x="1304" y="2378"/>
                  </a:moveTo>
                  <a:cubicBezTo>
                    <a:pt x="584" y="2378"/>
                    <a:pt x="0" y="2219"/>
                    <a:pt x="0" y="2022"/>
                  </a:cubicBezTo>
                  <a:lnTo>
                    <a:pt x="0" y="2402"/>
                  </a:lnTo>
                  <a:cubicBezTo>
                    <a:pt x="0" y="2598"/>
                    <a:pt x="584" y="2757"/>
                    <a:pt x="1304" y="2757"/>
                  </a:cubicBezTo>
                  <a:cubicBezTo>
                    <a:pt x="2024" y="2757"/>
                    <a:pt x="2608" y="2598"/>
                    <a:pt x="2608" y="2402"/>
                  </a:cubicBezTo>
                  <a:lnTo>
                    <a:pt x="2608" y="2022"/>
                  </a:lnTo>
                  <a:cubicBezTo>
                    <a:pt x="2608" y="2219"/>
                    <a:pt x="2024" y="2378"/>
                    <a:pt x="1304" y="2378"/>
                  </a:cubicBezTo>
                  <a:close/>
                  <a:moveTo>
                    <a:pt x="1304" y="2849"/>
                  </a:moveTo>
                  <a:cubicBezTo>
                    <a:pt x="584" y="2849"/>
                    <a:pt x="0" y="2689"/>
                    <a:pt x="0" y="2493"/>
                  </a:cubicBezTo>
                  <a:lnTo>
                    <a:pt x="0" y="2872"/>
                  </a:lnTo>
                  <a:cubicBezTo>
                    <a:pt x="0" y="3069"/>
                    <a:pt x="584" y="3228"/>
                    <a:pt x="1304" y="3228"/>
                  </a:cubicBezTo>
                  <a:cubicBezTo>
                    <a:pt x="2024" y="3228"/>
                    <a:pt x="2608" y="3069"/>
                    <a:pt x="2608" y="2872"/>
                  </a:cubicBezTo>
                  <a:lnTo>
                    <a:pt x="2608" y="2493"/>
                  </a:lnTo>
                  <a:cubicBezTo>
                    <a:pt x="2608" y="2690"/>
                    <a:pt x="2024" y="2849"/>
                    <a:pt x="1304" y="2849"/>
                  </a:cubicBezTo>
                  <a:close/>
                  <a:moveTo>
                    <a:pt x="1304" y="3314"/>
                  </a:moveTo>
                  <a:cubicBezTo>
                    <a:pt x="584" y="3314"/>
                    <a:pt x="0" y="3154"/>
                    <a:pt x="0" y="2958"/>
                  </a:cubicBezTo>
                  <a:lnTo>
                    <a:pt x="0" y="3337"/>
                  </a:lnTo>
                  <a:cubicBezTo>
                    <a:pt x="0" y="3533"/>
                    <a:pt x="584" y="3693"/>
                    <a:pt x="1304" y="3693"/>
                  </a:cubicBezTo>
                  <a:cubicBezTo>
                    <a:pt x="2024" y="3693"/>
                    <a:pt x="2608" y="3533"/>
                    <a:pt x="2608" y="3337"/>
                  </a:cubicBezTo>
                  <a:lnTo>
                    <a:pt x="2608" y="2958"/>
                  </a:lnTo>
                  <a:cubicBezTo>
                    <a:pt x="2608" y="3154"/>
                    <a:pt x="2024" y="3314"/>
                    <a:pt x="1304" y="3314"/>
                  </a:cubicBezTo>
                  <a:close/>
                  <a:moveTo>
                    <a:pt x="1304" y="3778"/>
                  </a:moveTo>
                  <a:cubicBezTo>
                    <a:pt x="584" y="3778"/>
                    <a:pt x="0" y="3618"/>
                    <a:pt x="0" y="3422"/>
                  </a:cubicBezTo>
                  <a:lnTo>
                    <a:pt x="0" y="3801"/>
                  </a:lnTo>
                  <a:cubicBezTo>
                    <a:pt x="0" y="3998"/>
                    <a:pt x="584" y="4157"/>
                    <a:pt x="1304" y="4157"/>
                  </a:cubicBezTo>
                  <a:cubicBezTo>
                    <a:pt x="2024" y="4157"/>
                    <a:pt x="2608" y="3998"/>
                    <a:pt x="2608" y="3801"/>
                  </a:cubicBezTo>
                  <a:lnTo>
                    <a:pt x="2608" y="3422"/>
                  </a:lnTo>
                  <a:cubicBezTo>
                    <a:pt x="2608" y="3618"/>
                    <a:pt x="2024" y="3778"/>
                    <a:pt x="1304" y="3778"/>
                  </a:cubicBezTo>
                  <a:close/>
                  <a:moveTo>
                    <a:pt x="2788" y="1093"/>
                  </a:moveTo>
                  <a:lnTo>
                    <a:pt x="2798" y="1093"/>
                  </a:lnTo>
                  <a:lnTo>
                    <a:pt x="2798" y="1102"/>
                  </a:lnTo>
                  <a:cubicBezTo>
                    <a:pt x="3004" y="1140"/>
                    <a:pt x="3253" y="1162"/>
                    <a:pt x="3520" y="1162"/>
                  </a:cubicBezTo>
                  <a:cubicBezTo>
                    <a:pt x="4240" y="1162"/>
                    <a:pt x="4823" y="1003"/>
                    <a:pt x="4824" y="806"/>
                  </a:cubicBezTo>
                  <a:lnTo>
                    <a:pt x="4824" y="427"/>
                  </a:lnTo>
                  <a:cubicBezTo>
                    <a:pt x="4824" y="624"/>
                    <a:pt x="4240" y="783"/>
                    <a:pt x="3520" y="783"/>
                  </a:cubicBezTo>
                  <a:cubicBezTo>
                    <a:pt x="2800" y="783"/>
                    <a:pt x="2216" y="624"/>
                    <a:pt x="2216" y="427"/>
                  </a:cubicBezTo>
                  <a:lnTo>
                    <a:pt x="2216" y="570"/>
                  </a:lnTo>
                  <a:cubicBezTo>
                    <a:pt x="2529" y="645"/>
                    <a:pt x="2798" y="780"/>
                    <a:pt x="2798" y="1021"/>
                  </a:cubicBezTo>
                  <a:cubicBezTo>
                    <a:pt x="2798" y="1046"/>
                    <a:pt x="2794" y="1070"/>
                    <a:pt x="2788" y="1093"/>
                  </a:cubicBezTo>
                  <a:close/>
                  <a:moveTo>
                    <a:pt x="2216" y="355"/>
                  </a:moveTo>
                  <a:cubicBezTo>
                    <a:pt x="2216" y="159"/>
                    <a:pt x="2800" y="0"/>
                    <a:pt x="3520" y="0"/>
                  </a:cubicBezTo>
                  <a:cubicBezTo>
                    <a:pt x="4240" y="0"/>
                    <a:pt x="4824" y="159"/>
                    <a:pt x="4824" y="355"/>
                  </a:cubicBezTo>
                  <a:cubicBezTo>
                    <a:pt x="4824" y="552"/>
                    <a:pt x="4240" y="711"/>
                    <a:pt x="3520" y="711"/>
                  </a:cubicBezTo>
                  <a:cubicBezTo>
                    <a:pt x="2800" y="711"/>
                    <a:pt x="2216" y="552"/>
                    <a:pt x="2216" y="355"/>
                  </a:cubicBezTo>
                  <a:close/>
                  <a:moveTo>
                    <a:pt x="2890" y="376"/>
                  </a:moveTo>
                  <a:lnTo>
                    <a:pt x="4036" y="454"/>
                  </a:lnTo>
                  <a:lnTo>
                    <a:pt x="4075" y="384"/>
                  </a:lnTo>
                  <a:lnTo>
                    <a:pt x="4032" y="378"/>
                  </a:lnTo>
                  <a:cubicBezTo>
                    <a:pt x="3974" y="370"/>
                    <a:pt x="3900" y="352"/>
                    <a:pt x="3934" y="291"/>
                  </a:cubicBezTo>
                  <a:lnTo>
                    <a:pt x="3945" y="271"/>
                  </a:lnTo>
                  <a:lnTo>
                    <a:pt x="3733" y="257"/>
                  </a:lnTo>
                  <a:lnTo>
                    <a:pt x="3723" y="276"/>
                  </a:lnTo>
                  <a:cubicBezTo>
                    <a:pt x="3708" y="303"/>
                    <a:pt x="3703" y="325"/>
                    <a:pt x="3709" y="345"/>
                  </a:cubicBezTo>
                  <a:lnTo>
                    <a:pt x="2937" y="292"/>
                  </a:lnTo>
                  <a:lnTo>
                    <a:pt x="2890" y="376"/>
                  </a:lnTo>
                  <a:close/>
                  <a:moveTo>
                    <a:pt x="3520" y="1638"/>
                  </a:moveTo>
                  <a:cubicBezTo>
                    <a:pt x="4240" y="1638"/>
                    <a:pt x="4823" y="1479"/>
                    <a:pt x="4824" y="1283"/>
                  </a:cubicBezTo>
                  <a:lnTo>
                    <a:pt x="4824" y="903"/>
                  </a:lnTo>
                  <a:cubicBezTo>
                    <a:pt x="4824" y="1100"/>
                    <a:pt x="4240" y="1259"/>
                    <a:pt x="3520" y="1259"/>
                  </a:cubicBezTo>
                  <a:cubicBezTo>
                    <a:pt x="3253" y="1259"/>
                    <a:pt x="3004" y="1237"/>
                    <a:pt x="2798" y="1199"/>
                  </a:cubicBezTo>
                  <a:lnTo>
                    <a:pt x="2798" y="1472"/>
                  </a:lnTo>
                  <a:cubicBezTo>
                    <a:pt x="2797" y="1506"/>
                    <a:pt x="2792" y="1538"/>
                    <a:pt x="2781" y="1569"/>
                  </a:cubicBezTo>
                  <a:lnTo>
                    <a:pt x="2798" y="1569"/>
                  </a:lnTo>
                  <a:lnTo>
                    <a:pt x="2798" y="1578"/>
                  </a:lnTo>
                  <a:cubicBezTo>
                    <a:pt x="3004" y="1616"/>
                    <a:pt x="3253" y="1638"/>
                    <a:pt x="3520" y="1638"/>
                  </a:cubicBezTo>
                  <a:close/>
                  <a:moveTo>
                    <a:pt x="2798" y="2048"/>
                  </a:moveTo>
                  <a:lnTo>
                    <a:pt x="2798" y="2057"/>
                  </a:lnTo>
                  <a:cubicBezTo>
                    <a:pt x="3004" y="2095"/>
                    <a:pt x="3253" y="2117"/>
                    <a:pt x="3520" y="2117"/>
                  </a:cubicBezTo>
                  <a:cubicBezTo>
                    <a:pt x="4240" y="2117"/>
                    <a:pt x="4823" y="1958"/>
                    <a:pt x="4824" y="1761"/>
                  </a:cubicBezTo>
                  <a:lnTo>
                    <a:pt x="4824" y="1382"/>
                  </a:lnTo>
                  <a:cubicBezTo>
                    <a:pt x="4824" y="1579"/>
                    <a:pt x="4240" y="1738"/>
                    <a:pt x="3520" y="1738"/>
                  </a:cubicBezTo>
                  <a:cubicBezTo>
                    <a:pt x="3253" y="1738"/>
                    <a:pt x="3004" y="1716"/>
                    <a:pt x="2798" y="1678"/>
                  </a:cubicBezTo>
                  <a:lnTo>
                    <a:pt x="2798" y="1948"/>
                  </a:lnTo>
                  <a:cubicBezTo>
                    <a:pt x="2797" y="1984"/>
                    <a:pt x="2791" y="2017"/>
                    <a:pt x="2780" y="2048"/>
                  </a:cubicBezTo>
                  <a:lnTo>
                    <a:pt x="2798" y="2048"/>
                  </a:lnTo>
                  <a:close/>
                  <a:moveTo>
                    <a:pt x="4824" y="2196"/>
                  </a:moveTo>
                  <a:lnTo>
                    <a:pt x="4824" y="1853"/>
                  </a:lnTo>
                  <a:cubicBezTo>
                    <a:pt x="4824" y="1971"/>
                    <a:pt x="4610" y="2076"/>
                    <a:pt x="4282" y="2141"/>
                  </a:cubicBezTo>
                  <a:cubicBezTo>
                    <a:pt x="4426" y="2147"/>
                    <a:pt x="4626" y="2162"/>
                    <a:pt x="4824" y="2196"/>
                  </a:cubicBezTo>
                  <a:close/>
                  <a:moveTo>
                    <a:pt x="2798" y="2382"/>
                  </a:moveTo>
                  <a:cubicBezTo>
                    <a:pt x="2924" y="2296"/>
                    <a:pt x="3113" y="2240"/>
                    <a:pt x="3309" y="2203"/>
                  </a:cubicBezTo>
                  <a:cubicBezTo>
                    <a:pt x="3122" y="2195"/>
                    <a:pt x="2949" y="2176"/>
                    <a:pt x="2798" y="2149"/>
                  </a:cubicBezTo>
                  <a:lnTo>
                    <a:pt x="2798" y="2382"/>
                  </a:lnTo>
                  <a:close/>
                  <a:moveTo>
                    <a:pt x="4084" y="3061"/>
                  </a:moveTo>
                  <a:cubicBezTo>
                    <a:pt x="3364" y="3061"/>
                    <a:pt x="2780" y="2902"/>
                    <a:pt x="2780" y="2706"/>
                  </a:cubicBezTo>
                  <a:lnTo>
                    <a:pt x="2780" y="3085"/>
                  </a:lnTo>
                  <a:cubicBezTo>
                    <a:pt x="2780" y="3281"/>
                    <a:pt x="3364" y="3441"/>
                    <a:pt x="4084" y="3441"/>
                  </a:cubicBezTo>
                  <a:cubicBezTo>
                    <a:pt x="4804" y="3441"/>
                    <a:pt x="5388" y="3281"/>
                    <a:pt x="5388" y="3085"/>
                  </a:cubicBezTo>
                  <a:lnTo>
                    <a:pt x="5388" y="2706"/>
                  </a:lnTo>
                  <a:cubicBezTo>
                    <a:pt x="5388" y="2902"/>
                    <a:pt x="4804" y="3061"/>
                    <a:pt x="4084" y="3061"/>
                  </a:cubicBezTo>
                  <a:close/>
                  <a:moveTo>
                    <a:pt x="4084" y="2278"/>
                  </a:moveTo>
                  <a:cubicBezTo>
                    <a:pt x="4804" y="2278"/>
                    <a:pt x="5388" y="2438"/>
                    <a:pt x="5388" y="2634"/>
                  </a:cubicBezTo>
                  <a:cubicBezTo>
                    <a:pt x="5388" y="2830"/>
                    <a:pt x="4804" y="2990"/>
                    <a:pt x="4084" y="2990"/>
                  </a:cubicBezTo>
                  <a:cubicBezTo>
                    <a:pt x="3364" y="2990"/>
                    <a:pt x="2780" y="2830"/>
                    <a:pt x="2780" y="2634"/>
                  </a:cubicBezTo>
                  <a:cubicBezTo>
                    <a:pt x="2780" y="2438"/>
                    <a:pt x="3364" y="2278"/>
                    <a:pt x="4084" y="2278"/>
                  </a:cubicBezTo>
                  <a:close/>
                  <a:moveTo>
                    <a:pt x="4273" y="2623"/>
                  </a:moveTo>
                  <a:lnTo>
                    <a:pt x="3501" y="2570"/>
                  </a:lnTo>
                  <a:lnTo>
                    <a:pt x="3455" y="2654"/>
                  </a:lnTo>
                  <a:lnTo>
                    <a:pt x="4600" y="2732"/>
                  </a:lnTo>
                  <a:lnTo>
                    <a:pt x="4639" y="2662"/>
                  </a:lnTo>
                  <a:lnTo>
                    <a:pt x="4597" y="2656"/>
                  </a:lnTo>
                  <a:cubicBezTo>
                    <a:pt x="4538" y="2648"/>
                    <a:pt x="4465" y="2630"/>
                    <a:pt x="4499" y="2569"/>
                  </a:cubicBezTo>
                  <a:lnTo>
                    <a:pt x="4509" y="2550"/>
                  </a:lnTo>
                  <a:lnTo>
                    <a:pt x="4298" y="2536"/>
                  </a:lnTo>
                  <a:lnTo>
                    <a:pt x="4287" y="2555"/>
                  </a:lnTo>
                  <a:cubicBezTo>
                    <a:pt x="4272" y="2581"/>
                    <a:pt x="4268" y="2604"/>
                    <a:pt x="4273" y="2623"/>
                  </a:cubicBezTo>
                  <a:close/>
                  <a:moveTo>
                    <a:pt x="4084" y="3537"/>
                  </a:moveTo>
                  <a:cubicBezTo>
                    <a:pt x="3364" y="3537"/>
                    <a:pt x="2780" y="3378"/>
                    <a:pt x="2780" y="3182"/>
                  </a:cubicBezTo>
                  <a:lnTo>
                    <a:pt x="2780" y="3561"/>
                  </a:lnTo>
                  <a:cubicBezTo>
                    <a:pt x="2780" y="3758"/>
                    <a:pt x="3364" y="3917"/>
                    <a:pt x="4084" y="3917"/>
                  </a:cubicBezTo>
                  <a:cubicBezTo>
                    <a:pt x="4804" y="3917"/>
                    <a:pt x="5388" y="3758"/>
                    <a:pt x="5388" y="3561"/>
                  </a:cubicBezTo>
                  <a:lnTo>
                    <a:pt x="5388" y="3182"/>
                  </a:lnTo>
                  <a:cubicBezTo>
                    <a:pt x="5388" y="3378"/>
                    <a:pt x="4804" y="3537"/>
                    <a:pt x="4084" y="3537"/>
                  </a:cubicBezTo>
                  <a:close/>
                  <a:moveTo>
                    <a:pt x="4084" y="4016"/>
                  </a:moveTo>
                  <a:cubicBezTo>
                    <a:pt x="3364" y="4016"/>
                    <a:pt x="2780" y="3857"/>
                    <a:pt x="2780" y="3661"/>
                  </a:cubicBezTo>
                  <a:lnTo>
                    <a:pt x="2780" y="4040"/>
                  </a:lnTo>
                  <a:cubicBezTo>
                    <a:pt x="2780" y="4236"/>
                    <a:pt x="3364" y="4395"/>
                    <a:pt x="4084" y="4395"/>
                  </a:cubicBezTo>
                  <a:cubicBezTo>
                    <a:pt x="4804" y="4395"/>
                    <a:pt x="5388" y="4236"/>
                    <a:pt x="5388" y="4040"/>
                  </a:cubicBezTo>
                  <a:lnTo>
                    <a:pt x="5388" y="3661"/>
                  </a:lnTo>
                  <a:cubicBezTo>
                    <a:pt x="5388" y="3857"/>
                    <a:pt x="4804" y="4016"/>
                    <a:pt x="4084" y="4016"/>
                  </a:cubicBezTo>
                  <a:close/>
                  <a:moveTo>
                    <a:pt x="4084" y="4487"/>
                  </a:moveTo>
                  <a:cubicBezTo>
                    <a:pt x="3364" y="4487"/>
                    <a:pt x="2780" y="4328"/>
                    <a:pt x="2780" y="4131"/>
                  </a:cubicBezTo>
                  <a:lnTo>
                    <a:pt x="2780" y="4511"/>
                  </a:lnTo>
                  <a:cubicBezTo>
                    <a:pt x="2780" y="4707"/>
                    <a:pt x="3364" y="4866"/>
                    <a:pt x="4084" y="4866"/>
                  </a:cubicBezTo>
                  <a:cubicBezTo>
                    <a:pt x="4804" y="4866"/>
                    <a:pt x="5388" y="4707"/>
                    <a:pt x="5388" y="4511"/>
                  </a:cubicBezTo>
                  <a:lnTo>
                    <a:pt x="5388" y="4131"/>
                  </a:lnTo>
                  <a:cubicBezTo>
                    <a:pt x="5388" y="4328"/>
                    <a:pt x="4804" y="4487"/>
                    <a:pt x="4084" y="448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E1F9AF5-8898-4E16-3DAA-8BB01DAD4C80}"/>
              </a:ext>
            </a:extLst>
          </p:cNvPr>
          <p:cNvGrpSpPr/>
          <p:nvPr/>
        </p:nvGrpSpPr>
        <p:grpSpPr>
          <a:xfrm>
            <a:off x="930534" y="2156282"/>
            <a:ext cx="2289437" cy="1223784"/>
            <a:chOff x="7927087" y="998622"/>
            <a:chExt cx="2289437" cy="1223784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D1588D3D-5722-E19A-7040-E4ED5AD8744E}"/>
                </a:ext>
              </a:extLst>
            </p:cNvPr>
            <p:cNvSpPr/>
            <p:nvPr/>
          </p:nvSpPr>
          <p:spPr>
            <a:xfrm>
              <a:off x="7927087" y="998622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7030A0">
                <a:alpha val="20000"/>
              </a:srgbClr>
            </a:solidFill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娱乐行业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AIGC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动画短剧制作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游戏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NPC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  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作曲  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视频生成</a:t>
              </a:r>
              <a:endParaRPr lang="zh-CN" altLang="en-US" sz="16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0" name="cinema-clapboard_21194">
              <a:extLst>
                <a:ext uri="{FF2B5EF4-FFF2-40B4-BE49-F238E27FC236}">
                  <a16:creationId xmlns:a16="http://schemas.microsoft.com/office/drawing/2014/main" id="{E9A4F7DE-B505-F226-7F19-DBEA0381131D}"/>
                </a:ext>
              </a:extLst>
            </p:cNvPr>
            <p:cNvSpPr/>
            <p:nvPr/>
          </p:nvSpPr>
          <p:spPr>
            <a:xfrm>
              <a:off x="8176811" y="1119614"/>
              <a:ext cx="330779" cy="318971"/>
            </a:xfrm>
            <a:custGeom>
              <a:avLst/>
              <a:gdLst>
                <a:gd name="connsiteX0" fmla="*/ 434481 w 596814"/>
                <a:gd name="connsiteY0" fmla="*/ 238458 h 575509"/>
                <a:gd name="connsiteX1" fmla="*/ 487055 w 596814"/>
                <a:gd name="connsiteY1" fmla="*/ 310289 h 575509"/>
                <a:gd name="connsiteX2" fmla="*/ 525793 w 596814"/>
                <a:gd name="connsiteY2" fmla="*/ 310289 h 575509"/>
                <a:gd name="connsiteX3" fmla="*/ 473220 w 596814"/>
                <a:gd name="connsiteY3" fmla="*/ 238458 h 575509"/>
                <a:gd name="connsiteX4" fmla="*/ 348703 w 596814"/>
                <a:gd name="connsiteY4" fmla="*/ 238458 h 575509"/>
                <a:gd name="connsiteX5" fmla="*/ 401276 w 596814"/>
                <a:gd name="connsiteY5" fmla="*/ 310289 h 575509"/>
                <a:gd name="connsiteX6" fmla="*/ 440015 w 596814"/>
                <a:gd name="connsiteY6" fmla="*/ 310289 h 575509"/>
                <a:gd name="connsiteX7" fmla="*/ 387441 w 596814"/>
                <a:gd name="connsiteY7" fmla="*/ 238458 h 575509"/>
                <a:gd name="connsiteX8" fmla="*/ 262924 w 596814"/>
                <a:gd name="connsiteY8" fmla="*/ 238458 h 575509"/>
                <a:gd name="connsiteX9" fmla="*/ 315498 w 596814"/>
                <a:gd name="connsiteY9" fmla="*/ 310289 h 575509"/>
                <a:gd name="connsiteX10" fmla="*/ 354237 w 596814"/>
                <a:gd name="connsiteY10" fmla="*/ 310289 h 575509"/>
                <a:gd name="connsiteX11" fmla="*/ 302585 w 596814"/>
                <a:gd name="connsiteY11" fmla="*/ 238458 h 575509"/>
                <a:gd name="connsiteX12" fmla="*/ 178069 w 596814"/>
                <a:gd name="connsiteY12" fmla="*/ 238458 h 575509"/>
                <a:gd name="connsiteX13" fmla="*/ 229720 w 596814"/>
                <a:gd name="connsiteY13" fmla="*/ 310289 h 575509"/>
                <a:gd name="connsiteX14" fmla="*/ 269381 w 596814"/>
                <a:gd name="connsiteY14" fmla="*/ 310289 h 575509"/>
                <a:gd name="connsiteX15" fmla="*/ 216807 w 596814"/>
                <a:gd name="connsiteY15" fmla="*/ 238458 h 575509"/>
                <a:gd name="connsiteX16" fmla="*/ 92290 w 596814"/>
                <a:gd name="connsiteY16" fmla="*/ 238458 h 575509"/>
                <a:gd name="connsiteX17" fmla="*/ 144864 w 596814"/>
                <a:gd name="connsiteY17" fmla="*/ 310289 h 575509"/>
                <a:gd name="connsiteX18" fmla="*/ 183603 w 596814"/>
                <a:gd name="connsiteY18" fmla="*/ 310289 h 575509"/>
                <a:gd name="connsiteX19" fmla="*/ 131029 w 596814"/>
                <a:gd name="connsiteY19" fmla="*/ 238458 h 575509"/>
                <a:gd name="connsiteX20" fmla="*/ 22192 w 596814"/>
                <a:gd name="connsiteY20" fmla="*/ 231091 h 575509"/>
                <a:gd name="connsiteX21" fmla="*/ 596814 w 596814"/>
                <a:gd name="connsiteY21" fmla="*/ 231091 h 575509"/>
                <a:gd name="connsiteX22" fmla="*/ 596814 w 596814"/>
                <a:gd name="connsiteY22" fmla="*/ 290029 h 575509"/>
                <a:gd name="connsiteX23" fmla="*/ 558998 w 596814"/>
                <a:gd name="connsiteY23" fmla="*/ 238458 h 575509"/>
                <a:gd name="connsiteX24" fmla="*/ 519337 w 596814"/>
                <a:gd name="connsiteY24" fmla="*/ 238458 h 575509"/>
                <a:gd name="connsiteX25" fmla="*/ 571911 w 596814"/>
                <a:gd name="connsiteY25" fmla="*/ 310289 h 575509"/>
                <a:gd name="connsiteX26" fmla="*/ 596814 w 596814"/>
                <a:gd name="connsiteY26" fmla="*/ 310289 h 575509"/>
                <a:gd name="connsiteX27" fmla="*/ 596814 w 596814"/>
                <a:gd name="connsiteY27" fmla="*/ 575509 h 575509"/>
                <a:gd name="connsiteX28" fmla="*/ 22192 w 596814"/>
                <a:gd name="connsiteY28" fmla="*/ 575509 h 575509"/>
                <a:gd name="connsiteX29" fmla="*/ 22192 w 596814"/>
                <a:gd name="connsiteY29" fmla="*/ 259639 h 575509"/>
                <a:gd name="connsiteX30" fmla="*/ 59086 w 596814"/>
                <a:gd name="connsiteY30" fmla="*/ 310289 h 575509"/>
                <a:gd name="connsiteX31" fmla="*/ 97824 w 596814"/>
                <a:gd name="connsiteY31" fmla="*/ 310289 h 575509"/>
                <a:gd name="connsiteX32" fmla="*/ 46173 w 596814"/>
                <a:gd name="connsiteY32" fmla="*/ 238458 h 575509"/>
                <a:gd name="connsiteX33" fmla="*/ 22192 w 596814"/>
                <a:gd name="connsiteY33" fmla="*/ 238458 h 575509"/>
                <a:gd name="connsiteX34" fmla="*/ 157733 w 596814"/>
                <a:gd name="connsiteY34" fmla="*/ 113244 h 575509"/>
                <a:gd name="connsiteX35" fmla="*/ 119914 w 596814"/>
                <a:gd name="connsiteY35" fmla="*/ 123371 h 575509"/>
                <a:gd name="connsiteX36" fmla="*/ 88552 w 596814"/>
                <a:gd name="connsiteY36" fmla="*/ 206233 h 575509"/>
                <a:gd name="connsiteX37" fmla="*/ 125449 w 596814"/>
                <a:gd name="connsiteY37" fmla="*/ 196105 h 575509"/>
                <a:gd name="connsiteX38" fmla="*/ 240751 w 596814"/>
                <a:gd name="connsiteY38" fmla="*/ 91147 h 575509"/>
                <a:gd name="connsiteX39" fmla="*/ 202932 w 596814"/>
                <a:gd name="connsiteY39" fmla="*/ 101275 h 575509"/>
                <a:gd name="connsiteX40" fmla="*/ 170647 w 596814"/>
                <a:gd name="connsiteY40" fmla="*/ 184136 h 575509"/>
                <a:gd name="connsiteX41" fmla="*/ 208466 w 596814"/>
                <a:gd name="connsiteY41" fmla="*/ 174009 h 575509"/>
                <a:gd name="connsiteX42" fmla="*/ 322846 w 596814"/>
                <a:gd name="connsiteY42" fmla="*/ 69051 h 575509"/>
                <a:gd name="connsiteX43" fmla="*/ 285027 w 596814"/>
                <a:gd name="connsiteY43" fmla="*/ 79179 h 575509"/>
                <a:gd name="connsiteX44" fmla="*/ 253665 w 596814"/>
                <a:gd name="connsiteY44" fmla="*/ 162040 h 575509"/>
                <a:gd name="connsiteX45" fmla="*/ 290561 w 596814"/>
                <a:gd name="connsiteY45" fmla="*/ 151912 h 575509"/>
                <a:gd name="connsiteX46" fmla="*/ 405863 w 596814"/>
                <a:gd name="connsiteY46" fmla="*/ 46955 h 575509"/>
                <a:gd name="connsiteX47" fmla="*/ 368044 w 596814"/>
                <a:gd name="connsiteY47" fmla="*/ 57082 h 575509"/>
                <a:gd name="connsiteX48" fmla="*/ 335760 w 596814"/>
                <a:gd name="connsiteY48" fmla="*/ 139944 h 575509"/>
                <a:gd name="connsiteX49" fmla="*/ 373579 w 596814"/>
                <a:gd name="connsiteY49" fmla="*/ 129816 h 575509"/>
                <a:gd name="connsiteX50" fmla="*/ 487959 w 596814"/>
                <a:gd name="connsiteY50" fmla="*/ 24858 h 575509"/>
                <a:gd name="connsiteX51" fmla="*/ 451062 w 596814"/>
                <a:gd name="connsiteY51" fmla="*/ 34986 h 575509"/>
                <a:gd name="connsiteX52" fmla="*/ 418777 w 596814"/>
                <a:gd name="connsiteY52" fmla="*/ 117847 h 575509"/>
                <a:gd name="connsiteX53" fmla="*/ 456596 w 596814"/>
                <a:gd name="connsiteY53" fmla="*/ 107720 h 575509"/>
                <a:gd name="connsiteX54" fmla="*/ 555295 w 596814"/>
                <a:gd name="connsiteY54" fmla="*/ 0 h 575509"/>
                <a:gd name="connsiteX55" fmla="*/ 557140 w 596814"/>
                <a:gd name="connsiteY55" fmla="*/ 6445 h 575509"/>
                <a:gd name="connsiteX56" fmla="*/ 533157 w 596814"/>
                <a:gd name="connsiteY56" fmla="*/ 12890 h 575509"/>
                <a:gd name="connsiteX57" fmla="*/ 500872 w 596814"/>
                <a:gd name="connsiteY57" fmla="*/ 95751 h 575509"/>
                <a:gd name="connsiteX58" fmla="*/ 538692 w 596814"/>
                <a:gd name="connsiteY58" fmla="*/ 85623 h 575509"/>
                <a:gd name="connsiteX59" fmla="*/ 561752 w 596814"/>
                <a:gd name="connsiteY59" fmla="*/ 25779 h 575509"/>
                <a:gd name="connsiteX60" fmla="*/ 577433 w 596814"/>
                <a:gd name="connsiteY60" fmla="*/ 82861 h 575509"/>
                <a:gd name="connsiteX61" fmla="*/ 22138 w 596814"/>
                <a:gd name="connsiteY61" fmla="*/ 231091 h 575509"/>
                <a:gd name="connsiteX62" fmla="*/ 20293 w 596814"/>
                <a:gd name="connsiteY62" fmla="*/ 224646 h 575509"/>
                <a:gd name="connsiteX63" fmla="*/ 43354 w 596814"/>
                <a:gd name="connsiteY63" fmla="*/ 218201 h 575509"/>
                <a:gd name="connsiteX64" fmla="*/ 75638 w 596814"/>
                <a:gd name="connsiteY64" fmla="*/ 135340 h 575509"/>
                <a:gd name="connsiteX65" fmla="*/ 37819 w 596814"/>
                <a:gd name="connsiteY65" fmla="*/ 145468 h 575509"/>
                <a:gd name="connsiteX66" fmla="*/ 14759 w 596814"/>
                <a:gd name="connsiteY66" fmla="*/ 203471 h 575509"/>
                <a:gd name="connsiteX67" fmla="*/ 0 w 596814"/>
                <a:gd name="connsiteY67" fmla="*/ 148230 h 575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596814" h="575509">
                  <a:moveTo>
                    <a:pt x="434481" y="238458"/>
                  </a:moveTo>
                  <a:lnTo>
                    <a:pt x="487055" y="310289"/>
                  </a:lnTo>
                  <a:lnTo>
                    <a:pt x="525793" y="310289"/>
                  </a:lnTo>
                  <a:lnTo>
                    <a:pt x="473220" y="238458"/>
                  </a:lnTo>
                  <a:close/>
                  <a:moveTo>
                    <a:pt x="348703" y="238458"/>
                  </a:moveTo>
                  <a:lnTo>
                    <a:pt x="401276" y="310289"/>
                  </a:lnTo>
                  <a:lnTo>
                    <a:pt x="440015" y="310289"/>
                  </a:lnTo>
                  <a:lnTo>
                    <a:pt x="387441" y="238458"/>
                  </a:lnTo>
                  <a:close/>
                  <a:moveTo>
                    <a:pt x="262924" y="238458"/>
                  </a:moveTo>
                  <a:lnTo>
                    <a:pt x="315498" y="310289"/>
                  </a:lnTo>
                  <a:lnTo>
                    <a:pt x="354237" y="310289"/>
                  </a:lnTo>
                  <a:lnTo>
                    <a:pt x="302585" y="238458"/>
                  </a:lnTo>
                  <a:close/>
                  <a:moveTo>
                    <a:pt x="178069" y="238458"/>
                  </a:moveTo>
                  <a:lnTo>
                    <a:pt x="229720" y="310289"/>
                  </a:lnTo>
                  <a:lnTo>
                    <a:pt x="269381" y="310289"/>
                  </a:lnTo>
                  <a:lnTo>
                    <a:pt x="216807" y="238458"/>
                  </a:lnTo>
                  <a:close/>
                  <a:moveTo>
                    <a:pt x="92290" y="238458"/>
                  </a:moveTo>
                  <a:lnTo>
                    <a:pt x="144864" y="310289"/>
                  </a:lnTo>
                  <a:lnTo>
                    <a:pt x="183603" y="310289"/>
                  </a:lnTo>
                  <a:lnTo>
                    <a:pt x="131029" y="238458"/>
                  </a:lnTo>
                  <a:close/>
                  <a:moveTo>
                    <a:pt x="22192" y="231091"/>
                  </a:moveTo>
                  <a:lnTo>
                    <a:pt x="596814" y="231091"/>
                  </a:lnTo>
                  <a:lnTo>
                    <a:pt x="596814" y="290029"/>
                  </a:lnTo>
                  <a:lnTo>
                    <a:pt x="558998" y="238458"/>
                  </a:lnTo>
                  <a:lnTo>
                    <a:pt x="519337" y="238458"/>
                  </a:lnTo>
                  <a:lnTo>
                    <a:pt x="571911" y="310289"/>
                  </a:lnTo>
                  <a:lnTo>
                    <a:pt x="596814" y="310289"/>
                  </a:lnTo>
                  <a:lnTo>
                    <a:pt x="596814" y="575509"/>
                  </a:lnTo>
                  <a:lnTo>
                    <a:pt x="22192" y="575509"/>
                  </a:lnTo>
                  <a:lnTo>
                    <a:pt x="22192" y="259639"/>
                  </a:lnTo>
                  <a:lnTo>
                    <a:pt x="59086" y="310289"/>
                  </a:lnTo>
                  <a:lnTo>
                    <a:pt x="97824" y="310289"/>
                  </a:lnTo>
                  <a:lnTo>
                    <a:pt x="46173" y="238458"/>
                  </a:lnTo>
                  <a:lnTo>
                    <a:pt x="22192" y="238458"/>
                  </a:lnTo>
                  <a:close/>
                  <a:moveTo>
                    <a:pt x="157733" y="113244"/>
                  </a:moveTo>
                  <a:lnTo>
                    <a:pt x="119914" y="123371"/>
                  </a:lnTo>
                  <a:lnTo>
                    <a:pt x="88552" y="206233"/>
                  </a:lnTo>
                  <a:lnTo>
                    <a:pt x="125449" y="196105"/>
                  </a:lnTo>
                  <a:close/>
                  <a:moveTo>
                    <a:pt x="240751" y="91147"/>
                  </a:moveTo>
                  <a:lnTo>
                    <a:pt x="202932" y="101275"/>
                  </a:lnTo>
                  <a:lnTo>
                    <a:pt x="170647" y="184136"/>
                  </a:lnTo>
                  <a:lnTo>
                    <a:pt x="208466" y="174009"/>
                  </a:lnTo>
                  <a:close/>
                  <a:moveTo>
                    <a:pt x="322846" y="69051"/>
                  </a:moveTo>
                  <a:lnTo>
                    <a:pt x="285027" y="79179"/>
                  </a:lnTo>
                  <a:lnTo>
                    <a:pt x="253665" y="162040"/>
                  </a:lnTo>
                  <a:lnTo>
                    <a:pt x="290561" y="151912"/>
                  </a:lnTo>
                  <a:close/>
                  <a:moveTo>
                    <a:pt x="405863" y="46955"/>
                  </a:moveTo>
                  <a:lnTo>
                    <a:pt x="368044" y="57082"/>
                  </a:lnTo>
                  <a:lnTo>
                    <a:pt x="335760" y="139944"/>
                  </a:lnTo>
                  <a:lnTo>
                    <a:pt x="373579" y="129816"/>
                  </a:lnTo>
                  <a:close/>
                  <a:moveTo>
                    <a:pt x="487959" y="24858"/>
                  </a:moveTo>
                  <a:lnTo>
                    <a:pt x="451062" y="34986"/>
                  </a:lnTo>
                  <a:lnTo>
                    <a:pt x="418777" y="117847"/>
                  </a:lnTo>
                  <a:lnTo>
                    <a:pt x="456596" y="107720"/>
                  </a:lnTo>
                  <a:close/>
                  <a:moveTo>
                    <a:pt x="555295" y="0"/>
                  </a:moveTo>
                  <a:lnTo>
                    <a:pt x="557140" y="6445"/>
                  </a:lnTo>
                  <a:lnTo>
                    <a:pt x="533157" y="12890"/>
                  </a:lnTo>
                  <a:lnTo>
                    <a:pt x="500872" y="95751"/>
                  </a:lnTo>
                  <a:lnTo>
                    <a:pt x="538692" y="85623"/>
                  </a:lnTo>
                  <a:lnTo>
                    <a:pt x="561752" y="25779"/>
                  </a:lnTo>
                  <a:lnTo>
                    <a:pt x="577433" y="82861"/>
                  </a:lnTo>
                  <a:lnTo>
                    <a:pt x="22138" y="231091"/>
                  </a:lnTo>
                  <a:lnTo>
                    <a:pt x="20293" y="224646"/>
                  </a:lnTo>
                  <a:lnTo>
                    <a:pt x="43354" y="218201"/>
                  </a:lnTo>
                  <a:lnTo>
                    <a:pt x="75638" y="135340"/>
                  </a:lnTo>
                  <a:lnTo>
                    <a:pt x="37819" y="145468"/>
                  </a:lnTo>
                  <a:lnTo>
                    <a:pt x="14759" y="203471"/>
                  </a:lnTo>
                  <a:lnTo>
                    <a:pt x="0" y="14823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A94EAEF-EB3B-0374-4C50-50C39651CDE0}"/>
              </a:ext>
            </a:extLst>
          </p:cNvPr>
          <p:cNvGrpSpPr/>
          <p:nvPr/>
        </p:nvGrpSpPr>
        <p:grpSpPr>
          <a:xfrm>
            <a:off x="930533" y="3474313"/>
            <a:ext cx="2289437" cy="1223784"/>
            <a:chOff x="811271" y="3010474"/>
            <a:chExt cx="2289437" cy="1223784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7260D1EC-AFC3-724D-E9EF-D3C63459FE95}"/>
                </a:ext>
              </a:extLst>
            </p:cNvPr>
            <p:cNvSpPr/>
            <p:nvPr/>
          </p:nvSpPr>
          <p:spPr>
            <a:xfrm>
              <a:off x="811271" y="3010474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44B4CF">
                <a:alpha val="20000"/>
              </a:srgbClr>
            </a:solidFill>
            <a:ln w="12700">
              <a:solidFill>
                <a:srgbClr val="44B4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 办公</a:t>
              </a:r>
              <a:r>
                <a:rPr lang="en-US" altLang="zh-CN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/</a:t>
              </a: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教育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智能会议纪要  个性化辅导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助教  智能批改  智能文档操作</a:t>
              </a:r>
              <a:endParaRPr lang="zh-CN" altLang="en-US" sz="16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1" name="text-book-hand-drawn-outline_59605">
              <a:extLst>
                <a:ext uri="{FF2B5EF4-FFF2-40B4-BE49-F238E27FC236}">
                  <a16:creationId xmlns:a16="http://schemas.microsoft.com/office/drawing/2014/main" id="{28E497EE-9AB2-48D4-9184-FA12B659FDC2}"/>
                </a:ext>
              </a:extLst>
            </p:cNvPr>
            <p:cNvSpPr/>
            <p:nvPr/>
          </p:nvSpPr>
          <p:spPr>
            <a:xfrm>
              <a:off x="1062728" y="3168603"/>
              <a:ext cx="348730" cy="260397"/>
            </a:xfrm>
            <a:custGeom>
              <a:avLst/>
              <a:gdLst>
                <a:gd name="connsiteX0" fmla="*/ 176528 w 600409"/>
                <a:gd name="connsiteY0" fmla="*/ 281617 h 448326"/>
                <a:gd name="connsiteX1" fmla="*/ 266429 w 600409"/>
                <a:gd name="connsiteY1" fmla="*/ 324431 h 448326"/>
                <a:gd name="connsiteX2" fmla="*/ 257208 w 600409"/>
                <a:gd name="connsiteY2" fmla="*/ 333638 h 448326"/>
                <a:gd name="connsiteX3" fmla="*/ 226089 w 600409"/>
                <a:gd name="connsiteY3" fmla="*/ 318216 h 448326"/>
                <a:gd name="connsiteX4" fmla="*/ 176528 w 600409"/>
                <a:gd name="connsiteY4" fmla="*/ 305096 h 448326"/>
                <a:gd name="connsiteX5" fmla="*/ 92852 w 600409"/>
                <a:gd name="connsiteY5" fmla="*/ 344687 h 448326"/>
                <a:gd name="connsiteX6" fmla="*/ 81326 w 600409"/>
                <a:gd name="connsiteY6" fmla="*/ 335940 h 448326"/>
                <a:gd name="connsiteX7" fmla="*/ 176528 w 600409"/>
                <a:gd name="connsiteY7" fmla="*/ 281617 h 448326"/>
                <a:gd name="connsiteX8" fmla="*/ 446169 w 600409"/>
                <a:gd name="connsiteY8" fmla="*/ 276287 h 448326"/>
                <a:gd name="connsiteX9" fmla="*/ 478233 w 600409"/>
                <a:gd name="connsiteY9" fmla="*/ 280704 h 448326"/>
                <a:gd name="connsiteX10" fmla="*/ 527571 w 600409"/>
                <a:gd name="connsiteY10" fmla="*/ 334339 h 448326"/>
                <a:gd name="connsiteX11" fmla="*/ 514890 w 600409"/>
                <a:gd name="connsiteY11" fmla="*/ 322830 h 448326"/>
                <a:gd name="connsiteX12" fmla="*/ 506130 w 600409"/>
                <a:gd name="connsiteY12" fmla="*/ 316845 h 448326"/>
                <a:gd name="connsiteX13" fmla="*/ 485611 w 600409"/>
                <a:gd name="connsiteY13" fmla="*/ 307867 h 448326"/>
                <a:gd name="connsiteX14" fmla="*/ 436042 w 600409"/>
                <a:gd name="connsiteY14" fmla="*/ 297969 h 448326"/>
                <a:gd name="connsiteX15" fmla="*/ 371027 w 600409"/>
                <a:gd name="connsiteY15" fmla="*/ 328354 h 448326"/>
                <a:gd name="connsiteX16" fmla="*/ 362497 w 600409"/>
                <a:gd name="connsiteY16" fmla="*/ 326283 h 448326"/>
                <a:gd name="connsiteX17" fmla="*/ 359730 w 600409"/>
                <a:gd name="connsiteY17" fmla="*/ 321909 h 448326"/>
                <a:gd name="connsiteX18" fmla="*/ 362036 w 600409"/>
                <a:gd name="connsiteY18" fmla="*/ 312931 h 448326"/>
                <a:gd name="connsiteX19" fmla="*/ 446169 w 600409"/>
                <a:gd name="connsiteY19" fmla="*/ 276287 h 448326"/>
                <a:gd name="connsiteX20" fmla="*/ 449420 w 600409"/>
                <a:gd name="connsiteY20" fmla="*/ 211671 h 448326"/>
                <a:gd name="connsiteX21" fmla="*/ 529403 w 600409"/>
                <a:gd name="connsiteY21" fmla="*/ 248027 h 448326"/>
                <a:gd name="connsiteX22" fmla="*/ 521105 w 600409"/>
                <a:gd name="connsiteY22" fmla="*/ 258842 h 448326"/>
                <a:gd name="connsiteX23" fmla="*/ 449420 w 600409"/>
                <a:gd name="connsiteY23" fmla="*/ 233991 h 448326"/>
                <a:gd name="connsiteX24" fmla="*/ 363906 w 600409"/>
                <a:gd name="connsiteY24" fmla="*/ 262293 h 448326"/>
                <a:gd name="connsiteX25" fmla="*/ 355378 w 600409"/>
                <a:gd name="connsiteY25" fmla="*/ 251018 h 448326"/>
                <a:gd name="connsiteX26" fmla="*/ 449420 w 600409"/>
                <a:gd name="connsiteY26" fmla="*/ 211671 h 448326"/>
                <a:gd name="connsiteX27" fmla="*/ 172158 w 600409"/>
                <a:gd name="connsiteY27" fmla="*/ 208909 h 448326"/>
                <a:gd name="connsiteX28" fmla="*/ 253968 w 600409"/>
                <a:gd name="connsiteY28" fmla="*/ 238367 h 448326"/>
                <a:gd name="connsiteX29" fmla="*/ 243597 w 600409"/>
                <a:gd name="connsiteY29" fmla="*/ 251946 h 448326"/>
                <a:gd name="connsiteX30" fmla="*/ 172158 w 600409"/>
                <a:gd name="connsiteY30" fmla="*/ 230773 h 448326"/>
                <a:gd name="connsiteX31" fmla="*/ 94036 w 600409"/>
                <a:gd name="connsiteY31" fmla="*/ 262302 h 448326"/>
                <a:gd name="connsiteX32" fmla="*/ 79979 w 600409"/>
                <a:gd name="connsiteY32" fmla="*/ 251715 h 448326"/>
                <a:gd name="connsiteX33" fmla="*/ 172158 w 600409"/>
                <a:gd name="connsiteY33" fmla="*/ 208909 h 448326"/>
                <a:gd name="connsiteX34" fmla="*/ 167370 w 600409"/>
                <a:gd name="connsiteY34" fmla="*/ 107183 h 448326"/>
                <a:gd name="connsiteX35" fmla="*/ 258592 w 600409"/>
                <a:gd name="connsiteY35" fmla="*/ 138005 h 448326"/>
                <a:gd name="connsiteX36" fmla="*/ 241996 w 600409"/>
                <a:gd name="connsiteY36" fmla="*/ 154566 h 448326"/>
                <a:gd name="connsiteX37" fmla="*/ 97932 w 600409"/>
                <a:gd name="connsiteY37" fmla="*/ 174117 h 448326"/>
                <a:gd name="connsiteX38" fmla="*/ 84793 w 600409"/>
                <a:gd name="connsiteY38" fmla="*/ 163996 h 448326"/>
                <a:gd name="connsiteX39" fmla="*/ 167370 w 600409"/>
                <a:gd name="connsiteY39" fmla="*/ 107183 h 448326"/>
                <a:gd name="connsiteX40" fmla="*/ 446226 w 600409"/>
                <a:gd name="connsiteY40" fmla="*/ 99456 h 448326"/>
                <a:gd name="connsiteX41" fmla="*/ 536287 w 600409"/>
                <a:gd name="connsiteY41" fmla="*/ 132261 h 448326"/>
                <a:gd name="connsiteX42" fmla="*/ 522002 w 600409"/>
                <a:gd name="connsiteY42" fmla="*/ 146534 h 448326"/>
                <a:gd name="connsiteX43" fmla="*/ 438824 w 600409"/>
                <a:gd name="connsiteY43" fmla="*/ 121671 h 448326"/>
                <a:gd name="connsiteX44" fmla="*/ 370162 w 600409"/>
                <a:gd name="connsiteY44" fmla="*/ 160577 h 448326"/>
                <a:gd name="connsiteX45" fmla="*/ 359102 w 600409"/>
                <a:gd name="connsiteY45" fmla="*/ 149527 h 448326"/>
                <a:gd name="connsiteX46" fmla="*/ 446226 w 600409"/>
                <a:gd name="connsiteY46" fmla="*/ 99456 h 448326"/>
                <a:gd name="connsiteX47" fmla="*/ 138252 w 600409"/>
                <a:gd name="connsiteY47" fmla="*/ 23571 h 448326"/>
                <a:gd name="connsiteX48" fmla="*/ 39628 w 600409"/>
                <a:gd name="connsiteY48" fmla="*/ 70109 h 448326"/>
                <a:gd name="connsiteX49" fmla="*/ 38476 w 600409"/>
                <a:gd name="connsiteY49" fmla="*/ 71030 h 448326"/>
                <a:gd name="connsiteX50" fmla="*/ 25339 w 600409"/>
                <a:gd name="connsiteY50" fmla="*/ 258591 h 448326"/>
                <a:gd name="connsiteX51" fmla="*/ 30640 w 600409"/>
                <a:gd name="connsiteY51" fmla="*/ 422909 h 448326"/>
                <a:gd name="connsiteX52" fmla="*/ 304210 w 600409"/>
                <a:gd name="connsiteY52" fmla="*/ 408871 h 448326"/>
                <a:gd name="connsiteX53" fmla="*/ 303749 w 600409"/>
                <a:gd name="connsiteY53" fmla="*/ 92202 h 448326"/>
                <a:gd name="connsiteX54" fmla="*/ 303980 w 600409"/>
                <a:gd name="connsiteY54" fmla="*/ 85758 h 448326"/>
                <a:gd name="connsiteX55" fmla="*/ 176759 w 600409"/>
                <a:gd name="connsiteY55" fmla="*/ 24311 h 448326"/>
                <a:gd name="connsiteX56" fmla="*/ 138252 w 600409"/>
                <a:gd name="connsiteY56" fmla="*/ 23571 h 448326"/>
                <a:gd name="connsiteX57" fmla="*/ 480870 w 600409"/>
                <a:gd name="connsiteY57" fmla="*/ 23319 h 448326"/>
                <a:gd name="connsiteX58" fmla="*/ 326336 w 600409"/>
                <a:gd name="connsiteY58" fmla="*/ 84838 h 448326"/>
                <a:gd name="connsiteX59" fmla="*/ 326336 w 600409"/>
                <a:gd name="connsiteY59" fmla="*/ 87600 h 448326"/>
                <a:gd name="connsiteX60" fmla="*/ 319883 w 600409"/>
                <a:gd name="connsiteY60" fmla="*/ 409101 h 448326"/>
                <a:gd name="connsiteX61" fmla="*/ 577781 w 600409"/>
                <a:gd name="connsiteY61" fmla="*/ 390920 h 448326"/>
                <a:gd name="connsiteX62" fmla="*/ 562109 w 600409"/>
                <a:gd name="connsiteY62" fmla="*/ 246854 h 448326"/>
                <a:gd name="connsiteX63" fmla="*/ 560726 w 600409"/>
                <a:gd name="connsiteY63" fmla="*/ 85298 h 448326"/>
                <a:gd name="connsiteX64" fmla="*/ 555656 w 600409"/>
                <a:gd name="connsiteY64" fmla="*/ 79084 h 448326"/>
                <a:gd name="connsiteX65" fmla="*/ 480870 w 600409"/>
                <a:gd name="connsiteY65" fmla="*/ 23319 h 448326"/>
                <a:gd name="connsiteX66" fmla="*/ 136715 w 600409"/>
                <a:gd name="connsiteY66" fmla="*/ 521 h 448326"/>
                <a:gd name="connsiteX67" fmla="*/ 176759 w 600409"/>
                <a:gd name="connsiteY67" fmla="*/ 1528 h 448326"/>
                <a:gd name="connsiteX68" fmla="*/ 316656 w 600409"/>
                <a:gd name="connsiteY68" fmla="*/ 66426 h 448326"/>
                <a:gd name="connsiteX69" fmla="*/ 575938 w 600409"/>
                <a:gd name="connsiteY69" fmla="*/ 68037 h 448326"/>
                <a:gd name="connsiteX70" fmla="*/ 580317 w 600409"/>
                <a:gd name="connsiteY70" fmla="*/ 73561 h 448326"/>
                <a:gd name="connsiteX71" fmla="*/ 586078 w 600409"/>
                <a:gd name="connsiteY71" fmla="*/ 246854 h 448326"/>
                <a:gd name="connsiteX72" fmla="*/ 600368 w 600409"/>
                <a:gd name="connsiteY72" fmla="*/ 427282 h 448326"/>
                <a:gd name="connsiteX73" fmla="*/ 588844 w 600409"/>
                <a:gd name="connsiteY73" fmla="*/ 432345 h 448326"/>
                <a:gd name="connsiteX74" fmla="*/ 570867 w 600409"/>
                <a:gd name="connsiteY74" fmla="*/ 432805 h 448326"/>
                <a:gd name="connsiteX75" fmla="*/ 315734 w 600409"/>
                <a:gd name="connsiteY75" fmla="*/ 442471 h 448326"/>
                <a:gd name="connsiteX76" fmla="*/ 304902 w 600409"/>
                <a:gd name="connsiteY76" fmla="*/ 445232 h 448326"/>
                <a:gd name="connsiteX77" fmla="*/ 302136 w 600409"/>
                <a:gd name="connsiteY77" fmla="*/ 444312 h 448326"/>
                <a:gd name="connsiteX78" fmla="*/ 298218 w 600409"/>
                <a:gd name="connsiteY78" fmla="*/ 440169 h 448326"/>
                <a:gd name="connsiteX79" fmla="*/ 297527 w 600409"/>
                <a:gd name="connsiteY79" fmla="*/ 431424 h 448326"/>
                <a:gd name="connsiteX80" fmla="*/ 31792 w 600409"/>
                <a:gd name="connsiteY80" fmla="*/ 446153 h 448326"/>
                <a:gd name="connsiteX81" fmla="*/ 18886 w 600409"/>
                <a:gd name="connsiteY81" fmla="*/ 443621 h 448326"/>
                <a:gd name="connsiteX82" fmla="*/ 13354 w 600409"/>
                <a:gd name="connsiteY82" fmla="*/ 436027 h 448326"/>
                <a:gd name="connsiteX83" fmla="*/ 678 w 600409"/>
                <a:gd name="connsiteY83" fmla="*/ 227293 h 448326"/>
                <a:gd name="connsiteX84" fmla="*/ 22573 w 600409"/>
                <a:gd name="connsiteY84" fmla="*/ 58372 h 448326"/>
                <a:gd name="connsiteX85" fmla="*/ 34558 w 600409"/>
                <a:gd name="connsiteY85" fmla="*/ 55150 h 448326"/>
                <a:gd name="connsiteX86" fmla="*/ 136715 w 600409"/>
                <a:gd name="connsiteY86" fmla="*/ 521 h 44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600409" h="448326">
                  <a:moveTo>
                    <a:pt x="176528" y="281617"/>
                  </a:moveTo>
                  <a:cubicBezTo>
                    <a:pt x="205343" y="283459"/>
                    <a:pt x="256747" y="292666"/>
                    <a:pt x="266429" y="324431"/>
                  </a:cubicBezTo>
                  <a:cubicBezTo>
                    <a:pt x="268273" y="330416"/>
                    <a:pt x="262510" y="334329"/>
                    <a:pt x="257208" y="333638"/>
                  </a:cubicBezTo>
                  <a:cubicBezTo>
                    <a:pt x="244530" y="331797"/>
                    <a:pt x="237384" y="323510"/>
                    <a:pt x="226089" y="318216"/>
                  </a:cubicBezTo>
                  <a:cubicBezTo>
                    <a:pt x="210644" y="311080"/>
                    <a:pt x="193817" y="305326"/>
                    <a:pt x="176528" y="305096"/>
                  </a:cubicBezTo>
                  <a:cubicBezTo>
                    <a:pt x="141260" y="304865"/>
                    <a:pt x="115212" y="317756"/>
                    <a:pt x="92852" y="344687"/>
                  </a:cubicBezTo>
                  <a:cubicBezTo>
                    <a:pt x="87089" y="351362"/>
                    <a:pt x="78099" y="342846"/>
                    <a:pt x="81326" y="335940"/>
                  </a:cubicBezTo>
                  <a:cubicBezTo>
                    <a:pt x="98154" y="300032"/>
                    <a:pt x="137341" y="279315"/>
                    <a:pt x="176528" y="281617"/>
                  </a:cubicBezTo>
                  <a:close/>
                  <a:moveTo>
                    <a:pt x="446169" y="276287"/>
                  </a:moveTo>
                  <a:cubicBezTo>
                    <a:pt x="456403" y="276100"/>
                    <a:pt x="467051" y="277482"/>
                    <a:pt x="478233" y="280704"/>
                  </a:cubicBezTo>
                  <a:cubicBezTo>
                    <a:pt x="491605" y="284617"/>
                    <a:pt x="566764" y="312701"/>
                    <a:pt x="527571" y="334339"/>
                  </a:cubicBezTo>
                  <a:cubicBezTo>
                    <a:pt x="519271" y="338943"/>
                    <a:pt x="511893" y="330196"/>
                    <a:pt x="514890" y="322830"/>
                  </a:cubicBezTo>
                  <a:cubicBezTo>
                    <a:pt x="512124" y="320298"/>
                    <a:pt x="509357" y="318456"/>
                    <a:pt x="506130" y="316845"/>
                  </a:cubicBezTo>
                  <a:cubicBezTo>
                    <a:pt x="499444" y="313392"/>
                    <a:pt x="492527" y="310169"/>
                    <a:pt x="485611" y="307867"/>
                  </a:cubicBezTo>
                  <a:cubicBezTo>
                    <a:pt x="469933" y="302803"/>
                    <a:pt x="452642" y="297048"/>
                    <a:pt x="436042" y="297969"/>
                  </a:cubicBezTo>
                  <a:cubicBezTo>
                    <a:pt x="414140" y="299350"/>
                    <a:pt x="391316" y="320528"/>
                    <a:pt x="371027" y="328354"/>
                  </a:cubicBezTo>
                  <a:cubicBezTo>
                    <a:pt x="368030" y="329505"/>
                    <a:pt x="364802" y="328124"/>
                    <a:pt x="362497" y="326283"/>
                  </a:cubicBezTo>
                  <a:cubicBezTo>
                    <a:pt x="360653" y="325592"/>
                    <a:pt x="359500" y="323750"/>
                    <a:pt x="359730" y="321909"/>
                  </a:cubicBezTo>
                  <a:cubicBezTo>
                    <a:pt x="358808" y="318916"/>
                    <a:pt x="359500" y="315003"/>
                    <a:pt x="362036" y="312931"/>
                  </a:cubicBezTo>
                  <a:cubicBezTo>
                    <a:pt x="388491" y="291523"/>
                    <a:pt x="415466" y="276848"/>
                    <a:pt x="446169" y="276287"/>
                  </a:cubicBezTo>
                  <a:close/>
                  <a:moveTo>
                    <a:pt x="449420" y="211671"/>
                  </a:moveTo>
                  <a:cubicBezTo>
                    <a:pt x="476619" y="213972"/>
                    <a:pt x="515573" y="221795"/>
                    <a:pt x="529403" y="248027"/>
                  </a:cubicBezTo>
                  <a:cubicBezTo>
                    <a:pt x="532399" y="254009"/>
                    <a:pt x="527328" y="259992"/>
                    <a:pt x="521105" y="258842"/>
                  </a:cubicBezTo>
                  <a:cubicBezTo>
                    <a:pt x="495981" y="253779"/>
                    <a:pt x="476619" y="235141"/>
                    <a:pt x="449420" y="233991"/>
                  </a:cubicBezTo>
                  <a:cubicBezTo>
                    <a:pt x="416229" y="232380"/>
                    <a:pt x="390413" y="243425"/>
                    <a:pt x="363906" y="262293"/>
                  </a:cubicBezTo>
                  <a:cubicBezTo>
                    <a:pt x="356992" y="266895"/>
                    <a:pt x="349846" y="256771"/>
                    <a:pt x="355378" y="251018"/>
                  </a:cubicBezTo>
                  <a:cubicBezTo>
                    <a:pt x="379119" y="226627"/>
                    <a:pt x="414155" y="208679"/>
                    <a:pt x="449420" y="211671"/>
                  </a:cubicBezTo>
                  <a:close/>
                  <a:moveTo>
                    <a:pt x="172158" y="208909"/>
                  </a:moveTo>
                  <a:cubicBezTo>
                    <a:pt x="196816" y="208909"/>
                    <a:pt x="241754" y="212592"/>
                    <a:pt x="253968" y="238367"/>
                  </a:cubicBezTo>
                  <a:cubicBezTo>
                    <a:pt x="257194" y="245041"/>
                    <a:pt x="251894" y="254707"/>
                    <a:pt x="243597" y="251946"/>
                  </a:cubicBezTo>
                  <a:cubicBezTo>
                    <a:pt x="218479" y="243200"/>
                    <a:pt x="200964" y="230082"/>
                    <a:pt x="172158" y="230773"/>
                  </a:cubicBezTo>
                  <a:cubicBezTo>
                    <a:pt x="141970" y="231463"/>
                    <a:pt x="115007" y="239978"/>
                    <a:pt x="94036" y="262302"/>
                  </a:cubicBezTo>
                  <a:cubicBezTo>
                    <a:pt x="87123" y="269436"/>
                    <a:pt x="74218" y="260001"/>
                    <a:pt x="79979" y="251715"/>
                  </a:cubicBezTo>
                  <a:cubicBezTo>
                    <a:pt x="100489" y="222027"/>
                    <a:pt x="136900" y="208679"/>
                    <a:pt x="172158" y="208909"/>
                  </a:cubicBezTo>
                  <a:close/>
                  <a:moveTo>
                    <a:pt x="167370" y="107183"/>
                  </a:moveTo>
                  <a:cubicBezTo>
                    <a:pt x="199698" y="100570"/>
                    <a:pt x="233467" y="108563"/>
                    <a:pt x="258592" y="138005"/>
                  </a:cubicBezTo>
                  <a:cubicBezTo>
                    <a:pt x="268273" y="149505"/>
                    <a:pt x="251907" y="166066"/>
                    <a:pt x="241996" y="154566"/>
                  </a:cubicBezTo>
                  <a:cubicBezTo>
                    <a:pt x="199353" y="104193"/>
                    <a:pt x="135273" y="132944"/>
                    <a:pt x="97932" y="174117"/>
                  </a:cubicBezTo>
                  <a:cubicBezTo>
                    <a:pt x="91708" y="181017"/>
                    <a:pt x="79722" y="172047"/>
                    <a:pt x="84793" y="163996"/>
                  </a:cubicBezTo>
                  <a:cubicBezTo>
                    <a:pt x="104155" y="135015"/>
                    <a:pt x="135042" y="113796"/>
                    <a:pt x="167370" y="107183"/>
                  </a:cubicBezTo>
                  <a:close/>
                  <a:moveTo>
                    <a:pt x="446226" y="99456"/>
                  </a:moveTo>
                  <a:cubicBezTo>
                    <a:pt x="480067" y="93585"/>
                    <a:pt x="514398" y="101528"/>
                    <a:pt x="536287" y="132261"/>
                  </a:cubicBezTo>
                  <a:cubicBezTo>
                    <a:pt x="542278" y="140779"/>
                    <a:pt x="530527" y="152290"/>
                    <a:pt x="522002" y="146534"/>
                  </a:cubicBezTo>
                  <a:cubicBezTo>
                    <a:pt x="496427" y="128347"/>
                    <a:pt x="472003" y="114074"/>
                    <a:pt x="438824" y="121671"/>
                  </a:cubicBezTo>
                  <a:cubicBezTo>
                    <a:pt x="411866" y="127887"/>
                    <a:pt x="389516" y="140549"/>
                    <a:pt x="370162" y="160577"/>
                  </a:cubicBezTo>
                  <a:cubicBezTo>
                    <a:pt x="363019" y="168174"/>
                    <a:pt x="352881" y="157354"/>
                    <a:pt x="359102" y="149527"/>
                  </a:cubicBezTo>
                  <a:cubicBezTo>
                    <a:pt x="379033" y="125010"/>
                    <a:pt x="412385" y="105326"/>
                    <a:pt x="446226" y="99456"/>
                  </a:cubicBezTo>
                  <a:close/>
                  <a:moveTo>
                    <a:pt x="138252" y="23571"/>
                  </a:moveTo>
                  <a:cubicBezTo>
                    <a:pt x="100127" y="25620"/>
                    <a:pt x="64173" y="37314"/>
                    <a:pt x="39628" y="70109"/>
                  </a:cubicBezTo>
                  <a:cubicBezTo>
                    <a:pt x="39398" y="70569"/>
                    <a:pt x="38937" y="70800"/>
                    <a:pt x="38476" y="71030"/>
                  </a:cubicBezTo>
                  <a:cubicBezTo>
                    <a:pt x="29026" y="134547"/>
                    <a:pt x="22804" y="193693"/>
                    <a:pt x="25339" y="258591"/>
                  </a:cubicBezTo>
                  <a:cubicBezTo>
                    <a:pt x="27644" y="313364"/>
                    <a:pt x="32253" y="368136"/>
                    <a:pt x="30640" y="422909"/>
                  </a:cubicBezTo>
                  <a:cubicBezTo>
                    <a:pt x="94250" y="356630"/>
                    <a:pt x="238295" y="339369"/>
                    <a:pt x="304210" y="408871"/>
                  </a:cubicBezTo>
                  <a:cubicBezTo>
                    <a:pt x="293609" y="306230"/>
                    <a:pt x="278858" y="192542"/>
                    <a:pt x="303749" y="92202"/>
                  </a:cubicBezTo>
                  <a:cubicBezTo>
                    <a:pt x="303058" y="90361"/>
                    <a:pt x="303058" y="88290"/>
                    <a:pt x="303980" y="85758"/>
                  </a:cubicBezTo>
                  <a:cubicBezTo>
                    <a:pt x="265952" y="51928"/>
                    <a:pt x="230229" y="28684"/>
                    <a:pt x="176759" y="24311"/>
                  </a:cubicBezTo>
                  <a:cubicBezTo>
                    <a:pt x="163910" y="23276"/>
                    <a:pt x="150961" y="22887"/>
                    <a:pt x="138252" y="23571"/>
                  </a:cubicBezTo>
                  <a:close/>
                  <a:moveTo>
                    <a:pt x="480870" y="23319"/>
                  </a:moveTo>
                  <a:cubicBezTo>
                    <a:pt x="426357" y="16893"/>
                    <a:pt x="359466" y="46146"/>
                    <a:pt x="326336" y="84838"/>
                  </a:cubicBezTo>
                  <a:cubicBezTo>
                    <a:pt x="326566" y="85758"/>
                    <a:pt x="326566" y="86679"/>
                    <a:pt x="326336" y="87600"/>
                  </a:cubicBezTo>
                  <a:cubicBezTo>
                    <a:pt x="308128" y="194843"/>
                    <a:pt x="330715" y="302547"/>
                    <a:pt x="319883" y="409101"/>
                  </a:cubicBezTo>
                  <a:cubicBezTo>
                    <a:pt x="385337" y="361693"/>
                    <a:pt x="531687" y="320728"/>
                    <a:pt x="577781" y="390920"/>
                  </a:cubicBezTo>
                  <a:cubicBezTo>
                    <a:pt x="568563" y="343282"/>
                    <a:pt x="564184" y="294953"/>
                    <a:pt x="562109" y="246854"/>
                  </a:cubicBezTo>
                  <a:cubicBezTo>
                    <a:pt x="559574" y="194613"/>
                    <a:pt x="554043" y="137769"/>
                    <a:pt x="560726" y="85298"/>
                  </a:cubicBezTo>
                  <a:cubicBezTo>
                    <a:pt x="558652" y="83917"/>
                    <a:pt x="556808" y="82076"/>
                    <a:pt x="555656" y="79084"/>
                  </a:cubicBezTo>
                  <a:cubicBezTo>
                    <a:pt x="541828" y="43873"/>
                    <a:pt x="513577" y="27174"/>
                    <a:pt x="480870" y="23319"/>
                  </a:cubicBezTo>
                  <a:close/>
                  <a:moveTo>
                    <a:pt x="136715" y="521"/>
                  </a:moveTo>
                  <a:cubicBezTo>
                    <a:pt x="150399" y="-457"/>
                    <a:pt x="164026" y="-26"/>
                    <a:pt x="176759" y="1528"/>
                  </a:cubicBezTo>
                  <a:cubicBezTo>
                    <a:pt x="216861" y="6591"/>
                    <a:pt x="295683" y="22240"/>
                    <a:pt x="316656" y="66426"/>
                  </a:cubicBezTo>
                  <a:cubicBezTo>
                    <a:pt x="378423" y="-10900"/>
                    <a:pt x="531226" y="-32302"/>
                    <a:pt x="575938" y="68037"/>
                  </a:cubicBezTo>
                  <a:cubicBezTo>
                    <a:pt x="578242" y="68958"/>
                    <a:pt x="580086" y="70800"/>
                    <a:pt x="580317" y="73561"/>
                  </a:cubicBezTo>
                  <a:cubicBezTo>
                    <a:pt x="589536" y="129715"/>
                    <a:pt x="583774" y="190010"/>
                    <a:pt x="586078" y="246854"/>
                  </a:cubicBezTo>
                  <a:cubicBezTo>
                    <a:pt x="588614" y="307150"/>
                    <a:pt x="593454" y="367216"/>
                    <a:pt x="600368" y="427282"/>
                  </a:cubicBezTo>
                  <a:cubicBezTo>
                    <a:pt x="601059" y="433725"/>
                    <a:pt x="592993" y="435797"/>
                    <a:pt x="588844" y="432345"/>
                  </a:cubicBezTo>
                  <a:cubicBezTo>
                    <a:pt x="584696" y="438788"/>
                    <a:pt x="575016" y="441550"/>
                    <a:pt x="570867" y="432805"/>
                  </a:cubicBezTo>
                  <a:cubicBezTo>
                    <a:pt x="525464" y="338679"/>
                    <a:pt x="375657" y="383556"/>
                    <a:pt x="315734" y="442471"/>
                  </a:cubicBezTo>
                  <a:cubicBezTo>
                    <a:pt x="312968" y="445232"/>
                    <a:pt x="308820" y="446383"/>
                    <a:pt x="304902" y="445232"/>
                  </a:cubicBezTo>
                  <a:cubicBezTo>
                    <a:pt x="303980" y="445002"/>
                    <a:pt x="303058" y="444772"/>
                    <a:pt x="302136" y="444312"/>
                  </a:cubicBezTo>
                  <a:cubicBezTo>
                    <a:pt x="299831" y="443851"/>
                    <a:pt x="299370" y="442010"/>
                    <a:pt x="298218" y="440169"/>
                  </a:cubicBezTo>
                  <a:cubicBezTo>
                    <a:pt x="296605" y="437408"/>
                    <a:pt x="296605" y="434186"/>
                    <a:pt x="297527" y="431424"/>
                  </a:cubicBezTo>
                  <a:cubicBezTo>
                    <a:pt x="212252" y="382405"/>
                    <a:pt x="107848" y="370668"/>
                    <a:pt x="31792" y="446153"/>
                  </a:cubicBezTo>
                  <a:cubicBezTo>
                    <a:pt x="27644" y="450295"/>
                    <a:pt x="21190" y="447994"/>
                    <a:pt x="18886" y="443621"/>
                  </a:cubicBezTo>
                  <a:cubicBezTo>
                    <a:pt x="15889" y="442701"/>
                    <a:pt x="13585" y="440169"/>
                    <a:pt x="13354" y="436027"/>
                  </a:cubicBezTo>
                  <a:cubicBezTo>
                    <a:pt x="8745" y="366525"/>
                    <a:pt x="1600" y="297024"/>
                    <a:pt x="678" y="227293"/>
                  </a:cubicBezTo>
                  <a:cubicBezTo>
                    <a:pt x="-13" y="174361"/>
                    <a:pt x="-4392" y="106010"/>
                    <a:pt x="22573" y="58372"/>
                  </a:cubicBezTo>
                  <a:cubicBezTo>
                    <a:pt x="25569" y="53079"/>
                    <a:pt x="30640" y="52848"/>
                    <a:pt x="34558" y="55150"/>
                  </a:cubicBezTo>
                  <a:cubicBezTo>
                    <a:pt x="54090" y="19076"/>
                    <a:pt x="95662" y="3455"/>
                    <a:pt x="136715" y="521"/>
                  </a:cubicBezTo>
                  <a:close/>
                </a:path>
              </a:pathLst>
            </a:custGeom>
            <a:solidFill>
              <a:srgbClr val="4BB7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C802169E-99F9-54AC-7DD1-3BB51AA87CEF}"/>
              </a:ext>
            </a:extLst>
          </p:cNvPr>
          <p:cNvGrpSpPr/>
          <p:nvPr/>
        </p:nvGrpSpPr>
        <p:grpSpPr>
          <a:xfrm>
            <a:off x="3315844" y="3474313"/>
            <a:ext cx="2289437" cy="1223784"/>
            <a:chOff x="4369180" y="3010474"/>
            <a:chExt cx="2289437" cy="1223784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13308E8-E0DE-506C-51F5-6AC5164F0D06}"/>
                </a:ext>
              </a:extLst>
            </p:cNvPr>
            <p:cNvSpPr/>
            <p:nvPr/>
          </p:nvSpPr>
          <p:spPr>
            <a:xfrm>
              <a:off x="4369180" y="3010474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00B0F0">
                <a:alpha val="20000"/>
              </a:srgb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 医疗健康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智能导诊与分诊  医疗影像诊断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临床决策辅助  药物研发</a:t>
              </a:r>
              <a:endParaRPr lang="zh-CN" altLang="en-US" sz="16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2" name="medical-kit_203161">
              <a:extLst>
                <a:ext uri="{FF2B5EF4-FFF2-40B4-BE49-F238E27FC236}">
                  <a16:creationId xmlns:a16="http://schemas.microsoft.com/office/drawing/2014/main" id="{EE0137A5-55D1-B557-6935-4842154590F8}"/>
                </a:ext>
              </a:extLst>
            </p:cNvPr>
            <p:cNvSpPr/>
            <p:nvPr/>
          </p:nvSpPr>
          <p:spPr>
            <a:xfrm>
              <a:off x="4643521" y="3142448"/>
              <a:ext cx="345352" cy="312706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  <a:gd name="connsiteX66" fmla="*/ 373273 h 605239"/>
                <a:gd name="connsiteY66" fmla="*/ 373273 h 605239"/>
                <a:gd name="connsiteX67" fmla="*/ 373273 h 605239"/>
                <a:gd name="connsiteY67" fmla="*/ 373273 h 605239"/>
                <a:gd name="connsiteX68" fmla="*/ 373273 h 605239"/>
                <a:gd name="connsiteY68" fmla="*/ 373273 h 605239"/>
                <a:gd name="connsiteX69" fmla="*/ 373273 h 605239"/>
                <a:gd name="connsiteY69" fmla="*/ 373273 h 605239"/>
                <a:gd name="connsiteX70" fmla="*/ 373273 h 605239"/>
                <a:gd name="connsiteY70" fmla="*/ 373273 h 605239"/>
                <a:gd name="connsiteX71" fmla="*/ 373273 h 605239"/>
                <a:gd name="connsiteY71" fmla="*/ 373273 h 605239"/>
                <a:gd name="connsiteX72" fmla="*/ 373273 h 605239"/>
                <a:gd name="connsiteY72" fmla="*/ 373273 h 605239"/>
                <a:gd name="connsiteX73" fmla="*/ 373273 h 605239"/>
                <a:gd name="connsiteY73" fmla="*/ 373273 h 605239"/>
                <a:gd name="connsiteX74" fmla="*/ 373273 h 605239"/>
                <a:gd name="connsiteY74" fmla="*/ 373273 h 605239"/>
                <a:gd name="connsiteX75" fmla="*/ 373273 h 605239"/>
                <a:gd name="connsiteY75" fmla="*/ 373273 h 605239"/>
                <a:gd name="connsiteX76" fmla="*/ 373273 h 605239"/>
                <a:gd name="connsiteY76" fmla="*/ 373273 h 605239"/>
                <a:gd name="connsiteX77" fmla="*/ 373273 h 605239"/>
                <a:gd name="connsiteY77" fmla="*/ 373273 h 605239"/>
                <a:gd name="connsiteX78" fmla="*/ 373273 h 605239"/>
                <a:gd name="connsiteY78" fmla="*/ 373273 h 605239"/>
                <a:gd name="connsiteX79" fmla="*/ 373273 h 605239"/>
                <a:gd name="connsiteY79" fmla="*/ 373273 h 605239"/>
                <a:gd name="connsiteX80" fmla="*/ 373273 h 605239"/>
                <a:gd name="connsiteY80" fmla="*/ 373273 h 605239"/>
                <a:gd name="connsiteX81" fmla="*/ 373273 h 605239"/>
                <a:gd name="connsiteY81" fmla="*/ 373273 h 605239"/>
                <a:gd name="connsiteX82" fmla="*/ 373273 h 605239"/>
                <a:gd name="connsiteY82" fmla="*/ 373273 h 605239"/>
                <a:gd name="connsiteX83" fmla="*/ 373273 h 605239"/>
                <a:gd name="connsiteY83" fmla="*/ 373273 h 605239"/>
                <a:gd name="connsiteX84" fmla="*/ 373273 h 605239"/>
                <a:gd name="connsiteY84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07639" h="550199">
                  <a:moveTo>
                    <a:pt x="28570" y="412627"/>
                  </a:moveTo>
                  <a:lnTo>
                    <a:pt x="28570" y="507363"/>
                  </a:lnTo>
                  <a:cubicBezTo>
                    <a:pt x="28570" y="515273"/>
                    <a:pt x="34979" y="521671"/>
                    <a:pt x="42811" y="521671"/>
                  </a:cubicBezTo>
                  <a:lnTo>
                    <a:pt x="564739" y="521671"/>
                  </a:lnTo>
                  <a:cubicBezTo>
                    <a:pt x="572660" y="521671"/>
                    <a:pt x="579069" y="515273"/>
                    <a:pt x="579069" y="507363"/>
                  </a:cubicBezTo>
                  <a:lnTo>
                    <a:pt x="579069" y="412627"/>
                  </a:lnTo>
                  <a:lnTo>
                    <a:pt x="428205" y="412627"/>
                  </a:lnTo>
                  <a:cubicBezTo>
                    <a:pt x="368037" y="499809"/>
                    <a:pt x="239691" y="499898"/>
                    <a:pt x="179434" y="412627"/>
                  </a:cubicBezTo>
                  <a:close/>
                  <a:moveTo>
                    <a:pt x="443692" y="270345"/>
                  </a:moveTo>
                  <a:cubicBezTo>
                    <a:pt x="458466" y="306604"/>
                    <a:pt x="458466" y="347929"/>
                    <a:pt x="443692" y="384100"/>
                  </a:cubicBezTo>
                  <a:lnTo>
                    <a:pt x="579069" y="384100"/>
                  </a:lnTo>
                  <a:lnTo>
                    <a:pt x="579069" y="270345"/>
                  </a:lnTo>
                  <a:close/>
                  <a:moveTo>
                    <a:pt x="28570" y="270345"/>
                  </a:moveTo>
                  <a:lnTo>
                    <a:pt x="28570" y="384100"/>
                  </a:lnTo>
                  <a:lnTo>
                    <a:pt x="163858" y="384100"/>
                  </a:lnTo>
                  <a:cubicBezTo>
                    <a:pt x="148639" y="346685"/>
                    <a:pt x="149618" y="305271"/>
                    <a:pt x="163858" y="270345"/>
                  </a:cubicBezTo>
                  <a:close/>
                  <a:moveTo>
                    <a:pt x="281883" y="240487"/>
                  </a:moveTo>
                  <a:lnTo>
                    <a:pt x="325756" y="240487"/>
                  </a:lnTo>
                  <a:cubicBezTo>
                    <a:pt x="330651" y="240487"/>
                    <a:pt x="334656" y="244485"/>
                    <a:pt x="334656" y="249372"/>
                  </a:cubicBezTo>
                  <a:lnTo>
                    <a:pt x="334656" y="287488"/>
                  </a:lnTo>
                  <a:cubicBezTo>
                    <a:pt x="334656" y="292374"/>
                    <a:pt x="338660" y="296373"/>
                    <a:pt x="343644" y="296373"/>
                  </a:cubicBezTo>
                  <a:lnTo>
                    <a:pt x="381733" y="296373"/>
                  </a:lnTo>
                  <a:cubicBezTo>
                    <a:pt x="386717" y="296373"/>
                    <a:pt x="390721" y="300371"/>
                    <a:pt x="390721" y="305346"/>
                  </a:cubicBezTo>
                  <a:lnTo>
                    <a:pt x="390721" y="349149"/>
                  </a:lnTo>
                  <a:cubicBezTo>
                    <a:pt x="390721" y="354035"/>
                    <a:pt x="386717" y="358033"/>
                    <a:pt x="381733" y="358033"/>
                  </a:cubicBezTo>
                  <a:lnTo>
                    <a:pt x="343644" y="358033"/>
                  </a:lnTo>
                  <a:cubicBezTo>
                    <a:pt x="338660" y="358033"/>
                    <a:pt x="334656" y="362032"/>
                    <a:pt x="334656" y="367007"/>
                  </a:cubicBezTo>
                  <a:lnTo>
                    <a:pt x="334656" y="405034"/>
                  </a:lnTo>
                  <a:cubicBezTo>
                    <a:pt x="334656" y="410010"/>
                    <a:pt x="330651" y="414008"/>
                    <a:pt x="325756" y="414008"/>
                  </a:cubicBezTo>
                  <a:lnTo>
                    <a:pt x="281883" y="414008"/>
                  </a:lnTo>
                  <a:cubicBezTo>
                    <a:pt x="276899" y="414008"/>
                    <a:pt x="272895" y="410010"/>
                    <a:pt x="272895" y="405034"/>
                  </a:cubicBezTo>
                  <a:lnTo>
                    <a:pt x="272895" y="367007"/>
                  </a:lnTo>
                  <a:cubicBezTo>
                    <a:pt x="272895" y="362032"/>
                    <a:pt x="268890" y="358033"/>
                    <a:pt x="263995" y="358033"/>
                  </a:cubicBezTo>
                  <a:lnTo>
                    <a:pt x="225818" y="358033"/>
                  </a:lnTo>
                  <a:cubicBezTo>
                    <a:pt x="220923" y="358033"/>
                    <a:pt x="216918" y="354035"/>
                    <a:pt x="216918" y="349149"/>
                  </a:cubicBezTo>
                  <a:lnTo>
                    <a:pt x="216918" y="305346"/>
                  </a:lnTo>
                  <a:cubicBezTo>
                    <a:pt x="216918" y="300371"/>
                    <a:pt x="220923" y="296373"/>
                    <a:pt x="225818" y="296373"/>
                  </a:cubicBezTo>
                  <a:lnTo>
                    <a:pt x="263995" y="296373"/>
                  </a:lnTo>
                  <a:cubicBezTo>
                    <a:pt x="268890" y="296373"/>
                    <a:pt x="272895" y="292374"/>
                    <a:pt x="272895" y="287488"/>
                  </a:cubicBezTo>
                  <a:lnTo>
                    <a:pt x="272895" y="249372"/>
                  </a:lnTo>
                  <a:cubicBezTo>
                    <a:pt x="272895" y="244485"/>
                    <a:pt x="276899" y="240487"/>
                    <a:pt x="281883" y="240487"/>
                  </a:cubicBezTo>
                  <a:close/>
                  <a:moveTo>
                    <a:pt x="303775" y="204936"/>
                  </a:moveTo>
                  <a:cubicBezTo>
                    <a:pt x="236309" y="204936"/>
                    <a:pt x="181303" y="259769"/>
                    <a:pt x="181303" y="327222"/>
                  </a:cubicBezTo>
                  <a:cubicBezTo>
                    <a:pt x="181303" y="394675"/>
                    <a:pt x="236220" y="449508"/>
                    <a:pt x="303775" y="449508"/>
                  </a:cubicBezTo>
                  <a:cubicBezTo>
                    <a:pt x="371330" y="449508"/>
                    <a:pt x="426246" y="394675"/>
                    <a:pt x="426246" y="327222"/>
                  </a:cubicBezTo>
                  <a:cubicBezTo>
                    <a:pt x="426246" y="259858"/>
                    <a:pt x="371330" y="204936"/>
                    <a:pt x="303775" y="204936"/>
                  </a:cubicBezTo>
                  <a:close/>
                  <a:moveTo>
                    <a:pt x="42811" y="132862"/>
                  </a:moveTo>
                  <a:cubicBezTo>
                    <a:pt x="34979" y="132862"/>
                    <a:pt x="28570" y="139261"/>
                    <a:pt x="28570" y="147081"/>
                  </a:cubicBezTo>
                  <a:lnTo>
                    <a:pt x="28570" y="241817"/>
                  </a:lnTo>
                  <a:lnTo>
                    <a:pt x="179434" y="241817"/>
                  </a:lnTo>
                  <a:cubicBezTo>
                    <a:pt x="239602" y="154724"/>
                    <a:pt x="367948" y="154546"/>
                    <a:pt x="428205" y="241817"/>
                  </a:cubicBezTo>
                  <a:lnTo>
                    <a:pt x="579069" y="241817"/>
                  </a:lnTo>
                  <a:lnTo>
                    <a:pt x="579069" y="147081"/>
                  </a:lnTo>
                  <a:cubicBezTo>
                    <a:pt x="579069" y="139261"/>
                    <a:pt x="572660" y="132862"/>
                    <a:pt x="564739" y="132862"/>
                  </a:cubicBezTo>
                  <a:close/>
                  <a:moveTo>
                    <a:pt x="247791" y="72963"/>
                  </a:moveTo>
                  <a:lnTo>
                    <a:pt x="247791" y="104334"/>
                  </a:lnTo>
                  <a:lnTo>
                    <a:pt x="359849" y="104334"/>
                  </a:lnTo>
                  <a:lnTo>
                    <a:pt x="359849" y="72963"/>
                  </a:lnTo>
                  <a:close/>
                  <a:moveTo>
                    <a:pt x="208005" y="28528"/>
                  </a:moveTo>
                  <a:cubicBezTo>
                    <a:pt x="205424" y="28528"/>
                    <a:pt x="203288" y="30660"/>
                    <a:pt x="203288" y="33327"/>
                  </a:cubicBezTo>
                  <a:lnTo>
                    <a:pt x="203288" y="104334"/>
                  </a:lnTo>
                  <a:lnTo>
                    <a:pt x="219220" y="104334"/>
                  </a:lnTo>
                  <a:lnTo>
                    <a:pt x="219220" y="58744"/>
                  </a:lnTo>
                  <a:cubicBezTo>
                    <a:pt x="219220" y="50834"/>
                    <a:pt x="225629" y="44435"/>
                    <a:pt x="233461" y="44435"/>
                  </a:cubicBezTo>
                  <a:lnTo>
                    <a:pt x="374089" y="44435"/>
                  </a:lnTo>
                  <a:cubicBezTo>
                    <a:pt x="382011" y="44435"/>
                    <a:pt x="388419" y="50834"/>
                    <a:pt x="388419" y="58744"/>
                  </a:cubicBezTo>
                  <a:lnTo>
                    <a:pt x="388419" y="104334"/>
                  </a:lnTo>
                  <a:lnTo>
                    <a:pt x="404351" y="104334"/>
                  </a:lnTo>
                  <a:lnTo>
                    <a:pt x="404351" y="33327"/>
                  </a:lnTo>
                  <a:cubicBezTo>
                    <a:pt x="404351" y="30660"/>
                    <a:pt x="402215" y="28528"/>
                    <a:pt x="399545" y="28528"/>
                  </a:cubicBezTo>
                  <a:close/>
                  <a:moveTo>
                    <a:pt x="208005" y="0"/>
                  </a:moveTo>
                  <a:lnTo>
                    <a:pt x="399545" y="0"/>
                  </a:lnTo>
                  <a:cubicBezTo>
                    <a:pt x="417969" y="0"/>
                    <a:pt x="432922" y="14930"/>
                    <a:pt x="432922" y="33327"/>
                  </a:cubicBezTo>
                  <a:lnTo>
                    <a:pt x="432922" y="104334"/>
                  </a:lnTo>
                  <a:lnTo>
                    <a:pt x="564739" y="104334"/>
                  </a:lnTo>
                  <a:cubicBezTo>
                    <a:pt x="588414" y="104334"/>
                    <a:pt x="607639" y="123530"/>
                    <a:pt x="607639" y="147081"/>
                  </a:cubicBezTo>
                  <a:lnTo>
                    <a:pt x="607639" y="507363"/>
                  </a:lnTo>
                  <a:cubicBezTo>
                    <a:pt x="607639" y="531003"/>
                    <a:pt x="588414" y="550199"/>
                    <a:pt x="564739" y="550199"/>
                  </a:cubicBezTo>
                  <a:lnTo>
                    <a:pt x="42811" y="550199"/>
                  </a:lnTo>
                  <a:cubicBezTo>
                    <a:pt x="19225" y="550199"/>
                    <a:pt x="0" y="531003"/>
                    <a:pt x="0" y="507363"/>
                  </a:cubicBezTo>
                  <a:lnTo>
                    <a:pt x="0" y="147081"/>
                  </a:lnTo>
                  <a:cubicBezTo>
                    <a:pt x="0" y="123530"/>
                    <a:pt x="19225" y="104334"/>
                    <a:pt x="42811" y="104334"/>
                  </a:cubicBezTo>
                  <a:lnTo>
                    <a:pt x="174717" y="104334"/>
                  </a:lnTo>
                  <a:lnTo>
                    <a:pt x="174717" y="33327"/>
                  </a:lnTo>
                  <a:cubicBezTo>
                    <a:pt x="174717" y="14930"/>
                    <a:pt x="189670" y="0"/>
                    <a:pt x="208005" y="0"/>
                  </a:cubicBezTo>
                  <a:close/>
                </a:path>
              </a:pathLst>
            </a:custGeom>
            <a:solidFill>
              <a:srgbClr val="09B3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5E5D1D0-037A-491B-F61F-E98F1AC17616}"/>
              </a:ext>
            </a:extLst>
          </p:cNvPr>
          <p:cNvGrpSpPr/>
          <p:nvPr/>
        </p:nvGrpSpPr>
        <p:grpSpPr>
          <a:xfrm>
            <a:off x="3315844" y="2156282"/>
            <a:ext cx="2289437" cy="1223784"/>
            <a:chOff x="7927089" y="3010474"/>
            <a:chExt cx="2289437" cy="1223784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00CD85C3-3D7F-3F64-30AE-BEAF90F165DC}"/>
                </a:ext>
              </a:extLst>
            </p:cNvPr>
            <p:cNvSpPr/>
            <p:nvPr/>
          </p:nvSpPr>
          <p:spPr>
            <a:xfrm>
              <a:off x="7927089" y="3010474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4381DD">
                <a:alpha val="20000"/>
              </a:srgbClr>
            </a:solidFill>
            <a:ln w="12700">
              <a:solidFill>
                <a:srgbClr val="4381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电商零售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个性化推荐与导购  智能客服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数字人直播  智能仓储</a:t>
              </a:r>
              <a:endParaRPr lang="zh-CN" altLang="en-US" sz="16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3" name="iconfont-1153-479405">
              <a:extLst>
                <a:ext uri="{FF2B5EF4-FFF2-40B4-BE49-F238E27FC236}">
                  <a16:creationId xmlns:a16="http://schemas.microsoft.com/office/drawing/2014/main" id="{59CB129B-A5D1-8136-6E8E-D2E050990A64}"/>
                </a:ext>
              </a:extLst>
            </p:cNvPr>
            <p:cNvSpPr/>
            <p:nvPr/>
          </p:nvSpPr>
          <p:spPr>
            <a:xfrm>
              <a:off x="8194877" y="3130180"/>
              <a:ext cx="314393" cy="313924"/>
            </a:xfrm>
            <a:custGeom>
              <a:avLst/>
              <a:gdLst>
                <a:gd name="T0" fmla="*/ 6138 w 11183"/>
                <a:gd name="T1" fmla="*/ 2440 h 11166"/>
                <a:gd name="T2" fmla="*/ 11183 w 11183"/>
                <a:gd name="T3" fmla="*/ 2440 h 11166"/>
                <a:gd name="T4" fmla="*/ 8661 w 11183"/>
                <a:gd name="T5" fmla="*/ 4323 h 11166"/>
                <a:gd name="T6" fmla="*/ 8661 w 11183"/>
                <a:gd name="T7" fmla="*/ 557 h 11166"/>
                <a:gd name="T8" fmla="*/ 8661 w 11183"/>
                <a:gd name="T9" fmla="*/ 4323 h 11166"/>
                <a:gd name="T10" fmla="*/ 9404 w 11183"/>
                <a:gd name="T11" fmla="*/ 9124 h 11166"/>
                <a:gd name="T12" fmla="*/ 4197 w 11183"/>
                <a:gd name="T13" fmla="*/ 8286 h 11166"/>
                <a:gd name="T14" fmla="*/ 8671 w 11183"/>
                <a:gd name="T15" fmla="*/ 7677 h 11166"/>
                <a:gd name="T16" fmla="*/ 8661 w 11183"/>
                <a:gd name="T17" fmla="*/ 5382 h 11166"/>
                <a:gd name="T18" fmla="*/ 8104 w 11183"/>
                <a:gd name="T19" fmla="*/ 7411 h 11166"/>
                <a:gd name="T20" fmla="*/ 2973 w 11183"/>
                <a:gd name="T21" fmla="*/ 3775 h 11166"/>
                <a:gd name="T22" fmla="*/ 5860 w 11183"/>
                <a:gd name="T23" fmla="*/ 3192 h 11166"/>
                <a:gd name="T24" fmla="*/ 2816 w 11183"/>
                <a:gd name="T25" fmla="*/ 3192 h 11166"/>
                <a:gd name="T26" fmla="*/ 2152 w 11183"/>
                <a:gd name="T27" fmla="*/ 1574 h 11166"/>
                <a:gd name="T28" fmla="*/ 0 w 11183"/>
                <a:gd name="T29" fmla="*/ 1866 h 11166"/>
                <a:gd name="T30" fmla="*/ 1911 w 11183"/>
                <a:gd name="T31" fmla="*/ 2157 h 11166"/>
                <a:gd name="T32" fmla="*/ 3235 w 11183"/>
                <a:gd name="T33" fmla="*/ 9124 h 11166"/>
                <a:gd name="T34" fmla="*/ 3070 w 11183"/>
                <a:gd name="T35" fmla="*/ 9124 h 11166"/>
                <a:gd name="T36" fmla="*/ 3070 w 11183"/>
                <a:gd name="T37" fmla="*/ 11166 h 11166"/>
                <a:gd name="T38" fmla="*/ 4011 w 11183"/>
                <a:gd name="T39" fmla="*/ 9681 h 11166"/>
                <a:gd name="T40" fmla="*/ 4227 w 11183"/>
                <a:gd name="T41" fmla="*/ 9681 h 11166"/>
                <a:gd name="T42" fmla="*/ 8294 w 11183"/>
                <a:gd name="T43" fmla="*/ 10145 h 11166"/>
                <a:gd name="T44" fmla="*/ 10405 w 11183"/>
                <a:gd name="T45" fmla="*/ 10145 h 11166"/>
                <a:gd name="T46" fmla="*/ 3070 w 11183"/>
                <a:gd name="T47" fmla="*/ 10702 h 11166"/>
                <a:gd name="T48" fmla="*/ 3070 w 11183"/>
                <a:gd name="T49" fmla="*/ 9588 h 11166"/>
                <a:gd name="T50" fmla="*/ 3070 w 11183"/>
                <a:gd name="T51" fmla="*/ 10702 h 11166"/>
                <a:gd name="T52" fmla="*/ 8774 w 11183"/>
                <a:gd name="T53" fmla="*/ 10145 h 11166"/>
                <a:gd name="T54" fmla="*/ 9925 w 11183"/>
                <a:gd name="T55" fmla="*/ 10145 h 11166"/>
                <a:gd name="T56" fmla="*/ 9943 w 11183"/>
                <a:gd name="T57" fmla="*/ 2174 h 11166"/>
                <a:gd name="T58" fmla="*/ 8935 w 11183"/>
                <a:gd name="T59" fmla="*/ 1199 h 11166"/>
                <a:gd name="T60" fmla="*/ 8569 w 11183"/>
                <a:gd name="T61" fmla="*/ 1022 h 11166"/>
                <a:gd name="T62" fmla="*/ 8386 w 11183"/>
                <a:gd name="T63" fmla="*/ 2174 h 11166"/>
                <a:gd name="T64" fmla="*/ 7196 w 11183"/>
                <a:gd name="T65" fmla="*/ 2351 h 11166"/>
                <a:gd name="T66" fmla="*/ 7379 w 11183"/>
                <a:gd name="T67" fmla="*/ 2706 h 11166"/>
                <a:gd name="T68" fmla="*/ 8386 w 11183"/>
                <a:gd name="T69" fmla="*/ 3681 h 11166"/>
                <a:gd name="T70" fmla="*/ 8752 w 11183"/>
                <a:gd name="T71" fmla="*/ 3858 h 11166"/>
                <a:gd name="T72" fmla="*/ 8935 w 11183"/>
                <a:gd name="T73" fmla="*/ 2706 h 11166"/>
                <a:gd name="T74" fmla="*/ 10125 w 11183"/>
                <a:gd name="T75" fmla="*/ 2529 h 11166"/>
                <a:gd name="T76" fmla="*/ 9943 w 11183"/>
                <a:gd name="T77" fmla="*/ 2174 h 11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183" h="11166">
                  <a:moveTo>
                    <a:pt x="8661" y="0"/>
                  </a:moveTo>
                  <a:cubicBezTo>
                    <a:pt x="7267" y="0"/>
                    <a:pt x="6138" y="1093"/>
                    <a:pt x="6138" y="2440"/>
                  </a:cubicBezTo>
                  <a:cubicBezTo>
                    <a:pt x="6138" y="3788"/>
                    <a:pt x="7267" y="4880"/>
                    <a:pt x="8661" y="4880"/>
                  </a:cubicBezTo>
                  <a:cubicBezTo>
                    <a:pt x="10054" y="4880"/>
                    <a:pt x="11183" y="3788"/>
                    <a:pt x="11183" y="2440"/>
                  </a:cubicBezTo>
                  <a:cubicBezTo>
                    <a:pt x="11183" y="1093"/>
                    <a:pt x="10054" y="0"/>
                    <a:pt x="8661" y="0"/>
                  </a:cubicBezTo>
                  <a:close/>
                  <a:moveTo>
                    <a:pt x="8661" y="4323"/>
                  </a:moveTo>
                  <a:cubicBezTo>
                    <a:pt x="7586" y="4323"/>
                    <a:pt x="6714" y="3480"/>
                    <a:pt x="6714" y="2440"/>
                  </a:cubicBezTo>
                  <a:cubicBezTo>
                    <a:pt x="6714" y="1400"/>
                    <a:pt x="7586" y="557"/>
                    <a:pt x="8661" y="557"/>
                  </a:cubicBezTo>
                  <a:cubicBezTo>
                    <a:pt x="9736" y="557"/>
                    <a:pt x="10607" y="1400"/>
                    <a:pt x="10607" y="2440"/>
                  </a:cubicBezTo>
                  <a:cubicBezTo>
                    <a:pt x="10607" y="3480"/>
                    <a:pt x="9736" y="4323"/>
                    <a:pt x="8661" y="4323"/>
                  </a:cubicBezTo>
                  <a:close/>
                  <a:moveTo>
                    <a:pt x="9465" y="9130"/>
                  </a:moveTo>
                  <a:cubicBezTo>
                    <a:pt x="9445" y="9126"/>
                    <a:pt x="9425" y="9124"/>
                    <a:pt x="9404" y="9124"/>
                  </a:cubicBezTo>
                  <a:lnTo>
                    <a:pt x="4424" y="9124"/>
                  </a:lnTo>
                  <a:lnTo>
                    <a:pt x="4197" y="8286"/>
                  </a:lnTo>
                  <a:lnTo>
                    <a:pt x="8392" y="7974"/>
                  </a:lnTo>
                  <a:cubicBezTo>
                    <a:pt x="8553" y="7963"/>
                    <a:pt x="8674" y="7831"/>
                    <a:pt x="8671" y="7677"/>
                  </a:cubicBezTo>
                  <a:lnTo>
                    <a:pt x="9044" y="5357"/>
                  </a:lnTo>
                  <a:cubicBezTo>
                    <a:pt x="8918" y="5373"/>
                    <a:pt x="8790" y="5382"/>
                    <a:pt x="8661" y="5382"/>
                  </a:cubicBezTo>
                  <a:cubicBezTo>
                    <a:pt x="8583" y="5382"/>
                    <a:pt x="8507" y="5379"/>
                    <a:pt x="8431" y="5373"/>
                  </a:cubicBezTo>
                  <a:lnTo>
                    <a:pt x="8104" y="7411"/>
                  </a:lnTo>
                  <a:lnTo>
                    <a:pt x="4041" y="7713"/>
                  </a:lnTo>
                  <a:lnTo>
                    <a:pt x="2973" y="3775"/>
                  </a:lnTo>
                  <a:lnTo>
                    <a:pt x="6079" y="3775"/>
                  </a:lnTo>
                  <a:cubicBezTo>
                    <a:pt x="5987" y="3591"/>
                    <a:pt x="5913" y="3395"/>
                    <a:pt x="5860" y="3192"/>
                  </a:cubicBezTo>
                  <a:lnTo>
                    <a:pt x="2837" y="3192"/>
                  </a:lnTo>
                  <a:cubicBezTo>
                    <a:pt x="2830" y="3192"/>
                    <a:pt x="2823" y="3192"/>
                    <a:pt x="2816" y="3192"/>
                  </a:cubicBezTo>
                  <a:lnTo>
                    <a:pt x="2453" y="1857"/>
                  </a:lnTo>
                  <a:cubicBezTo>
                    <a:pt x="2449" y="1700"/>
                    <a:pt x="2315" y="1574"/>
                    <a:pt x="2152" y="1574"/>
                  </a:cubicBezTo>
                  <a:lnTo>
                    <a:pt x="302" y="1574"/>
                  </a:lnTo>
                  <a:cubicBezTo>
                    <a:pt x="135" y="1574"/>
                    <a:pt x="0" y="1704"/>
                    <a:pt x="0" y="1866"/>
                  </a:cubicBezTo>
                  <a:cubicBezTo>
                    <a:pt x="0" y="2027"/>
                    <a:pt x="135" y="2157"/>
                    <a:pt x="302" y="2157"/>
                  </a:cubicBezTo>
                  <a:lnTo>
                    <a:pt x="1911" y="2157"/>
                  </a:lnTo>
                  <a:lnTo>
                    <a:pt x="3800" y="9124"/>
                  </a:lnTo>
                  <a:lnTo>
                    <a:pt x="3235" y="9124"/>
                  </a:lnTo>
                  <a:cubicBezTo>
                    <a:pt x="3216" y="9124"/>
                    <a:pt x="3197" y="9126"/>
                    <a:pt x="3179" y="9130"/>
                  </a:cubicBezTo>
                  <a:cubicBezTo>
                    <a:pt x="3143" y="9126"/>
                    <a:pt x="3107" y="9124"/>
                    <a:pt x="3070" y="9124"/>
                  </a:cubicBezTo>
                  <a:cubicBezTo>
                    <a:pt x="2487" y="9124"/>
                    <a:pt x="2015" y="9581"/>
                    <a:pt x="2015" y="10145"/>
                  </a:cubicBezTo>
                  <a:cubicBezTo>
                    <a:pt x="2015" y="10709"/>
                    <a:pt x="2487" y="11166"/>
                    <a:pt x="3070" y="11166"/>
                  </a:cubicBezTo>
                  <a:cubicBezTo>
                    <a:pt x="3653" y="11166"/>
                    <a:pt x="4126" y="10709"/>
                    <a:pt x="4126" y="10145"/>
                  </a:cubicBezTo>
                  <a:cubicBezTo>
                    <a:pt x="4126" y="9978"/>
                    <a:pt x="4084" y="9820"/>
                    <a:pt x="4011" y="9681"/>
                  </a:cubicBezTo>
                  <a:lnTo>
                    <a:pt x="4142" y="9681"/>
                  </a:lnTo>
                  <a:cubicBezTo>
                    <a:pt x="4170" y="9685"/>
                    <a:pt x="4198" y="9685"/>
                    <a:pt x="4227" y="9681"/>
                  </a:cubicBezTo>
                  <a:lnTo>
                    <a:pt x="8409" y="9681"/>
                  </a:lnTo>
                  <a:cubicBezTo>
                    <a:pt x="8335" y="9820"/>
                    <a:pt x="8294" y="9978"/>
                    <a:pt x="8294" y="10145"/>
                  </a:cubicBezTo>
                  <a:cubicBezTo>
                    <a:pt x="8294" y="10709"/>
                    <a:pt x="8766" y="11166"/>
                    <a:pt x="9350" y="11166"/>
                  </a:cubicBezTo>
                  <a:cubicBezTo>
                    <a:pt x="9932" y="11166"/>
                    <a:pt x="10405" y="10709"/>
                    <a:pt x="10405" y="10145"/>
                  </a:cubicBezTo>
                  <a:cubicBezTo>
                    <a:pt x="10405" y="9619"/>
                    <a:pt x="9993" y="9186"/>
                    <a:pt x="9465" y="9130"/>
                  </a:cubicBezTo>
                  <a:close/>
                  <a:moveTo>
                    <a:pt x="3070" y="10702"/>
                  </a:moveTo>
                  <a:cubicBezTo>
                    <a:pt x="2752" y="10702"/>
                    <a:pt x="2494" y="10453"/>
                    <a:pt x="2494" y="10145"/>
                  </a:cubicBezTo>
                  <a:cubicBezTo>
                    <a:pt x="2494" y="9838"/>
                    <a:pt x="2752" y="9588"/>
                    <a:pt x="3070" y="9588"/>
                  </a:cubicBezTo>
                  <a:cubicBezTo>
                    <a:pt x="3389" y="9588"/>
                    <a:pt x="3646" y="9838"/>
                    <a:pt x="3646" y="10145"/>
                  </a:cubicBezTo>
                  <a:cubicBezTo>
                    <a:pt x="3646" y="10453"/>
                    <a:pt x="3389" y="10702"/>
                    <a:pt x="3070" y="10702"/>
                  </a:cubicBezTo>
                  <a:close/>
                  <a:moveTo>
                    <a:pt x="9350" y="10702"/>
                  </a:moveTo>
                  <a:cubicBezTo>
                    <a:pt x="9032" y="10702"/>
                    <a:pt x="8774" y="10453"/>
                    <a:pt x="8774" y="10145"/>
                  </a:cubicBezTo>
                  <a:cubicBezTo>
                    <a:pt x="8774" y="9838"/>
                    <a:pt x="9032" y="9588"/>
                    <a:pt x="9350" y="9588"/>
                  </a:cubicBezTo>
                  <a:cubicBezTo>
                    <a:pt x="9667" y="9588"/>
                    <a:pt x="9925" y="9838"/>
                    <a:pt x="9925" y="10145"/>
                  </a:cubicBezTo>
                  <a:cubicBezTo>
                    <a:pt x="9925" y="10453"/>
                    <a:pt x="9667" y="10702"/>
                    <a:pt x="9350" y="10702"/>
                  </a:cubicBezTo>
                  <a:close/>
                  <a:moveTo>
                    <a:pt x="9943" y="2174"/>
                  </a:moveTo>
                  <a:lnTo>
                    <a:pt x="8935" y="2174"/>
                  </a:lnTo>
                  <a:lnTo>
                    <a:pt x="8935" y="1199"/>
                  </a:lnTo>
                  <a:cubicBezTo>
                    <a:pt x="8935" y="1102"/>
                    <a:pt x="8854" y="1022"/>
                    <a:pt x="8752" y="1022"/>
                  </a:cubicBezTo>
                  <a:lnTo>
                    <a:pt x="8569" y="1022"/>
                  </a:lnTo>
                  <a:cubicBezTo>
                    <a:pt x="8468" y="1022"/>
                    <a:pt x="8386" y="1102"/>
                    <a:pt x="8386" y="1199"/>
                  </a:cubicBezTo>
                  <a:lnTo>
                    <a:pt x="8386" y="2174"/>
                  </a:lnTo>
                  <a:lnTo>
                    <a:pt x="7379" y="2174"/>
                  </a:lnTo>
                  <a:cubicBezTo>
                    <a:pt x="7278" y="2174"/>
                    <a:pt x="7196" y="2254"/>
                    <a:pt x="7196" y="2351"/>
                  </a:cubicBezTo>
                  <a:lnTo>
                    <a:pt x="7196" y="2529"/>
                  </a:lnTo>
                  <a:cubicBezTo>
                    <a:pt x="7196" y="2627"/>
                    <a:pt x="7278" y="2706"/>
                    <a:pt x="7379" y="2706"/>
                  </a:cubicBezTo>
                  <a:lnTo>
                    <a:pt x="8386" y="2706"/>
                  </a:lnTo>
                  <a:lnTo>
                    <a:pt x="8386" y="3681"/>
                  </a:lnTo>
                  <a:cubicBezTo>
                    <a:pt x="8386" y="3779"/>
                    <a:pt x="8468" y="3858"/>
                    <a:pt x="8569" y="3858"/>
                  </a:cubicBezTo>
                  <a:lnTo>
                    <a:pt x="8752" y="3858"/>
                  </a:lnTo>
                  <a:cubicBezTo>
                    <a:pt x="8854" y="3858"/>
                    <a:pt x="8935" y="3779"/>
                    <a:pt x="8935" y="3681"/>
                  </a:cubicBezTo>
                  <a:lnTo>
                    <a:pt x="8935" y="2706"/>
                  </a:lnTo>
                  <a:lnTo>
                    <a:pt x="9943" y="2706"/>
                  </a:lnTo>
                  <a:cubicBezTo>
                    <a:pt x="10044" y="2706"/>
                    <a:pt x="10125" y="2627"/>
                    <a:pt x="10125" y="2529"/>
                  </a:cubicBezTo>
                  <a:lnTo>
                    <a:pt x="10125" y="2351"/>
                  </a:lnTo>
                  <a:cubicBezTo>
                    <a:pt x="10125" y="2254"/>
                    <a:pt x="10044" y="2174"/>
                    <a:pt x="9943" y="2174"/>
                  </a:cubicBezTo>
                  <a:close/>
                </a:path>
              </a:pathLst>
            </a:custGeom>
            <a:solidFill>
              <a:srgbClr val="4A85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CE3ACA8-F0AA-52F3-C54D-F4D4A5D50790}"/>
              </a:ext>
            </a:extLst>
          </p:cNvPr>
          <p:cNvGrpSpPr/>
          <p:nvPr/>
        </p:nvGrpSpPr>
        <p:grpSpPr>
          <a:xfrm>
            <a:off x="930533" y="4801308"/>
            <a:ext cx="2289437" cy="1223784"/>
            <a:chOff x="811272" y="5022325"/>
            <a:chExt cx="2289437" cy="1223784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DDF8FCED-8850-1334-195D-FF75144763B3}"/>
                </a:ext>
              </a:extLst>
            </p:cNvPr>
            <p:cNvSpPr/>
            <p:nvPr/>
          </p:nvSpPr>
          <p:spPr>
            <a:xfrm>
              <a:off x="811272" y="5022325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rgbClr val="92D050">
                <a:alpha val="20000"/>
              </a:srgbClr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 政务</a:t>
              </a:r>
              <a:r>
                <a:rPr lang="en-US" altLang="zh-CN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/</a:t>
              </a: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法律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政务服务智能体  法律文书审阅  合同智能审查  舆情分析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4" name="scales-of-justice_1430">
              <a:extLst>
                <a:ext uri="{FF2B5EF4-FFF2-40B4-BE49-F238E27FC236}">
                  <a16:creationId xmlns:a16="http://schemas.microsoft.com/office/drawing/2014/main" id="{6C93843B-5658-24B9-7475-56D1F2A19A8B}"/>
                </a:ext>
              </a:extLst>
            </p:cNvPr>
            <p:cNvSpPr/>
            <p:nvPr/>
          </p:nvSpPr>
          <p:spPr>
            <a:xfrm>
              <a:off x="1088207" y="5125536"/>
              <a:ext cx="359087" cy="357427"/>
            </a:xfrm>
            <a:custGeom>
              <a:avLst/>
              <a:gdLst>
                <a:gd name="T0" fmla="*/ 253 w 347"/>
                <a:gd name="T1" fmla="*/ 346 h 346"/>
                <a:gd name="T2" fmla="*/ 93 w 347"/>
                <a:gd name="T3" fmla="*/ 333 h 346"/>
                <a:gd name="T4" fmla="*/ 134 w 347"/>
                <a:gd name="T5" fmla="*/ 320 h 346"/>
                <a:gd name="T6" fmla="*/ 160 w 347"/>
                <a:gd name="T7" fmla="*/ 127 h 346"/>
                <a:gd name="T8" fmla="*/ 160 w 347"/>
                <a:gd name="T9" fmla="*/ 106 h 346"/>
                <a:gd name="T10" fmla="*/ 198 w 347"/>
                <a:gd name="T11" fmla="*/ 106 h 346"/>
                <a:gd name="T12" fmla="*/ 187 w 347"/>
                <a:gd name="T13" fmla="*/ 284 h 346"/>
                <a:gd name="T14" fmla="*/ 240 w 347"/>
                <a:gd name="T15" fmla="*/ 320 h 346"/>
                <a:gd name="T16" fmla="*/ 347 w 347"/>
                <a:gd name="T17" fmla="*/ 213 h 346"/>
                <a:gd name="T18" fmla="*/ 213 w 347"/>
                <a:gd name="T19" fmla="*/ 213 h 346"/>
                <a:gd name="T20" fmla="*/ 274 w 347"/>
                <a:gd name="T21" fmla="*/ 94 h 346"/>
                <a:gd name="T22" fmla="*/ 331 w 347"/>
                <a:gd name="T23" fmla="*/ 213 h 346"/>
                <a:gd name="T24" fmla="*/ 317 w 347"/>
                <a:gd name="T25" fmla="*/ 213 h 346"/>
                <a:gd name="T26" fmla="*/ 243 w 347"/>
                <a:gd name="T27" fmla="*/ 213 h 346"/>
                <a:gd name="T28" fmla="*/ 67 w 347"/>
                <a:gd name="T29" fmla="*/ 80 h 346"/>
                <a:gd name="T30" fmla="*/ 93 w 347"/>
                <a:gd name="T31" fmla="*/ 64 h 346"/>
                <a:gd name="T32" fmla="*/ 150 w 347"/>
                <a:gd name="T33" fmla="*/ 63 h 346"/>
                <a:gd name="T34" fmla="*/ 173 w 347"/>
                <a:gd name="T35" fmla="*/ 90 h 346"/>
                <a:gd name="T36" fmla="*/ 197 w 347"/>
                <a:gd name="T37" fmla="*/ 63 h 346"/>
                <a:gd name="T38" fmla="*/ 254 w 347"/>
                <a:gd name="T39" fmla="*/ 64 h 346"/>
                <a:gd name="T40" fmla="*/ 280 w 347"/>
                <a:gd name="T41" fmla="*/ 80 h 346"/>
                <a:gd name="T42" fmla="*/ 280 w 347"/>
                <a:gd name="T43" fmla="*/ 53 h 346"/>
                <a:gd name="T44" fmla="*/ 260 w 347"/>
                <a:gd name="T45" fmla="*/ 52 h 346"/>
                <a:gd name="T46" fmla="*/ 191 w 347"/>
                <a:gd name="T47" fmla="*/ 50 h 346"/>
                <a:gd name="T48" fmla="*/ 189 w 347"/>
                <a:gd name="T49" fmla="*/ 30 h 346"/>
                <a:gd name="T50" fmla="*/ 158 w 347"/>
                <a:gd name="T51" fmla="*/ 30 h 346"/>
                <a:gd name="T52" fmla="*/ 155 w 347"/>
                <a:gd name="T53" fmla="*/ 50 h 346"/>
                <a:gd name="T54" fmla="*/ 87 w 347"/>
                <a:gd name="T55" fmla="*/ 52 h 346"/>
                <a:gd name="T56" fmla="*/ 67 w 347"/>
                <a:gd name="T57" fmla="*/ 53 h 346"/>
                <a:gd name="T58" fmla="*/ 67 w 347"/>
                <a:gd name="T59" fmla="*/ 80 h 346"/>
                <a:gd name="T60" fmla="*/ 0 w 347"/>
                <a:gd name="T61" fmla="*/ 213 h 346"/>
                <a:gd name="T62" fmla="*/ 60 w 347"/>
                <a:gd name="T63" fmla="*/ 94 h 346"/>
                <a:gd name="T64" fmla="*/ 118 w 347"/>
                <a:gd name="T65" fmla="*/ 213 h 346"/>
                <a:gd name="T66" fmla="*/ 67 w 347"/>
                <a:gd name="T67" fmla="*/ 260 h 346"/>
                <a:gd name="T68" fmla="*/ 67 w 347"/>
                <a:gd name="T69" fmla="*/ 115 h 346"/>
                <a:gd name="T70" fmla="*/ 104 w 347"/>
                <a:gd name="T71" fmla="*/ 213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47" h="346">
                  <a:moveTo>
                    <a:pt x="253" y="333"/>
                  </a:moveTo>
                  <a:lnTo>
                    <a:pt x="253" y="346"/>
                  </a:lnTo>
                  <a:lnTo>
                    <a:pt x="93" y="346"/>
                  </a:lnTo>
                  <a:lnTo>
                    <a:pt x="93" y="333"/>
                  </a:lnTo>
                  <a:cubicBezTo>
                    <a:pt x="93" y="326"/>
                    <a:pt x="99" y="320"/>
                    <a:pt x="107" y="320"/>
                  </a:cubicBezTo>
                  <a:lnTo>
                    <a:pt x="134" y="320"/>
                  </a:lnTo>
                  <a:cubicBezTo>
                    <a:pt x="134" y="303"/>
                    <a:pt x="145" y="289"/>
                    <a:pt x="160" y="284"/>
                  </a:cubicBezTo>
                  <a:lnTo>
                    <a:pt x="160" y="127"/>
                  </a:lnTo>
                  <a:cubicBezTo>
                    <a:pt x="153" y="123"/>
                    <a:pt x="148" y="115"/>
                    <a:pt x="148" y="106"/>
                  </a:cubicBezTo>
                  <a:lnTo>
                    <a:pt x="160" y="106"/>
                  </a:lnTo>
                  <a:lnTo>
                    <a:pt x="187" y="106"/>
                  </a:lnTo>
                  <a:lnTo>
                    <a:pt x="198" y="106"/>
                  </a:lnTo>
                  <a:cubicBezTo>
                    <a:pt x="198" y="115"/>
                    <a:pt x="194" y="123"/>
                    <a:pt x="187" y="127"/>
                  </a:cubicBezTo>
                  <a:lnTo>
                    <a:pt x="187" y="284"/>
                  </a:lnTo>
                  <a:cubicBezTo>
                    <a:pt x="202" y="289"/>
                    <a:pt x="212" y="303"/>
                    <a:pt x="213" y="320"/>
                  </a:cubicBezTo>
                  <a:lnTo>
                    <a:pt x="240" y="320"/>
                  </a:lnTo>
                  <a:cubicBezTo>
                    <a:pt x="247" y="320"/>
                    <a:pt x="253" y="326"/>
                    <a:pt x="253" y="333"/>
                  </a:cubicBezTo>
                  <a:close/>
                  <a:moveTo>
                    <a:pt x="347" y="213"/>
                  </a:moveTo>
                  <a:cubicBezTo>
                    <a:pt x="337" y="240"/>
                    <a:pt x="311" y="260"/>
                    <a:pt x="280" y="260"/>
                  </a:cubicBezTo>
                  <a:cubicBezTo>
                    <a:pt x="249" y="260"/>
                    <a:pt x="223" y="240"/>
                    <a:pt x="213" y="213"/>
                  </a:cubicBezTo>
                  <a:lnTo>
                    <a:pt x="229" y="213"/>
                  </a:lnTo>
                  <a:lnTo>
                    <a:pt x="274" y="94"/>
                  </a:lnTo>
                  <a:cubicBezTo>
                    <a:pt x="276" y="88"/>
                    <a:pt x="284" y="88"/>
                    <a:pt x="286" y="94"/>
                  </a:cubicBezTo>
                  <a:lnTo>
                    <a:pt x="331" y="213"/>
                  </a:lnTo>
                  <a:lnTo>
                    <a:pt x="347" y="213"/>
                  </a:lnTo>
                  <a:close/>
                  <a:moveTo>
                    <a:pt x="317" y="213"/>
                  </a:moveTo>
                  <a:lnTo>
                    <a:pt x="280" y="115"/>
                  </a:lnTo>
                  <a:lnTo>
                    <a:pt x="243" y="213"/>
                  </a:lnTo>
                  <a:lnTo>
                    <a:pt x="317" y="213"/>
                  </a:lnTo>
                  <a:close/>
                  <a:moveTo>
                    <a:pt x="67" y="80"/>
                  </a:moveTo>
                  <a:cubicBezTo>
                    <a:pt x="73" y="80"/>
                    <a:pt x="78" y="76"/>
                    <a:pt x="79" y="70"/>
                  </a:cubicBezTo>
                  <a:cubicBezTo>
                    <a:pt x="84" y="69"/>
                    <a:pt x="88" y="66"/>
                    <a:pt x="93" y="64"/>
                  </a:cubicBezTo>
                  <a:cubicBezTo>
                    <a:pt x="103" y="59"/>
                    <a:pt x="115" y="53"/>
                    <a:pt x="127" y="53"/>
                  </a:cubicBezTo>
                  <a:cubicBezTo>
                    <a:pt x="138" y="53"/>
                    <a:pt x="145" y="58"/>
                    <a:pt x="150" y="63"/>
                  </a:cubicBezTo>
                  <a:cubicBezTo>
                    <a:pt x="149" y="64"/>
                    <a:pt x="149" y="65"/>
                    <a:pt x="149" y="66"/>
                  </a:cubicBezTo>
                  <a:cubicBezTo>
                    <a:pt x="149" y="80"/>
                    <a:pt x="160" y="90"/>
                    <a:pt x="173" y="90"/>
                  </a:cubicBezTo>
                  <a:cubicBezTo>
                    <a:pt x="187" y="90"/>
                    <a:pt x="198" y="80"/>
                    <a:pt x="198" y="66"/>
                  </a:cubicBezTo>
                  <a:cubicBezTo>
                    <a:pt x="198" y="65"/>
                    <a:pt x="197" y="64"/>
                    <a:pt x="197" y="63"/>
                  </a:cubicBezTo>
                  <a:cubicBezTo>
                    <a:pt x="201" y="58"/>
                    <a:pt x="208" y="53"/>
                    <a:pt x="220" y="53"/>
                  </a:cubicBezTo>
                  <a:cubicBezTo>
                    <a:pt x="232" y="53"/>
                    <a:pt x="244" y="59"/>
                    <a:pt x="254" y="64"/>
                  </a:cubicBezTo>
                  <a:cubicBezTo>
                    <a:pt x="258" y="66"/>
                    <a:pt x="263" y="68"/>
                    <a:pt x="267" y="70"/>
                  </a:cubicBezTo>
                  <a:cubicBezTo>
                    <a:pt x="269" y="76"/>
                    <a:pt x="274" y="80"/>
                    <a:pt x="280" y="80"/>
                  </a:cubicBezTo>
                  <a:cubicBezTo>
                    <a:pt x="287" y="80"/>
                    <a:pt x="293" y="74"/>
                    <a:pt x="293" y="66"/>
                  </a:cubicBezTo>
                  <a:cubicBezTo>
                    <a:pt x="293" y="59"/>
                    <a:pt x="287" y="53"/>
                    <a:pt x="280" y="53"/>
                  </a:cubicBezTo>
                  <a:cubicBezTo>
                    <a:pt x="276" y="53"/>
                    <a:pt x="273" y="54"/>
                    <a:pt x="270" y="57"/>
                  </a:cubicBezTo>
                  <a:cubicBezTo>
                    <a:pt x="267" y="56"/>
                    <a:pt x="263" y="54"/>
                    <a:pt x="260" y="52"/>
                  </a:cubicBezTo>
                  <a:cubicBezTo>
                    <a:pt x="248" y="46"/>
                    <a:pt x="235" y="40"/>
                    <a:pt x="220" y="40"/>
                  </a:cubicBezTo>
                  <a:cubicBezTo>
                    <a:pt x="207" y="40"/>
                    <a:pt x="197" y="45"/>
                    <a:pt x="191" y="50"/>
                  </a:cubicBezTo>
                  <a:cubicBezTo>
                    <a:pt x="188" y="47"/>
                    <a:pt x="185" y="45"/>
                    <a:pt x="181" y="43"/>
                  </a:cubicBezTo>
                  <a:cubicBezTo>
                    <a:pt x="186" y="41"/>
                    <a:pt x="189" y="36"/>
                    <a:pt x="189" y="30"/>
                  </a:cubicBezTo>
                  <a:cubicBezTo>
                    <a:pt x="189" y="21"/>
                    <a:pt x="173" y="0"/>
                    <a:pt x="173" y="0"/>
                  </a:cubicBezTo>
                  <a:cubicBezTo>
                    <a:pt x="173" y="0"/>
                    <a:pt x="158" y="21"/>
                    <a:pt x="158" y="30"/>
                  </a:cubicBezTo>
                  <a:cubicBezTo>
                    <a:pt x="158" y="36"/>
                    <a:pt x="161" y="41"/>
                    <a:pt x="166" y="43"/>
                  </a:cubicBezTo>
                  <a:cubicBezTo>
                    <a:pt x="162" y="45"/>
                    <a:pt x="158" y="47"/>
                    <a:pt x="155" y="50"/>
                  </a:cubicBezTo>
                  <a:cubicBezTo>
                    <a:pt x="149" y="45"/>
                    <a:pt x="140" y="40"/>
                    <a:pt x="127" y="40"/>
                  </a:cubicBezTo>
                  <a:cubicBezTo>
                    <a:pt x="111" y="40"/>
                    <a:pt x="98" y="46"/>
                    <a:pt x="87" y="52"/>
                  </a:cubicBezTo>
                  <a:cubicBezTo>
                    <a:pt x="83" y="54"/>
                    <a:pt x="80" y="56"/>
                    <a:pt x="76" y="57"/>
                  </a:cubicBezTo>
                  <a:cubicBezTo>
                    <a:pt x="74" y="54"/>
                    <a:pt x="71" y="53"/>
                    <a:pt x="67" y="53"/>
                  </a:cubicBezTo>
                  <a:cubicBezTo>
                    <a:pt x="59" y="53"/>
                    <a:pt x="53" y="59"/>
                    <a:pt x="53" y="66"/>
                  </a:cubicBezTo>
                  <a:cubicBezTo>
                    <a:pt x="53" y="74"/>
                    <a:pt x="59" y="80"/>
                    <a:pt x="67" y="80"/>
                  </a:cubicBezTo>
                  <a:close/>
                  <a:moveTo>
                    <a:pt x="67" y="260"/>
                  </a:moveTo>
                  <a:cubicBezTo>
                    <a:pt x="36" y="260"/>
                    <a:pt x="10" y="240"/>
                    <a:pt x="0" y="213"/>
                  </a:cubicBezTo>
                  <a:lnTo>
                    <a:pt x="15" y="213"/>
                  </a:lnTo>
                  <a:lnTo>
                    <a:pt x="60" y="94"/>
                  </a:lnTo>
                  <a:cubicBezTo>
                    <a:pt x="62" y="88"/>
                    <a:pt x="71" y="88"/>
                    <a:pt x="73" y="94"/>
                  </a:cubicBezTo>
                  <a:lnTo>
                    <a:pt x="118" y="213"/>
                  </a:lnTo>
                  <a:lnTo>
                    <a:pt x="133" y="213"/>
                  </a:lnTo>
                  <a:cubicBezTo>
                    <a:pt x="124" y="240"/>
                    <a:pt x="98" y="260"/>
                    <a:pt x="67" y="260"/>
                  </a:cubicBezTo>
                  <a:close/>
                  <a:moveTo>
                    <a:pt x="104" y="213"/>
                  </a:moveTo>
                  <a:lnTo>
                    <a:pt x="67" y="115"/>
                  </a:lnTo>
                  <a:lnTo>
                    <a:pt x="30" y="213"/>
                  </a:lnTo>
                  <a:lnTo>
                    <a:pt x="104" y="213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D2B23314-7C80-1B6D-666C-5927A8515873}"/>
              </a:ext>
            </a:extLst>
          </p:cNvPr>
          <p:cNvGrpSpPr/>
          <p:nvPr/>
        </p:nvGrpSpPr>
        <p:grpSpPr>
          <a:xfrm>
            <a:off x="3315843" y="4801308"/>
            <a:ext cx="2289437" cy="1223784"/>
            <a:chOff x="4370325" y="5022325"/>
            <a:chExt cx="2289437" cy="1223784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28E60564-7F42-821D-167F-8D91A6D01B98}"/>
                </a:ext>
              </a:extLst>
            </p:cNvPr>
            <p:cNvSpPr/>
            <p:nvPr/>
          </p:nvSpPr>
          <p:spPr>
            <a:xfrm>
              <a:off x="4370325" y="5022325"/>
              <a:ext cx="2289437" cy="1223784"/>
            </a:xfrm>
            <a:prstGeom prst="roundRect">
              <a:avLst>
                <a:gd name="adj" fmla="val 8720"/>
              </a:avLst>
            </a:prstGeom>
            <a:solidFill>
              <a:schemeClr val="accent3">
                <a:lumMod val="75000"/>
                <a:alpha val="20000"/>
              </a:schemeClr>
            </a:solidFill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b="1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  工业制造</a:t>
              </a:r>
              <a:endParaRPr lang="en-US" altLang="zh-CN" b="1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智能质检  生产工艺优化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latin typeface="+mn-ea"/>
                </a:rPr>
                <a:t>智能仓库与物料分拣</a:t>
              </a:r>
              <a:endParaRPr lang="zh-CN" altLang="en-US" sz="1600">
                <a:solidFill>
                  <a:schemeClr val="tx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7" name="iconfont-11117-5233412">
              <a:extLst>
                <a:ext uri="{FF2B5EF4-FFF2-40B4-BE49-F238E27FC236}">
                  <a16:creationId xmlns:a16="http://schemas.microsoft.com/office/drawing/2014/main" id="{95F7A122-5A6F-E0EC-97EF-A44980AD07D9}"/>
                </a:ext>
              </a:extLst>
            </p:cNvPr>
            <p:cNvSpPr/>
            <p:nvPr/>
          </p:nvSpPr>
          <p:spPr>
            <a:xfrm>
              <a:off x="4696103" y="5105658"/>
              <a:ext cx="319886" cy="330996"/>
            </a:xfrm>
            <a:custGeom>
              <a:avLst/>
              <a:gdLst>
                <a:gd name="connsiteX0" fmla="*/ 206163 w 388352"/>
                <a:gd name="connsiteY0" fmla="*/ 148716 h 401840"/>
                <a:gd name="connsiteX1" fmla="*/ 200428 w 388352"/>
                <a:gd name="connsiteY1" fmla="*/ 149672 h 401840"/>
                <a:gd name="connsiteX2" fmla="*/ 237839 w 388352"/>
                <a:gd name="connsiteY2" fmla="*/ 179391 h 401840"/>
                <a:gd name="connsiteX3" fmla="*/ 240706 w 388352"/>
                <a:gd name="connsiteY3" fmla="*/ 185170 h 401840"/>
                <a:gd name="connsiteX4" fmla="*/ 238795 w 388352"/>
                <a:gd name="connsiteY4" fmla="*/ 190905 h 401840"/>
                <a:gd name="connsiteX5" fmla="*/ 207119 w 388352"/>
                <a:gd name="connsiteY5" fmla="*/ 231182 h 401840"/>
                <a:gd name="connsiteX6" fmla="*/ 201384 w 388352"/>
                <a:gd name="connsiteY6" fmla="*/ 234050 h 401840"/>
                <a:gd name="connsiteX7" fmla="*/ 195648 w 388352"/>
                <a:gd name="connsiteY7" fmla="*/ 232138 h 401840"/>
                <a:gd name="connsiteX8" fmla="*/ 158237 w 388352"/>
                <a:gd name="connsiteY8" fmla="*/ 202419 h 401840"/>
                <a:gd name="connsiteX9" fmla="*/ 158237 w 388352"/>
                <a:gd name="connsiteY9" fmla="*/ 208154 h 401840"/>
                <a:gd name="connsiteX10" fmla="*/ 217678 w 388352"/>
                <a:gd name="connsiteY10" fmla="*/ 256122 h 401840"/>
                <a:gd name="connsiteX11" fmla="*/ 235883 w 388352"/>
                <a:gd name="connsiteY11" fmla="*/ 250344 h 401840"/>
                <a:gd name="connsiteX12" fmla="*/ 240706 w 388352"/>
                <a:gd name="connsiteY12" fmla="*/ 249388 h 401840"/>
                <a:gd name="connsiteX13" fmla="*/ 245486 w 388352"/>
                <a:gd name="connsiteY13" fmla="*/ 251299 h 401840"/>
                <a:gd name="connsiteX14" fmla="*/ 345205 w 388352"/>
                <a:gd name="connsiteY14" fmla="*/ 330898 h 401840"/>
                <a:gd name="connsiteX15" fmla="*/ 367278 w 388352"/>
                <a:gd name="connsiteY15" fmla="*/ 304047 h 401840"/>
                <a:gd name="connsiteX16" fmla="*/ 267559 w 388352"/>
                <a:gd name="connsiteY16" fmla="*/ 224448 h 401840"/>
                <a:gd name="connsiteX17" fmla="*/ 264648 w 388352"/>
                <a:gd name="connsiteY17" fmla="*/ 215845 h 401840"/>
                <a:gd name="connsiteX18" fmla="*/ 265647 w 388352"/>
                <a:gd name="connsiteY18" fmla="*/ 196640 h 401840"/>
                <a:gd name="connsiteX19" fmla="*/ 206163 w 388352"/>
                <a:gd name="connsiteY19" fmla="*/ 148716 h 401840"/>
                <a:gd name="connsiteX20" fmla="*/ 206163 w 388352"/>
                <a:gd name="connsiteY20" fmla="*/ 130511 h 401840"/>
                <a:gd name="connsiteX21" fmla="*/ 283853 w 388352"/>
                <a:gd name="connsiteY21" fmla="*/ 192817 h 401840"/>
                <a:gd name="connsiteX22" fmla="*/ 282897 w 388352"/>
                <a:gd name="connsiteY22" fmla="*/ 212977 h 401840"/>
                <a:gd name="connsiteX23" fmla="*/ 385484 w 388352"/>
                <a:gd name="connsiteY23" fmla="*/ 294444 h 401840"/>
                <a:gd name="connsiteX24" fmla="*/ 388352 w 388352"/>
                <a:gd name="connsiteY24" fmla="*/ 300223 h 401840"/>
                <a:gd name="connsiteX25" fmla="*/ 386440 w 388352"/>
                <a:gd name="connsiteY25" fmla="*/ 305958 h 401840"/>
                <a:gd name="connsiteX26" fmla="*/ 354808 w 388352"/>
                <a:gd name="connsiteY26" fmla="*/ 346236 h 401840"/>
                <a:gd name="connsiteX27" fmla="*/ 347117 w 388352"/>
                <a:gd name="connsiteY27" fmla="*/ 350059 h 401840"/>
                <a:gd name="connsiteX28" fmla="*/ 342338 w 388352"/>
                <a:gd name="connsiteY28" fmla="*/ 348147 h 401840"/>
                <a:gd name="connsiteX29" fmla="*/ 239751 w 388352"/>
                <a:gd name="connsiteY29" fmla="*/ 266637 h 401840"/>
                <a:gd name="connsiteX30" fmla="*/ 220545 w 388352"/>
                <a:gd name="connsiteY30" fmla="*/ 271460 h 401840"/>
                <a:gd name="connsiteX31" fmla="*/ 142899 w 388352"/>
                <a:gd name="connsiteY31" fmla="*/ 209110 h 401840"/>
                <a:gd name="connsiteX32" fmla="*/ 144811 w 388352"/>
                <a:gd name="connsiteY32" fmla="*/ 184171 h 401840"/>
                <a:gd name="connsiteX33" fmla="*/ 150546 w 388352"/>
                <a:gd name="connsiteY33" fmla="*/ 178435 h 401840"/>
                <a:gd name="connsiteX34" fmla="*/ 158237 w 388352"/>
                <a:gd name="connsiteY34" fmla="*/ 179391 h 401840"/>
                <a:gd name="connsiteX35" fmla="*/ 200428 w 388352"/>
                <a:gd name="connsiteY35" fmla="*/ 213933 h 401840"/>
                <a:gd name="connsiteX36" fmla="*/ 222457 w 388352"/>
                <a:gd name="connsiteY36" fmla="*/ 187082 h 401840"/>
                <a:gd name="connsiteX37" fmla="*/ 180267 w 388352"/>
                <a:gd name="connsiteY37" fmla="*/ 152540 h 401840"/>
                <a:gd name="connsiteX38" fmla="*/ 177399 w 388352"/>
                <a:gd name="connsiteY38" fmla="*/ 144893 h 401840"/>
                <a:gd name="connsiteX39" fmla="*/ 182222 w 388352"/>
                <a:gd name="connsiteY39" fmla="*/ 138158 h 401840"/>
                <a:gd name="connsiteX40" fmla="*/ 206163 w 388352"/>
                <a:gd name="connsiteY40" fmla="*/ 130511 h 401840"/>
                <a:gd name="connsiteX41" fmla="*/ 163988 w 388352"/>
                <a:gd name="connsiteY41" fmla="*/ 19208 h 401840"/>
                <a:gd name="connsiteX42" fmla="*/ 160164 w 388352"/>
                <a:gd name="connsiteY42" fmla="*/ 56580 h 401840"/>
                <a:gd name="connsiteX43" fmla="*/ 154428 w 388352"/>
                <a:gd name="connsiteY43" fmla="*/ 63316 h 401840"/>
                <a:gd name="connsiteX44" fmla="*/ 135223 w 388352"/>
                <a:gd name="connsiteY44" fmla="*/ 70964 h 401840"/>
                <a:gd name="connsiteX45" fmla="*/ 126619 w 388352"/>
                <a:gd name="connsiteY45" fmla="*/ 70008 h 401840"/>
                <a:gd name="connsiteX46" fmla="*/ 97810 w 388352"/>
                <a:gd name="connsiteY46" fmla="*/ 46064 h 401840"/>
                <a:gd name="connsiteX47" fmla="*/ 45103 w 388352"/>
                <a:gd name="connsiteY47" fmla="*/ 98776 h 401840"/>
                <a:gd name="connsiteX48" fmla="*/ 69045 w 388352"/>
                <a:gd name="connsiteY48" fmla="*/ 127544 h 401840"/>
                <a:gd name="connsiteX49" fmla="*/ 70001 w 388352"/>
                <a:gd name="connsiteY49" fmla="*/ 136192 h 401840"/>
                <a:gd name="connsiteX50" fmla="*/ 62354 w 388352"/>
                <a:gd name="connsiteY50" fmla="*/ 155356 h 401840"/>
                <a:gd name="connsiteX51" fmla="*/ 55619 w 388352"/>
                <a:gd name="connsiteY51" fmla="*/ 161136 h 401840"/>
                <a:gd name="connsiteX52" fmla="*/ 18250 w 388352"/>
                <a:gd name="connsiteY52" fmla="*/ 164004 h 401840"/>
                <a:gd name="connsiteX53" fmla="*/ 18250 w 388352"/>
                <a:gd name="connsiteY53" fmla="*/ 238792 h 401840"/>
                <a:gd name="connsiteX54" fmla="*/ 55619 w 388352"/>
                <a:gd name="connsiteY54" fmla="*/ 242660 h 401840"/>
                <a:gd name="connsiteX55" fmla="*/ 62354 w 388352"/>
                <a:gd name="connsiteY55" fmla="*/ 248396 h 401840"/>
                <a:gd name="connsiteX56" fmla="*/ 70001 w 388352"/>
                <a:gd name="connsiteY56" fmla="*/ 267560 h 401840"/>
                <a:gd name="connsiteX57" fmla="*/ 69045 w 388352"/>
                <a:gd name="connsiteY57" fmla="*/ 276208 h 401840"/>
                <a:gd name="connsiteX58" fmla="*/ 45103 w 388352"/>
                <a:gd name="connsiteY58" fmla="*/ 304976 h 401840"/>
                <a:gd name="connsiteX59" fmla="*/ 97810 w 388352"/>
                <a:gd name="connsiteY59" fmla="*/ 357732 h 401840"/>
                <a:gd name="connsiteX60" fmla="*/ 126619 w 388352"/>
                <a:gd name="connsiteY60" fmla="*/ 333744 h 401840"/>
                <a:gd name="connsiteX61" fmla="*/ 135223 w 388352"/>
                <a:gd name="connsiteY61" fmla="*/ 332788 h 401840"/>
                <a:gd name="connsiteX62" fmla="*/ 154428 w 388352"/>
                <a:gd name="connsiteY62" fmla="*/ 340480 h 401840"/>
                <a:gd name="connsiteX63" fmla="*/ 160164 w 388352"/>
                <a:gd name="connsiteY63" fmla="*/ 347172 h 401840"/>
                <a:gd name="connsiteX64" fmla="*/ 163032 w 388352"/>
                <a:gd name="connsiteY64" fmla="*/ 385544 h 401840"/>
                <a:gd name="connsiteX65" fmla="*/ 228253 w 388352"/>
                <a:gd name="connsiteY65" fmla="*/ 385544 h 401840"/>
                <a:gd name="connsiteX66" fmla="*/ 198532 w 388352"/>
                <a:gd name="connsiteY66" fmla="*/ 318404 h 401840"/>
                <a:gd name="connsiteX67" fmla="*/ 85383 w 388352"/>
                <a:gd name="connsiteY67" fmla="*/ 202376 h 401840"/>
                <a:gd name="connsiteX68" fmla="*/ 127575 w 388352"/>
                <a:gd name="connsiteY68" fmla="*/ 113160 h 401840"/>
                <a:gd name="connsiteX69" fmla="*/ 282916 w 388352"/>
                <a:gd name="connsiteY69" fmla="*/ 112204 h 401840"/>
                <a:gd name="connsiteX70" fmla="*/ 288652 w 388352"/>
                <a:gd name="connsiteY70" fmla="*/ 117984 h 401840"/>
                <a:gd name="connsiteX71" fmla="*/ 299210 w 388352"/>
                <a:gd name="connsiteY71" fmla="*/ 127544 h 401840"/>
                <a:gd name="connsiteX72" fmla="*/ 359609 w 388352"/>
                <a:gd name="connsiteY72" fmla="*/ 109336 h 401840"/>
                <a:gd name="connsiteX73" fmla="*/ 303990 w 388352"/>
                <a:gd name="connsiteY73" fmla="*/ 46064 h 401840"/>
                <a:gd name="connsiteX74" fmla="*/ 275225 w 388352"/>
                <a:gd name="connsiteY74" fmla="*/ 70008 h 401840"/>
                <a:gd name="connsiteX75" fmla="*/ 266621 w 388352"/>
                <a:gd name="connsiteY75" fmla="*/ 70964 h 401840"/>
                <a:gd name="connsiteX76" fmla="*/ 247416 w 388352"/>
                <a:gd name="connsiteY76" fmla="*/ 63316 h 401840"/>
                <a:gd name="connsiteX77" fmla="*/ 241680 w 388352"/>
                <a:gd name="connsiteY77" fmla="*/ 56580 h 401840"/>
                <a:gd name="connsiteX78" fmla="*/ 238812 w 388352"/>
                <a:gd name="connsiteY78" fmla="*/ 19208 h 401840"/>
                <a:gd name="connsiteX79" fmla="*/ 157296 w 388352"/>
                <a:gd name="connsiteY79" fmla="*/ 0 h 401840"/>
                <a:gd name="connsiteX80" fmla="*/ 246460 w 388352"/>
                <a:gd name="connsiteY80" fmla="*/ 0 h 401840"/>
                <a:gd name="connsiteX81" fmla="*/ 255107 w 388352"/>
                <a:gd name="connsiteY81" fmla="*/ 7692 h 401840"/>
                <a:gd name="connsiteX82" fmla="*/ 258930 w 388352"/>
                <a:gd name="connsiteY82" fmla="*/ 47020 h 401840"/>
                <a:gd name="connsiteX83" fmla="*/ 270445 w 388352"/>
                <a:gd name="connsiteY83" fmla="*/ 51800 h 401840"/>
                <a:gd name="connsiteX84" fmla="*/ 301122 w 388352"/>
                <a:gd name="connsiteY84" fmla="*/ 26856 h 401840"/>
                <a:gd name="connsiteX85" fmla="*/ 312637 w 388352"/>
                <a:gd name="connsiteY85" fmla="*/ 27812 h 401840"/>
                <a:gd name="connsiteX86" fmla="*/ 381682 w 388352"/>
                <a:gd name="connsiteY86" fmla="*/ 106468 h 401840"/>
                <a:gd name="connsiteX87" fmla="*/ 383594 w 388352"/>
                <a:gd name="connsiteY87" fmla="*/ 114116 h 401840"/>
                <a:gd name="connsiteX88" fmla="*/ 377858 w 388352"/>
                <a:gd name="connsiteY88" fmla="*/ 119896 h 401840"/>
                <a:gd name="connsiteX89" fmla="*/ 301122 w 388352"/>
                <a:gd name="connsiteY89" fmla="*/ 141928 h 401840"/>
                <a:gd name="connsiteX90" fmla="*/ 278093 w 388352"/>
                <a:gd name="connsiteY90" fmla="*/ 126588 h 401840"/>
                <a:gd name="connsiteX91" fmla="*/ 273313 w 388352"/>
                <a:gd name="connsiteY91" fmla="*/ 121808 h 401840"/>
                <a:gd name="connsiteX92" fmla="*/ 138090 w 388352"/>
                <a:gd name="connsiteY92" fmla="*/ 122764 h 401840"/>
                <a:gd name="connsiteX93" fmla="*/ 102634 w 388352"/>
                <a:gd name="connsiteY93" fmla="*/ 198552 h 401840"/>
                <a:gd name="connsiteX94" fmla="*/ 200444 w 388352"/>
                <a:gd name="connsiteY94" fmla="*/ 301152 h 401840"/>
                <a:gd name="connsiteX95" fmla="*/ 203312 w 388352"/>
                <a:gd name="connsiteY95" fmla="*/ 301152 h 401840"/>
                <a:gd name="connsiteX96" fmla="*/ 211003 w 388352"/>
                <a:gd name="connsiteY96" fmla="*/ 305932 h 401840"/>
                <a:gd name="connsiteX97" fmla="*/ 248372 w 388352"/>
                <a:gd name="connsiteY97" fmla="*/ 390324 h 401840"/>
                <a:gd name="connsiteX98" fmla="*/ 247416 w 388352"/>
                <a:gd name="connsiteY98" fmla="*/ 398016 h 401840"/>
                <a:gd name="connsiteX99" fmla="*/ 240724 w 388352"/>
                <a:gd name="connsiteY99" fmla="*/ 401840 h 401840"/>
                <a:gd name="connsiteX100" fmla="*/ 155384 w 388352"/>
                <a:gd name="connsiteY100" fmla="*/ 401840 h 401840"/>
                <a:gd name="connsiteX101" fmla="*/ 146737 w 388352"/>
                <a:gd name="connsiteY101" fmla="*/ 394192 h 401840"/>
                <a:gd name="connsiteX102" fmla="*/ 142914 w 388352"/>
                <a:gd name="connsiteY102" fmla="*/ 354864 h 401840"/>
                <a:gd name="connsiteX103" fmla="*/ 131399 w 388352"/>
                <a:gd name="connsiteY103" fmla="*/ 350040 h 401840"/>
                <a:gd name="connsiteX104" fmla="*/ 100722 w 388352"/>
                <a:gd name="connsiteY104" fmla="*/ 374984 h 401840"/>
                <a:gd name="connsiteX105" fmla="*/ 89207 w 388352"/>
                <a:gd name="connsiteY105" fmla="*/ 374028 h 401840"/>
                <a:gd name="connsiteX106" fmla="*/ 25897 w 388352"/>
                <a:gd name="connsiteY106" fmla="*/ 310756 h 401840"/>
                <a:gd name="connsiteX107" fmla="*/ 25897 w 388352"/>
                <a:gd name="connsiteY107" fmla="*/ 299240 h 401840"/>
                <a:gd name="connsiteX108" fmla="*/ 51795 w 388352"/>
                <a:gd name="connsiteY108" fmla="*/ 268560 h 401840"/>
                <a:gd name="connsiteX109" fmla="*/ 47015 w 388352"/>
                <a:gd name="connsiteY109" fmla="*/ 257044 h 401840"/>
                <a:gd name="connsiteX110" fmla="*/ 7691 w 388352"/>
                <a:gd name="connsiteY110" fmla="*/ 253176 h 401840"/>
                <a:gd name="connsiteX111" fmla="*/ 0 w 388352"/>
                <a:gd name="connsiteY111" fmla="*/ 244572 h 401840"/>
                <a:gd name="connsiteX112" fmla="*/ 0 w 388352"/>
                <a:gd name="connsiteY112" fmla="*/ 155356 h 401840"/>
                <a:gd name="connsiteX113" fmla="*/ 7691 w 388352"/>
                <a:gd name="connsiteY113" fmla="*/ 146752 h 401840"/>
                <a:gd name="connsiteX114" fmla="*/ 47015 w 388352"/>
                <a:gd name="connsiteY114" fmla="*/ 142928 h 401840"/>
                <a:gd name="connsiteX115" fmla="*/ 51795 w 388352"/>
                <a:gd name="connsiteY115" fmla="*/ 131412 h 401840"/>
                <a:gd name="connsiteX116" fmla="*/ 26853 w 388352"/>
                <a:gd name="connsiteY116" fmla="*/ 100688 h 401840"/>
                <a:gd name="connsiteX117" fmla="*/ 27809 w 388352"/>
                <a:gd name="connsiteY117" fmla="*/ 89216 h 401840"/>
                <a:gd name="connsiteX118" fmla="*/ 91119 w 388352"/>
                <a:gd name="connsiteY118" fmla="*/ 25900 h 401840"/>
                <a:gd name="connsiteX119" fmla="*/ 102634 w 388352"/>
                <a:gd name="connsiteY119" fmla="*/ 25900 h 401840"/>
                <a:gd name="connsiteX120" fmla="*/ 133311 w 388352"/>
                <a:gd name="connsiteY120" fmla="*/ 51800 h 401840"/>
                <a:gd name="connsiteX121" fmla="*/ 144825 w 388352"/>
                <a:gd name="connsiteY121" fmla="*/ 47020 h 401840"/>
                <a:gd name="connsiteX122" fmla="*/ 148649 w 388352"/>
                <a:gd name="connsiteY122" fmla="*/ 7692 h 401840"/>
                <a:gd name="connsiteX123" fmla="*/ 157296 w 388352"/>
                <a:gd name="connsiteY123" fmla="*/ 0 h 401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388352" h="401840">
                  <a:moveTo>
                    <a:pt x="206163" y="148716"/>
                  </a:moveTo>
                  <a:cubicBezTo>
                    <a:pt x="204251" y="148716"/>
                    <a:pt x="202339" y="149672"/>
                    <a:pt x="200428" y="149672"/>
                  </a:cubicBezTo>
                  <a:lnTo>
                    <a:pt x="237839" y="179391"/>
                  </a:lnTo>
                  <a:cubicBezTo>
                    <a:pt x="239751" y="180347"/>
                    <a:pt x="240706" y="183215"/>
                    <a:pt x="240706" y="185170"/>
                  </a:cubicBezTo>
                  <a:cubicBezTo>
                    <a:pt x="240706" y="187082"/>
                    <a:pt x="240706" y="189949"/>
                    <a:pt x="238795" y="190905"/>
                  </a:cubicBezTo>
                  <a:lnTo>
                    <a:pt x="207119" y="231182"/>
                  </a:lnTo>
                  <a:cubicBezTo>
                    <a:pt x="206163" y="233094"/>
                    <a:pt x="203295" y="234050"/>
                    <a:pt x="201384" y="234050"/>
                  </a:cubicBezTo>
                  <a:cubicBezTo>
                    <a:pt x="199472" y="234050"/>
                    <a:pt x="196604" y="234050"/>
                    <a:pt x="195648" y="232138"/>
                  </a:cubicBezTo>
                  <a:lnTo>
                    <a:pt x="158237" y="202419"/>
                  </a:lnTo>
                  <a:lnTo>
                    <a:pt x="158237" y="208154"/>
                  </a:lnTo>
                  <a:cubicBezTo>
                    <a:pt x="161105" y="237874"/>
                    <a:pt x="187957" y="258990"/>
                    <a:pt x="217678" y="256122"/>
                  </a:cubicBezTo>
                  <a:cubicBezTo>
                    <a:pt x="224412" y="255166"/>
                    <a:pt x="230148" y="253211"/>
                    <a:pt x="235883" y="250344"/>
                  </a:cubicBezTo>
                  <a:cubicBezTo>
                    <a:pt x="238795" y="250344"/>
                    <a:pt x="239751" y="249388"/>
                    <a:pt x="240706" y="249388"/>
                  </a:cubicBezTo>
                  <a:cubicBezTo>
                    <a:pt x="242618" y="249388"/>
                    <a:pt x="244530" y="250344"/>
                    <a:pt x="245486" y="251299"/>
                  </a:cubicBezTo>
                  <a:lnTo>
                    <a:pt x="345205" y="330898"/>
                  </a:lnTo>
                  <a:lnTo>
                    <a:pt x="367278" y="304047"/>
                  </a:lnTo>
                  <a:lnTo>
                    <a:pt x="267559" y="224448"/>
                  </a:lnTo>
                  <a:cubicBezTo>
                    <a:pt x="264648" y="222536"/>
                    <a:pt x="263692" y="218713"/>
                    <a:pt x="264648" y="215845"/>
                  </a:cubicBezTo>
                  <a:cubicBezTo>
                    <a:pt x="266603" y="209110"/>
                    <a:pt x="266603" y="202419"/>
                    <a:pt x="265647" y="196640"/>
                  </a:cubicBezTo>
                  <a:cubicBezTo>
                    <a:pt x="262736" y="166921"/>
                    <a:pt x="235883" y="145849"/>
                    <a:pt x="206163" y="148716"/>
                  </a:cubicBezTo>
                  <a:close/>
                  <a:moveTo>
                    <a:pt x="206163" y="130511"/>
                  </a:moveTo>
                  <a:cubicBezTo>
                    <a:pt x="244530" y="126644"/>
                    <a:pt x="280029" y="154451"/>
                    <a:pt x="283853" y="192817"/>
                  </a:cubicBezTo>
                  <a:cubicBezTo>
                    <a:pt x="284809" y="199552"/>
                    <a:pt x="284809" y="206243"/>
                    <a:pt x="282897" y="212977"/>
                  </a:cubicBezTo>
                  <a:lnTo>
                    <a:pt x="385484" y="294444"/>
                  </a:lnTo>
                  <a:cubicBezTo>
                    <a:pt x="387396" y="295400"/>
                    <a:pt x="388352" y="298311"/>
                    <a:pt x="388352" y="300223"/>
                  </a:cubicBezTo>
                  <a:cubicBezTo>
                    <a:pt x="388352" y="302135"/>
                    <a:pt x="388352" y="305002"/>
                    <a:pt x="386440" y="305958"/>
                  </a:cubicBezTo>
                  <a:lnTo>
                    <a:pt x="354808" y="346236"/>
                  </a:lnTo>
                  <a:cubicBezTo>
                    <a:pt x="351940" y="349103"/>
                    <a:pt x="350028" y="350059"/>
                    <a:pt x="347117" y="350059"/>
                  </a:cubicBezTo>
                  <a:cubicBezTo>
                    <a:pt x="345205" y="350059"/>
                    <a:pt x="343294" y="349103"/>
                    <a:pt x="342338" y="348147"/>
                  </a:cubicBezTo>
                  <a:lnTo>
                    <a:pt x="239751" y="266637"/>
                  </a:lnTo>
                  <a:cubicBezTo>
                    <a:pt x="233016" y="269548"/>
                    <a:pt x="227280" y="271460"/>
                    <a:pt x="220545" y="271460"/>
                  </a:cubicBezTo>
                  <a:cubicBezTo>
                    <a:pt x="182222" y="275283"/>
                    <a:pt x="146723" y="247476"/>
                    <a:pt x="142899" y="209110"/>
                  </a:cubicBezTo>
                  <a:cubicBezTo>
                    <a:pt x="141943" y="200507"/>
                    <a:pt x="142899" y="191861"/>
                    <a:pt x="144811" y="184171"/>
                  </a:cubicBezTo>
                  <a:cubicBezTo>
                    <a:pt x="145767" y="181303"/>
                    <a:pt x="147678" y="179391"/>
                    <a:pt x="150546" y="178435"/>
                  </a:cubicBezTo>
                  <a:cubicBezTo>
                    <a:pt x="153414" y="177479"/>
                    <a:pt x="156325" y="178435"/>
                    <a:pt x="158237" y="179391"/>
                  </a:cubicBezTo>
                  <a:lnTo>
                    <a:pt x="200428" y="213933"/>
                  </a:lnTo>
                  <a:lnTo>
                    <a:pt x="222457" y="187082"/>
                  </a:lnTo>
                  <a:lnTo>
                    <a:pt x="180267" y="152540"/>
                  </a:lnTo>
                  <a:cubicBezTo>
                    <a:pt x="178355" y="150628"/>
                    <a:pt x="177399" y="147760"/>
                    <a:pt x="177399" y="144893"/>
                  </a:cubicBezTo>
                  <a:cubicBezTo>
                    <a:pt x="177399" y="141982"/>
                    <a:pt x="179311" y="140070"/>
                    <a:pt x="182222" y="138158"/>
                  </a:cubicBezTo>
                  <a:cubicBezTo>
                    <a:pt x="189869" y="134335"/>
                    <a:pt x="198516" y="131467"/>
                    <a:pt x="206163" y="130511"/>
                  </a:cubicBezTo>
                  <a:close/>
                  <a:moveTo>
                    <a:pt x="163988" y="19208"/>
                  </a:moveTo>
                  <a:lnTo>
                    <a:pt x="160164" y="56580"/>
                  </a:lnTo>
                  <a:cubicBezTo>
                    <a:pt x="160164" y="59492"/>
                    <a:pt x="157296" y="62360"/>
                    <a:pt x="154428" y="63316"/>
                  </a:cubicBezTo>
                  <a:cubicBezTo>
                    <a:pt x="147693" y="65228"/>
                    <a:pt x="141002" y="68096"/>
                    <a:pt x="135223" y="70964"/>
                  </a:cubicBezTo>
                  <a:cubicBezTo>
                    <a:pt x="132355" y="72876"/>
                    <a:pt x="128531" y="71920"/>
                    <a:pt x="126619" y="70008"/>
                  </a:cubicBezTo>
                  <a:lnTo>
                    <a:pt x="97810" y="46064"/>
                  </a:lnTo>
                  <a:lnTo>
                    <a:pt x="45103" y="98776"/>
                  </a:lnTo>
                  <a:lnTo>
                    <a:pt x="69045" y="127544"/>
                  </a:lnTo>
                  <a:cubicBezTo>
                    <a:pt x="71001" y="130456"/>
                    <a:pt x="71956" y="133324"/>
                    <a:pt x="70001" y="136192"/>
                  </a:cubicBezTo>
                  <a:cubicBezTo>
                    <a:pt x="67133" y="141928"/>
                    <a:pt x="64265" y="148664"/>
                    <a:pt x="62354" y="155356"/>
                  </a:cubicBezTo>
                  <a:cubicBezTo>
                    <a:pt x="61398" y="158268"/>
                    <a:pt x="58530" y="161136"/>
                    <a:pt x="55619" y="161136"/>
                  </a:cubicBezTo>
                  <a:lnTo>
                    <a:pt x="18250" y="164004"/>
                  </a:lnTo>
                  <a:lnTo>
                    <a:pt x="18250" y="238792"/>
                  </a:lnTo>
                  <a:lnTo>
                    <a:pt x="55619" y="242660"/>
                  </a:lnTo>
                  <a:cubicBezTo>
                    <a:pt x="58530" y="242660"/>
                    <a:pt x="61398" y="245528"/>
                    <a:pt x="62354" y="248396"/>
                  </a:cubicBezTo>
                  <a:cubicBezTo>
                    <a:pt x="64265" y="255132"/>
                    <a:pt x="67133" y="261824"/>
                    <a:pt x="70001" y="267560"/>
                  </a:cubicBezTo>
                  <a:cubicBezTo>
                    <a:pt x="71956" y="270472"/>
                    <a:pt x="71001" y="274296"/>
                    <a:pt x="69045" y="276208"/>
                  </a:cubicBezTo>
                  <a:lnTo>
                    <a:pt x="45103" y="304976"/>
                  </a:lnTo>
                  <a:lnTo>
                    <a:pt x="97810" y="357732"/>
                  </a:lnTo>
                  <a:lnTo>
                    <a:pt x="126619" y="333744"/>
                  </a:lnTo>
                  <a:cubicBezTo>
                    <a:pt x="129487" y="331832"/>
                    <a:pt x="132355" y="330876"/>
                    <a:pt x="135223" y="332788"/>
                  </a:cubicBezTo>
                  <a:cubicBezTo>
                    <a:pt x="141958" y="335656"/>
                    <a:pt x="147693" y="338568"/>
                    <a:pt x="154428" y="340480"/>
                  </a:cubicBezTo>
                  <a:cubicBezTo>
                    <a:pt x="157296" y="341436"/>
                    <a:pt x="160164" y="344304"/>
                    <a:pt x="160164" y="347172"/>
                  </a:cubicBezTo>
                  <a:lnTo>
                    <a:pt x="163032" y="385544"/>
                  </a:lnTo>
                  <a:lnTo>
                    <a:pt x="228253" y="385544"/>
                  </a:lnTo>
                  <a:lnTo>
                    <a:pt x="198532" y="318404"/>
                  </a:lnTo>
                  <a:cubicBezTo>
                    <a:pt x="136178" y="316492"/>
                    <a:pt x="85383" y="265648"/>
                    <a:pt x="85383" y="202376"/>
                  </a:cubicBezTo>
                  <a:cubicBezTo>
                    <a:pt x="85383" y="164960"/>
                    <a:pt x="100722" y="133324"/>
                    <a:pt x="127575" y="113160"/>
                  </a:cubicBezTo>
                  <a:cubicBezTo>
                    <a:pt x="173591" y="78656"/>
                    <a:pt x="238812" y="78656"/>
                    <a:pt x="282916" y="112204"/>
                  </a:cubicBezTo>
                  <a:lnTo>
                    <a:pt x="288652" y="117984"/>
                  </a:lnTo>
                  <a:cubicBezTo>
                    <a:pt x="291519" y="120852"/>
                    <a:pt x="296342" y="125632"/>
                    <a:pt x="299210" y="127544"/>
                  </a:cubicBezTo>
                  <a:cubicBezTo>
                    <a:pt x="309769" y="124676"/>
                    <a:pt x="341402" y="115116"/>
                    <a:pt x="359609" y="109336"/>
                  </a:cubicBezTo>
                  <a:lnTo>
                    <a:pt x="303990" y="46064"/>
                  </a:lnTo>
                  <a:lnTo>
                    <a:pt x="275225" y="70008"/>
                  </a:lnTo>
                  <a:cubicBezTo>
                    <a:pt x="272357" y="71920"/>
                    <a:pt x="269489" y="72876"/>
                    <a:pt x="266621" y="70964"/>
                  </a:cubicBezTo>
                  <a:cubicBezTo>
                    <a:pt x="260842" y="68096"/>
                    <a:pt x="254151" y="65228"/>
                    <a:pt x="247416" y="63316"/>
                  </a:cubicBezTo>
                  <a:cubicBezTo>
                    <a:pt x="244548" y="62360"/>
                    <a:pt x="241680" y="59492"/>
                    <a:pt x="241680" y="56580"/>
                  </a:cubicBezTo>
                  <a:lnTo>
                    <a:pt x="238812" y="19208"/>
                  </a:lnTo>
                  <a:close/>
                  <a:moveTo>
                    <a:pt x="157296" y="0"/>
                  </a:moveTo>
                  <a:lnTo>
                    <a:pt x="246460" y="0"/>
                  </a:lnTo>
                  <a:cubicBezTo>
                    <a:pt x="250283" y="0"/>
                    <a:pt x="254151" y="2868"/>
                    <a:pt x="255107" y="7692"/>
                  </a:cubicBezTo>
                  <a:lnTo>
                    <a:pt x="258930" y="47020"/>
                  </a:lnTo>
                  <a:cubicBezTo>
                    <a:pt x="262754" y="47976"/>
                    <a:pt x="266621" y="49888"/>
                    <a:pt x="270445" y="51800"/>
                  </a:cubicBezTo>
                  <a:lnTo>
                    <a:pt x="301122" y="26856"/>
                  </a:lnTo>
                  <a:cubicBezTo>
                    <a:pt x="304946" y="23988"/>
                    <a:pt x="309769" y="23988"/>
                    <a:pt x="312637" y="27812"/>
                  </a:cubicBezTo>
                  <a:lnTo>
                    <a:pt x="381682" y="106468"/>
                  </a:lnTo>
                  <a:cubicBezTo>
                    <a:pt x="383594" y="108380"/>
                    <a:pt x="384550" y="111248"/>
                    <a:pt x="383594" y="114116"/>
                  </a:cubicBezTo>
                  <a:cubicBezTo>
                    <a:pt x="382638" y="117028"/>
                    <a:pt x="380726" y="118940"/>
                    <a:pt x="377858" y="119896"/>
                  </a:cubicBezTo>
                  <a:cubicBezTo>
                    <a:pt x="321284" y="136192"/>
                    <a:pt x="305902" y="140972"/>
                    <a:pt x="301122" y="141928"/>
                  </a:cubicBezTo>
                  <a:cubicBezTo>
                    <a:pt x="295387" y="143884"/>
                    <a:pt x="291519" y="140016"/>
                    <a:pt x="278093" y="126588"/>
                  </a:cubicBezTo>
                  <a:lnTo>
                    <a:pt x="273313" y="121808"/>
                  </a:lnTo>
                  <a:cubicBezTo>
                    <a:pt x="235901" y="93040"/>
                    <a:pt x="178370" y="93040"/>
                    <a:pt x="138090" y="122764"/>
                  </a:cubicBezTo>
                  <a:cubicBezTo>
                    <a:pt x="115104" y="139060"/>
                    <a:pt x="102634" y="165916"/>
                    <a:pt x="102634" y="198552"/>
                  </a:cubicBezTo>
                  <a:cubicBezTo>
                    <a:pt x="101678" y="257044"/>
                    <a:pt x="145781" y="301152"/>
                    <a:pt x="200444" y="301152"/>
                  </a:cubicBezTo>
                  <a:lnTo>
                    <a:pt x="203312" y="301152"/>
                  </a:lnTo>
                  <a:cubicBezTo>
                    <a:pt x="206180" y="301152"/>
                    <a:pt x="210047" y="303064"/>
                    <a:pt x="211003" y="305932"/>
                  </a:cubicBezTo>
                  <a:lnTo>
                    <a:pt x="248372" y="390324"/>
                  </a:lnTo>
                  <a:cubicBezTo>
                    <a:pt x="249327" y="393236"/>
                    <a:pt x="249327" y="396104"/>
                    <a:pt x="247416" y="398016"/>
                  </a:cubicBezTo>
                  <a:cubicBezTo>
                    <a:pt x="246460" y="400884"/>
                    <a:pt x="243592" y="401840"/>
                    <a:pt x="240724" y="401840"/>
                  </a:cubicBezTo>
                  <a:lnTo>
                    <a:pt x="155384" y="401840"/>
                  </a:lnTo>
                  <a:cubicBezTo>
                    <a:pt x="151517" y="401840"/>
                    <a:pt x="147693" y="398972"/>
                    <a:pt x="146737" y="394192"/>
                  </a:cubicBezTo>
                  <a:lnTo>
                    <a:pt x="142914" y="354864"/>
                  </a:lnTo>
                  <a:cubicBezTo>
                    <a:pt x="139046" y="353908"/>
                    <a:pt x="135223" y="351996"/>
                    <a:pt x="131399" y="350040"/>
                  </a:cubicBezTo>
                  <a:lnTo>
                    <a:pt x="100722" y="374984"/>
                  </a:lnTo>
                  <a:cubicBezTo>
                    <a:pt x="97810" y="377852"/>
                    <a:pt x="93031" y="377852"/>
                    <a:pt x="89207" y="374028"/>
                  </a:cubicBezTo>
                  <a:lnTo>
                    <a:pt x="25897" y="310756"/>
                  </a:lnTo>
                  <a:cubicBezTo>
                    <a:pt x="23030" y="307844"/>
                    <a:pt x="23030" y="303064"/>
                    <a:pt x="25897" y="299240"/>
                  </a:cubicBezTo>
                  <a:lnTo>
                    <a:pt x="51795" y="268560"/>
                  </a:lnTo>
                  <a:cubicBezTo>
                    <a:pt x="49883" y="264692"/>
                    <a:pt x="48927" y="260868"/>
                    <a:pt x="47015" y="257044"/>
                  </a:cubicBezTo>
                  <a:lnTo>
                    <a:pt x="7691" y="253176"/>
                  </a:lnTo>
                  <a:cubicBezTo>
                    <a:pt x="3867" y="253176"/>
                    <a:pt x="0" y="249352"/>
                    <a:pt x="0" y="244572"/>
                  </a:cubicBezTo>
                  <a:lnTo>
                    <a:pt x="0" y="155356"/>
                  </a:lnTo>
                  <a:cubicBezTo>
                    <a:pt x="0" y="151532"/>
                    <a:pt x="2911" y="147708"/>
                    <a:pt x="7691" y="146752"/>
                  </a:cubicBezTo>
                  <a:lnTo>
                    <a:pt x="47015" y="142928"/>
                  </a:lnTo>
                  <a:cubicBezTo>
                    <a:pt x="47971" y="139060"/>
                    <a:pt x="49883" y="135236"/>
                    <a:pt x="51795" y="131412"/>
                  </a:cubicBezTo>
                  <a:lnTo>
                    <a:pt x="26853" y="100688"/>
                  </a:lnTo>
                  <a:cubicBezTo>
                    <a:pt x="23985" y="97820"/>
                    <a:pt x="23985" y="93040"/>
                    <a:pt x="27809" y="89216"/>
                  </a:cubicBezTo>
                  <a:lnTo>
                    <a:pt x="91119" y="25900"/>
                  </a:lnTo>
                  <a:cubicBezTo>
                    <a:pt x="93987" y="23032"/>
                    <a:pt x="98810" y="23032"/>
                    <a:pt x="102634" y="25900"/>
                  </a:cubicBezTo>
                  <a:lnTo>
                    <a:pt x="133311" y="51800"/>
                  </a:lnTo>
                  <a:cubicBezTo>
                    <a:pt x="137134" y="49888"/>
                    <a:pt x="141002" y="48932"/>
                    <a:pt x="144825" y="47020"/>
                  </a:cubicBezTo>
                  <a:lnTo>
                    <a:pt x="148649" y="7692"/>
                  </a:lnTo>
                  <a:cubicBezTo>
                    <a:pt x="148649" y="3868"/>
                    <a:pt x="152473" y="0"/>
                    <a:pt x="157296" y="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2C9A776C-E3F3-73AA-ACFD-BD39CF609459}"/>
              </a:ext>
            </a:extLst>
          </p:cNvPr>
          <p:cNvGrpSpPr/>
          <p:nvPr/>
        </p:nvGrpSpPr>
        <p:grpSpPr>
          <a:xfrm>
            <a:off x="8709562" y="2390206"/>
            <a:ext cx="2802835" cy="1721400"/>
            <a:chOff x="7874160" y="2698200"/>
            <a:chExt cx="2802835" cy="1721400"/>
          </a:xfrm>
        </p:grpSpPr>
        <p:sp>
          <p:nvSpPr>
            <p:cNvPr id="57" name="云形 56">
              <a:extLst>
                <a:ext uri="{FF2B5EF4-FFF2-40B4-BE49-F238E27FC236}">
                  <a16:creationId xmlns:a16="http://schemas.microsoft.com/office/drawing/2014/main" id="{82E21CD2-D6BE-1C70-E058-B186D428F77C}"/>
                </a:ext>
              </a:extLst>
            </p:cNvPr>
            <p:cNvSpPr/>
            <p:nvPr/>
          </p:nvSpPr>
          <p:spPr>
            <a:xfrm>
              <a:off x="7874160" y="2698200"/>
              <a:ext cx="2802835" cy="1721400"/>
            </a:xfrm>
            <a:prstGeom prst="cloud">
              <a:avLst/>
            </a:prstGeom>
            <a:solidFill>
              <a:srgbClr val="D6EDB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AI</a:t>
              </a:r>
              <a:r>
                <a:rPr lang="zh-CN" altLang="en-US" sz="2400">
                  <a:solidFill>
                    <a:schemeClr val="tx1">
                      <a:lumMod val="50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大模型</a:t>
              </a:r>
            </a:p>
          </p:txBody>
        </p: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EA549163-918C-450A-90C5-E2C6C8EC5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1302" y="3782485"/>
              <a:ext cx="637115" cy="637115"/>
            </a:xfrm>
            <a:prstGeom prst="rect">
              <a:avLst/>
            </a:prstGeom>
          </p:spPr>
        </p:pic>
      </p:grp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E569151D-9EF0-44DA-1596-C8321ED7DD73}"/>
              </a:ext>
            </a:extLst>
          </p:cNvPr>
          <p:cNvCxnSpPr>
            <a:cxnSpLocks/>
          </p:cNvCxnSpPr>
          <p:nvPr/>
        </p:nvCxnSpPr>
        <p:spPr>
          <a:xfrm>
            <a:off x="5700276" y="3158065"/>
            <a:ext cx="2884924" cy="0"/>
          </a:xfrm>
          <a:prstGeom prst="straightConnector1">
            <a:avLst/>
          </a:prstGeom>
          <a:ln w="19050">
            <a:solidFill>
              <a:schemeClr val="tx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B4EF4D0D-13E1-016A-800C-340E732C39BE}"/>
              </a:ext>
            </a:extLst>
          </p:cNvPr>
          <p:cNvCxnSpPr>
            <a:cxnSpLocks/>
          </p:cNvCxnSpPr>
          <p:nvPr/>
        </p:nvCxnSpPr>
        <p:spPr>
          <a:xfrm flipH="1">
            <a:off x="5700276" y="3674777"/>
            <a:ext cx="2825657" cy="0"/>
          </a:xfrm>
          <a:prstGeom prst="straightConnector1">
            <a:avLst/>
          </a:prstGeom>
          <a:ln w="19050">
            <a:solidFill>
              <a:schemeClr val="tx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hape4">
            <a:extLst>
              <a:ext uri="{FF2B5EF4-FFF2-40B4-BE49-F238E27FC236}">
                <a16:creationId xmlns:a16="http://schemas.microsoft.com/office/drawing/2014/main" id="{013AB527-EE2A-823C-F5C2-DAE277D2DE02}"/>
              </a:ext>
            </a:extLst>
          </p:cNvPr>
          <p:cNvSpPr/>
          <p:nvPr/>
        </p:nvSpPr>
        <p:spPr>
          <a:xfrm>
            <a:off x="8105088" y="4858940"/>
            <a:ext cx="1751616" cy="345479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/>
              <a:t>   大模型开发</a:t>
            </a:r>
          </a:p>
        </p:txBody>
      </p:sp>
      <p:sp>
        <p:nvSpPr>
          <p:cNvPr id="64" name="Shape4">
            <a:extLst>
              <a:ext uri="{FF2B5EF4-FFF2-40B4-BE49-F238E27FC236}">
                <a16:creationId xmlns:a16="http://schemas.microsoft.com/office/drawing/2014/main" id="{194A6411-65DE-65CA-895D-0D6DD41D1748}"/>
              </a:ext>
            </a:extLst>
          </p:cNvPr>
          <p:cNvSpPr/>
          <p:nvPr/>
        </p:nvSpPr>
        <p:spPr>
          <a:xfrm>
            <a:off x="10081684" y="4360352"/>
            <a:ext cx="1405467" cy="345479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/>
              <a:t>    算法</a:t>
            </a:r>
          </a:p>
        </p:txBody>
      </p:sp>
      <p:sp>
        <p:nvSpPr>
          <p:cNvPr id="65" name="Shape4">
            <a:extLst>
              <a:ext uri="{FF2B5EF4-FFF2-40B4-BE49-F238E27FC236}">
                <a16:creationId xmlns:a16="http://schemas.microsoft.com/office/drawing/2014/main" id="{A3D63C49-43BB-E414-9B9A-1DF38984CBCF}"/>
              </a:ext>
            </a:extLst>
          </p:cNvPr>
          <p:cNvSpPr/>
          <p:nvPr/>
        </p:nvSpPr>
        <p:spPr>
          <a:xfrm>
            <a:off x="9683048" y="5467001"/>
            <a:ext cx="1578419" cy="345479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/>
              <a:t>   模型微调</a:t>
            </a:r>
          </a:p>
        </p:txBody>
      </p:sp>
      <p:sp>
        <p:nvSpPr>
          <p:cNvPr id="66" name="Shape4">
            <a:extLst>
              <a:ext uri="{FF2B5EF4-FFF2-40B4-BE49-F238E27FC236}">
                <a16:creationId xmlns:a16="http://schemas.microsoft.com/office/drawing/2014/main" id="{E4719405-74BB-3587-6648-551D21F4952F}"/>
              </a:ext>
            </a:extLst>
          </p:cNvPr>
          <p:cNvSpPr/>
          <p:nvPr/>
        </p:nvSpPr>
        <p:spPr>
          <a:xfrm>
            <a:off x="2360354" y="6257080"/>
            <a:ext cx="1910978" cy="345479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/>
              <a:t>   </a:t>
            </a:r>
            <a:r>
              <a:rPr lang="en-US" altLang="zh-CN" sz="1200" b="1"/>
              <a:t>AI</a:t>
            </a:r>
            <a:r>
              <a:rPr lang="zh-CN" altLang="en-US" sz="1200" b="1"/>
              <a:t>应用开发</a:t>
            </a:r>
          </a:p>
        </p:txBody>
      </p:sp>
    </p:spTree>
    <p:extLst>
      <p:ext uri="{BB962C8B-B14F-4D97-AF65-F5344CB8AC3E}">
        <p14:creationId xmlns:p14="http://schemas.microsoft.com/office/powerpoint/2010/main" val="3269768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2E8A567-40D0-0BB8-B3ED-5C1ED874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89"/>
          <a:stretch>
            <a:fillRect/>
          </a:stretch>
        </p:blipFill>
        <p:spPr>
          <a:xfrm>
            <a:off x="496957" y="952500"/>
            <a:ext cx="11094160" cy="59055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AB9A1DE-27CD-073B-EBFA-99BE58CB5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14" y="6858000"/>
            <a:ext cx="9802284" cy="677957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C751827-32A1-B9DC-F7C5-2502CDEFD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212" y="13629112"/>
            <a:ext cx="9633311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3A4A5D-497C-1E7F-C4BD-2E780B58B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98" y="20485954"/>
            <a:ext cx="10378623" cy="680498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DE42B10-F9CA-0E9F-DF15-D7CF7DB93E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90" y="27290942"/>
            <a:ext cx="10292257" cy="578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8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29D8369-6790-CDF4-72F5-78A06A447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73" y="-27290942"/>
            <a:ext cx="1109416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E3A83E4-A999-4AE0-DA83-D65AF3F84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430" y="-20432942"/>
            <a:ext cx="9802284" cy="677957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1BD42D-3A51-2856-5FBF-6CDE0A24B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628" y="-13661830"/>
            <a:ext cx="9633311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FAF4B84-EAF6-D297-52AC-9B0A36F00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814" y="-6804988"/>
            <a:ext cx="10378623" cy="680498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4536ADE-F33E-DD03-C2CC-C44EAE923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506" y="0"/>
            <a:ext cx="10292257" cy="5786137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FB49192-4E01-B1DA-AB89-0ABAEA8AB113}"/>
              </a:ext>
            </a:extLst>
          </p:cNvPr>
          <p:cNvSpPr/>
          <p:nvPr/>
        </p:nvSpPr>
        <p:spPr>
          <a:xfrm>
            <a:off x="3422650" y="2495550"/>
            <a:ext cx="6724650" cy="247650"/>
          </a:xfrm>
          <a:prstGeom prst="roundRect">
            <a:avLst/>
          </a:prstGeom>
          <a:solidFill>
            <a:srgbClr val="C00000">
              <a:alpha val="10196"/>
            </a:srgbClr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190942E-D999-34DD-E5A2-F1D9AF724B72}"/>
              </a:ext>
            </a:extLst>
          </p:cNvPr>
          <p:cNvSpPr/>
          <p:nvPr/>
        </p:nvSpPr>
        <p:spPr>
          <a:xfrm>
            <a:off x="1892300" y="2768600"/>
            <a:ext cx="4749800" cy="247650"/>
          </a:xfrm>
          <a:prstGeom prst="roundRect">
            <a:avLst/>
          </a:prstGeom>
          <a:solidFill>
            <a:srgbClr val="C00000">
              <a:alpha val="10196"/>
            </a:srgbClr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D8C96C-BC27-3F81-A329-F9342C5014CB}"/>
              </a:ext>
            </a:extLst>
          </p:cNvPr>
          <p:cNvSpPr txBox="1"/>
          <p:nvPr/>
        </p:nvSpPr>
        <p:spPr>
          <a:xfrm>
            <a:off x="4620809" y="5946012"/>
            <a:ext cx="33137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AI</a:t>
            </a:r>
            <a:r>
              <a:rPr lang="zh-CN" altLang="en-US" sz="40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大模型开发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502873F-988B-2F29-649B-FFF8FE5C8B30}"/>
              </a:ext>
            </a:extLst>
          </p:cNvPr>
          <p:cNvCxnSpPr>
            <a:cxnSpLocks/>
          </p:cNvCxnSpPr>
          <p:nvPr/>
        </p:nvCxnSpPr>
        <p:spPr>
          <a:xfrm>
            <a:off x="3615264" y="2982385"/>
            <a:ext cx="2946403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F6C299DA-F5B1-E950-2E3A-388E9EAE98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3717" y="5831046"/>
            <a:ext cx="822852" cy="82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87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E8CD7-7660-1A36-F5AC-DF5453DB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大模型开发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4863A81-F0AC-61B5-B609-652161E514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4"/>
          <a:stretch>
            <a:fillRect/>
          </a:stretch>
        </p:blipFill>
        <p:spPr>
          <a:xfrm>
            <a:off x="642292" y="1061014"/>
            <a:ext cx="9336596" cy="3924427"/>
          </a:xfrm>
          <a:prstGeom prst="roundRect">
            <a:avLst>
              <a:gd name="adj" fmla="val 1857"/>
            </a:avLst>
          </a:prstGeom>
          <a:ln w="6350"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3A826AA-2A71-5FE4-5B14-A659D1CF4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198" y="3215897"/>
            <a:ext cx="10125509" cy="3360334"/>
          </a:xfrm>
          <a:prstGeom prst="roundRect">
            <a:avLst>
              <a:gd name="adj" fmla="val 1857"/>
            </a:avLst>
          </a:prstGeom>
          <a:ln w="6350"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7B79FFF-7C58-5711-4ED7-E65F38A1D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960" y="1430479"/>
            <a:ext cx="211945" cy="211945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F31BFE2-3AAB-F630-5922-9F1B5CD0DDE2}"/>
              </a:ext>
            </a:extLst>
          </p:cNvPr>
          <p:cNvSpPr/>
          <p:nvPr/>
        </p:nvSpPr>
        <p:spPr>
          <a:xfrm>
            <a:off x="642292" y="1377456"/>
            <a:ext cx="9336596" cy="317993"/>
          </a:xfrm>
          <a:prstGeom prst="roundRect">
            <a:avLst/>
          </a:prstGeom>
          <a:solidFill>
            <a:srgbClr val="00B0F0">
              <a:alpha val="20000"/>
            </a:srgbClr>
          </a:solidFill>
          <a:ln w="9525">
            <a:solidFill>
              <a:srgbClr val="09B3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880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70" y="2220686"/>
            <a:ext cx="4265405" cy="869023"/>
          </a:xfrm>
        </p:spPr>
        <p:txBody>
          <a:bodyPr/>
          <a:lstStyle/>
          <a:p>
            <a:r>
              <a:rPr lang="en-US" altLang="zh-CN">
                <a:solidFill>
                  <a:srgbClr val="AD2B26"/>
                </a:solidFill>
              </a:rPr>
              <a:t>Python+AI</a:t>
            </a:r>
            <a:endParaRPr lang="zh-CN" altLang="en-US">
              <a:solidFill>
                <a:srgbClr val="AD2B26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824D6E-28AE-CB10-CE93-CDD5BBE470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429000"/>
            <a:ext cx="4872383" cy="64194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b="1">
                <a:latin typeface="荆南波波黑" panose="02000800000000000000" pitchFamily="2" charset="-122"/>
                <a:ea typeface="荆南波波黑" panose="02000800000000000000" pitchFamily="2" charset="-122"/>
              </a:rPr>
              <a:t>—— </a:t>
            </a:r>
            <a:r>
              <a:rPr lang="zh-CN" altLang="en-US" b="1">
                <a:latin typeface="荆南波波黑" panose="02000800000000000000" pitchFamily="2" charset="-122"/>
                <a:ea typeface="荆南波波黑" panose="02000800000000000000" pitchFamily="2" charset="-122"/>
              </a:rPr>
              <a:t>从入门到大神一套通关 </a:t>
            </a:r>
            <a:r>
              <a:rPr lang="en-US" altLang="zh-CN">
                <a:latin typeface="荆南波波黑" panose="02000800000000000000" pitchFamily="2" charset="-122"/>
                <a:ea typeface="荆南波波黑" panose="02000800000000000000" pitchFamily="2" charset="-122"/>
              </a:rPr>
              <a:t>——</a:t>
            </a:r>
            <a:endParaRPr lang="zh-CN" altLang="en-US"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6615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DD45-8714-1F25-C2C6-EDEE5DBE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4247585-CB85-1C46-3F10-6D732D46DEB4}"/>
              </a:ext>
            </a:extLst>
          </p:cNvPr>
          <p:cNvCxnSpPr>
            <a:cxnSpLocks/>
          </p:cNvCxnSpPr>
          <p:nvPr/>
        </p:nvCxnSpPr>
        <p:spPr>
          <a:xfrm>
            <a:off x="695739" y="3339998"/>
            <a:ext cx="10840437" cy="0"/>
          </a:xfrm>
          <a:prstGeom prst="straightConnector1">
            <a:avLst/>
          </a:prstGeom>
          <a:ln w="12700">
            <a:solidFill>
              <a:srgbClr val="7030A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>
            <a:extLst>
              <a:ext uri="{FF2B5EF4-FFF2-40B4-BE49-F238E27FC236}">
                <a16:creationId xmlns:a16="http://schemas.microsoft.com/office/drawing/2014/main" id="{D11B6D54-6DA8-287D-BF0D-EABA98325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课程内容</a:t>
            </a:r>
          </a:p>
        </p:txBody>
      </p:sp>
      <p:sp>
        <p:nvSpPr>
          <p:cNvPr id="5" name="Number2">
            <a:extLst>
              <a:ext uri="{FF2B5EF4-FFF2-40B4-BE49-F238E27FC236}">
                <a16:creationId xmlns:a16="http://schemas.microsoft.com/office/drawing/2014/main" id="{A7809612-CCD7-5DA7-C48A-F4C5C6E308A0}"/>
              </a:ext>
            </a:extLst>
          </p:cNvPr>
          <p:cNvSpPr/>
          <p:nvPr/>
        </p:nvSpPr>
        <p:spPr bwMode="auto">
          <a:xfrm>
            <a:off x="3027023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>
            <a:gsLst>
              <a:gs pos="0">
                <a:srgbClr val="62CB78">
                  <a:lumMod val="60000"/>
                  <a:lumOff val="40000"/>
                </a:srgbClr>
              </a:gs>
              <a:gs pos="60000">
                <a:srgbClr val="62CB78"/>
              </a:gs>
            </a:gsLst>
            <a:lin ang="2700000" scaled="0"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2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7" name="Number3">
            <a:extLst>
              <a:ext uri="{FF2B5EF4-FFF2-40B4-BE49-F238E27FC236}">
                <a16:creationId xmlns:a16="http://schemas.microsoft.com/office/drawing/2014/main" id="{30A89D85-C701-8A9B-7429-24440A048F2D}"/>
              </a:ext>
            </a:extLst>
          </p:cNvPr>
          <p:cNvSpPr/>
          <p:nvPr/>
        </p:nvSpPr>
        <p:spPr bwMode="auto">
          <a:xfrm>
            <a:off x="4890946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>
            <a:gsLst>
              <a:gs pos="0">
                <a:srgbClr val="44B4CF">
                  <a:lumMod val="60000"/>
                  <a:lumOff val="40000"/>
                </a:srgbClr>
              </a:gs>
              <a:gs pos="60000">
                <a:srgbClr val="44B4CF"/>
              </a:gs>
            </a:gsLst>
            <a:lin ang="2700000" scaled="0"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3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9" name="Number4">
            <a:extLst>
              <a:ext uri="{FF2B5EF4-FFF2-40B4-BE49-F238E27FC236}">
                <a16:creationId xmlns:a16="http://schemas.microsoft.com/office/drawing/2014/main" id="{2F9BB4F2-7EF9-3C78-2153-E01F0CD915E7}"/>
              </a:ext>
            </a:extLst>
          </p:cNvPr>
          <p:cNvSpPr/>
          <p:nvPr/>
        </p:nvSpPr>
        <p:spPr bwMode="auto">
          <a:xfrm>
            <a:off x="6754869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>
            <a:gsLst>
              <a:gs pos="0">
                <a:srgbClr val="7995D8">
                  <a:lumMod val="60000"/>
                  <a:lumOff val="40000"/>
                </a:srgbClr>
              </a:gs>
              <a:gs pos="60000">
                <a:srgbClr val="7995D8"/>
              </a:gs>
            </a:gsLst>
            <a:lin ang="2700000" scaled="0"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4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0" name="Number4">
            <a:extLst>
              <a:ext uri="{FF2B5EF4-FFF2-40B4-BE49-F238E27FC236}">
                <a16:creationId xmlns:a16="http://schemas.microsoft.com/office/drawing/2014/main" id="{361981B2-613B-FDBF-EC0C-7E96E744EAB5}"/>
              </a:ext>
            </a:extLst>
          </p:cNvPr>
          <p:cNvSpPr/>
          <p:nvPr/>
        </p:nvSpPr>
        <p:spPr bwMode="auto">
          <a:xfrm>
            <a:off x="10482714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0800000" scaled="1"/>
            <a:tileRect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kern="0" dirty="0">
                <a:solidFill>
                  <a:srgbClr val="FFFFFF"/>
                </a:solidFill>
                <a:latin typeface="Arial" panose="02110004020202020204"/>
                <a:ea typeface="微软雅黑"/>
                <a:cs typeface="+mn-ea"/>
                <a:sym typeface="+mn-lt"/>
              </a:rPr>
              <a:t>6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1" name="Number4">
            <a:extLst>
              <a:ext uri="{FF2B5EF4-FFF2-40B4-BE49-F238E27FC236}">
                <a16:creationId xmlns:a16="http://schemas.microsoft.com/office/drawing/2014/main" id="{DAF95132-48CA-B790-824C-1D9A81CA9C3F}"/>
              </a:ext>
            </a:extLst>
          </p:cNvPr>
          <p:cNvSpPr/>
          <p:nvPr/>
        </p:nvSpPr>
        <p:spPr bwMode="auto">
          <a:xfrm>
            <a:off x="8618792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 flip="none" rotWithShape="1">
            <a:gsLst>
              <a:gs pos="0">
                <a:srgbClr val="BD92DE">
                  <a:shade val="30000"/>
                  <a:satMod val="115000"/>
                </a:srgbClr>
              </a:gs>
              <a:gs pos="50000">
                <a:srgbClr val="BD92DE">
                  <a:shade val="67500"/>
                  <a:satMod val="115000"/>
                </a:srgbClr>
              </a:gs>
              <a:gs pos="100000">
                <a:srgbClr val="BD92DE">
                  <a:shade val="100000"/>
                  <a:satMod val="115000"/>
                </a:srgbClr>
              </a:gs>
            </a:gsLst>
            <a:lin ang="10800000" scaled="1"/>
            <a:tileRect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kern="0" dirty="0">
                <a:solidFill>
                  <a:srgbClr val="FFFFFF"/>
                </a:solidFill>
                <a:latin typeface="Arial" panose="02110004020202020204"/>
                <a:ea typeface="微软雅黑"/>
                <a:cs typeface="+mn-ea"/>
                <a:sym typeface="+mn-lt"/>
              </a:rPr>
              <a:t>5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2" name="Number1">
            <a:extLst>
              <a:ext uri="{FF2B5EF4-FFF2-40B4-BE49-F238E27FC236}">
                <a16:creationId xmlns:a16="http://schemas.microsoft.com/office/drawing/2014/main" id="{27D7A9DA-1586-2CF9-020C-459BEC83459E}"/>
              </a:ext>
            </a:extLst>
          </p:cNvPr>
          <p:cNvSpPr/>
          <p:nvPr/>
        </p:nvSpPr>
        <p:spPr bwMode="auto">
          <a:xfrm>
            <a:off x="1163100" y="314373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solidFill>
            <a:srgbClr val="92D050"/>
          </a:soli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1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182F13-5A41-5FC0-4F5F-B09198521282}"/>
              </a:ext>
            </a:extLst>
          </p:cNvPr>
          <p:cNvSpPr txBox="1"/>
          <p:nvPr/>
        </p:nvSpPr>
        <p:spPr>
          <a:xfrm>
            <a:off x="4233930" y="1097227"/>
            <a:ext cx="1951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-AI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应用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365E9F5-E572-4B47-D83D-E9187AF888DC}"/>
              </a:ext>
            </a:extLst>
          </p:cNvPr>
          <p:cNvSpPr txBox="1"/>
          <p:nvPr/>
        </p:nvSpPr>
        <p:spPr>
          <a:xfrm>
            <a:off x="2507936" y="3593434"/>
            <a:ext cx="1645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核心语法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5A2780-1EAF-C658-3224-3BEFF9248EA2}"/>
              </a:ext>
            </a:extLst>
          </p:cNvPr>
          <p:cNvSpPr txBox="1"/>
          <p:nvPr/>
        </p:nvSpPr>
        <p:spPr>
          <a:xfrm>
            <a:off x="884455" y="1540555"/>
            <a:ext cx="1285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启航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CA6AB5B-7FC3-61E7-EC7E-2A943167011E}"/>
              </a:ext>
            </a:extLst>
          </p:cNvPr>
          <p:cNvSpPr txBox="1"/>
          <p:nvPr/>
        </p:nvSpPr>
        <p:spPr>
          <a:xfrm>
            <a:off x="6096000" y="3593433"/>
            <a:ext cx="1754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爬虫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FD5AD1-0C32-417C-D6B0-44D795FDBC06}"/>
              </a:ext>
            </a:extLst>
          </p:cNvPr>
          <p:cNvSpPr txBox="1"/>
          <p:nvPr/>
        </p:nvSpPr>
        <p:spPr>
          <a:xfrm>
            <a:off x="8012340" y="1080703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数据分析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9F5FC14-8424-552F-A81B-D515D57DC91E}"/>
              </a:ext>
            </a:extLst>
          </p:cNvPr>
          <p:cNvSpPr txBox="1"/>
          <p:nvPr/>
        </p:nvSpPr>
        <p:spPr>
          <a:xfrm>
            <a:off x="9604188" y="3611083"/>
            <a:ext cx="2164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-Web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应用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311117-50A7-6182-C9C1-03C6FAA95D8C}"/>
              </a:ext>
            </a:extLst>
          </p:cNvPr>
          <p:cNvSpPr txBox="1"/>
          <p:nvPr/>
        </p:nvSpPr>
        <p:spPr>
          <a:xfrm>
            <a:off x="884455" y="1848332"/>
            <a:ext cx="1518364" cy="1173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初识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解释器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开发工具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入门程序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5B69BD-CBFB-97A6-36E4-16B037F89EFA}"/>
              </a:ext>
            </a:extLst>
          </p:cNvPr>
          <p:cNvSpPr txBox="1"/>
          <p:nvPr/>
        </p:nvSpPr>
        <p:spPr>
          <a:xfrm>
            <a:off x="2507936" y="3919535"/>
            <a:ext cx="1412566" cy="1725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数据存储与运算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流程控制语句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数据存储容器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函数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面向对象基础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......</a:t>
            </a:r>
            <a:endParaRPr lang="zh-CN" altLang="en-US" sz="12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52923C-28DA-E913-8249-08634B653B4E}"/>
              </a:ext>
            </a:extLst>
          </p:cNvPr>
          <p:cNvSpPr txBox="1"/>
          <p:nvPr/>
        </p:nvSpPr>
        <p:spPr>
          <a:xfrm>
            <a:off x="4333461" y="1405004"/>
            <a:ext cx="2786316" cy="1725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AI</a:t>
            </a:r>
            <a:r>
              <a:rPr lang="zh-CN" altLang="en-US" sz="1200"/>
              <a:t>大模型基础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HTTP</a:t>
            </a:r>
            <a:r>
              <a:rPr lang="zh-CN" altLang="en-US" sz="1200"/>
              <a:t>协议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接入</a:t>
            </a:r>
            <a:r>
              <a:rPr lang="en-US" altLang="zh-CN" sz="1200"/>
              <a:t>DeepSeek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Prompt</a:t>
            </a:r>
            <a:r>
              <a:rPr lang="zh-CN" altLang="en-US" sz="1200"/>
              <a:t>工程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AI</a:t>
            </a:r>
            <a:r>
              <a:rPr lang="zh-CN" altLang="en-US" sz="1200"/>
              <a:t>伴侣项目</a:t>
            </a:r>
            <a:r>
              <a:rPr lang="en-US" altLang="zh-CN" sz="1200"/>
              <a:t>(Streamlit</a:t>
            </a:r>
            <a:r>
              <a:rPr lang="zh-CN" altLang="en-US" sz="1200"/>
              <a:t>、文件</a:t>
            </a:r>
            <a:r>
              <a:rPr lang="en-US" altLang="zh-CN" sz="1200"/>
              <a:t>…)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 </a:t>
            </a:r>
            <a:r>
              <a:rPr lang="zh-CN" altLang="en-US" sz="1200"/>
              <a:t>大模型开发学习指南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6D3353-C14A-984B-9872-B775A583198B}"/>
              </a:ext>
            </a:extLst>
          </p:cNvPr>
          <p:cNvSpPr txBox="1"/>
          <p:nvPr/>
        </p:nvSpPr>
        <p:spPr>
          <a:xfrm>
            <a:off x="6096001" y="3901210"/>
            <a:ext cx="2848194" cy="1725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爬虫入门</a:t>
            </a:r>
            <a:r>
              <a:rPr lang="en-US" altLang="zh-CN" sz="1200"/>
              <a:t>(</a:t>
            </a:r>
            <a:r>
              <a:rPr lang="zh-CN" altLang="en-US" sz="1200"/>
              <a:t>入门、合规性</a:t>
            </a:r>
            <a:r>
              <a:rPr lang="en-US" altLang="zh-CN" sz="1200"/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HTML</a:t>
            </a:r>
            <a:r>
              <a:rPr lang="zh-CN" altLang="en-US" sz="1200"/>
              <a:t>页面结构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正则表达式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爬虫项目实战</a:t>
            </a:r>
            <a:r>
              <a:rPr lang="en-US" altLang="zh-CN" sz="1200"/>
              <a:t>(</a:t>
            </a:r>
            <a:r>
              <a:rPr lang="zh-CN" altLang="en-US" sz="1200"/>
              <a:t>豆瓣电影</a:t>
            </a:r>
            <a:r>
              <a:rPr lang="en-US" altLang="zh-CN" sz="1200"/>
              <a:t>TOP</a:t>
            </a:r>
            <a:r>
              <a:rPr lang="zh-CN" altLang="en-US" sz="1200"/>
              <a:t>榜</a:t>
            </a:r>
            <a:r>
              <a:rPr lang="en-US" altLang="zh-CN" sz="1200"/>
              <a:t>...)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多线程、线程池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 </a:t>
            </a:r>
            <a:r>
              <a:rPr lang="zh-CN" altLang="en-US" sz="1200"/>
              <a:t>爬虫学习指南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2E75CCD-2752-80A3-AF66-FFB80480E92A}"/>
              </a:ext>
            </a:extLst>
          </p:cNvPr>
          <p:cNvSpPr txBox="1"/>
          <p:nvPr/>
        </p:nvSpPr>
        <p:spPr>
          <a:xfrm>
            <a:off x="8115747" y="1370829"/>
            <a:ext cx="2280582" cy="1727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数据分析初体验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Jupiter Notebook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Pandas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Matplotlib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数据分析与可视化案例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 </a:t>
            </a:r>
            <a:r>
              <a:rPr lang="zh-CN" altLang="en-US" sz="1200"/>
              <a:t>数据分析学习指南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664FFEE-CC40-D56B-021C-5D656BFD7C87}"/>
              </a:ext>
            </a:extLst>
          </p:cNvPr>
          <p:cNvSpPr txBox="1"/>
          <p:nvPr/>
        </p:nvSpPr>
        <p:spPr>
          <a:xfrm>
            <a:off x="9684064" y="3919535"/>
            <a:ext cx="2019149" cy="1450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/>
              <a:t>面向对象高级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FastAPI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Web</a:t>
            </a:r>
            <a:r>
              <a:rPr lang="zh-CN" altLang="en-US" sz="1200"/>
              <a:t>应用案例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装饰器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Python</a:t>
            </a:r>
            <a:r>
              <a:rPr lang="zh-CN" altLang="en-US" sz="1200"/>
              <a:t> </a:t>
            </a:r>
            <a:r>
              <a:rPr lang="en-US" altLang="zh-CN" sz="1200"/>
              <a:t>Web</a:t>
            </a:r>
            <a:r>
              <a:rPr lang="zh-CN" altLang="en-US" sz="1200"/>
              <a:t>学习指南</a:t>
            </a:r>
          </a:p>
        </p:txBody>
      </p:sp>
      <p:sp>
        <p:nvSpPr>
          <p:cNvPr id="25" name="Number1">
            <a:extLst>
              <a:ext uri="{FF2B5EF4-FFF2-40B4-BE49-F238E27FC236}">
                <a16:creationId xmlns:a16="http://schemas.microsoft.com/office/drawing/2014/main" id="{01043CB4-4315-C322-F5AA-8EA5D806E0F6}"/>
              </a:ext>
            </a:extLst>
          </p:cNvPr>
          <p:cNvSpPr/>
          <p:nvPr/>
        </p:nvSpPr>
        <p:spPr>
          <a:xfrm>
            <a:off x="-1761098" y="4464172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62CB7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</a:p>
        </p:txBody>
      </p:sp>
      <p:sp>
        <p:nvSpPr>
          <p:cNvPr id="26" name="Number2">
            <a:extLst>
              <a:ext uri="{FF2B5EF4-FFF2-40B4-BE49-F238E27FC236}">
                <a16:creationId xmlns:a16="http://schemas.microsoft.com/office/drawing/2014/main" id="{27381744-B99D-6F2F-DE5D-F8164B3649E8}"/>
              </a:ext>
            </a:extLst>
          </p:cNvPr>
          <p:cNvSpPr/>
          <p:nvPr/>
        </p:nvSpPr>
        <p:spPr>
          <a:xfrm>
            <a:off x="1571156" y="769620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3C7FE4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</a:p>
        </p:txBody>
      </p:sp>
      <p:sp>
        <p:nvSpPr>
          <p:cNvPr id="27" name="Number3">
            <a:extLst>
              <a:ext uri="{FF2B5EF4-FFF2-40B4-BE49-F238E27FC236}">
                <a16:creationId xmlns:a16="http://schemas.microsoft.com/office/drawing/2014/main" id="{16A8BCB8-4F5E-9730-5675-3EA9F6DD075B}"/>
              </a:ext>
            </a:extLst>
          </p:cNvPr>
          <p:cNvSpPr/>
          <p:nvPr/>
        </p:nvSpPr>
        <p:spPr>
          <a:xfrm>
            <a:off x="13343965" y="4464172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44B4CF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</a:p>
        </p:txBody>
      </p:sp>
      <p:sp>
        <p:nvSpPr>
          <p:cNvPr id="28" name="Number4">
            <a:extLst>
              <a:ext uri="{FF2B5EF4-FFF2-40B4-BE49-F238E27FC236}">
                <a16:creationId xmlns:a16="http://schemas.microsoft.com/office/drawing/2014/main" id="{2E14F79B-58F6-8DC2-227D-F9B633567990}"/>
              </a:ext>
            </a:extLst>
          </p:cNvPr>
          <p:cNvSpPr/>
          <p:nvPr/>
        </p:nvSpPr>
        <p:spPr>
          <a:xfrm>
            <a:off x="10125419" y="769620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7995D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123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53" presetClass="entr" presetSubtype="16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53" presetClass="entr" presetSubtype="16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53" presetClass="entr" presetSubtype="16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8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9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9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1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2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122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2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1" grpId="0" animBg="1"/>
      <p:bldP spid="12" grpId="0" animBg="1"/>
      <p:bldP spid="16" grpId="0"/>
      <p:bldP spid="17" grpId="0"/>
      <p:bldP spid="18" grpId="0"/>
      <p:bldP spid="19" grpId="0"/>
      <p:bldP spid="20" grpId="0"/>
      <p:bldP spid="22" grpId="0"/>
      <p:bldP spid="13" grpId="0"/>
      <p:bldP spid="14" grpId="0"/>
      <p:bldP spid="15" grpId="0"/>
      <p:bldP spid="21" grpId="0"/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0078AE1-F7AC-35CE-0882-6146FC43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课程特色</a:t>
            </a:r>
          </a:p>
        </p:txBody>
      </p:sp>
      <p:sp>
        <p:nvSpPr>
          <p:cNvPr id="48" name="空心弧 47">
            <a:extLst>
              <a:ext uri="{FF2B5EF4-FFF2-40B4-BE49-F238E27FC236}">
                <a16:creationId xmlns:a16="http://schemas.microsoft.com/office/drawing/2014/main" id="{2E0DD862-4FEE-18DB-5112-2C9ECF546A58}"/>
              </a:ext>
            </a:extLst>
          </p:cNvPr>
          <p:cNvSpPr/>
          <p:nvPr/>
        </p:nvSpPr>
        <p:spPr>
          <a:xfrm rot="2364690" flipH="1">
            <a:off x="3980264" y="1801680"/>
            <a:ext cx="4226405" cy="4226399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44B4C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空心弧 48">
            <a:extLst>
              <a:ext uri="{FF2B5EF4-FFF2-40B4-BE49-F238E27FC236}">
                <a16:creationId xmlns:a16="http://schemas.microsoft.com/office/drawing/2014/main" id="{054C6593-C981-02CF-C7A2-0E4896598054}"/>
              </a:ext>
            </a:extLst>
          </p:cNvPr>
          <p:cNvSpPr/>
          <p:nvPr/>
        </p:nvSpPr>
        <p:spPr>
          <a:xfrm rot="19235310">
            <a:off x="3985330" y="1801680"/>
            <a:ext cx="4226405" cy="4226399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62CB78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空心弧 49">
            <a:extLst>
              <a:ext uri="{FF2B5EF4-FFF2-40B4-BE49-F238E27FC236}">
                <a16:creationId xmlns:a16="http://schemas.microsoft.com/office/drawing/2014/main" id="{00759235-83A7-C685-EAEC-937A57387539}"/>
              </a:ext>
            </a:extLst>
          </p:cNvPr>
          <p:cNvSpPr/>
          <p:nvPr/>
        </p:nvSpPr>
        <p:spPr>
          <a:xfrm rot="6037468" flipH="1">
            <a:off x="3980267" y="1801677"/>
            <a:ext cx="4226401" cy="4226405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9FAFB9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空心弧 50">
            <a:extLst>
              <a:ext uri="{FF2B5EF4-FFF2-40B4-BE49-F238E27FC236}">
                <a16:creationId xmlns:a16="http://schemas.microsoft.com/office/drawing/2014/main" id="{0BEA8C3B-FF53-9F5C-F5F9-3C2E11075415}"/>
              </a:ext>
            </a:extLst>
          </p:cNvPr>
          <p:cNvSpPr/>
          <p:nvPr/>
        </p:nvSpPr>
        <p:spPr>
          <a:xfrm rot="15562532">
            <a:off x="3985334" y="1801677"/>
            <a:ext cx="4226401" cy="4226405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4381DD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空心弧 51">
            <a:extLst>
              <a:ext uri="{FF2B5EF4-FFF2-40B4-BE49-F238E27FC236}">
                <a16:creationId xmlns:a16="http://schemas.microsoft.com/office/drawing/2014/main" id="{3F463E54-2B7D-79B5-48B2-E5B4A3E8D54C}"/>
              </a:ext>
            </a:extLst>
          </p:cNvPr>
          <p:cNvSpPr/>
          <p:nvPr/>
        </p:nvSpPr>
        <p:spPr>
          <a:xfrm rot="2364690" flipH="1">
            <a:off x="4274046" y="2100526"/>
            <a:ext cx="3628711" cy="3628707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44B4CF"/>
          </a:soli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空心弧 52">
            <a:extLst>
              <a:ext uri="{FF2B5EF4-FFF2-40B4-BE49-F238E27FC236}">
                <a16:creationId xmlns:a16="http://schemas.microsoft.com/office/drawing/2014/main" id="{30B359CC-B628-82DF-C97C-B43429FECAFC}"/>
              </a:ext>
            </a:extLst>
          </p:cNvPr>
          <p:cNvSpPr/>
          <p:nvPr/>
        </p:nvSpPr>
        <p:spPr>
          <a:xfrm rot="19235310">
            <a:off x="4279112" y="2100526"/>
            <a:ext cx="3628711" cy="3628707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62CB78"/>
          </a:soli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空心弧 53">
            <a:extLst>
              <a:ext uri="{FF2B5EF4-FFF2-40B4-BE49-F238E27FC236}">
                <a16:creationId xmlns:a16="http://schemas.microsoft.com/office/drawing/2014/main" id="{C563F8EE-6089-2E88-0A03-4FC9CF447495}"/>
              </a:ext>
            </a:extLst>
          </p:cNvPr>
          <p:cNvSpPr/>
          <p:nvPr/>
        </p:nvSpPr>
        <p:spPr>
          <a:xfrm rot="6037468" flipH="1">
            <a:off x="4274049" y="2100525"/>
            <a:ext cx="3628707" cy="3628711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7995D8"/>
          </a:soli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空心弧 54">
            <a:extLst>
              <a:ext uri="{FF2B5EF4-FFF2-40B4-BE49-F238E27FC236}">
                <a16:creationId xmlns:a16="http://schemas.microsoft.com/office/drawing/2014/main" id="{C3BEC92B-D34D-CEE6-D3AA-ECE526E45F2E}"/>
              </a:ext>
            </a:extLst>
          </p:cNvPr>
          <p:cNvSpPr/>
          <p:nvPr/>
        </p:nvSpPr>
        <p:spPr>
          <a:xfrm rot="15562532">
            <a:off x="4279115" y="2100525"/>
            <a:ext cx="3628707" cy="3628711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gradFill rotWithShape="1">
            <a:gsLst>
              <a:gs pos="0">
                <a:srgbClr val="4381DD"/>
              </a:gs>
              <a:gs pos="50000">
                <a:srgbClr val="4381DD">
                  <a:satMod val="110000"/>
                  <a:lumMod val="100000"/>
                  <a:shade val="100000"/>
                </a:srgbClr>
              </a:gs>
              <a:gs pos="100000">
                <a:srgbClr val="4381DD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1" name="Number1">
            <a:extLst>
              <a:ext uri="{FF2B5EF4-FFF2-40B4-BE49-F238E27FC236}">
                <a16:creationId xmlns:a16="http://schemas.microsoft.com/office/drawing/2014/main" id="{E68A9665-446C-DF31-E195-7A862E8801B7}"/>
              </a:ext>
            </a:extLst>
          </p:cNvPr>
          <p:cNvSpPr/>
          <p:nvPr/>
        </p:nvSpPr>
        <p:spPr>
          <a:xfrm>
            <a:off x="669925" y="136119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62CB7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1026A897-22C7-E9CE-F2F1-0C42DCA90176}"/>
              </a:ext>
            </a:extLst>
          </p:cNvPr>
          <p:cNvGrpSpPr/>
          <p:nvPr/>
        </p:nvGrpSpPr>
        <p:grpSpPr>
          <a:xfrm>
            <a:off x="1297728" y="1439901"/>
            <a:ext cx="2521797" cy="1472066"/>
            <a:chOff x="1297728" y="1439901"/>
            <a:chExt cx="2521797" cy="1472066"/>
          </a:xfrm>
        </p:grpSpPr>
        <p:sp>
          <p:nvSpPr>
            <p:cNvPr id="83" name="Bullet1">
              <a:extLst>
                <a:ext uri="{FF2B5EF4-FFF2-40B4-BE49-F238E27FC236}">
                  <a16:creationId xmlns:a16="http://schemas.microsoft.com/office/drawing/2014/main" id="{10786AE7-4B37-F04D-FBFB-9A9D8DBEDCB4}"/>
                </a:ext>
              </a:extLst>
            </p:cNvPr>
            <p:cNvSpPr txBox="1"/>
            <p:nvPr/>
          </p:nvSpPr>
          <p:spPr bwMode="auto">
            <a:xfrm>
              <a:off x="1297728" y="1439901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>
                <a:spcBef>
                  <a:spcPct val="0"/>
                </a:spcBef>
              </a:pPr>
              <a:r>
                <a:rPr lang="zh-CN" altLang="en-US" b="1">
                  <a:solidFill>
                    <a:srgbClr val="000000"/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知识全面，体系完整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84" name="Text1">
              <a:extLst>
                <a:ext uri="{FF2B5EF4-FFF2-40B4-BE49-F238E27FC236}">
                  <a16:creationId xmlns:a16="http://schemas.microsoft.com/office/drawing/2014/main" id="{9E171EA3-76CF-B5BE-9367-E8869CE5E164}"/>
                </a:ext>
              </a:extLst>
            </p:cNvPr>
            <p:cNvSpPr/>
            <p:nvPr/>
          </p:nvSpPr>
          <p:spPr bwMode="auto">
            <a:xfrm>
              <a:off x="1297728" y="2041656"/>
              <a:ext cx="2521797" cy="870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系统构建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Python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技能树，涵盖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Python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语言核心、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AI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、网络爬虫、数据分析、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Web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应用等关键领域。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75" name="Number2">
            <a:extLst>
              <a:ext uri="{FF2B5EF4-FFF2-40B4-BE49-F238E27FC236}">
                <a16:creationId xmlns:a16="http://schemas.microsoft.com/office/drawing/2014/main" id="{24E73DD6-3204-F5B7-5176-B4CF1FD8B6AD}"/>
              </a:ext>
            </a:extLst>
          </p:cNvPr>
          <p:cNvSpPr/>
          <p:nvPr/>
        </p:nvSpPr>
        <p:spPr>
          <a:xfrm>
            <a:off x="669925" y="3694323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3C7FE4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4370FD1A-906B-22EB-F1CB-A2FF2E504A71}"/>
              </a:ext>
            </a:extLst>
          </p:cNvPr>
          <p:cNvGrpSpPr/>
          <p:nvPr/>
        </p:nvGrpSpPr>
        <p:grpSpPr>
          <a:xfrm>
            <a:off x="1297728" y="3773034"/>
            <a:ext cx="2521797" cy="1925401"/>
            <a:chOff x="1297728" y="3773034"/>
            <a:chExt cx="2521797" cy="1925401"/>
          </a:xfrm>
        </p:grpSpPr>
        <p:sp>
          <p:nvSpPr>
            <p:cNvPr id="77" name="Bullet2">
              <a:extLst>
                <a:ext uri="{FF2B5EF4-FFF2-40B4-BE49-F238E27FC236}">
                  <a16:creationId xmlns:a16="http://schemas.microsoft.com/office/drawing/2014/main" id="{079EC8DB-5FF0-CA28-9A67-CE1AAD8BD0AB}"/>
                </a:ext>
              </a:extLst>
            </p:cNvPr>
            <p:cNvSpPr txBox="1"/>
            <p:nvPr/>
          </p:nvSpPr>
          <p:spPr bwMode="auto">
            <a:xfrm>
              <a:off x="1297728" y="3773034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b="1">
                  <a:solidFill>
                    <a:srgbClr val="000000"/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项目驱动，实战教学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78" name="Text2">
              <a:extLst>
                <a:ext uri="{FF2B5EF4-FFF2-40B4-BE49-F238E27FC236}">
                  <a16:creationId xmlns:a16="http://schemas.microsoft.com/office/drawing/2014/main" id="{C197A7F8-CB15-4E37-C015-CC080A3BFD33}"/>
                </a:ext>
              </a:extLst>
            </p:cNvPr>
            <p:cNvSpPr/>
            <p:nvPr/>
          </p:nvSpPr>
          <p:spPr bwMode="auto">
            <a:xfrm>
              <a:off x="1297728" y="4374789"/>
              <a:ext cx="2521797" cy="1323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fontScale="925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通过多元案例驱动，提升学习动力。通过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AI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应用、爬虫、数据分析与可视化、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Web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应用等丰富的项目实战，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以可感知的成果巩固知识，激发学习兴趣和创造潜力。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67" name="Icon3">
            <a:extLst>
              <a:ext uri="{FF2B5EF4-FFF2-40B4-BE49-F238E27FC236}">
                <a16:creationId xmlns:a16="http://schemas.microsoft.com/office/drawing/2014/main" id="{11581DF8-36AF-3512-C48A-6355CFAD714F}"/>
              </a:ext>
            </a:extLst>
          </p:cNvPr>
          <p:cNvSpPr/>
          <p:nvPr/>
        </p:nvSpPr>
        <p:spPr>
          <a:xfrm>
            <a:off x="7313058" y="3773033"/>
            <a:ext cx="360000" cy="315806"/>
          </a:xfrm>
          <a:custGeom>
            <a:avLst/>
            <a:gdLst>
              <a:gd name="connsiteX0" fmla="*/ 352921 w 607646"/>
              <a:gd name="connsiteY0" fmla="*/ 457945 h 533051"/>
              <a:gd name="connsiteX1" fmla="*/ 342979 w 607646"/>
              <a:gd name="connsiteY1" fmla="*/ 462170 h 533051"/>
              <a:gd name="connsiteX2" fmla="*/ 338854 w 607646"/>
              <a:gd name="connsiteY2" fmla="*/ 472100 h 533051"/>
              <a:gd name="connsiteX3" fmla="*/ 342979 w 607646"/>
              <a:gd name="connsiteY3" fmla="*/ 482029 h 533051"/>
              <a:gd name="connsiteX4" fmla="*/ 352921 w 607646"/>
              <a:gd name="connsiteY4" fmla="*/ 486149 h 533051"/>
              <a:gd name="connsiteX5" fmla="*/ 362863 w 607646"/>
              <a:gd name="connsiteY5" fmla="*/ 482029 h 533051"/>
              <a:gd name="connsiteX6" fmla="*/ 366987 w 607646"/>
              <a:gd name="connsiteY6" fmla="*/ 472100 h 533051"/>
              <a:gd name="connsiteX7" fmla="*/ 362863 w 607646"/>
              <a:gd name="connsiteY7" fmla="*/ 462170 h 533051"/>
              <a:gd name="connsiteX8" fmla="*/ 352921 w 607646"/>
              <a:gd name="connsiteY8" fmla="*/ 457945 h 533051"/>
              <a:gd name="connsiteX9" fmla="*/ 438485 w 607646"/>
              <a:gd name="connsiteY9" fmla="*/ 375972 h 533051"/>
              <a:gd name="connsiteX10" fmla="*/ 431081 w 607646"/>
              <a:gd name="connsiteY10" fmla="*/ 379141 h 533051"/>
              <a:gd name="connsiteX11" fmla="*/ 372699 w 607646"/>
              <a:gd name="connsiteY11" fmla="*/ 437346 h 533051"/>
              <a:gd name="connsiteX12" fmla="*/ 369632 w 607646"/>
              <a:gd name="connsiteY12" fmla="*/ 444846 h 533051"/>
              <a:gd name="connsiteX13" fmla="*/ 372699 w 607646"/>
              <a:gd name="connsiteY13" fmla="*/ 452346 h 533051"/>
              <a:gd name="connsiteX14" fmla="*/ 380208 w 607646"/>
              <a:gd name="connsiteY14" fmla="*/ 455409 h 533051"/>
              <a:gd name="connsiteX15" fmla="*/ 387612 w 607646"/>
              <a:gd name="connsiteY15" fmla="*/ 452346 h 533051"/>
              <a:gd name="connsiteX16" fmla="*/ 445994 w 607646"/>
              <a:gd name="connsiteY16" fmla="*/ 394035 h 533051"/>
              <a:gd name="connsiteX17" fmla="*/ 449062 w 607646"/>
              <a:gd name="connsiteY17" fmla="*/ 386535 h 533051"/>
              <a:gd name="connsiteX18" fmla="*/ 445994 w 607646"/>
              <a:gd name="connsiteY18" fmla="*/ 379141 h 533051"/>
              <a:gd name="connsiteX19" fmla="*/ 438485 w 607646"/>
              <a:gd name="connsiteY19" fmla="*/ 375972 h 533051"/>
              <a:gd name="connsiteX20" fmla="*/ 534943 w 607646"/>
              <a:gd name="connsiteY20" fmla="*/ 217624 h 533051"/>
              <a:gd name="connsiteX21" fmla="*/ 553981 w 607646"/>
              <a:gd name="connsiteY21" fmla="*/ 225547 h 533051"/>
              <a:gd name="connsiteX22" fmla="*/ 554404 w 607646"/>
              <a:gd name="connsiteY22" fmla="*/ 225969 h 533051"/>
              <a:gd name="connsiteX23" fmla="*/ 556520 w 607646"/>
              <a:gd name="connsiteY23" fmla="*/ 230934 h 533051"/>
              <a:gd name="connsiteX24" fmla="*/ 554510 w 607646"/>
              <a:gd name="connsiteY24" fmla="*/ 235899 h 533051"/>
              <a:gd name="connsiteX25" fmla="*/ 524050 w 607646"/>
              <a:gd name="connsiteY25" fmla="*/ 266322 h 533051"/>
              <a:gd name="connsiteX26" fmla="*/ 516752 w 607646"/>
              <a:gd name="connsiteY26" fmla="*/ 283752 h 533051"/>
              <a:gd name="connsiteX27" fmla="*/ 524050 w 607646"/>
              <a:gd name="connsiteY27" fmla="*/ 301182 h 533051"/>
              <a:gd name="connsiteX28" fmla="*/ 541501 w 607646"/>
              <a:gd name="connsiteY28" fmla="*/ 308365 h 533051"/>
              <a:gd name="connsiteX29" fmla="*/ 558952 w 607646"/>
              <a:gd name="connsiteY29" fmla="*/ 301182 h 533051"/>
              <a:gd name="connsiteX30" fmla="*/ 589413 w 607646"/>
              <a:gd name="connsiteY30" fmla="*/ 270759 h 533051"/>
              <a:gd name="connsiteX31" fmla="*/ 594384 w 607646"/>
              <a:gd name="connsiteY31" fmla="*/ 268752 h 533051"/>
              <a:gd name="connsiteX32" fmla="*/ 599355 w 607646"/>
              <a:gd name="connsiteY32" fmla="*/ 270759 h 533051"/>
              <a:gd name="connsiteX33" fmla="*/ 599778 w 607646"/>
              <a:gd name="connsiteY33" fmla="*/ 271181 h 533051"/>
              <a:gd name="connsiteX34" fmla="*/ 606758 w 607646"/>
              <a:gd name="connsiteY34" fmla="*/ 297168 h 533051"/>
              <a:gd name="connsiteX35" fmla="*/ 590047 w 607646"/>
              <a:gd name="connsiteY35" fmla="*/ 359704 h 533051"/>
              <a:gd name="connsiteX36" fmla="*/ 571010 w 607646"/>
              <a:gd name="connsiteY36" fmla="*/ 378612 h 533051"/>
              <a:gd name="connsiteX37" fmla="*/ 570798 w 607646"/>
              <a:gd name="connsiteY37" fmla="*/ 378718 h 533051"/>
              <a:gd name="connsiteX38" fmla="*/ 501627 w 607646"/>
              <a:gd name="connsiteY38" fmla="*/ 395303 h 533051"/>
              <a:gd name="connsiteX39" fmla="*/ 377987 w 607646"/>
              <a:gd name="connsiteY39" fmla="*/ 518790 h 533051"/>
              <a:gd name="connsiteX40" fmla="*/ 343507 w 607646"/>
              <a:gd name="connsiteY40" fmla="*/ 533051 h 533051"/>
              <a:gd name="connsiteX41" fmla="*/ 309028 w 607646"/>
              <a:gd name="connsiteY41" fmla="*/ 518790 h 533051"/>
              <a:gd name="connsiteX42" fmla="*/ 306066 w 607646"/>
              <a:gd name="connsiteY42" fmla="*/ 515833 h 533051"/>
              <a:gd name="connsiteX43" fmla="*/ 291788 w 607646"/>
              <a:gd name="connsiteY43" fmla="*/ 481501 h 533051"/>
              <a:gd name="connsiteX44" fmla="*/ 306066 w 607646"/>
              <a:gd name="connsiteY44" fmla="*/ 447064 h 533051"/>
              <a:gd name="connsiteX45" fmla="*/ 429707 w 607646"/>
              <a:gd name="connsiteY45" fmla="*/ 323576 h 533051"/>
              <a:gd name="connsiteX46" fmla="*/ 446418 w 607646"/>
              <a:gd name="connsiteY46" fmla="*/ 254491 h 533051"/>
              <a:gd name="connsiteX47" fmla="*/ 446418 w 607646"/>
              <a:gd name="connsiteY47" fmla="*/ 254280 h 533051"/>
              <a:gd name="connsiteX48" fmla="*/ 465455 w 607646"/>
              <a:gd name="connsiteY48" fmla="*/ 235265 h 533051"/>
              <a:gd name="connsiteX49" fmla="*/ 527963 w 607646"/>
              <a:gd name="connsiteY49" fmla="*/ 218575 h 533051"/>
              <a:gd name="connsiteX50" fmla="*/ 534943 w 607646"/>
              <a:gd name="connsiteY50" fmla="*/ 217624 h 533051"/>
              <a:gd name="connsiteX51" fmla="*/ 253873 w 607646"/>
              <a:gd name="connsiteY51" fmla="*/ 140927 h 533051"/>
              <a:gd name="connsiteX52" fmla="*/ 141005 w 607646"/>
              <a:gd name="connsiteY52" fmla="*/ 253542 h 533051"/>
              <a:gd name="connsiteX53" fmla="*/ 253873 w 607646"/>
              <a:gd name="connsiteY53" fmla="*/ 366262 h 533051"/>
              <a:gd name="connsiteX54" fmla="*/ 366741 w 607646"/>
              <a:gd name="connsiteY54" fmla="*/ 253542 h 533051"/>
              <a:gd name="connsiteX55" fmla="*/ 253873 w 607646"/>
              <a:gd name="connsiteY55" fmla="*/ 140927 h 533051"/>
              <a:gd name="connsiteX56" fmla="*/ 232929 w 607646"/>
              <a:gd name="connsiteY56" fmla="*/ 0 h 533051"/>
              <a:gd name="connsiteX57" fmla="*/ 274818 w 607646"/>
              <a:gd name="connsiteY57" fmla="*/ 0 h 533051"/>
              <a:gd name="connsiteX58" fmla="*/ 316918 w 607646"/>
              <a:gd name="connsiteY58" fmla="*/ 42045 h 533051"/>
              <a:gd name="connsiteX59" fmla="*/ 316918 w 607646"/>
              <a:gd name="connsiteY59" fmla="*/ 55885 h 533051"/>
              <a:gd name="connsiteX60" fmla="*/ 349287 w 607646"/>
              <a:gd name="connsiteY60" fmla="*/ 69301 h 533051"/>
              <a:gd name="connsiteX61" fmla="*/ 359125 w 607646"/>
              <a:gd name="connsiteY61" fmla="*/ 59476 h 533051"/>
              <a:gd name="connsiteX62" fmla="*/ 388849 w 607646"/>
              <a:gd name="connsiteY62" fmla="*/ 47222 h 533051"/>
              <a:gd name="connsiteX63" fmla="*/ 418574 w 607646"/>
              <a:gd name="connsiteY63" fmla="*/ 59476 h 533051"/>
              <a:gd name="connsiteX64" fmla="*/ 448192 w 607646"/>
              <a:gd name="connsiteY64" fmla="*/ 89162 h 533051"/>
              <a:gd name="connsiteX65" fmla="*/ 448192 w 607646"/>
              <a:gd name="connsiteY65" fmla="*/ 148533 h 533051"/>
              <a:gd name="connsiteX66" fmla="*/ 438460 w 607646"/>
              <a:gd name="connsiteY66" fmla="*/ 158252 h 533051"/>
              <a:gd name="connsiteX67" fmla="*/ 451789 w 607646"/>
              <a:gd name="connsiteY67" fmla="*/ 190684 h 533051"/>
              <a:gd name="connsiteX68" fmla="*/ 465752 w 607646"/>
              <a:gd name="connsiteY68" fmla="*/ 190684 h 533051"/>
              <a:gd name="connsiteX69" fmla="*/ 497909 w 607646"/>
              <a:gd name="connsiteY69" fmla="*/ 205685 h 533051"/>
              <a:gd name="connsiteX70" fmla="*/ 450837 w 607646"/>
              <a:gd name="connsiteY70" fmla="*/ 218257 h 533051"/>
              <a:gd name="connsiteX71" fmla="*/ 419420 w 607646"/>
              <a:gd name="connsiteY71" fmla="*/ 249739 h 533051"/>
              <a:gd name="connsiteX72" fmla="*/ 419208 w 607646"/>
              <a:gd name="connsiteY72" fmla="*/ 250372 h 533051"/>
              <a:gd name="connsiteX73" fmla="*/ 403764 w 607646"/>
              <a:gd name="connsiteY73" fmla="*/ 314603 h 533051"/>
              <a:gd name="connsiteX74" fmla="*/ 283598 w 607646"/>
              <a:gd name="connsiteY74" fmla="*/ 434613 h 533051"/>
              <a:gd name="connsiteX75" fmla="*/ 264134 w 607646"/>
              <a:gd name="connsiteY75" fmla="*/ 481518 h 533051"/>
              <a:gd name="connsiteX76" fmla="*/ 269317 w 607646"/>
              <a:gd name="connsiteY76" fmla="*/ 507083 h 533051"/>
              <a:gd name="connsiteX77" fmla="*/ 232929 w 607646"/>
              <a:gd name="connsiteY77" fmla="*/ 507083 h 533051"/>
              <a:gd name="connsiteX78" fmla="*/ 190828 w 607646"/>
              <a:gd name="connsiteY78" fmla="*/ 465143 h 533051"/>
              <a:gd name="connsiteX79" fmla="*/ 190828 w 607646"/>
              <a:gd name="connsiteY79" fmla="*/ 451304 h 533051"/>
              <a:gd name="connsiteX80" fmla="*/ 158459 w 607646"/>
              <a:gd name="connsiteY80" fmla="*/ 437888 h 533051"/>
              <a:gd name="connsiteX81" fmla="*/ 148622 w 607646"/>
              <a:gd name="connsiteY81" fmla="*/ 447712 h 533051"/>
              <a:gd name="connsiteX82" fmla="*/ 118897 w 607646"/>
              <a:gd name="connsiteY82" fmla="*/ 459967 h 533051"/>
              <a:gd name="connsiteX83" fmla="*/ 89173 w 607646"/>
              <a:gd name="connsiteY83" fmla="*/ 447712 h 533051"/>
              <a:gd name="connsiteX84" fmla="*/ 59554 w 607646"/>
              <a:gd name="connsiteY84" fmla="*/ 418027 h 533051"/>
              <a:gd name="connsiteX85" fmla="*/ 59554 w 607646"/>
              <a:gd name="connsiteY85" fmla="*/ 358656 h 533051"/>
              <a:gd name="connsiteX86" fmla="*/ 69286 w 607646"/>
              <a:gd name="connsiteY86" fmla="*/ 348831 h 533051"/>
              <a:gd name="connsiteX87" fmla="*/ 55958 w 607646"/>
              <a:gd name="connsiteY87" fmla="*/ 316505 h 533051"/>
              <a:gd name="connsiteX88" fmla="*/ 41995 w 607646"/>
              <a:gd name="connsiteY88" fmla="*/ 316505 h 533051"/>
              <a:gd name="connsiteX89" fmla="*/ 0 w 607646"/>
              <a:gd name="connsiteY89" fmla="*/ 274565 h 533051"/>
              <a:gd name="connsiteX90" fmla="*/ 0 w 607646"/>
              <a:gd name="connsiteY90" fmla="*/ 232625 h 533051"/>
              <a:gd name="connsiteX91" fmla="*/ 41995 w 607646"/>
              <a:gd name="connsiteY91" fmla="*/ 190684 h 533051"/>
              <a:gd name="connsiteX92" fmla="*/ 55958 w 607646"/>
              <a:gd name="connsiteY92" fmla="*/ 190684 h 533051"/>
              <a:gd name="connsiteX93" fmla="*/ 69286 w 607646"/>
              <a:gd name="connsiteY93" fmla="*/ 158252 h 533051"/>
              <a:gd name="connsiteX94" fmla="*/ 59554 w 607646"/>
              <a:gd name="connsiteY94" fmla="*/ 148533 h 533051"/>
              <a:gd name="connsiteX95" fmla="*/ 59554 w 607646"/>
              <a:gd name="connsiteY95" fmla="*/ 89162 h 533051"/>
              <a:gd name="connsiteX96" fmla="*/ 89173 w 607646"/>
              <a:gd name="connsiteY96" fmla="*/ 59476 h 533051"/>
              <a:gd name="connsiteX97" fmla="*/ 118897 w 607646"/>
              <a:gd name="connsiteY97" fmla="*/ 47222 h 533051"/>
              <a:gd name="connsiteX98" fmla="*/ 148622 w 607646"/>
              <a:gd name="connsiteY98" fmla="*/ 59476 h 533051"/>
              <a:gd name="connsiteX99" fmla="*/ 158459 w 607646"/>
              <a:gd name="connsiteY99" fmla="*/ 69301 h 533051"/>
              <a:gd name="connsiteX100" fmla="*/ 190828 w 607646"/>
              <a:gd name="connsiteY100" fmla="*/ 55885 h 533051"/>
              <a:gd name="connsiteX101" fmla="*/ 190828 w 607646"/>
              <a:gd name="connsiteY101" fmla="*/ 42045 h 533051"/>
              <a:gd name="connsiteX102" fmla="*/ 232929 w 607646"/>
              <a:gd name="connsiteY102" fmla="*/ 0 h 533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7646" h="533051">
                <a:moveTo>
                  <a:pt x="352921" y="457945"/>
                </a:moveTo>
                <a:cubicBezTo>
                  <a:pt x="349113" y="457945"/>
                  <a:pt x="345623" y="459423"/>
                  <a:pt x="342979" y="462170"/>
                </a:cubicBezTo>
                <a:cubicBezTo>
                  <a:pt x="340229" y="464811"/>
                  <a:pt x="338854" y="468297"/>
                  <a:pt x="338854" y="472100"/>
                </a:cubicBezTo>
                <a:cubicBezTo>
                  <a:pt x="338854" y="475797"/>
                  <a:pt x="340229" y="479389"/>
                  <a:pt x="342979" y="482029"/>
                </a:cubicBezTo>
                <a:cubicBezTo>
                  <a:pt x="345623" y="484670"/>
                  <a:pt x="349113" y="486149"/>
                  <a:pt x="352921" y="486149"/>
                </a:cubicBezTo>
                <a:cubicBezTo>
                  <a:pt x="356622" y="486149"/>
                  <a:pt x="360218" y="484670"/>
                  <a:pt x="362863" y="482029"/>
                </a:cubicBezTo>
                <a:cubicBezTo>
                  <a:pt x="365507" y="479389"/>
                  <a:pt x="366987" y="475797"/>
                  <a:pt x="366987" y="472100"/>
                </a:cubicBezTo>
                <a:cubicBezTo>
                  <a:pt x="366987" y="468297"/>
                  <a:pt x="365507" y="464811"/>
                  <a:pt x="362863" y="462170"/>
                </a:cubicBezTo>
                <a:cubicBezTo>
                  <a:pt x="360218" y="459423"/>
                  <a:pt x="356622" y="457945"/>
                  <a:pt x="352921" y="457945"/>
                </a:cubicBezTo>
                <a:close/>
                <a:moveTo>
                  <a:pt x="438485" y="375972"/>
                </a:moveTo>
                <a:cubicBezTo>
                  <a:pt x="435735" y="375972"/>
                  <a:pt x="432985" y="377134"/>
                  <a:pt x="431081" y="379141"/>
                </a:cubicBezTo>
                <a:lnTo>
                  <a:pt x="372699" y="437346"/>
                </a:lnTo>
                <a:cubicBezTo>
                  <a:pt x="370689" y="439353"/>
                  <a:pt x="369632" y="441994"/>
                  <a:pt x="369632" y="444846"/>
                </a:cubicBezTo>
                <a:cubicBezTo>
                  <a:pt x="369632" y="447698"/>
                  <a:pt x="370689" y="450339"/>
                  <a:pt x="372699" y="452346"/>
                </a:cubicBezTo>
                <a:cubicBezTo>
                  <a:pt x="374708" y="454353"/>
                  <a:pt x="377352" y="455409"/>
                  <a:pt x="380208" y="455409"/>
                </a:cubicBezTo>
                <a:cubicBezTo>
                  <a:pt x="382958" y="455409"/>
                  <a:pt x="385602" y="454353"/>
                  <a:pt x="387612" y="452346"/>
                </a:cubicBezTo>
                <a:lnTo>
                  <a:pt x="445994" y="394035"/>
                </a:lnTo>
                <a:cubicBezTo>
                  <a:pt x="448004" y="392028"/>
                  <a:pt x="449062" y="389387"/>
                  <a:pt x="449062" y="386535"/>
                </a:cubicBezTo>
                <a:cubicBezTo>
                  <a:pt x="449062" y="383789"/>
                  <a:pt x="448004" y="381148"/>
                  <a:pt x="445994" y="379141"/>
                </a:cubicBezTo>
                <a:cubicBezTo>
                  <a:pt x="443985" y="377134"/>
                  <a:pt x="441341" y="375972"/>
                  <a:pt x="438485" y="375972"/>
                </a:cubicBezTo>
                <a:close/>
                <a:moveTo>
                  <a:pt x="534943" y="217624"/>
                </a:moveTo>
                <a:cubicBezTo>
                  <a:pt x="542136" y="217624"/>
                  <a:pt x="548905" y="220371"/>
                  <a:pt x="553981" y="225547"/>
                </a:cubicBezTo>
                <a:lnTo>
                  <a:pt x="554404" y="225969"/>
                </a:lnTo>
                <a:cubicBezTo>
                  <a:pt x="555779" y="227237"/>
                  <a:pt x="556520" y="229033"/>
                  <a:pt x="556520" y="230934"/>
                </a:cubicBezTo>
                <a:cubicBezTo>
                  <a:pt x="556520" y="232836"/>
                  <a:pt x="555779" y="234632"/>
                  <a:pt x="554510" y="235899"/>
                </a:cubicBezTo>
                <a:lnTo>
                  <a:pt x="524050" y="266322"/>
                </a:lnTo>
                <a:cubicBezTo>
                  <a:pt x="519396" y="270970"/>
                  <a:pt x="516752" y="277203"/>
                  <a:pt x="516752" y="283752"/>
                </a:cubicBezTo>
                <a:cubicBezTo>
                  <a:pt x="516752" y="290301"/>
                  <a:pt x="519396" y="296534"/>
                  <a:pt x="524050" y="301182"/>
                </a:cubicBezTo>
                <a:cubicBezTo>
                  <a:pt x="528703" y="305830"/>
                  <a:pt x="534838" y="308365"/>
                  <a:pt x="541501" y="308365"/>
                </a:cubicBezTo>
                <a:cubicBezTo>
                  <a:pt x="548058" y="308365"/>
                  <a:pt x="554299" y="305830"/>
                  <a:pt x="558952" y="301182"/>
                </a:cubicBezTo>
                <a:lnTo>
                  <a:pt x="589413" y="270759"/>
                </a:lnTo>
                <a:cubicBezTo>
                  <a:pt x="590682" y="269491"/>
                  <a:pt x="592480" y="268752"/>
                  <a:pt x="594384" y="268752"/>
                </a:cubicBezTo>
                <a:cubicBezTo>
                  <a:pt x="596288" y="268752"/>
                  <a:pt x="597980" y="269491"/>
                  <a:pt x="599355" y="270759"/>
                </a:cubicBezTo>
                <a:lnTo>
                  <a:pt x="599778" y="271181"/>
                </a:lnTo>
                <a:cubicBezTo>
                  <a:pt x="606547" y="277942"/>
                  <a:pt x="609191" y="287977"/>
                  <a:pt x="606758" y="297168"/>
                </a:cubicBezTo>
                <a:lnTo>
                  <a:pt x="590047" y="359704"/>
                </a:lnTo>
                <a:cubicBezTo>
                  <a:pt x="587509" y="368894"/>
                  <a:pt x="580211" y="376183"/>
                  <a:pt x="571010" y="378612"/>
                </a:cubicBezTo>
                <a:cubicBezTo>
                  <a:pt x="570904" y="378718"/>
                  <a:pt x="570904" y="378718"/>
                  <a:pt x="570798" y="378718"/>
                </a:cubicBezTo>
                <a:lnTo>
                  <a:pt x="501627" y="395303"/>
                </a:lnTo>
                <a:lnTo>
                  <a:pt x="377987" y="518790"/>
                </a:lnTo>
                <a:cubicBezTo>
                  <a:pt x="368785" y="527981"/>
                  <a:pt x="356517" y="533051"/>
                  <a:pt x="343507" y="533051"/>
                </a:cubicBezTo>
                <a:cubicBezTo>
                  <a:pt x="330498" y="533051"/>
                  <a:pt x="318229" y="527981"/>
                  <a:pt x="309028" y="518790"/>
                </a:cubicBezTo>
                <a:lnTo>
                  <a:pt x="306066" y="515833"/>
                </a:lnTo>
                <a:cubicBezTo>
                  <a:pt x="296865" y="506642"/>
                  <a:pt x="291788" y="494494"/>
                  <a:pt x="291788" y="481501"/>
                </a:cubicBezTo>
                <a:cubicBezTo>
                  <a:pt x="291788" y="468402"/>
                  <a:pt x="296865" y="456254"/>
                  <a:pt x="306066" y="447064"/>
                </a:cubicBezTo>
                <a:lnTo>
                  <a:pt x="429707" y="323576"/>
                </a:lnTo>
                <a:lnTo>
                  <a:pt x="446418" y="254491"/>
                </a:lnTo>
                <a:cubicBezTo>
                  <a:pt x="446418" y="254385"/>
                  <a:pt x="446418" y="254385"/>
                  <a:pt x="446418" y="254280"/>
                </a:cubicBezTo>
                <a:cubicBezTo>
                  <a:pt x="448956" y="245089"/>
                  <a:pt x="456254" y="237801"/>
                  <a:pt x="465455" y="235265"/>
                </a:cubicBezTo>
                <a:lnTo>
                  <a:pt x="527963" y="218575"/>
                </a:lnTo>
                <a:cubicBezTo>
                  <a:pt x="530290" y="217941"/>
                  <a:pt x="532617" y="217624"/>
                  <a:pt x="534943" y="217624"/>
                </a:cubicBezTo>
                <a:close/>
                <a:moveTo>
                  <a:pt x="253873" y="140927"/>
                </a:moveTo>
                <a:cubicBezTo>
                  <a:pt x="191674" y="140927"/>
                  <a:pt x="141005" y="191424"/>
                  <a:pt x="141005" y="253542"/>
                </a:cubicBezTo>
                <a:cubicBezTo>
                  <a:pt x="141005" y="315765"/>
                  <a:pt x="191674" y="366262"/>
                  <a:pt x="253873" y="366262"/>
                </a:cubicBezTo>
                <a:cubicBezTo>
                  <a:pt x="316072" y="366262"/>
                  <a:pt x="366741" y="315765"/>
                  <a:pt x="366741" y="253542"/>
                </a:cubicBezTo>
                <a:cubicBezTo>
                  <a:pt x="366741" y="191424"/>
                  <a:pt x="316072" y="140927"/>
                  <a:pt x="253873" y="140927"/>
                </a:cubicBezTo>
                <a:close/>
                <a:moveTo>
                  <a:pt x="232929" y="0"/>
                </a:moveTo>
                <a:lnTo>
                  <a:pt x="274818" y="0"/>
                </a:lnTo>
                <a:cubicBezTo>
                  <a:pt x="298090" y="0"/>
                  <a:pt x="316918" y="18910"/>
                  <a:pt x="316918" y="42045"/>
                </a:cubicBezTo>
                <a:lnTo>
                  <a:pt x="316918" y="55885"/>
                </a:lnTo>
                <a:cubicBezTo>
                  <a:pt x="328025" y="59371"/>
                  <a:pt x="338921" y="63913"/>
                  <a:pt x="349287" y="69301"/>
                </a:cubicBezTo>
                <a:lnTo>
                  <a:pt x="359125" y="59476"/>
                </a:lnTo>
                <a:cubicBezTo>
                  <a:pt x="367058" y="51553"/>
                  <a:pt x="377637" y="47222"/>
                  <a:pt x="388849" y="47222"/>
                </a:cubicBezTo>
                <a:cubicBezTo>
                  <a:pt x="400062" y="47222"/>
                  <a:pt x="410640" y="51553"/>
                  <a:pt x="418574" y="59476"/>
                </a:cubicBezTo>
                <a:lnTo>
                  <a:pt x="448192" y="89162"/>
                </a:lnTo>
                <a:cubicBezTo>
                  <a:pt x="464588" y="105536"/>
                  <a:pt x="464588" y="132158"/>
                  <a:pt x="448192" y="148533"/>
                </a:cubicBezTo>
                <a:lnTo>
                  <a:pt x="438460" y="158252"/>
                </a:lnTo>
                <a:cubicBezTo>
                  <a:pt x="443749" y="168710"/>
                  <a:pt x="448298" y="179486"/>
                  <a:pt x="451789" y="190684"/>
                </a:cubicBezTo>
                <a:lnTo>
                  <a:pt x="465752" y="190684"/>
                </a:lnTo>
                <a:cubicBezTo>
                  <a:pt x="478657" y="190684"/>
                  <a:pt x="490187" y="196494"/>
                  <a:pt x="497909" y="205685"/>
                </a:cubicBezTo>
                <a:lnTo>
                  <a:pt x="450837" y="218257"/>
                </a:lnTo>
                <a:cubicBezTo>
                  <a:pt x="435604" y="222377"/>
                  <a:pt x="423440" y="234420"/>
                  <a:pt x="419420" y="249739"/>
                </a:cubicBezTo>
                <a:cubicBezTo>
                  <a:pt x="419314" y="249950"/>
                  <a:pt x="419314" y="250161"/>
                  <a:pt x="419208" y="250372"/>
                </a:cubicBezTo>
                <a:lnTo>
                  <a:pt x="403764" y="314603"/>
                </a:lnTo>
                <a:lnTo>
                  <a:pt x="283598" y="434613"/>
                </a:lnTo>
                <a:cubicBezTo>
                  <a:pt x="271010" y="447078"/>
                  <a:pt x="264134" y="463770"/>
                  <a:pt x="264134" y="481518"/>
                </a:cubicBezTo>
                <a:cubicBezTo>
                  <a:pt x="264134" y="490392"/>
                  <a:pt x="265932" y="499160"/>
                  <a:pt x="269317" y="507083"/>
                </a:cubicBezTo>
                <a:lnTo>
                  <a:pt x="232929" y="507083"/>
                </a:lnTo>
                <a:cubicBezTo>
                  <a:pt x="209657" y="507083"/>
                  <a:pt x="190828" y="488279"/>
                  <a:pt x="190828" y="465143"/>
                </a:cubicBezTo>
                <a:lnTo>
                  <a:pt x="190828" y="451304"/>
                </a:lnTo>
                <a:cubicBezTo>
                  <a:pt x="179721" y="447712"/>
                  <a:pt x="168826" y="443275"/>
                  <a:pt x="158459" y="437888"/>
                </a:cubicBezTo>
                <a:lnTo>
                  <a:pt x="148622" y="447712"/>
                </a:lnTo>
                <a:cubicBezTo>
                  <a:pt x="140688" y="455635"/>
                  <a:pt x="130110" y="459967"/>
                  <a:pt x="118897" y="459967"/>
                </a:cubicBezTo>
                <a:cubicBezTo>
                  <a:pt x="107685" y="459967"/>
                  <a:pt x="97107" y="455635"/>
                  <a:pt x="89173" y="447712"/>
                </a:cubicBezTo>
                <a:lnTo>
                  <a:pt x="59554" y="418027"/>
                </a:lnTo>
                <a:cubicBezTo>
                  <a:pt x="43158" y="401652"/>
                  <a:pt x="43158" y="375030"/>
                  <a:pt x="59554" y="358656"/>
                </a:cubicBezTo>
                <a:lnTo>
                  <a:pt x="69286" y="348831"/>
                </a:lnTo>
                <a:cubicBezTo>
                  <a:pt x="63997" y="338478"/>
                  <a:pt x="59449" y="327597"/>
                  <a:pt x="55958" y="316505"/>
                </a:cubicBezTo>
                <a:lnTo>
                  <a:pt x="41995" y="316505"/>
                </a:lnTo>
                <a:cubicBezTo>
                  <a:pt x="18829" y="316505"/>
                  <a:pt x="0" y="297700"/>
                  <a:pt x="0" y="274565"/>
                </a:cubicBezTo>
                <a:lnTo>
                  <a:pt x="0" y="232625"/>
                </a:lnTo>
                <a:cubicBezTo>
                  <a:pt x="0" y="209488"/>
                  <a:pt x="18829" y="190684"/>
                  <a:pt x="41995" y="190684"/>
                </a:cubicBezTo>
                <a:lnTo>
                  <a:pt x="55958" y="190684"/>
                </a:lnTo>
                <a:cubicBezTo>
                  <a:pt x="59449" y="179486"/>
                  <a:pt x="63997" y="168710"/>
                  <a:pt x="69286" y="158252"/>
                </a:cubicBezTo>
                <a:lnTo>
                  <a:pt x="59554" y="148533"/>
                </a:lnTo>
                <a:cubicBezTo>
                  <a:pt x="43158" y="132158"/>
                  <a:pt x="43158" y="105536"/>
                  <a:pt x="59554" y="89162"/>
                </a:cubicBezTo>
                <a:lnTo>
                  <a:pt x="89173" y="59476"/>
                </a:lnTo>
                <a:cubicBezTo>
                  <a:pt x="97107" y="51553"/>
                  <a:pt x="107685" y="47222"/>
                  <a:pt x="118897" y="47222"/>
                </a:cubicBezTo>
                <a:cubicBezTo>
                  <a:pt x="130110" y="47222"/>
                  <a:pt x="140688" y="51553"/>
                  <a:pt x="148622" y="59476"/>
                </a:cubicBezTo>
                <a:lnTo>
                  <a:pt x="158459" y="69301"/>
                </a:lnTo>
                <a:cubicBezTo>
                  <a:pt x="168826" y="63913"/>
                  <a:pt x="179721" y="59371"/>
                  <a:pt x="190828" y="55885"/>
                </a:cubicBezTo>
                <a:lnTo>
                  <a:pt x="190828" y="42045"/>
                </a:lnTo>
                <a:cubicBezTo>
                  <a:pt x="190828" y="18910"/>
                  <a:pt x="209657" y="0"/>
                  <a:pt x="232929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2285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/>
              <a:ea typeface="微软雅黑"/>
            </a:endParaRPr>
          </a:p>
        </p:txBody>
      </p:sp>
      <p:sp>
        <p:nvSpPr>
          <p:cNvPr id="69" name="Number3">
            <a:extLst>
              <a:ext uri="{FF2B5EF4-FFF2-40B4-BE49-F238E27FC236}">
                <a16:creationId xmlns:a16="http://schemas.microsoft.com/office/drawing/2014/main" id="{A74F4C93-5724-C642-41D5-F35909F6A75F}"/>
              </a:ext>
            </a:extLst>
          </p:cNvPr>
          <p:cNvSpPr/>
          <p:nvPr/>
        </p:nvSpPr>
        <p:spPr>
          <a:xfrm>
            <a:off x="8370888" y="136119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44B4CF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F295818C-C2D1-F9A3-F70F-E92E9CCD9A66}"/>
              </a:ext>
            </a:extLst>
          </p:cNvPr>
          <p:cNvGrpSpPr/>
          <p:nvPr/>
        </p:nvGrpSpPr>
        <p:grpSpPr>
          <a:xfrm>
            <a:off x="8998691" y="1439901"/>
            <a:ext cx="2521797" cy="1645065"/>
            <a:chOff x="8998691" y="1439901"/>
            <a:chExt cx="2521797" cy="1645065"/>
          </a:xfrm>
        </p:grpSpPr>
        <p:sp>
          <p:nvSpPr>
            <p:cNvPr id="71" name="Bullet3">
              <a:extLst>
                <a:ext uri="{FF2B5EF4-FFF2-40B4-BE49-F238E27FC236}">
                  <a16:creationId xmlns:a16="http://schemas.microsoft.com/office/drawing/2014/main" id="{4C88B431-3EB7-A79A-D6C5-18F6DA6E315C}"/>
                </a:ext>
              </a:extLst>
            </p:cNvPr>
            <p:cNvSpPr txBox="1"/>
            <p:nvPr/>
          </p:nvSpPr>
          <p:spPr bwMode="auto">
            <a:xfrm>
              <a:off x="8998691" y="1439901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荆南波波黑" panose="02000800000000000000" pitchFamily="2" charset="-122"/>
                  <a:ea typeface="荆南波波黑" panose="02000800000000000000" pitchFamily="2" charset="-122"/>
                </a:rPr>
                <a:t>AI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荆南波波黑" panose="02000800000000000000" pitchFamily="2" charset="-122"/>
                  <a:ea typeface="荆南波波黑" panose="02000800000000000000" pitchFamily="2" charset="-122"/>
                </a:rPr>
                <a:t>赋能，高效开发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72" name="Text3">
              <a:extLst>
                <a:ext uri="{FF2B5EF4-FFF2-40B4-BE49-F238E27FC236}">
                  <a16:creationId xmlns:a16="http://schemas.microsoft.com/office/drawing/2014/main" id="{DAB8C040-F8AA-DB3F-4783-AE7E2B561850}"/>
                </a:ext>
              </a:extLst>
            </p:cNvPr>
            <p:cNvSpPr/>
            <p:nvPr/>
          </p:nvSpPr>
          <p:spPr bwMode="auto">
            <a:xfrm>
              <a:off x="8998691" y="2041656"/>
              <a:ext cx="2521797" cy="1043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深度整合</a:t>
              </a: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AI</a:t>
              </a:r>
              <a:r>
                <a: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编程工具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，覆盖从代码生成到调试、优化的全流程，助你掌握智能高效的开发方式，适应技术发展新趋势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63" name="Number4">
            <a:extLst>
              <a:ext uri="{FF2B5EF4-FFF2-40B4-BE49-F238E27FC236}">
                <a16:creationId xmlns:a16="http://schemas.microsoft.com/office/drawing/2014/main" id="{4111C037-8417-2C2B-7E08-E7A825B7EADB}"/>
              </a:ext>
            </a:extLst>
          </p:cNvPr>
          <p:cNvSpPr/>
          <p:nvPr/>
        </p:nvSpPr>
        <p:spPr>
          <a:xfrm>
            <a:off x="8370888" y="3694323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7995D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4C73278A-372F-B2CA-1126-8CE9EBB58DAD}"/>
              </a:ext>
            </a:extLst>
          </p:cNvPr>
          <p:cNvGrpSpPr/>
          <p:nvPr/>
        </p:nvGrpSpPr>
        <p:grpSpPr>
          <a:xfrm>
            <a:off x="8998691" y="3773034"/>
            <a:ext cx="2521797" cy="1693488"/>
            <a:chOff x="8998691" y="3773034"/>
            <a:chExt cx="2521797" cy="1693488"/>
          </a:xfrm>
        </p:grpSpPr>
        <p:sp>
          <p:nvSpPr>
            <p:cNvPr id="65" name="Bullet4">
              <a:extLst>
                <a:ext uri="{FF2B5EF4-FFF2-40B4-BE49-F238E27FC236}">
                  <a16:creationId xmlns:a16="http://schemas.microsoft.com/office/drawing/2014/main" id="{6068221E-F914-CCB2-3C6F-57602ECA261D}"/>
                </a:ext>
              </a:extLst>
            </p:cNvPr>
            <p:cNvSpPr txBox="1"/>
            <p:nvPr/>
          </p:nvSpPr>
          <p:spPr bwMode="auto">
            <a:xfrm>
              <a:off x="8998691" y="3773034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工程实践，规范开发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66" name="Text4">
              <a:extLst>
                <a:ext uri="{FF2B5EF4-FFF2-40B4-BE49-F238E27FC236}">
                  <a16:creationId xmlns:a16="http://schemas.microsoft.com/office/drawing/2014/main" id="{6EF5CCA0-B36E-FAA8-9303-8E06DBB542AA}"/>
                </a:ext>
              </a:extLst>
            </p:cNvPr>
            <p:cNvSpPr/>
            <p:nvPr/>
          </p:nvSpPr>
          <p:spPr bwMode="auto">
            <a:xfrm>
              <a:off x="8998691" y="4374789"/>
              <a:ext cx="2521797" cy="1091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课程强调企业级开发实践，融入异常处理、日志管理、调试技巧与模块化开发等工程实践，培养即插即用的工程素养与问题解决的能力。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pic>
        <p:nvPicPr>
          <p:cNvPr id="91" name="图片 90">
            <a:extLst>
              <a:ext uri="{FF2B5EF4-FFF2-40B4-BE49-F238E27FC236}">
                <a16:creationId xmlns:a16="http://schemas.microsoft.com/office/drawing/2014/main" id="{FE13681E-5B04-7160-8B07-E6944DF3A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048" y="3238939"/>
            <a:ext cx="1068189" cy="1068189"/>
          </a:xfrm>
          <a:prstGeom prst="rect">
            <a:avLst/>
          </a:prstGeom>
        </p:spPr>
      </p:pic>
      <p:sp>
        <p:nvSpPr>
          <p:cNvPr id="95" name="iconfont-10499-5121525">
            <a:extLst>
              <a:ext uri="{FF2B5EF4-FFF2-40B4-BE49-F238E27FC236}">
                <a16:creationId xmlns:a16="http://schemas.microsoft.com/office/drawing/2014/main" id="{2E700612-ABA4-21FB-1A23-80604AF80B54}"/>
              </a:ext>
            </a:extLst>
          </p:cNvPr>
          <p:cNvSpPr/>
          <p:nvPr/>
        </p:nvSpPr>
        <p:spPr>
          <a:xfrm>
            <a:off x="4470265" y="3729144"/>
            <a:ext cx="408856" cy="359695"/>
          </a:xfrm>
          <a:custGeom>
            <a:avLst/>
            <a:gdLst>
              <a:gd name="T0" fmla="*/ 9125 w 11208"/>
              <a:gd name="T1" fmla="*/ 4533 h 9861"/>
              <a:gd name="T2" fmla="*/ 4287 w 11208"/>
              <a:gd name="T3" fmla="*/ 4533 h 9861"/>
              <a:gd name="T4" fmla="*/ 4022 w 11208"/>
              <a:gd name="T5" fmla="*/ 4798 h 9861"/>
              <a:gd name="T6" fmla="*/ 4287 w 11208"/>
              <a:gd name="T7" fmla="*/ 5063 h 9861"/>
              <a:gd name="T8" fmla="*/ 9125 w 11208"/>
              <a:gd name="T9" fmla="*/ 5063 h 9861"/>
              <a:gd name="T10" fmla="*/ 9390 w 11208"/>
              <a:gd name="T11" fmla="*/ 4798 h 9861"/>
              <a:gd name="T12" fmla="*/ 9125 w 11208"/>
              <a:gd name="T13" fmla="*/ 4533 h 9861"/>
              <a:gd name="T14" fmla="*/ 9125 w 11208"/>
              <a:gd name="T15" fmla="*/ 6759 h 9861"/>
              <a:gd name="T16" fmla="*/ 4287 w 11208"/>
              <a:gd name="T17" fmla="*/ 6759 h 9861"/>
              <a:gd name="T18" fmla="*/ 4022 w 11208"/>
              <a:gd name="T19" fmla="*/ 7024 h 9861"/>
              <a:gd name="T20" fmla="*/ 4287 w 11208"/>
              <a:gd name="T21" fmla="*/ 7289 h 9861"/>
              <a:gd name="T22" fmla="*/ 9125 w 11208"/>
              <a:gd name="T23" fmla="*/ 7289 h 9861"/>
              <a:gd name="T24" fmla="*/ 9390 w 11208"/>
              <a:gd name="T25" fmla="*/ 7024 h 9861"/>
              <a:gd name="T26" fmla="*/ 9125 w 11208"/>
              <a:gd name="T27" fmla="*/ 6759 h 9861"/>
              <a:gd name="T28" fmla="*/ 10514 w 11208"/>
              <a:gd name="T29" fmla="*/ 1614 h 9861"/>
              <a:gd name="T30" fmla="*/ 7043 w 11208"/>
              <a:gd name="T31" fmla="*/ 1614 h 9861"/>
              <a:gd name="T32" fmla="*/ 6982 w 11208"/>
              <a:gd name="T33" fmla="*/ 1450 h 9861"/>
              <a:gd name="T34" fmla="*/ 5185 w 11208"/>
              <a:gd name="T35" fmla="*/ 0 h 9861"/>
              <a:gd name="T36" fmla="*/ 694 w 11208"/>
              <a:gd name="T37" fmla="*/ 0 h 9861"/>
              <a:gd name="T38" fmla="*/ 0 w 11208"/>
              <a:gd name="T39" fmla="*/ 674 h 9861"/>
              <a:gd name="T40" fmla="*/ 0 w 11208"/>
              <a:gd name="T41" fmla="*/ 9188 h 9861"/>
              <a:gd name="T42" fmla="*/ 694 w 11208"/>
              <a:gd name="T43" fmla="*/ 9861 h 9861"/>
              <a:gd name="T44" fmla="*/ 10514 w 11208"/>
              <a:gd name="T45" fmla="*/ 9861 h 9861"/>
              <a:gd name="T46" fmla="*/ 11208 w 11208"/>
              <a:gd name="T47" fmla="*/ 9188 h 9861"/>
              <a:gd name="T48" fmla="*/ 11208 w 11208"/>
              <a:gd name="T49" fmla="*/ 2288 h 9861"/>
              <a:gd name="T50" fmla="*/ 10514 w 11208"/>
              <a:gd name="T51" fmla="*/ 1614 h 9861"/>
              <a:gd name="T52" fmla="*/ 694 w 11208"/>
              <a:gd name="T53" fmla="*/ 981 h 9861"/>
              <a:gd name="T54" fmla="*/ 1654 w 11208"/>
              <a:gd name="T55" fmla="*/ 532 h 9861"/>
              <a:gd name="T56" fmla="*/ 4430 w 11208"/>
              <a:gd name="T57" fmla="*/ 532 h 9861"/>
              <a:gd name="T58" fmla="*/ 6145 w 11208"/>
              <a:gd name="T59" fmla="*/ 1186 h 9861"/>
              <a:gd name="T60" fmla="*/ 6309 w 11208"/>
              <a:gd name="T61" fmla="*/ 1595 h 9861"/>
              <a:gd name="T62" fmla="*/ 694 w 11208"/>
              <a:gd name="T63" fmla="*/ 1595 h 9861"/>
              <a:gd name="T64" fmla="*/ 694 w 11208"/>
              <a:gd name="T65" fmla="*/ 981 h 9861"/>
              <a:gd name="T66" fmla="*/ 10554 w 11208"/>
              <a:gd name="T67" fmla="*/ 8453 h 9861"/>
              <a:gd name="T68" fmla="*/ 9635 w 11208"/>
              <a:gd name="T69" fmla="*/ 9249 h 9861"/>
              <a:gd name="T70" fmla="*/ 1613 w 11208"/>
              <a:gd name="T71" fmla="*/ 9249 h 9861"/>
              <a:gd name="T72" fmla="*/ 694 w 11208"/>
              <a:gd name="T73" fmla="*/ 8330 h 9861"/>
              <a:gd name="T74" fmla="*/ 694 w 11208"/>
              <a:gd name="T75" fmla="*/ 2246 h 9861"/>
              <a:gd name="T76" fmla="*/ 9799 w 11208"/>
              <a:gd name="T77" fmla="*/ 2246 h 9861"/>
              <a:gd name="T78" fmla="*/ 10554 w 11208"/>
              <a:gd name="T79" fmla="*/ 3165 h 9861"/>
              <a:gd name="T80" fmla="*/ 10554 w 11208"/>
              <a:gd name="T81" fmla="*/ 8453 h 9861"/>
              <a:gd name="T82" fmla="*/ 1816 w 11208"/>
              <a:gd name="T83" fmla="*/ 4329 h 9861"/>
              <a:gd name="T84" fmla="*/ 2674 w 11208"/>
              <a:gd name="T85" fmla="*/ 4329 h 9861"/>
              <a:gd name="T86" fmla="*/ 2674 w 11208"/>
              <a:gd name="T87" fmla="*/ 5186 h 9861"/>
              <a:gd name="T88" fmla="*/ 1816 w 11208"/>
              <a:gd name="T89" fmla="*/ 5186 h 9861"/>
              <a:gd name="T90" fmla="*/ 1816 w 11208"/>
              <a:gd name="T91" fmla="*/ 4329 h 9861"/>
              <a:gd name="T92" fmla="*/ 1816 w 11208"/>
              <a:gd name="T93" fmla="*/ 6595 h 9861"/>
              <a:gd name="T94" fmla="*/ 2674 w 11208"/>
              <a:gd name="T95" fmla="*/ 6595 h 9861"/>
              <a:gd name="T96" fmla="*/ 2674 w 11208"/>
              <a:gd name="T97" fmla="*/ 7453 h 9861"/>
              <a:gd name="T98" fmla="*/ 1816 w 11208"/>
              <a:gd name="T99" fmla="*/ 7453 h 9861"/>
              <a:gd name="T100" fmla="*/ 1816 w 11208"/>
              <a:gd name="T101" fmla="*/ 6595 h 9861"/>
              <a:gd name="T102" fmla="*/ 1816 w 11208"/>
              <a:gd name="T103" fmla="*/ 6595 h 98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208" h="9861">
                <a:moveTo>
                  <a:pt x="9125" y="4533"/>
                </a:moveTo>
                <a:lnTo>
                  <a:pt x="4287" y="4533"/>
                </a:lnTo>
                <a:cubicBezTo>
                  <a:pt x="4144" y="4533"/>
                  <a:pt x="4022" y="4655"/>
                  <a:pt x="4022" y="4798"/>
                </a:cubicBezTo>
                <a:cubicBezTo>
                  <a:pt x="4022" y="4940"/>
                  <a:pt x="4144" y="5063"/>
                  <a:pt x="4287" y="5063"/>
                </a:cubicBezTo>
                <a:lnTo>
                  <a:pt x="9125" y="5063"/>
                </a:lnTo>
                <a:cubicBezTo>
                  <a:pt x="9268" y="5063"/>
                  <a:pt x="9390" y="4940"/>
                  <a:pt x="9390" y="4798"/>
                </a:cubicBezTo>
                <a:cubicBezTo>
                  <a:pt x="9390" y="4635"/>
                  <a:pt x="9268" y="4533"/>
                  <a:pt x="9125" y="4533"/>
                </a:cubicBezTo>
                <a:close/>
                <a:moveTo>
                  <a:pt x="9125" y="6759"/>
                </a:moveTo>
                <a:lnTo>
                  <a:pt x="4287" y="6759"/>
                </a:lnTo>
                <a:cubicBezTo>
                  <a:pt x="4144" y="6759"/>
                  <a:pt x="4022" y="6881"/>
                  <a:pt x="4022" y="7024"/>
                </a:cubicBezTo>
                <a:cubicBezTo>
                  <a:pt x="4022" y="7166"/>
                  <a:pt x="4144" y="7289"/>
                  <a:pt x="4287" y="7289"/>
                </a:cubicBezTo>
                <a:lnTo>
                  <a:pt x="9125" y="7289"/>
                </a:lnTo>
                <a:cubicBezTo>
                  <a:pt x="9268" y="7289"/>
                  <a:pt x="9390" y="7166"/>
                  <a:pt x="9390" y="7024"/>
                </a:cubicBezTo>
                <a:cubicBezTo>
                  <a:pt x="9390" y="6881"/>
                  <a:pt x="9268" y="6759"/>
                  <a:pt x="9125" y="6759"/>
                </a:cubicBezTo>
                <a:close/>
                <a:moveTo>
                  <a:pt x="10514" y="1614"/>
                </a:moveTo>
                <a:lnTo>
                  <a:pt x="7043" y="1614"/>
                </a:lnTo>
                <a:lnTo>
                  <a:pt x="6982" y="1450"/>
                </a:lnTo>
                <a:cubicBezTo>
                  <a:pt x="6573" y="306"/>
                  <a:pt x="5777" y="21"/>
                  <a:pt x="5185" y="0"/>
                </a:cubicBezTo>
                <a:lnTo>
                  <a:pt x="694" y="0"/>
                </a:lnTo>
                <a:cubicBezTo>
                  <a:pt x="307" y="0"/>
                  <a:pt x="0" y="306"/>
                  <a:pt x="0" y="674"/>
                </a:cubicBezTo>
                <a:lnTo>
                  <a:pt x="0" y="9188"/>
                </a:lnTo>
                <a:cubicBezTo>
                  <a:pt x="0" y="9555"/>
                  <a:pt x="307" y="9861"/>
                  <a:pt x="694" y="9861"/>
                </a:cubicBezTo>
                <a:lnTo>
                  <a:pt x="10514" y="9861"/>
                </a:lnTo>
                <a:cubicBezTo>
                  <a:pt x="10902" y="9861"/>
                  <a:pt x="11208" y="9555"/>
                  <a:pt x="11208" y="9188"/>
                </a:cubicBezTo>
                <a:lnTo>
                  <a:pt x="11208" y="2288"/>
                </a:lnTo>
                <a:cubicBezTo>
                  <a:pt x="11208" y="1920"/>
                  <a:pt x="10902" y="1614"/>
                  <a:pt x="10514" y="1614"/>
                </a:cubicBezTo>
                <a:close/>
                <a:moveTo>
                  <a:pt x="694" y="981"/>
                </a:moveTo>
                <a:cubicBezTo>
                  <a:pt x="694" y="450"/>
                  <a:pt x="878" y="532"/>
                  <a:pt x="1654" y="532"/>
                </a:cubicBezTo>
                <a:lnTo>
                  <a:pt x="4430" y="532"/>
                </a:lnTo>
                <a:cubicBezTo>
                  <a:pt x="5614" y="532"/>
                  <a:pt x="5920" y="797"/>
                  <a:pt x="6145" y="1186"/>
                </a:cubicBezTo>
                <a:lnTo>
                  <a:pt x="6309" y="1595"/>
                </a:lnTo>
                <a:lnTo>
                  <a:pt x="694" y="1595"/>
                </a:lnTo>
                <a:lnTo>
                  <a:pt x="694" y="981"/>
                </a:lnTo>
                <a:close/>
                <a:moveTo>
                  <a:pt x="10554" y="8453"/>
                </a:moveTo>
                <a:cubicBezTo>
                  <a:pt x="10554" y="9229"/>
                  <a:pt x="10289" y="9249"/>
                  <a:pt x="9635" y="9249"/>
                </a:cubicBezTo>
                <a:lnTo>
                  <a:pt x="1613" y="9249"/>
                </a:lnTo>
                <a:cubicBezTo>
                  <a:pt x="816" y="9249"/>
                  <a:pt x="694" y="9188"/>
                  <a:pt x="694" y="8330"/>
                </a:cubicBezTo>
                <a:lnTo>
                  <a:pt x="694" y="2246"/>
                </a:lnTo>
                <a:lnTo>
                  <a:pt x="9799" y="2246"/>
                </a:lnTo>
                <a:cubicBezTo>
                  <a:pt x="10657" y="2246"/>
                  <a:pt x="10554" y="2573"/>
                  <a:pt x="10554" y="3165"/>
                </a:cubicBezTo>
                <a:lnTo>
                  <a:pt x="10554" y="8453"/>
                </a:lnTo>
                <a:close/>
                <a:moveTo>
                  <a:pt x="1816" y="4329"/>
                </a:moveTo>
                <a:lnTo>
                  <a:pt x="2674" y="4329"/>
                </a:lnTo>
                <a:lnTo>
                  <a:pt x="2674" y="5186"/>
                </a:lnTo>
                <a:lnTo>
                  <a:pt x="1816" y="5186"/>
                </a:lnTo>
                <a:lnTo>
                  <a:pt x="1816" y="4329"/>
                </a:lnTo>
                <a:close/>
                <a:moveTo>
                  <a:pt x="1816" y="6595"/>
                </a:moveTo>
                <a:lnTo>
                  <a:pt x="2674" y="6595"/>
                </a:lnTo>
                <a:lnTo>
                  <a:pt x="2674" y="7453"/>
                </a:lnTo>
                <a:lnTo>
                  <a:pt x="1816" y="7453"/>
                </a:lnTo>
                <a:lnTo>
                  <a:pt x="1816" y="6595"/>
                </a:lnTo>
                <a:close/>
                <a:moveTo>
                  <a:pt x="1816" y="6595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confont-10459-4807117">
            <a:extLst>
              <a:ext uri="{FF2B5EF4-FFF2-40B4-BE49-F238E27FC236}">
                <a16:creationId xmlns:a16="http://schemas.microsoft.com/office/drawing/2014/main" id="{29C02308-D30E-7E7A-BE2A-3F0AFBB34A78}"/>
              </a:ext>
            </a:extLst>
          </p:cNvPr>
          <p:cNvSpPr/>
          <p:nvPr/>
        </p:nvSpPr>
        <p:spPr>
          <a:xfrm>
            <a:off x="6642489" y="2517312"/>
            <a:ext cx="371067" cy="371067"/>
          </a:xfrm>
          <a:custGeom>
            <a:avLst/>
            <a:gdLst>
              <a:gd name="T0" fmla="*/ 5547 w 12800"/>
              <a:gd name="T1" fmla="*/ 10240 h 12800"/>
              <a:gd name="T2" fmla="*/ 2133 w 12800"/>
              <a:gd name="T3" fmla="*/ 11947 h 12800"/>
              <a:gd name="T4" fmla="*/ 10667 w 12800"/>
              <a:gd name="T5" fmla="*/ 10240 h 12800"/>
              <a:gd name="T6" fmla="*/ 7680 w 12800"/>
              <a:gd name="T7" fmla="*/ 9387 h 12800"/>
              <a:gd name="T8" fmla="*/ 11520 w 12800"/>
              <a:gd name="T9" fmla="*/ 10240 h 12800"/>
              <a:gd name="T10" fmla="*/ 10667 w 12800"/>
              <a:gd name="T11" fmla="*/ 12800 h 12800"/>
              <a:gd name="T12" fmla="*/ 1280 w 12800"/>
              <a:gd name="T13" fmla="*/ 11947 h 12800"/>
              <a:gd name="T14" fmla="*/ 2133 w 12800"/>
              <a:gd name="T15" fmla="*/ 9387 h 12800"/>
              <a:gd name="T16" fmla="*/ 3413 w 12800"/>
              <a:gd name="T17" fmla="*/ 853 h 12800"/>
              <a:gd name="T18" fmla="*/ 10240 w 12800"/>
              <a:gd name="T19" fmla="*/ 1707 h 12800"/>
              <a:gd name="T20" fmla="*/ 9387 w 12800"/>
              <a:gd name="T21" fmla="*/ 8533 h 12800"/>
              <a:gd name="T22" fmla="*/ 2560 w 12800"/>
              <a:gd name="T23" fmla="*/ 7680 h 12800"/>
              <a:gd name="T24" fmla="*/ 3413 w 12800"/>
              <a:gd name="T25" fmla="*/ 853 h 12800"/>
              <a:gd name="T26" fmla="*/ 3413 w 12800"/>
              <a:gd name="T27" fmla="*/ 7680 h 12800"/>
              <a:gd name="T28" fmla="*/ 9387 w 12800"/>
              <a:gd name="T29" fmla="*/ 1707 h 12800"/>
              <a:gd name="T30" fmla="*/ 11093 w 12800"/>
              <a:gd name="T31" fmla="*/ 2987 h 12800"/>
              <a:gd name="T32" fmla="*/ 11520 w 12800"/>
              <a:gd name="T33" fmla="*/ 5973 h 12800"/>
              <a:gd name="T34" fmla="*/ 10667 w 12800"/>
              <a:gd name="T35" fmla="*/ 5973 h 12800"/>
              <a:gd name="T36" fmla="*/ 11093 w 12800"/>
              <a:gd name="T37" fmla="*/ 2987 h 12800"/>
              <a:gd name="T38" fmla="*/ 2133 w 12800"/>
              <a:gd name="T39" fmla="*/ 3413 h 12800"/>
              <a:gd name="T40" fmla="*/ 1707 w 12800"/>
              <a:gd name="T41" fmla="*/ 6400 h 12800"/>
              <a:gd name="T42" fmla="*/ 1280 w 12800"/>
              <a:gd name="T43" fmla="*/ 3413 h 12800"/>
              <a:gd name="T44" fmla="*/ 12373 w 12800"/>
              <a:gd name="T45" fmla="*/ 3840 h 12800"/>
              <a:gd name="T46" fmla="*/ 12800 w 12800"/>
              <a:gd name="T47" fmla="*/ 5120 h 12800"/>
              <a:gd name="T48" fmla="*/ 11947 w 12800"/>
              <a:gd name="T49" fmla="*/ 5120 h 12800"/>
              <a:gd name="T50" fmla="*/ 12373 w 12800"/>
              <a:gd name="T51" fmla="*/ 3840 h 12800"/>
              <a:gd name="T52" fmla="*/ 853 w 12800"/>
              <a:gd name="T53" fmla="*/ 4267 h 12800"/>
              <a:gd name="T54" fmla="*/ 427 w 12800"/>
              <a:gd name="T55" fmla="*/ 5547 h 12800"/>
              <a:gd name="T56" fmla="*/ 0 w 12800"/>
              <a:gd name="T57" fmla="*/ 4267 h 12800"/>
              <a:gd name="T58" fmla="*/ 4693 w 12800"/>
              <a:gd name="T59" fmla="*/ 5120 h 12800"/>
              <a:gd name="T60" fmla="*/ 4693 w 12800"/>
              <a:gd name="T61" fmla="*/ 3840 h 12800"/>
              <a:gd name="T62" fmla="*/ 4693 w 12800"/>
              <a:gd name="T63" fmla="*/ 5120 h 12800"/>
              <a:gd name="T64" fmla="*/ 8747 w 12800"/>
              <a:gd name="T65" fmla="*/ 4480 h 12800"/>
              <a:gd name="T66" fmla="*/ 7467 w 12800"/>
              <a:gd name="T67" fmla="*/ 4480 h 12800"/>
              <a:gd name="T68" fmla="*/ 6400 w 12800"/>
              <a:gd name="T69" fmla="*/ 0 h 12800"/>
              <a:gd name="T70" fmla="*/ 6827 w 12800"/>
              <a:gd name="T71" fmla="*/ 1280 h 12800"/>
              <a:gd name="T72" fmla="*/ 5973 w 12800"/>
              <a:gd name="T73" fmla="*/ 1280 h 12800"/>
              <a:gd name="T74" fmla="*/ 6400 w 12800"/>
              <a:gd name="T75" fmla="*/ 0 h 12800"/>
              <a:gd name="T76" fmla="*/ 5973 w 12800"/>
              <a:gd name="T77" fmla="*/ 8107 h 12800"/>
              <a:gd name="T78" fmla="*/ 5547 w 12800"/>
              <a:gd name="T79" fmla="*/ 10240 h 12800"/>
              <a:gd name="T80" fmla="*/ 5120 w 12800"/>
              <a:gd name="T81" fmla="*/ 8107 h 12800"/>
              <a:gd name="T82" fmla="*/ 7253 w 12800"/>
              <a:gd name="T83" fmla="*/ 7680 h 12800"/>
              <a:gd name="T84" fmla="*/ 7680 w 12800"/>
              <a:gd name="T85" fmla="*/ 9813 h 12800"/>
              <a:gd name="T86" fmla="*/ 6827 w 12800"/>
              <a:gd name="T87" fmla="*/ 9813 h 12800"/>
              <a:gd name="T88" fmla="*/ 7253 w 12800"/>
              <a:gd name="T89" fmla="*/ 768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800" h="12800">
                <a:moveTo>
                  <a:pt x="5120" y="9387"/>
                </a:moveTo>
                <a:lnTo>
                  <a:pt x="5547" y="10240"/>
                </a:lnTo>
                <a:lnTo>
                  <a:pt x="2133" y="10240"/>
                </a:lnTo>
                <a:lnTo>
                  <a:pt x="2133" y="11947"/>
                </a:lnTo>
                <a:lnTo>
                  <a:pt x="10667" y="11947"/>
                </a:lnTo>
                <a:lnTo>
                  <a:pt x="10667" y="10240"/>
                </a:lnTo>
                <a:lnTo>
                  <a:pt x="7253" y="10240"/>
                </a:lnTo>
                <a:lnTo>
                  <a:pt x="7680" y="9387"/>
                </a:lnTo>
                <a:lnTo>
                  <a:pt x="10667" y="9387"/>
                </a:lnTo>
                <a:cubicBezTo>
                  <a:pt x="11138" y="9387"/>
                  <a:pt x="11520" y="9769"/>
                  <a:pt x="11520" y="10240"/>
                </a:cubicBezTo>
                <a:lnTo>
                  <a:pt x="11520" y="11947"/>
                </a:lnTo>
                <a:cubicBezTo>
                  <a:pt x="11520" y="12418"/>
                  <a:pt x="11138" y="12800"/>
                  <a:pt x="10667" y="12800"/>
                </a:cubicBezTo>
                <a:lnTo>
                  <a:pt x="2133" y="12800"/>
                </a:lnTo>
                <a:cubicBezTo>
                  <a:pt x="1662" y="12800"/>
                  <a:pt x="1280" y="12418"/>
                  <a:pt x="1280" y="11947"/>
                </a:cubicBezTo>
                <a:lnTo>
                  <a:pt x="1280" y="10240"/>
                </a:lnTo>
                <a:cubicBezTo>
                  <a:pt x="1280" y="9769"/>
                  <a:pt x="1662" y="9387"/>
                  <a:pt x="2133" y="9387"/>
                </a:cubicBezTo>
                <a:lnTo>
                  <a:pt x="5120" y="9387"/>
                </a:lnTo>
                <a:close/>
                <a:moveTo>
                  <a:pt x="3413" y="853"/>
                </a:moveTo>
                <a:lnTo>
                  <a:pt x="9387" y="853"/>
                </a:lnTo>
                <a:cubicBezTo>
                  <a:pt x="9858" y="853"/>
                  <a:pt x="10240" y="1235"/>
                  <a:pt x="10240" y="1707"/>
                </a:cubicBezTo>
                <a:lnTo>
                  <a:pt x="10240" y="7680"/>
                </a:lnTo>
                <a:cubicBezTo>
                  <a:pt x="10240" y="8151"/>
                  <a:pt x="9858" y="8533"/>
                  <a:pt x="9387" y="8533"/>
                </a:cubicBezTo>
                <a:lnTo>
                  <a:pt x="3413" y="8533"/>
                </a:lnTo>
                <a:cubicBezTo>
                  <a:pt x="2942" y="8533"/>
                  <a:pt x="2560" y="8151"/>
                  <a:pt x="2560" y="7680"/>
                </a:cubicBezTo>
                <a:lnTo>
                  <a:pt x="2560" y="1707"/>
                </a:lnTo>
                <a:cubicBezTo>
                  <a:pt x="2560" y="1235"/>
                  <a:pt x="2942" y="853"/>
                  <a:pt x="3413" y="853"/>
                </a:cubicBezTo>
                <a:close/>
                <a:moveTo>
                  <a:pt x="3413" y="1707"/>
                </a:moveTo>
                <a:lnTo>
                  <a:pt x="3413" y="7680"/>
                </a:lnTo>
                <a:lnTo>
                  <a:pt x="9387" y="7680"/>
                </a:lnTo>
                <a:lnTo>
                  <a:pt x="9387" y="1707"/>
                </a:lnTo>
                <a:lnTo>
                  <a:pt x="3413" y="1707"/>
                </a:lnTo>
                <a:close/>
                <a:moveTo>
                  <a:pt x="11093" y="2987"/>
                </a:moveTo>
                <a:cubicBezTo>
                  <a:pt x="11329" y="2987"/>
                  <a:pt x="11520" y="3178"/>
                  <a:pt x="11520" y="3413"/>
                </a:cubicBezTo>
                <a:lnTo>
                  <a:pt x="11520" y="5973"/>
                </a:lnTo>
                <a:cubicBezTo>
                  <a:pt x="11520" y="6209"/>
                  <a:pt x="11329" y="6400"/>
                  <a:pt x="11093" y="6400"/>
                </a:cubicBezTo>
                <a:cubicBezTo>
                  <a:pt x="10858" y="6400"/>
                  <a:pt x="10667" y="6209"/>
                  <a:pt x="10667" y="5973"/>
                </a:cubicBezTo>
                <a:lnTo>
                  <a:pt x="10667" y="3413"/>
                </a:lnTo>
                <a:cubicBezTo>
                  <a:pt x="10667" y="3178"/>
                  <a:pt x="10858" y="2987"/>
                  <a:pt x="11093" y="2987"/>
                </a:cubicBezTo>
                <a:close/>
                <a:moveTo>
                  <a:pt x="1707" y="2987"/>
                </a:moveTo>
                <a:cubicBezTo>
                  <a:pt x="1942" y="2987"/>
                  <a:pt x="2133" y="3178"/>
                  <a:pt x="2133" y="3413"/>
                </a:cubicBezTo>
                <a:lnTo>
                  <a:pt x="2133" y="5973"/>
                </a:lnTo>
                <a:cubicBezTo>
                  <a:pt x="2133" y="6209"/>
                  <a:pt x="1942" y="6400"/>
                  <a:pt x="1707" y="6400"/>
                </a:cubicBezTo>
                <a:cubicBezTo>
                  <a:pt x="1471" y="6400"/>
                  <a:pt x="1280" y="6209"/>
                  <a:pt x="1280" y="5973"/>
                </a:cubicBezTo>
                <a:lnTo>
                  <a:pt x="1280" y="3413"/>
                </a:lnTo>
                <a:cubicBezTo>
                  <a:pt x="1280" y="3178"/>
                  <a:pt x="1471" y="2987"/>
                  <a:pt x="1707" y="2987"/>
                </a:cubicBezTo>
                <a:close/>
                <a:moveTo>
                  <a:pt x="12373" y="3840"/>
                </a:moveTo>
                <a:cubicBezTo>
                  <a:pt x="12609" y="3840"/>
                  <a:pt x="12800" y="4031"/>
                  <a:pt x="12800" y="4267"/>
                </a:cubicBezTo>
                <a:lnTo>
                  <a:pt x="12800" y="5120"/>
                </a:lnTo>
                <a:cubicBezTo>
                  <a:pt x="12800" y="5356"/>
                  <a:pt x="12609" y="5547"/>
                  <a:pt x="12373" y="5547"/>
                </a:cubicBezTo>
                <a:cubicBezTo>
                  <a:pt x="12138" y="5547"/>
                  <a:pt x="11947" y="5356"/>
                  <a:pt x="11947" y="5120"/>
                </a:cubicBezTo>
                <a:lnTo>
                  <a:pt x="11947" y="4267"/>
                </a:lnTo>
                <a:cubicBezTo>
                  <a:pt x="11947" y="4031"/>
                  <a:pt x="12138" y="3840"/>
                  <a:pt x="12373" y="3840"/>
                </a:cubicBezTo>
                <a:close/>
                <a:moveTo>
                  <a:pt x="427" y="3840"/>
                </a:moveTo>
                <a:cubicBezTo>
                  <a:pt x="662" y="3840"/>
                  <a:pt x="853" y="4031"/>
                  <a:pt x="853" y="4267"/>
                </a:cubicBezTo>
                <a:lnTo>
                  <a:pt x="853" y="5120"/>
                </a:lnTo>
                <a:cubicBezTo>
                  <a:pt x="853" y="5356"/>
                  <a:pt x="662" y="5547"/>
                  <a:pt x="427" y="5547"/>
                </a:cubicBezTo>
                <a:cubicBezTo>
                  <a:pt x="191" y="5547"/>
                  <a:pt x="0" y="5356"/>
                  <a:pt x="0" y="5120"/>
                </a:cubicBezTo>
                <a:lnTo>
                  <a:pt x="0" y="4267"/>
                </a:lnTo>
                <a:cubicBezTo>
                  <a:pt x="0" y="4031"/>
                  <a:pt x="191" y="3840"/>
                  <a:pt x="427" y="3840"/>
                </a:cubicBezTo>
                <a:close/>
                <a:moveTo>
                  <a:pt x="4693" y="5120"/>
                </a:moveTo>
                <a:cubicBezTo>
                  <a:pt x="5047" y="5120"/>
                  <a:pt x="5333" y="4833"/>
                  <a:pt x="5333" y="4480"/>
                </a:cubicBezTo>
                <a:cubicBezTo>
                  <a:pt x="5333" y="4127"/>
                  <a:pt x="5047" y="3840"/>
                  <a:pt x="4693" y="3840"/>
                </a:cubicBezTo>
                <a:cubicBezTo>
                  <a:pt x="4340" y="3840"/>
                  <a:pt x="4053" y="4127"/>
                  <a:pt x="4053" y="4480"/>
                </a:cubicBezTo>
                <a:cubicBezTo>
                  <a:pt x="4053" y="4833"/>
                  <a:pt x="4340" y="5120"/>
                  <a:pt x="4693" y="5120"/>
                </a:cubicBezTo>
                <a:close/>
                <a:moveTo>
                  <a:pt x="8107" y="5120"/>
                </a:moveTo>
                <a:cubicBezTo>
                  <a:pt x="8460" y="5120"/>
                  <a:pt x="8747" y="4833"/>
                  <a:pt x="8747" y="4480"/>
                </a:cubicBezTo>
                <a:cubicBezTo>
                  <a:pt x="8747" y="4127"/>
                  <a:pt x="8460" y="3840"/>
                  <a:pt x="8107" y="3840"/>
                </a:cubicBezTo>
                <a:cubicBezTo>
                  <a:pt x="7753" y="3840"/>
                  <a:pt x="7467" y="4127"/>
                  <a:pt x="7467" y="4480"/>
                </a:cubicBezTo>
                <a:cubicBezTo>
                  <a:pt x="7467" y="4833"/>
                  <a:pt x="7753" y="5120"/>
                  <a:pt x="8107" y="5120"/>
                </a:cubicBezTo>
                <a:close/>
                <a:moveTo>
                  <a:pt x="6400" y="0"/>
                </a:moveTo>
                <a:cubicBezTo>
                  <a:pt x="6636" y="0"/>
                  <a:pt x="6827" y="191"/>
                  <a:pt x="6827" y="427"/>
                </a:cubicBezTo>
                <a:lnTo>
                  <a:pt x="6827" y="1280"/>
                </a:lnTo>
                <a:cubicBezTo>
                  <a:pt x="6827" y="1516"/>
                  <a:pt x="6636" y="1707"/>
                  <a:pt x="6400" y="1707"/>
                </a:cubicBezTo>
                <a:cubicBezTo>
                  <a:pt x="6164" y="1707"/>
                  <a:pt x="5973" y="1516"/>
                  <a:pt x="5973" y="1280"/>
                </a:cubicBezTo>
                <a:lnTo>
                  <a:pt x="5973" y="427"/>
                </a:lnTo>
                <a:cubicBezTo>
                  <a:pt x="5973" y="191"/>
                  <a:pt x="6164" y="0"/>
                  <a:pt x="6400" y="0"/>
                </a:cubicBezTo>
                <a:close/>
                <a:moveTo>
                  <a:pt x="5547" y="7680"/>
                </a:moveTo>
                <a:cubicBezTo>
                  <a:pt x="5782" y="7680"/>
                  <a:pt x="5973" y="7871"/>
                  <a:pt x="5973" y="8107"/>
                </a:cubicBezTo>
                <a:lnTo>
                  <a:pt x="5973" y="9813"/>
                </a:lnTo>
                <a:cubicBezTo>
                  <a:pt x="5973" y="10049"/>
                  <a:pt x="5782" y="10240"/>
                  <a:pt x="5547" y="10240"/>
                </a:cubicBezTo>
                <a:cubicBezTo>
                  <a:pt x="5311" y="10240"/>
                  <a:pt x="5120" y="10049"/>
                  <a:pt x="5120" y="9813"/>
                </a:cubicBezTo>
                <a:lnTo>
                  <a:pt x="5120" y="8107"/>
                </a:lnTo>
                <a:cubicBezTo>
                  <a:pt x="5120" y="7871"/>
                  <a:pt x="5311" y="7680"/>
                  <a:pt x="5547" y="7680"/>
                </a:cubicBezTo>
                <a:close/>
                <a:moveTo>
                  <a:pt x="7253" y="7680"/>
                </a:moveTo>
                <a:cubicBezTo>
                  <a:pt x="7489" y="7680"/>
                  <a:pt x="7680" y="7871"/>
                  <a:pt x="7680" y="8107"/>
                </a:cubicBezTo>
                <a:lnTo>
                  <a:pt x="7680" y="9813"/>
                </a:lnTo>
                <a:cubicBezTo>
                  <a:pt x="7680" y="10049"/>
                  <a:pt x="7489" y="10240"/>
                  <a:pt x="7253" y="10240"/>
                </a:cubicBezTo>
                <a:cubicBezTo>
                  <a:pt x="7018" y="10240"/>
                  <a:pt x="6827" y="10049"/>
                  <a:pt x="6827" y="9813"/>
                </a:cubicBezTo>
                <a:lnTo>
                  <a:pt x="6827" y="8107"/>
                </a:lnTo>
                <a:cubicBezTo>
                  <a:pt x="6827" y="7871"/>
                  <a:pt x="7018" y="7680"/>
                  <a:pt x="7253" y="76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atomic-structure_68180">
            <a:extLst>
              <a:ext uri="{FF2B5EF4-FFF2-40B4-BE49-F238E27FC236}">
                <a16:creationId xmlns:a16="http://schemas.microsoft.com/office/drawing/2014/main" id="{BBB5DA52-301F-2B2D-1C1D-5C29844B7C6D}"/>
              </a:ext>
            </a:extLst>
          </p:cNvPr>
          <p:cNvSpPr/>
          <p:nvPr/>
        </p:nvSpPr>
        <p:spPr>
          <a:xfrm>
            <a:off x="5183118" y="2546230"/>
            <a:ext cx="343299" cy="365737"/>
          </a:xfrm>
          <a:custGeom>
            <a:avLst/>
            <a:gdLst>
              <a:gd name="connsiteX0" fmla="*/ 283903 w 567909"/>
              <a:gd name="connsiteY0" fmla="*/ 440915 h 605028"/>
              <a:gd name="connsiteX1" fmla="*/ 204713 w 567909"/>
              <a:gd name="connsiteY1" fmla="*/ 485545 h 605028"/>
              <a:gd name="connsiteX2" fmla="*/ 209288 w 567909"/>
              <a:gd name="connsiteY2" fmla="*/ 496322 h 605028"/>
              <a:gd name="connsiteX3" fmla="*/ 283903 w 567909"/>
              <a:gd name="connsiteY3" fmla="*/ 569066 h 605028"/>
              <a:gd name="connsiteX4" fmla="*/ 358518 w 567909"/>
              <a:gd name="connsiteY4" fmla="*/ 496322 h 605028"/>
              <a:gd name="connsiteX5" fmla="*/ 363093 w 567909"/>
              <a:gd name="connsiteY5" fmla="*/ 485545 h 605028"/>
              <a:gd name="connsiteX6" fmla="*/ 283903 w 567909"/>
              <a:gd name="connsiteY6" fmla="*/ 440915 h 605028"/>
              <a:gd name="connsiteX7" fmla="*/ 391484 w 567909"/>
              <a:gd name="connsiteY7" fmla="*/ 363368 h 605028"/>
              <a:gd name="connsiteX8" fmla="*/ 352183 w 567909"/>
              <a:gd name="connsiteY8" fmla="*/ 394059 h 605028"/>
              <a:gd name="connsiteX9" fmla="*/ 316987 w 567909"/>
              <a:gd name="connsiteY9" fmla="*/ 419127 h 605028"/>
              <a:gd name="connsiteX10" fmla="*/ 374942 w 567909"/>
              <a:gd name="connsiteY10" fmla="*/ 451223 h 605028"/>
              <a:gd name="connsiteX11" fmla="*/ 391484 w 567909"/>
              <a:gd name="connsiteY11" fmla="*/ 363368 h 605028"/>
              <a:gd name="connsiteX12" fmla="*/ 176204 w 567909"/>
              <a:gd name="connsiteY12" fmla="*/ 363368 h 605028"/>
              <a:gd name="connsiteX13" fmla="*/ 192864 w 567909"/>
              <a:gd name="connsiteY13" fmla="*/ 451223 h 605028"/>
              <a:gd name="connsiteX14" fmla="*/ 250702 w 567909"/>
              <a:gd name="connsiteY14" fmla="*/ 419127 h 605028"/>
              <a:gd name="connsiteX15" fmla="*/ 215623 w 567909"/>
              <a:gd name="connsiteY15" fmla="*/ 394059 h 605028"/>
              <a:gd name="connsiteX16" fmla="*/ 176204 w 567909"/>
              <a:gd name="connsiteY16" fmla="*/ 363368 h 605028"/>
              <a:gd name="connsiteX17" fmla="*/ 433485 w 567909"/>
              <a:gd name="connsiteY17" fmla="*/ 327289 h 605028"/>
              <a:gd name="connsiteX18" fmla="*/ 429965 w 567909"/>
              <a:gd name="connsiteY18" fmla="*/ 330452 h 605028"/>
              <a:gd name="connsiteX19" fmla="*/ 407792 w 567909"/>
              <a:gd name="connsiteY19" fmla="*/ 466686 h 605028"/>
              <a:gd name="connsiteX20" fmla="*/ 503641 w 567909"/>
              <a:gd name="connsiteY20" fmla="*/ 492457 h 605028"/>
              <a:gd name="connsiteX21" fmla="*/ 528982 w 567909"/>
              <a:gd name="connsiteY21" fmla="*/ 484725 h 605028"/>
              <a:gd name="connsiteX22" fmla="*/ 493669 w 567909"/>
              <a:gd name="connsiteY22" fmla="*/ 395231 h 605028"/>
              <a:gd name="connsiteX23" fmla="*/ 433485 w 567909"/>
              <a:gd name="connsiteY23" fmla="*/ 327289 h 605028"/>
              <a:gd name="connsiteX24" fmla="*/ 134321 w 567909"/>
              <a:gd name="connsiteY24" fmla="*/ 327289 h 605028"/>
              <a:gd name="connsiteX25" fmla="*/ 74020 w 567909"/>
              <a:gd name="connsiteY25" fmla="*/ 395231 h 605028"/>
              <a:gd name="connsiteX26" fmla="*/ 38707 w 567909"/>
              <a:gd name="connsiteY26" fmla="*/ 484725 h 605028"/>
              <a:gd name="connsiteX27" fmla="*/ 64165 w 567909"/>
              <a:gd name="connsiteY27" fmla="*/ 492457 h 605028"/>
              <a:gd name="connsiteX28" fmla="*/ 159897 w 567909"/>
              <a:gd name="connsiteY28" fmla="*/ 466686 h 605028"/>
              <a:gd name="connsiteX29" fmla="*/ 137841 w 567909"/>
              <a:gd name="connsiteY29" fmla="*/ 330452 h 605028"/>
              <a:gd name="connsiteX30" fmla="*/ 134321 w 567909"/>
              <a:gd name="connsiteY30" fmla="*/ 327289 h 605028"/>
              <a:gd name="connsiteX31" fmla="*/ 283903 w 567909"/>
              <a:gd name="connsiteY31" fmla="*/ 247896 h 605028"/>
              <a:gd name="connsiteX32" fmla="*/ 338662 w 567909"/>
              <a:gd name="connsiteY32" fmla="*/ 302514 h 605028"/>
              <a:gd name="connsiteX33" fmla="*/ 283903 w 567909"/>
              <a:gd name="connsiteY33" fmla="*/ 357132 h 605028"/>
              <a:gd name="connsiteX34" fmla="*/ 229144 w 567909"/>
              <a:gd name="connsiteY34" fmla="*/ 302514 h 605028"/>
              <a:gd name="connsiteX35" fmla="*/ 283903 w 567909"/>
              <a:gd name="connsiteY35" fmla="*/ 247896 h 605028"/>
              <a:gd name="connsiteX36" fmla="*/ 283903 w 567909"/>
              <a:gd name="connsiteY36" fmla="*/ 206869 h 605028"/>
              <a:gd name="connsiteX37" fmla="*/ 237093 w 567909"/>
              <a:gd name="connsiteY37" fmla="*/ 239785 h 605028"/>
              <a:gd name="connsiteX38" fmla="*/ 173271 w 567909"/>
              <a:gd name="connsiteY38" fmla="*/ 291093 h 605028"/>
              <a:gd name="connsiteX39" fmla="*/ 173154 w 567909"/>
              <a:gd name="connsiteY39" fmla="*/ 302456 h 605028"/>
              <a:gd name="connsiteX40" fmla="*/ 173271 w 567909"/>
              <a:gd name="connsiteY40" fmla="*/ 313935 h 605028"/>
              <a:gd name="connsiteX41" fmla="*/ 237093 w 567909"/>
              <a:gd name="connsiteY41" fmla="*/ 365243 h 605028"/>
              <a:gd name="connsiteX42" fmla="*/ 283903 w 567909"/>
              <a:gd name="connsiteY42" fmla="*/ 398159 h 605028"/>
              <a:gd name="connsiteX43" fmla="*/ 330713 w 567909"/>
              <a:gd name="connsiteY43" fmla="*/ 365243 h 605028"/>
              <a:gd name="connsiteX44" fmla="*/ 394417 w 567909"/>
              <a:gd name="connsiteY44" fmla="*/ 313935 h 605028"/>
              <a:gd name="connsiteX45" fmla="*/ 394535 w 567909"/>
              <a:gd name="connsiteY45" fmla="*/ 302456 h 605028"/>
              <a:gd name="connsiteX46" fmla="*/ 394417 w 567909"/>
              <a:gd name="connsiteY46" fmla="*/ 291093 h 605028"/>
              <a:gd name="connsiteX47" fmla="*/ 330713 w 567909"/>
              <a:gd name="connsiteY47" fmla="*/ 239785 h 605028"/>
              <a:gd name="connsiteX48" fmla="*/ 283903 w 567909"/>
              <a:gd name="connsiteY48" fmla="*/ 206869 h 605028"/>
              <a:gd name="connsiteX49" fmla="*/ 374942 w 567909"/>
              <a:gd name="connsiteY49" fmla="*/ 153687 h 605028"/>
              <a:gd name="connsiteX50" fmla="*/ 316987 w 567909"/>
              <a:gd name="connsiteY50" fmla="*/ 185901 h 605028"/>
              <a:gd name="connsiteX51" fmla="*/ 352183 w 567909"/>
              <a:gd name="connsiteY51" fmla="*/ 210969 h 605028"/>
              <a:gd name="connsiteX52" fmla="*/ 391484 w 567909"/>
              <a:gd name="connsiteY52" fmla="*/ 241660 h 605028"/>
              <a:gd name="connsiteX53" fmla="*/ 374942 w 567909"/>
              <a:gd name="connsiteY53" fmla="*/ 153687 h 605028"/>
              <a:gd name="connsiteX54" fmla="*/ 192864 w 567909"/>
              <a:gd name="connsiteY54" fmla="*/ 153687 h 605028"/>
              <a:gd name="connsiteX55" fmla="*/ 176204 w 567909"/>
              <a:gd name="connsiteY55" fmla="*/ 241660 h 605028"/>
              <a:gd name="connsiteX56" fmla="*/ 215623 w 567909"/>
              <a:gd name="connsiteY56" fmla="*/ 210969 h 605028"/>
              <a:gd name="connsiteX57" fmla="*/ 250702 w 567909"/>
              <a:gd name="connsiteY57" fmla="*/ 185901 h 605028"/>
              <a:gd name="connsiteX58" fmla="*/ 192864 w 567909"/>
              <a:gd name="connsiteY58" fmla="*/ 153687 h 605028"/>
              <a:gd name="connsiteX59" fmla="*/ 503641 w 567909"/>
              <a:gd name="connsiteY59" fmla="*/ 112571 h 605028"/>
              <a:gd name="connsiteX60" fmla="*/ 407792 w 567909"/>
              <a:gd name="connsiteY60" fmla="*/ 138342 h 605028"/>
              <a:gd name="connsiteX61" fmla="*/ 429965 w 567909"/>
              <a:gd name="connsiteY61" fmla="*/ 274576 h 605028"/>
              <a:gd name="connsiteX62" fmla="*/ 433485 w 567909"/>
              <a:gd name="connsiteY62" fmla="*/ 277739 h 605028"/>
              <a:gd name="connsiteX63" fmla="*/ 482289 w 567909"/>
              <a:gd name="connsiteY63" fmla="*/ 224440 h 605028"/>
              <a:gd name="connsiteX64" fmla="*/ 480177 w 567909"/>
              <a:gd name="connsiteY64" fmla="*/ 212492 h 605028"/>
              <a:gd name="connsiteX65" fmla="*/ 514552 w 567909"/>
              <a:gd name="connsiteY65" fmla="*/ 178170 h 605028"/>
              <a:gd name="connsiteX66" fmla="*/ 514786 w 567909"/>
              <a:gd name="connsiteY66" fmla="*/ 178170 h 605028"/>
              <a:gd name="connsiteX67" fmla="*/ 528982 w 567909"/>
              <a:gd name="connsiteY67" fmla="*/ 120185 h 605028"/>
              <a:gd name="connsiteX68" fmla="*/ 503641 w 567909"/>
              <a:gd name="connsiteY68" fmla="*/ 112571 h 605028"/>
              <a:gd name="connsiteX69" fmla="*/ 64165 w 567909"/>
              <a:gd name="connsiteY69" fmla="*/ 112571 h 605028"/>
              <a:gd name="connsiteX70" fmla="*/ 38707 w 567909"/>
              <a:gd name="connsiteY70" fmla="*/ 120185 h 605028"/>
              <a:gd name="connsiteX71" fmla="*/ 74020 w 567909"/>
              <a:gd name="connsiteY71" fmla="*/ 209797 h 605028"/>
              <a:gd name="connsiteX72" fmla="*/ 134321 w 567909"/>
              <a:gd name="connsiteY72" fmla="*/ 277739 h 605028"/>
              <a:gd name="connsiteX73" fmla="*/ 137841 w 567909"/>
              <a:gd name="connsiteY73" fmla="*/ 274576 h 605028"/>
              <a:gd name="connsiteX74" fmla="*/ 159897 w 567909"/>
              <a:gd name="connsiteY74" fmla="*/ 138342 h 605028"/>
              <a:gd name="connsiteX75" fmla="*/ 135377 w 567909"/>
              <a:gd name="connsiteY75" fmla="*/ 128502 h 605028"/>
              <a:gd name="connsiteX76" fmla="*/ 113321 w 567909"/>
              <a:gd name="connsiteY76" fmla="*/ 136585 h 605028"/>
              <a:gd name="connsiteX77" fmla="*/ 80941 w 567909"/>
              <a:gd name="connsiteY77" fmla="*/ 113860 h 605028"/>
              <a:gd name="connsiteX78" fmla="*/ 64165 w 567909"/>
              <a:gd name="connsiteY78" fmla="*/ 112571 h 605028"/>
              <a:gd name="connsiteX79" fmla="*/ 283903 w 567909"/>
              <a:gd name="connsiteY79" fmla="*/ 35962 h 605028"/>
              <a:gd name="connsiteX80" fmla="*/ 209288 w 567909"/>
              <a:gd name="connsiteY80" fmla="*/ 108706 h 605028"/>
              <a:gd name="connsiteX81" fmla="*/ 204713 w 567909"/>
              <a:gd name="connsiteY81" fmla="*/ 119483 h 605028"/>
              <a:gd name="connsiteX82" fmla="*/ 283903 w 567909"/>
              <a:gd name="connsiteY82" fmla="*/ 164113 h 605028"/>
              <a:gd name="connsiteX83" fmla="*/ 363093 w 567909"/>
              <a:gd name="connsiteY83" fmla="*/ 119483 h 605028"/>
              <a:gd name="connsiteX84" fmla="*/ 358518 w 567909"/>
              <a:gd name="connsiteY84" fmla="*/ 108706 h 605028"/>
              <a:gd name="connsiteX85" fmla="*/ 283903 w 567909"/>
              <a:gd name="connsiteY85" fmla="*/ 35962 h 605028"/>
              <a:gd name="connsiteX86" fmla="*/ 283903 w 567909"/>
              <a:gd name="connsiteY86" fmla="*/ 0 h 605028"/>
              <a:gd name="connsiteX87" fmla="*/ 391250 w 567909"/>
              <a:gd name="connsiteY87" fmla="*/ 93946 h 605028"/>
              <a:gd name="connsiteX88" fmla="*/ 395825 w 567909"/>
              <a:gd name="connsiteY88" fmla="*/ 104489 h 605028"/>
              <a:gd name="connsiteX89" fmla="*/ 503641 w 567909"/>
              <a:gd name="connsiteY89" fmla="*/ 76609 h 605028"/>
              <a:gd name="connsiteX90" fmla="*/ 557842 w 567909"/>
              <a:gd name="connsiteY90" fmla="*/ 98749 h 605028"/>
              <a:gd name="connsiteX91" fmla="*/ 545407 w 567909"/>
              <a:gd name="connsiteY91" fmla="*/ 197146 h 605028"/>
              <a:gd name="connsiteX92" fmla="*/ 548926 w 567909"/>
              <a:gd name="connsiteY92" fmla="*/ 212492 h 605028"/>
              <a:gd name="connsiteX93" fmla="*/ 514552 w 567909"/>
              <a:gd name="connsiteY93" fmla="*/ 246814 h 605028"/>
              <a:gd name="connsiteX94" fmla="*/ 510680 w 567909"/>
              <a:gd name="connsiteY94" fmla="*/ 246579 h 605028"/>
              <a:gd name="connsiteX95" fmla="*/ 459529 w 567909"/>
              <a:gd name="connsiteY95" fmla="*/ 302456 h 605028"/>
              <a:gd name="connsiteX96" fmla="*/ 522529 w 567909"/>
              <a:gd name="connsiteY96" fmla="*/ 373677 h 605028"/>
              <a:gd name="connsiteX97" fmla="*/ 557842 w 567909"/>
              <a:gd name="connsiteY97" fmla="*/ 506279 h 605028"/>
              <a:gd name="connsiteX98" fmla="*/ 503641 w 567909"/>
              <a:gd name="connsiteY98" fmla="*/ 528419 h 605028"/>
              <a:gd name="connsiteX99" fmla="*/ 395825 w 567909"/>
              <a:gd name="connsiteY99" fmla="*/ 500539 h 605028"/>
              <a:gd name="connsiteX100" fmla="*/ 391250 w 567909"/>
              <a:gd name="connsiteY100" fmla="*/ 511082 h 605028"/>
              <a:gd name="connsiteX101" fmla="*/ 283903 w 567909"/>
              <a:gd name="connsiteY101" fmla="*/ 605028 h 605028"/>
              <a:gd name="connsiteX102" fmla="*/ 176556 w 567909"/>
              <a:gd name="connsiteY102" fmla="*/ 511082 h 605028"/>
              <a:gd name="connsiteX103" fmla="*/ 171981 w 567909"/>
              <a:gd name="connsiteY103" fmla="*/ 500539 h 605028"/>
              <a:gd name="connsiteX104" fmla="*/ 64165 w 567909"/>
              <a:gd name="connsiteY104" fmla="*/ 528419 h 605028"/>
              <a:gd name="connsiteX105" fmla="*/ 9846 w 567909"/>
              <a:gd name="connsiteY105" fmla="*/ 506279 h 605028"/>
              <a:gd name="connsiteX106" fmla="*/ 45277 w 567909"/>
              <a:gd name="connsiteY106" fmla="*/ 373677 h 605028"/>
              <a:gd name="connsiteX107" fmla="*/ 108159 w 567909"/>
              <a:gd name="connsiteY107" fmla="*/ 302456 h 605028"/>
              <a:gd name="connsiteX108" fmla="*/ 45277 w 567909"/>
              <a:gd name="connsiteY108" fmla="*/ 231351 h 605028"/>
              <a:gd name="connsiteX109" fmla="*/ 9846 w 567909"/>
              <a:gd name="connsiteY109" fmla="*/ 98749 h 605028"/>
              <a:gd name="connsiteX110" fmla="*/ 64165 w 567909"/>
              <a:gd name="connsiteY110" fmla="*/ 76609 h 605028"/>
              <a:gd name="connsiteX111" fmla="*/ 88333 w 567909"/>
              <a:gd name="connsiteY111" fmla="*/ 78601 h 605028"/>
              <a:gd name="connsiteX112" fmla="*/ 113321 w 567909"/>
              <a:gd name="connsiteY112" fmla="*/ 67824 h 605028"/>
              <a:gd name="connsiteX113" fmla="*/ 146875 w 567909"/>
              <a:gd name="connsiteY113" fmla="*/ 94532 h 605028"/>
              <a:gd name="connsiteX114" fmla="*/ 171981 w 567909"/>
              <a:gd name="connsiteY114" fmla="*/ 104489 h 605028"/>
              <a:gd name="connsiteX115" fmla="*/ 176556 w 567909"/>
              <a:gd name="connsiteY115" fmla="*/ 93946 h 605028"/>
              <a:gd name="connsiteX116" fmla="*/ 283903 w 567909"/>
              <a:gd name="connsiteY116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567909" h="605028">
                <a:moveTo>
                  <a:pt x="283903" y="440915"/>
                </a:moveTo>
                <a:cubicBezTo>
                  <a:pt x="256803" y="457900"/>
                  <a:pt x="230288" y="472894"/>
                  <a:pt x="204713" y="485545"/>
                </a:cubicBezTo>
                <a:cubicBezTo>
                  <a:pt x="206238" y="489294"/>
                  <a:pt x="207763" y="492925"/>
                  <a:pt x="209288" y="496322"/>
                </a:cubicBezTo>
                <a:cubicBezTo>
                  <a:pt x="230171" y="542593"/>
                  <a:pt x="257389" y="569066"/>
                  <a:pt x="283903" y="569066"/>
                </a:cubicBezTo>
                <a:cubicBezTo>
                  <a:pt x="310417" y="569066"/>
                  <a:pt x="337518" y="542593"/>
                  <a:pt x="358518" y="496322"/>
                </a:cubicBezTo>
                <a:cubicBezTo>
                  <a:pt x="360043" y="492925"/>
                  <a:pt x="361568" y="489294"/>
                  <a:pt x="363093" y="485545"/>
                </a:cubicBezTo>
                <a:cubicBezTo>
                  <a:pt x="337518" y="472894"/>
                  <a:pt x="310886" y="457900"/>
                  <a:pt x="283903" y="440915"/>
                </a:cubicBezTo>
                <a:close/>
                <a:moveTo>
                  <a:pt x="391484" y="363368"/>
                </a:moveTo>
                <a:cubicBezTo>
                  <a:pt x="378814" y="373794"/>
                  <a:pt x="365557" y="384102"/>
                  <a:pt x="352183" y="394059"/>
                </a:cubicBezTo>
                <a:cubicBezTo>
                  <a:pt x="340685" y="402610"/>
                  <a:pt x="328954" y="411044"/>
                  <a:pt x="316987" y="419127"/>
                </a:cubicBezTo>
                <a:cubicBezTo>
                  <a:pt x="336697" y="431075"/>
                  <a:pt x="356171" y="441852"/>
                  <a:pt x="374942" y="451223"/>
                </a:cubicBezTo>
                <a:cubicBezTo>
                  <a:pt x="382803" y="424281"/>
                  <a:pt x="388434" y="394762"/>
                  <a:pt x="391484" y="363368"/>
                </a:cubicBezTo>
                <a:close/>
                <a:moveTo>
                  <a:pt x="176204" y="363368"/>
                </a:moveTo>
                <a:cubicBezTo>
                  <a:pt x="179372" y="394762"/>
                  <a:pt x="185003" y="424281"/>
                  <a:pt x="192864" y="451223"/>
                </a:cubicBezTo>
                <a:cubicBezTo>
                  <a:pt x="211635" y="441852"/>
                  <a:pt x="230992" y="431075"/>
                  <a:pt x="250702" y="419127"/>
                </a:cubicBezTo>
                <a:cubicBezTo>
                  <a:pt x="238853" y="411044"/>
                  <a:pt x="227121" y="402610"/>
                  <a:pt x="215623" y="394059"/>
                </a:cubicBezTo>
                <a:cubicBezTo>
                  <a:pt x="202249" y="384102"/>
                  <a:pt x="188992" y="373794"/>
                  <a:pt x="176204" y="363368"/>
                </a:cubicBezTo>
                <a:close/>
                <a:moveTo>
                  <a:pt x="433485" y="327289"/>
                </a:moveTo>
                <a:cubicBezTo>
                  <a:pt x="432311" y="328344"/>
                  <a:pt x="431138" y="329398"/>
                  <a:pt x="429965" y="330452"/>
                </a:cubicBezTo>
                <a:cubicBezTo>
                  <a:pt x="427853" y="379065"/>
                  <a:pt x="420228" y="426155"/>
                  <a:pt x="407792" y="466686"/>
                </a:cubicBezTo>
                <a:cubicBezTo>
                  <a:pt x="446976" y="483554"/>
                  <a:pt x="480060" y="492457"/>
                  <a:pt x="503641" y="492457"/>
                </a:cubicBezTo>
                <a:cubicBezTo>
                  <a:pt x="516312" y="492457"/>
                  <a:pt x="525345" y="489762"/>
                  <a:pt x="528982" y="484725"/>
                </a:cubicBezTo>
                <a:cubicBezTo>
                  <a:pt x="534848" y="476877"/>
                  <a:pt x="534027" y="449115"/>
                  <a:pt x="493669" y="395231"/>
                </a:cubicBezTo>
                <a:cubicBezTo>
                  <a:pt x="477479" y="373442"/>
                  <a:pt x="457183" y="350600"/>
                  <a:pt x="433485" y="327289"/>
                </a:cubicBezTo>
                <a:close/>
                <a:moveTo>
                  <a:pt x="134321" y="327289"/>
                </a:moveTo>
                <a:cubicBezTo>
                  <a:pt x="110506" y="350600"/>
                  <a:pt x="90327" y="373442"/>
                  <a:pt x="74020" y="395231"/>
                </a:cubicBezTo>
                <a:cubicBezTo>
                  <a:pt x="33662" y="449115"/>
                  <a:pt x="32841" y="476877"/>
                  <a:pt x="38707" y="484725"/>
                </a:cubicBezTo>
                <a:cubicBezTo>
                  <a:pt x="42461" y="489762"/>
                  <a:pt x="51494" y="492457"/>
                  <a:pt x="64165" y="492457"/>
                </a:cubicBezTo>
                <a:cubicBezTo>
                  <a:pt x="87746" y="492457"/>
                  <a:pt x="120830" y="483554"/>
                  <a:pt x="159897" y="466686"/>
                </a:cubicBezTo>
                <a:cubicBezTo>
                  <a:pt x="147578" y="426155"/>
                  <a:pt x="139953" y="379065"/>
                  <a:pt x="137841" y="330452"/>
                </a:cubicBezTo>
                <a:cubicBezTo>
                  <a:pt x="136668" y="329398"/>
                  <a:pt x="135495" y="328344"/>
                  <a:pt x="134321" y="327289"/>
                </a:cubicBezTo>
                <a:close/>
                <a:moveTo>
                  <a:pt x="283903" y="247896"/>
                </a:moveTo>
                <a:cubicBezTo>
                  <a:pt x="314146" y="247896"/>
                  <a:pt x="338662" y="272349"/>
                  <a:pt x="338662" y="302514"/>
                </a:cubicBezTo>
                <a:cubicBezTo>
                  <a:pt x="338662" y="332679"/>
                  <a:pt x="314146" y="357132"/>
                  <a:pt x="283903" y="357132"/>
                </a:cubicBezTo>
                <a:cubicBezTo>
                  <a:pt x="253660" y="357132"/>
                  <a:pt x="229144" y="332679"/>
                  <a:pt x="229144" y="302514"/>
                </a:cubicBezTo>
                <a:cubicBezTo>
                  <a:pt x="229144" y="272349"/>
                  <a:pt x="253660" y="247896"/>
                  <a:pt x="283903" y="247896"/>
                </a:cubicBezTo>
                <a:close/>
                <a:moveTo>
                  <a:pt x="283903" y="206869"/>
                </a:moveTo>
                <a:cubicBezTo>
                  <a:pt x="268182" y="217294"/>
                  <a:pt x="252462" y="228423"/>
                  <a:pt x="237093" y="239785"/>
                </a:cubicBezTo>
                <a:cubicBezTo>
                  <a:pt x="214802" y="256303"/>
                  <a:pt x="193333" y="273639"/>
                  <a:pt x="173271" y="291093"/>
                </a:cubicBezTo>
                <a:cubicBezTo>
                  <a:pt x="173271" y="294959"/>
                  <a:pt x="173154" y="298824"/>
                  <a:pt x="173154" y="302456"/>
                </a:cubicBezTo>
                <a:cubicBezTo>
                  <a:pt x="173154" y="306204"/>
                  <a:pt x="173271" y="310070"/>
                  <a:pt x="173271" y="313935"/>
                </a:cubicBezTo>
                <a:cubicBezTo>
                  <a:pt x="193333" y="331389"/>
                  <a:pt x="214802" y="348726"/>
                  <a:pt x="237093" y="365243"/>
                </a:cubicBezTo>
                <a:cubicBezTo>
                  <a:pt x="252462" y="376605"/>
                  <a:pt x="268182" y="387734"/>
                  <a:pt x="283903" y="398159"/>
                </a:cubicBezTo>
                <a:cubicBezTo>
                  <a:pt x="299624" y="387734"/>
                  <a:pt x="315345" y="376605"/>
                  <a:pt x="330713" y="365243"/>
                </a:cubicBezTo>
                <a:cubicBezTo>
                  <a:pt x="353004" y="348726"/>
                  <a:pt x="374356" y="331389"/>
                  <a:pt x="394417" y="313935"/>
                </a:cubicBezTo>
                <a:cubicBezTo>
                  <a:pt x="394535" y="310070"/>
                  <a:pt x="394535" y="306204"/>
                  <a:pt x="394535" y="302456"/>
                </a:cubicBezTo>
                <a:cubicBezTo>
                  <a:pt x="394535" y="298824"/>
                  <a:pt x="394535" y="294959"/>
                  <a:pt x="394417" y="291093"/>
                </a:cubicBezTo>
                <a:cubicBezTo>
                  <a:pt x="374356" y="273639"/>
                  <a:pt x="353004" y="256303"/>
                  <a:pt x="330713" y="239785"/>
                </a:cubicBezTo>
                <a:cubicBezTo>
                  <a:pt x="315345" y="228423"/>
                  <a:pt x="299624" y="217294"/>
                  <a:pt x="283903" y="206869"/>
                </a:cubicBezTo>
                <a:close/>
                <a:moveTo>
                  <a:pt x="374942" y="153687"/>
                </a:moveTo>
                <a:cubicBezTo>
                  <a:pt x="356171" y="163176"/>
                  <a:pt x="336697" y="173953"/>
                  <a:pt x="316987" y="185901"/>
                </a:cubicBezTo>
                <a:cubicBezTo>
                  <a:pt x="328954" y="193984"/>
                  <a:pt x="340685" y="202418"/>
                  <a:pt x="352183" y="210969"/>
                </a:cubicBezTo>
                <a:cubicBezTo>
                  <a:pt x="365557" y="220926"/>
                  <a:pt x="378814" y="231234"/>
                  <a:pt x="391484" y="241660"/>
                </a:cubicBezTo>
                <a:cubicBezTo>
                  <a:pt x="388434" y="210149"/>
                  <a:pt x="382803" y="180630"/>
                  <a:pt x="374942" y="153687"/>
                </a:cubicBezTo>
                <a:close/>
                <a:moveTo>
                  <a:pt x="192864" y="153687"/>
                </a:moveTo>
                <a:cubicBezTo>
                  <a:pt x="185003" y="180630"/>
                  <a:pt x="179372" y="210149"/>
                  <a:pt x="176204" y="241660"/>
                </a:cubicBezTo>
                <a:cubicBezTo>
                  <a:pt x="188992" y="231234"/>
                  <a:pt x="202249" y="220926"/>
                  <a:pt x="215623" y="210969"/>
                </a:cubicBezTo>
                <a:cubicBezTo>
                  <a:pt x="227003" y="202418"/>
                  <a:pt x="238853" y="193984"/>
                  <a:pt x="250702" y="185901"/>
                </a:cubicBezTo>
                <a:cubicBezTo>
                  <a:pt x="230992" y="173953"/>
                  <a:pt x="211635" y="163176"/>
                  <a:pt x="192864" y="153687"/>
                </a:cubicBezTo>
                <a:close/>
                <a:moveTo>
                  <a:pt x="503641" y="112571"/>
                </a:moveTo>
                <a:cubicBezTo>
                  <a:pt x="480060" y="112571"/>
                  <a:pt x="446976" y="121474"/>
                  <a:pt x="407792" y="138342"/>
                </a:cubicBezTo>
                <a:cubicBezTo>
                  <a:pt x="420228" y="178873"/>
                  <a:pt x="427853" y="225846"/>
                  <a:pt x="429965" y="274576"/>
                </a:cubicBezTo>
                <a:cubicBezTo>
                  <a:pt x="431138" y="275631"/>
                  <a:pt x="432311" y="276685"/>
                  <a:pt x="433485" y="277739"/>
                </a:cubicBezTo>
                <a:cubicBezTo>
                  <a:pt x="451904" y="259582"/>
                  <a:pt x="468328" y="241777"/>
                  <a:pt x="482289" y="224440"/>
                </a:cubicBezTo>
                <a:cubicBezTo>
                  <a:pt x="480881" y="220574"/>
                  <a:pt x="480177" y="216592"/>
                  <a:pt x="480177" y="212492"/>
                </a:cubicBezTo>
                <a:cubicBezTo>
                  <a:pt x="480177" y="193515"/>
                  <a:pt x="495546" y="178170"/>
                  <a:pt x="514552" y="178170"/>
                </a:cubicBezTo>
                <a:cubicBezTo>
                  <a:pt x="514669" y="178170"/>
                  <a:pt x="514786" y="178170"/>
                  <a:pt x="514786" y="178170"/>
                </a:cubicBezTo>
                <a:cubicBezTo>
                  <a:pt x="533205" y="146073"/>
                  <a:pt x="534027" y="126979"/>
                  <a:pt x="528982" y="120185"/>
                </a:cubicBezTo>
                <a:cubicBezTo>
                  <a:pt x="525345" y="115265"/>
                  <a:pt x="516312" y="112571"/>
                  <a:pt x="503641" y="112571"/>
                </a:cubicBezTo>
                <a:close/>
                <a:moveTo>
                  <a:pt x="64165" y="112571"/>
                </a:moveTo>
                <a:cubicBezTo>
                  <a:pt x="51494" y="112571"/>
                  <a:pt x="42461" y="115265"/>
                  <a:pt x="38707" y="120185"/>
                </a:cubicBezTo>
                <a:cubicBezTo>
                  <a:pt x="32841" y="128151"/>
                  <a:pt x="33662" y="155796"/>
                  <a:pt x="74020" y="209797"/>
                </a:cubicBezTo>
                <a:cubicBezTo>
                  <a:pt x="90327" y="231585"/>
                  <a:pt x="110506" y="254428"/>
                  <a:pt x="134321" y="277739"/>
                </a:cubicBezTo>
                <a:cubicBezTo>
                  <a:pt x="135495" y="276685"/>
                  <a:pt x="136668" y="275631"/>
                  <a:pt x="137841" y="274576"/>
                </a:cubicBezTo>
                <a:cubicBezTo>
                  <a:pt x="139953" y="225846"/>
                  <a:pt x="147578" y="178873"/>
                  <a:pt x="159897" y="138342"/>
                </a:cubicBezTo>
                <a:cubicBezTo>
                  <a:pt x="151685" y="134711"/>
                  <a:pt x="143355" y="131431"/>
                  <a:pt x="135377" y="128502"/>
                </a:cubicBezTo>
                <a:cubicBezTo>
                  <a:pt x="129159" y="133656"/>
                  <a:pt x="121416" y="136585"/>
                  <a:pt x="113321" y="136585"/>
                </a:cubicBezTo>
                <a:cubicBezTo>
                  <a:pt x="98891" y="136585"/>
                  <a:pt x="85869" y="127331"/>
                  <a:pt x="80941" y="113860"/>
                </a:cubicBezTo>
                <a:cubicBezTo>
                  <a:pt x="74841" y="113040"/>
                  <a:pt x="69210" y="112571"/>
                  <a:pt x="64165" y="112571"/>
                </a:cubicBezTo>
                <a:close/>
                <a:moveTo>
                  <a:pt x="283903" y="35962"/>
                </a:moveTo>
                <a:cubicBezTo>
                  <a:pt x="257389" y="35962"/>
                  <a:pt x="230171" y="62435"/>
                  <a:pt x="209288" y="108706"/>
                </a:cubicBezTo>
                <a:cubicBezTo>
                  <a:pt x="207763" y="112103"/>
                  <a:pt x="206238" y="115734"/>
                  <a:pt x="204713" y="119483"/>
                </a:cubicBezTo>
                <a:cubicBezTo>
                  <a:pt x="230288" y="132134"/>
                  <a:pt x="256803" y="147128"/>
                  <a:pt x="283903" y="164113"/>
                </a:cubicBezTo>
                <a:cubicBezTo>
                  <a:pt x="310886" y="147128"/>
                  <a:pt x="337518" y="132134"/>
                  <a:pt x="363093" y="119483"/>
                </a:cubicBezTo>
                <a:cubicBezTo>
                  <a:pt x="361568" y="115734"/>
                  <a:pt x="360043" y="112103"/>
                  <a:pt x="358518" y="108706"/>
                </a:cubicBezTo>
                <a:cubicBezTo>
                  <a:pt x="337518" y="62435"/>
                  <a:pt x="310417" y="35962"/>
                  <a:pt x="283903" y="35962"/>
                </a:cubicBezTo>
                <a:close/>
                <a:moveTo>
                  <a:pt x="283903" y="0"/>
                </a:moveTo>
                <a:cubicBezTo>
                  <a:pt x="325786" y="0"/>
                  <a:pt x="363915" y="33385"/>
                  <a:pt x="391250" y="93946"/>
                </a:cubicBezTo>
                <a:cubicBezTo>
                  <a:pt x="392775" y="97226"/>
                  <a:pt x="394300" y="100740"/>
                  <a:pt x="395825" y="104489"/>
                </a:cubicBezTo>
                <a:cubicBezTo>
                  <a:pt x="438647" y="86215"/>
                  <a:pt x="475954" y="76609"/>
                  <a:pt x="503641" y="76609"/>
                </a:cubicBezTo>
                <a:cubicBezTo>
                  <a:pt x="528630" y="76609"/>
                  <a:pt x="546932" y="84106"/>
                  <a:pt x="557842" y="98749"/>
                </a:cubicBezTo>
                <a:cubicBezTo>
                  <a:pt x="574619" y="121122"/>
                  <a:pt x="570396" y="154273"/>
                  <a:pt x="545407" y="197146"/>
                </a:cubicBezTo>
                <a:cubicBezTo>
                  <a:pt x="547753" y="201949"/>
                  <a:pt x="548926" y="207220"/>
                  <a:pt x="548926" y="212492"/>
                </a:cubicBezTo>
                <a:cubicBezTo>
                  <a:pt x="548926" y="231468"/>
                  <a:pt x="533557" y="246814"/>
                  <a:pt x="514552" y="246814"/>
                </a:cubicBezTo>
                <a:cubicBezTo>
                  <a:pt x="513261" y="246814"/>
                  <a:pt x="511971" y="246814"/>
                  <a:pt x="510680" y="246579"/>
                </a:cubicBezTo>
                <a:cubicBezTo>
                  <a:pt x="495898" y="264737"/>
                  <a:pt x="478770" y="283596"/>
                  <a:pt x="459529" y="302456"/>
                </a:cubicBezTo>
                <a:cubicBezTo>
                  <a:pt x="484284" y="326938"/>
                  <a:pt x="505518" y="350834"/>
                  <a:pt x="522529" y="373677"/>
                </a:cubicBezTo>
                <a:cubicBezTo>
                  <a:pt x="566524" y="432481"/>
                  <a:pt x="578725" y="478283"/>
                  <a:pt x="557842" y="506279"/>
                </a:cubicBezTo>
                <a:cubicBezTo>
                  <a:pt x="546932" y="520922"/>
                  <a:pt x="528630" y="528419"/>
                  <a:pt x="503641" y="528419"/>
                </a:cubicBezTo>
                <a:cubicBezTo>
                  <a:pt x="475954" y="528419"/>
                  <a:pt x="438647" y="518813"/>
                  <a:pt x="395825" y="500539"/>
                </a:cubicBezTo>
                <a:cubicBezTo>
                  <a:pt x="394300" y="504288"/>
                  <a:pt x="392775" y="507802"/>
                  <a:pt x="391250" y="511082"/>
                </a:cubicBezTo>
                <a:cubicBezTo>
                  <a:pt x="363915" y="571643"/>
                  <a:pt x="325786" y="605028"/>
                  <a:pt x="283903" y="605028"/>
                </a:cubicBezTo>
                <a:cubicBezTo>
                  <a:pt x="242020" y="605028"/>
                  <a:pt x="203891" y="571643"/>
                  <a:pt x="176556" y="511082"/>
                </a:cubicBezTo>
                <a:cubicBezTo>
                  <a:pt x="175031" y="507802"/>
                  <a:pt x="173506" y="504288"/>
                  <a:pt x="171981" y="500539"/>
                </a:cubicBezTo>
                <a:cubicBezTo>
                  <a:pt x="129159" y="518813"/>
                  <a:pt x="91852" y="528419"/>
                  <a:pt x="64165" y="528419"/>
                </a:cubicBezTo>
                <a:cubicBezTo>
                  <a:pt x="39059" y="528419"/>
                  <a:pt x="20874" y="520922"/>
                  <a:pt x="9846" y="506279"/>
                </a:cubicBezTo>
                <a:cubicBezTo>
                  <a:pt x="-10919" y="478283"/>
                  <a:pt x="1282" y="432481"/>
                  <a:pt x="45277" y="373677"/>
                </a:cubicBezTo>
                <a:cubicBezTo>
                  <a:pt x="62288" y="350834"/>
                  <a:pt x="83522" y="326938"/>
                  <a:pt x="108159" y="302456"/>
                </a:cubicBezTo>
                <a:cubicBezTo>
                  <a:pt x="83522" y="278091"/>
                  <a:pt x="62288" y="254194"/>
                  <a:pt x="45277" y="231351"/>
                </a:cubicBezTo>
                <a:cubicBezTo>
                  <a:pt x="1282" y="172547"/>
                  <a:pt x="-10919" y="126745"/>
                  <a:pt x="9846" y="98749"/>
                </a:cubicBezTo>
                <a:cubicBezTo>
                  <a:pt x="20874" y="84106"/>
                  <a:pt x="39059" y="76609"/>
                  <a:pt x="64165" y="76609"/>
                </a:cubicBezTo>
                <a:cubicBezTo>
                  <a:pt x="71439" y="76609"/>
                  <a:pt x="79534" y="77312"/>
                  <a:pt x="88333" y="78601"/>
                </a:cubicBezTo>
                <a:cubicBezTo>
                  <a:pt x="94785" y="71807"/>
                  <a:pt x="103819" y="67824"/>
                  <a:pt x="113321" y="67824"/>
                </a:cubicBezTo>
                <a:cubicBezTo>
                  <a:pt x="129511" y="67824"/>
                  <a:pt x="143238" y="78952"/>
                  <a:pt x="146875" y="94532"/>
                </a:cubicBezTo>
                <a:cubicBezTo>
                  <a:pt x="154970" y="97460"/>
                  <a:pt x="163417" y="100857"/>
                  <a:pt x="171981" y="104489"/>
                </a:cubicBezTo>
                <a:cubicBezTo>
                  <a:pt x="173506" y="100740"/>
                  <a:pt x="175031" y="97226"/>
                  <a:pt x="176556" y="93946"/>
                </a:cubicBezTo>
                <a:cubicBezTo>
                  <a:pt x="203891" y="33385"/>
                  <a:pt x="242020" y="0"/>
                  <a:pt x="28390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09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79F93DB-5714-61FC-29B8-FA76E3CAC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31" y="882519"/>
            <a:ext cx="11436938" cy="509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3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5E6AD-754B-0C85-359E-D9C68FCB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D9C1DEC-F945-A5C8-18DF-56041F4F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课程特色</a:t>
            </a:r>
          </a:p>
        </p:txBody>
      </p:sp>
      <p:sp>
        <p:nvSpPr>
          <p:cNvPr id="48" name="空心弧 47">
            <a:extLst>
              <a:ext uri="{FF2B5EF4-FFF2-40B4-BE49-F238E27FC236}">
                <a16:creationId xmlns:a16="http://schemas.microsoft.com/office/drawing/2014/main" id="{2A4B1140-C06B-CD85-3A4D-4625E8782AAC}"/>
              </a:ext>
            </a:extLst>
          </p:cNvPr>
          <p:cNvSpPr/>
          <p:nvPr/>
        </p:nvSpPr>
        <p:spPr>
          <a:xfrm rot="2364690" flipH="1">
            <a:off x="3980264" y="1801680"/>
            <a:ext cx="4226405" cy="4226399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44B4C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空心弧 48">
            <a:extLst>
              <a:ext uri="{FF2B5EF4-FFF2-40B4-BE49-F238E27FC236}">
                <a16:creationId xmlns:a16="http://schemas.microsoft.com/office/drawing/2014/main" id="{7CE1492E-BEF6-7524-78AE-5AFCD6CC6EE0}"/>
              </a:ext>
            </a:extLst>
          </p:cNvPr>
          <p:cNvSpPr/>
          <p:nvPr/>
        </p:nvSpPr>
        <p:spPr>
          <a:xfrm rot="19235310">
            <a:off x="3985330" y="1801680"/>
            <a:ext cx="4226405" cy="4226399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62CB78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空心弧 49">
            <a:extLst>
              <a:ext uri="{FF2B5EF4-FFF2-40B4-BE49-F238E27FC236}">
                <a16:creationId xmlns:a16="http://schemas.microsoft.com/office/drawing/2014/main" id="{67FD83F8-29E3-D296-4185-54128EB01869}"/>
              </a:ext>
            </a:extLst>
          </p:cNvPr>
          <p:cNvSpPr/>
          <p:nvPr/>
        </p:nvSpPr>
        <p:spPr>
          <a:xfrm rot="6037468" flipH="1">
            <a:off x="3980267" y="1801677"/>
            <a:ext cx="4226401" cy="4226405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9FAFB9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空心弧 50">
            <a:extLst>
              <a:ext uri="{FF2B5EF4-FFF2-40B4-BE49-F238E27FC236}">
                <a16:creationId xmlns:a16="http://schemas.microsoft.com/office/drawing/2014/main" id="{EF7CF504-B969-1CC4-A275-CA9B15206E6C}"/>
              </a:ext>
            </a:extLst>
          </p:cNvPr>
          <p:cNvSpPr/>
          <p:nvPr/>
        </p:nvSpPr>
        <p:spPr>
          <a:xfrm rot="15562532">
            <a:off x="3985334" y="1801677"/>
            <a:ext cx="4226401" cy="4226405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4381DD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空心弧 51">
            <a:extLst>
              <a:ext uri="{FF2B5EF4-FFF2-40B4-BE49-F238E27FC236}">
                <a16:creationId xmlns:a16="http://schemas.microsoft.com/office/drawing/2014/main" id="{A51C36D3-4722-E7C7-E552-B5949FD351A1}"/>
              </a:ext>
            </a:extLst>
          </p:cNvPr>
          <p:cNvSpPr/>
          <p:nvPr/>
        </p:nvSpPr>
        <p:spPr>
          <a:xfrm rot="2364690" flipH="1">
            <a:off x="4274046" y="2100526"/>
            <a:ext cx="3628711" cy="3628707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44B4CF"/>
          </a:soli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空心弧 52">
            <a:extLst>
              <a:ext uri="{FF2B5EF4-FFF2-40B4-BE49-F238E27FC236}">
                <a16:creationId xmlns:a16="http://schemas.microsoft.com/office/drawing/2014/main" id="{C1302EA7-4C8D-C4C8-EC1A-C4C627AFD9A5}"/>
              </a:ext>
            </a:extLst>
          </p:cNvPr>
          <p:cNvSpPr/>
          <p:nvPr/>
        </p:nvSpPr>
        <p:spPr>
          <a:xfrm rot="19235310">
            <a:off x="4279112" y="2100526"/>
            <a:ext cx="3628711" cy="3628707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62CB78"/>
          </a:soli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空心弧 53">
            <a:extLst>
              <a:ext uri="{FF2B5EF4-FFF2-40B4-BE49-F238E27FC236}">
                <a16:creationId xmlns:a16="http://schemas.microsoft.com/office/drawing/2014/main" id="{7236B191-ECE5-DFB0-04C4-565F1DC74D60}"/>
              </a:ext>
            </a:extLst>
          </p:cNvPr>
          <p:cNvSpPr/>
          <p:nvPr/>
        </p:nvSpPr>
        <p:spPr>
          <a:xfrm rot="6037468" flipH="1">
            <a:off x="4274049" y="2100525"/>
            <a:ext cx="3628707" cy="3628711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7995D8"/>
          </a:soli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空心弧 54">
            <a:extLst>
              <a:ext uri="{FF2B5EF4-FFF2-40B4-BE49-F238E27FC236}">
                <a16:creationId xmlns:a16="http://schemas.microsoft.com/office/drawing/2014/main" id="{0EE9A06F-1C22-EB93-21EF-E2EA6A9ECC51}"/>
              </a:ext>
            </a:extLst>
          </p:cNvPr>
          <p:cNvSpPr/>
          <p:nvPr/>
        </p:nvSpPr>
        <p:spPr>
          <a:xfrm rot="15562532">
            <a:off x="4279115" y="2100525"/>
            <a:ext cx="3628707" cy="3628711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gradFill rotWithShape="1">
            <a:gsLst>
              <a:gs pos="0">
                <a:srgbClr val="4381DD"/>
              </a:gs>
              <a:gs pos="50000">
                <a:srgbClr val="4381DD">
                  <a:satMod val="110000"/>
                  <a:lumMod val="100000"/>
                  <a:shade val="100000"/>
                </a:srgbClr>
              </a:gs>
              <a:gs pos="100000">
                <a:srgbClr val="4381DD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1" name="Number1">
            <a:extLst>
              <a:ext uri="{FF2B5EF4-FFF2-40B4-BE49-F238E27FC236}">
                <a16:creationId xmlns:a16="http://schemas.microsoft.com/office/drawing/2014/main" id="{BD0F8A98-60A7-D028-56AA-C0AA3210AA6C}"/>
              </a:ext>
            </a:extLst>
          </p:cNvPr>
          <p:cNvSpPr/>
          <p:nvPr/>
        </p:nvSpPr>
        <p:spPr>
          <a:xfrm>
            <a:off x="669925" y="136119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62CB7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50B950AF-BBC4-3E57-2A0C-2DBE07D15FE2}"/>
              </a:ext>
            </a:extLst>
          </p:cNvPr>
          <p:cNvGrpSpPr/>
          <p:nvPr/>
        </p:nvGrpSpPr>
        <p:grpSpPr>
          <a:xfrm>
            <a:off x="1297728" y="1439901"/>
            <a:ext cx="2521797" cy="1472066"/>
            <a:chOff x="1297728" y="1439901"/>
            <a:chExt cx="2521797" cy="1472066"/>
          </a:xfrm>
        </p:grpSpPr>
        <p:sp>
          <p:nvSpPr>
            <p:cNvPr id="83" name="Bullet1">
              <a:extLst>
                <a:ext uri="{FF2B5EF4-FFF2-40B4-BE49-F238E27FC236}">
                  <a16:creationId xmlns:a16="http://schemas.microsoft.com/office/drawing/2014/main" id="{35BCFAAB-6452-F8DD-54D7-D48B86E1E8E0}"/>
                </a:ext>
              </a:extLst>
            </p:cNvPr>
            <p:cNvSpPr txBox="1"/>
            <p:nvPr/>
          </p:nvSpPr>
          <p:spPr bwMode="auto">
            <a:xfrm>
              <a:off x="1297728" y="1439901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>
                <a:spcBef>
                  <a:spcPct val="0"/>
                </a:spcBef>
              </a:pPr>
              <a:r>
                <a:rPr lang="zh-CN" altLang="en-US" b="1">
                  <a:solidFill>
                    <a:srgbClr val="000000"/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知识全面，体系完整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84" name="Text1">
              <a:extLst>
                <a:ext uri="{FF2B5EF4-FFF2-40B4-BE49-F238E27FC236}">
                  <a16:creationId xmlns:a16="http://schemas.microsoft.com/office/drawing/2014/main" id="{57C9884C-393A-694A-EE03-C33E34E75B7F}"/>
                </a:ext>
              </a:extLst>
            </p:cNvPr>
            <p:cNvSpPr/>
            <p:nvPr/>
          </p:nvSpPr>
          <p:spPr bwMode="auto">
            <a:xfrm>
              <a:off x="1297728" y="2041656"/>
              <a:ext cx="2521797" cy="870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系统构建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Python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技能树，涵盖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Python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语言核心、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AI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、网络爬虫、数据分析、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Web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应用等关键领域。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75" name="Number2">
            <a:extLst>
              <a:ext uri="{FF2B5EF4-FFF2-40B4-BE49-F238E27FC236}">
                <a16:creationId xmlns:a16="http://schemas.microsoft.com/office/drawing/2014/main" id="{D8DC998C-2A42-2B83-DF7C-6F68354355CB}"/>
              </a:ext>
            </a:extLst>
          </p:cNvPr>
          <p:cNvSpPr/>
          <p:nvPr/>
        </p:nvSpPr>
        <p:spPr>
          <a:xfrm>
            <a:off x="669925" y="3694323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3C7FE4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6BFA0C68-EDB5-945E-B0F9-7235EAE37DEA}"/>
              </a:ext>
            </a:extLst>
          </p:cNvPr>
          <p:cNvGrpSpPr/>
          <p:nvPr/>
        </p:nvGrpSpPr>
        <p:grpSpPr>
          <a:xfrm>
            <a:off x="1297728" y="3773034"/>
            <a:ext cx="2521797" cy="1925401"/>
            <a:chOff x="1297728" y="3773034"/>
            <a:chExt cx="2521797" cy="1925401"/>
          </a:xfrm>
        </p:grpSpPr>
        <p:sp>
          <p:nvSpPr>
            <p:cNvPr id="77" name="Bullet2">
              <a:extLst>
                <a:ext uri="{FF2B5EF4-FFF2-40B4-BE49-F238E27FC236}">
                  <a16:creationId xmlns:a16="http://schemas.microsoft.com/office/drawing/2014/main" id="{4E9F3926-C62D-28B8-E176-4D3E09016B18}"/>
                </a:ext>
              </a:extLst>
            </p:cNvPr>
            <p:cNvSpPr txBox="1"/>
            <p:nvPr/>
          </p:nvSpPr>
          <p:spPr bwMode="auto">
            <a:xfrm>
              <a:off x="1297728" y="3773034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b="1">
                  <a:solidFill>
                    <a:srgbClr val="000000"/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项目驱动，实战教学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78" name="Text2">
              <a:extLst>
                <a:ext uri="{FF2B5EF4-FFF2-40B4-BE49-F238E27FC236}">
                  <a16:creationId xmlns:a16="http://schemas.microsoft.com/office/drawing/2014/main" id="{7D7B1551-A93A-EE23-3D69-4426B1FDE686}"/>
                </a:ext>
              </a:extLst>
            </p:cNvPr>
            <p:cNvSpPr/>
            <p:nvPr/>
          </p:nvSpPr>
          <p:spPr bwMode="auto">
            <a:xfrm>
              <a:off x="1297728" y="4374789"/>
              <a:ext cx="2521797" cy="1323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fontScale="925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通过多元案例驱动，提升学习动力。通过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AI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应用、爬虫、数据分析与可视化、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Web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应用等丰富的项目实战，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以可感知的成果巩固知识，激发学习兴趣和创造潜力。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67" name="Icon3">
            <a:extLst>
              <a:ext uri="{FF2B5EF4-FFF2-40B4-BE49-F238E27FC236}">
                <a16:creationId xmlns:a16="http://schemas.microsoft.com/office/drawing/2014/main" id="{527E11D0-B2D5-04E8-8C5C-AB9B1A0D05F1}"/>
              </a:ext>
            </a:extLst>
          </p:cNvPr>
          <p:cNvSpPr/>
          <p:nvPr/>
        </p:nvSpPr>
        <p:spPr>
          <a:xfrm>
            <a:off x="7313058" y="3773033"/>
            <a:ext cx="360000" cy="315806"/>
          </a:xfrm>
          <a:custGeom>
            <a:avLst/>
            <a:gdLst>
              <a:gd name="connsiteX0" fmla="*/ 352921 w 607646"/>
              <a:gd name="connsiteY0" fmla="*/ 457945 h 533051"/>
              <a:gd name="connsiteX1" fmla="*/ 342979 w 607646"/>
              <a:gd name="connsiteY1" fmla="*/ 462170 h 533051"/>
              <a:gd name="connsiteX2" fmla="*/ 338854 w 607646"/>
              <a:gd name="connsiteY2" fmla="*/ 472100 h 533051"/>
              <a:gd name="connsiteX3" fmla="*/ 342979 w 607646"/>
              <a:gd name="connsiteY3" fmla="*/ 482029 h 533051"/>
              <a:gd name="connsiteX4" fmla="*/ 352921 w 607646"/>
              <a:gd name="connsiteY4" fmla="*/ 486149 h 533051"/>
              <a:gd name="connsiteX5" fmla="*/ 362863 w 607646"/>
              <a:gd name="connsiteY5" fmla="*/ 482029 h 533051"/>
              <a:gd name="connsiteX6" fmla="*/ 366987 w 607646"/>
              <a:gd name="connsiteY6" fmla="*/ 472100 h 533051"/>
              <a:gd name="connsiteX7" fmla="*/ 362863 w 607646"/>
              <a:gd name="connsiteY7" fmla="*/ 462170 h 533051"/>
              <a:gd name="connsiteX8" fmla="*/ 352921 w 607646"/>
              <a:gd name="connsiteY8" fmla="*/ 457945 h 533051"/>
              <a:gd name="connsiteX9" fmla="*/ 438485 w 607646"/>
              <a:gd name="connsiteY9" fmla="*/ 375972 h 533051"/>
              <a:gd name="connsiteX10" fmla="*/ 431081 w 607646"/>
              <a:gd name="connsiteY10" fmla="*/ 379141 h 533051"/>
              <a:gd name="connsiteX11" fmla="*/ 372699 w 607646"/>
              <a:gd name="connsiteY11" fmla="*/ 437346 h 533051"/>
              <a:gd name="connsiteX12" fmla="*/ 369632 w 607646"/>
              <a:gd name="connsiteY12" fmla="*/ 444846 h 533051"/>
              <a:gd name="connsiteX13" fmla="*/ 372699 w 607646"/>
              <a:gd name="connsiteY13" fmla="*/ 452346 h 533051"/>
              <a:gd name="connsiteX14" fmla="*/ 380208 w 607646"/>
              <a:gd name="connsiteY14" fmla="*/ 455409 h 533051"/>
              <a:gd name="connsiteX15" fmla="*/ 387612 w 607646"/>
              <a:gd name="connsiteY15" fmla="*/ 452346 h 533051"/>
              <a:gd name="connsiteX16" fmla="*/ 445994 w 607646"/>
              <a:gd name="connsiteY16" fmla="*/ 394035 h 533051"/>
              <a:gd name="connsiteX17" fmla="*/ 449062 w 607646"/>
              <a:gd name="connsiteY17" fmla="*/ 386535 h 533051"/>
              <a:gd name="connsiteX18" fmla="*/ 445994 w 607646"/>
              <a:gd name="connsiteY18" fmla="*/ 379141 h 533051"/>
              <a:gd name="connsiteX19" fmla="*/ 438485 w 607646"/>
              <a:gd name="connsiteY19" fmla="*/ 375972 h 533051"/>
              <a:gd name="connsiteX20" fmla="*/ 534943 w 607646"/>
              <a:gd name="connsiteY20" fmla="*/ 217624 h 533051"/>
              <a:gd name="connsiteX21" fmla="*/ 553981 w 607646"/>
              <a:gd name="connsiteY21" fmla="*/ 225547 h 533051"/>
              <a:gd name="connsiteX22" fmla="*/ 554404 w 607646"/>
              <a:gd name="connsiteY22" fmla="*/ 225969 h 533051"/>
              <a:gd name="connsiteX23" fmla="*/ 556520 w 607646"/>
              <a:gd name="connsiteY23" fmla="*/ 230934 h 533051"/>
              <a:gd name="connsiteX24" fmla="*/ 554510 w 607646"/>
              <a:gd name="connsiteY24" fmla="*/ 235899 h 533051"/>
              <a:gd name="connsiteX25" fmla="*/ 524050 w 607646"/>
              <a:gd name="connsiteY25" fmla="*/ 266322 h 533051"/>
              <a:gd name="connsiteX26" fmla="*/ 516752 w 607646"/>
              <a:gd name="connsiteY26" fmla="*/ 283752 h 533051"/>
              <a:gd name="connsiteX27" fmla="*/ 524050 w 607646"/>
              <a:gd name="connsiteY27" fmla="*/ 301182 h 533051"/>
              <a:gd name="connsiteX28" fmla="*/ 541501 w 607646"/>
              <a:gd name="connsiteY28" fmla="*/ 308365 h 533051"/>
              <a:gd name="connsiteX29" fmla="*/ 558952 w 607646"/>
              <a:gd name="connsiteY29" fmla="*/ 301182 h 533051"/>
              <a:gd name="connsiteX30" fmla="*/ 589413 w 607646"/>
              <a:gd name="connsiteY30" fmla="*/ 270759 h 533051"/>
              <a:gd name="connsiteX31" fmla="*/ 594384 w 607646"/>
              <a:gd name="connsiteY31" fmla="*/ 268752 h 533051"/>
              <a:gd name="connsiteX32" fmla="*/ 599355 w 607646"/>
              <a:gd name="connsiteY32" fmla="*/ 270759 h 533051"/>
              <a:gd name="connsiteX33" fmla="*/ 599778 w 607646"/>
              <a:gd name="connsiteY33" fmla="*/ 271181 h 533051"/>
              <a:gd name="connsiteX34" fmla="*/ 606758 w 607646"/>
              <a:gd name="connsiteY34" fmla="*/ 297168 h 533051"/>
              <a:gd name="connsiteX35" fmla="*/ 590047 w 607646"/>
              <a:gd name="connsiteY35" fmla="*/ 359704 h 533051"/>
              <a:gd name="connsiteX36" fmla="*/ 571010 w 607646"/>
              <a:gd name="connsiteY36" fmla="*/ 378612 h 533051"/>
              <a:gd name="connsiteX37" fmla="*/ 570798 w 607646"/>
              <a:gd name="connsiteY37" fmla="*/ 378718 h 533051"/>
              <a:gd name="connsiteX38" fmla="*/ 501627 w 607646"/>
              <a:gd name="connsiteY38" fmla="*/ 395303 h 533051"/>
              <a:gd name="connsiteX39" fmla="*/ 377987 w 607646"/>
              <a:gd name="connsiteY39" fmla="*/ 518790 h 533051"/>
              <a:gd name="connsiteX40" fmla="*/ 343507 w 607646"/>
              <a:gd name="connsiteY40" fmla="*/ 533051 h 533051"/>
              <a:gd name="connsiteX41" fmla="*/ 309028 w 607646"/>
              <a:gd name="connsiteY41" fmla="*/ 518790 h 533051"/>
              <a:gd name="connsiteX42" fmla="*/ 306066 w 607646"/>
              <a:gd name="connsiteY42" fmla="*/ 515833 h 533051"/>
              <a:gd name="connsiteX43" fmla="*/ 291788 w 607646"/>
              <a:gd name="connsiteY43" fmla="*/ 481501 h 533051"/>
              <a:gd name="connsiteX44" fmla="*/ 306066 w 607646"/>
              <a:gd name="connsiteY44" fmla="*/ 447064 h 533051"/>
              <a:gd name="connsiteX45" fmla="*/ 429707 w 607646"/>
              <a:gd name="connsiteY45" fmla="*/ 323576 h 533051"/>
              <a:gd name="connsiteX46" fmla="*/ 446418 w 607646"/>
              <a:gd name="connsiteY46" fmla="*/ 254491 h 533051"/>
              <a:gd name="connsiteX47" fmla="*/ 446418 w 607646"/>
              <a:gd name="connsiteY47" fmla="*/ 254280 h 533051"/>
              <a:gd name="connsiteX48" fmla="*/ 465455 w 607646"/>
              <a:gd name="connsiteY48" fmla="*/ 235265 h 533051"/>
              <a:gd name="connsiteX49" fmla="*/ 527963 w 607646"/>
              <a:gd name="connsiteY49" fmla="*/ 218575 h 533051"/>
              <a:gd name="connsiteX50" fmla="*/ 534943 w 607646"/>
              <a:gd name="connsiteY50" fmla="*/ 217624 h 533051"/>
              <a:gd name="connsiteX51" fmla="*/ 253873 w 607646"/>
              <a:gd name="connsiteY51" fmla="*/ 140927 h 533051"/>
              <a:gd name="connsiteX52" fmla="*/ 141005 w 607646"/>
              <a:gd name="connsiteY52" fmla="*/ 253542 h 533051"/>
              <a:gd name="connsiteX53" fmla="*/ 253873 w 607646"/>
              <a:gd name="connsiteY53" fmla="*/ 366262 h 533051"/>
              <a:gd name="connsiteX54" fmla="*/ 366741 w 607646"/>
              <a:gd name="connsiteY54" fmla="*/ 253542 h 533051"/>
              <a:gd name="connsiteX55" fmla="*/ 253873 w 607646"/>
              <a:gd name="connsiteY55" fmla="*/ 140927 h 533051"/>
              <a:gd name="connsiteX56" fmla="*/ 232929 w 607646"/>
              <a:gd name="connsiteY56" fmla="*/ 0 h 533051"/>
              <a:gd name="connsiteX57" fmla="*/ 274818 w 607646"/>
              <a:gd name="connsiteY57" fmla="*/ 0 h 533051"/>
              <a:gd name="connsiteX58" fmla="*/ 316918 w 607646"/>
              <a:gd name="connsiteY58" fmla="*/ 42045 h 533051"/>
              <a:gd name="connsiteX59" fmla="*/ 316918 w 607646"/>
              <a:gd name="connsiteY59" fmla="*/ 55885 h 533051"/>
              <a:gd name="connsiteX60" fmla="*/ 349287 w 607646"/>
              <a:gd name="connsiteY60" fmla="*/ 69301 h 533051"/>
              <a:gd name="connsiteX61" fmla="*/ 359125 w 607646"/>
              <a:gd name="connsiteY61" fmla="*/ 59476 h 533051"/>
              <a:gd name="connsiteX62" fmla="*/ 388849 w 607646"/>
              <a:gd name="connsiteY62" fmla="*/ 47222 h 533051"/>
              <a:gd name="connsiteX63" fmla="*/ 418574 w 607646"/>
              <a:gd name="connsiteY63" fmla="*/ 59476 h 533051"/>
              <a:gd name="connsiteX64" fmla="*/ 448192 w 607646"/>
              <a:gd name="connsiteY64" fmla="*/ 89162 h 533051"/>
              <a:gd name="connsiteX65" fmla="*/ 448192 w 607646"/>
              <a:gd name="connsiteY65" fmla="*/ 148533 h 533051"/>
              <a:gd name="connsiteX66" fmla="*/ 438460 w 607646"/>
              <a:gd name="connsiteY66" fmla="*/ 158252 h 533051"/>
              <a:gd name="connsiteX67" fmla="*/ 451789 w 607646"/>
              <a:gd name="connsiteY67" fmla="*/ 190684 h 533051"/>
              <a:gd name="connsiteX68" fmla="*/ 465752 w 607646"/>
              <a:gd name="connsiteY68" fmla="*/ 190684 h 533051"/>
              <a:gd name="connsiteX69" fmla="*/ 497909 w 607646"/>
              <a:gd name="connsiteY69" fmla="*/ 205685 h 533051"/>
              <a:gd name="connsiteX70" fmla="*/ 450837 w 607646"/>
              <a:gd name="connsiteY70" fmla="*/ 218257 h 533051"/>
              <a:gd name="connsiteX71" fmla="*/ 419420 w 607646"/>
              <a:gd name="connsiteY71" fmla="*/ 249739 h 533051"/>
              <a:gd name="connsiteX72" fmla="*/ 419208 w 607646"/>
              <a:gd name="connsiteY72" fmla="*/ 250372 h 533051"/>
              <a:gd name="connsiteX73" fmla="*/ 403764 w 607646"/>
              <a:gd name="connsiteY73" fmla="*/ 314603 h 533051"/>
              <a:gd name="connsiteX74" fmla="*/ 283598 w 607646"/>
              <a:gd name="connsiteY74" fmla="*/ 434613 h 533051"/>
              <a:gd name="connsiteX75" fmla="*/ 264134 w 607646"/>
              <a:gd name="connsiteY75" fmla="*/ 481518 h 533051"/>
              <a:gd name="connsiteX76" fmla="*/ 269317 w 607646"/>
              <a:gd name="connsiteY76" fmla="*/ 507083 h 533051"/>
              <a:gd name="connsiteX77" fmla="*/ 232929 w 607646"/>
              <a:gd name="connsiteY77" fmla="*/ 507083 h 533051"/>
              <a:gd name="connsiteX78" fmla="*/ 190828 w 607646"/>
              <a:gd name="connsiteY78" fmla="*/ 465143 h 533051"/>
              <a:gd name="connsiteX79" fmla="*/ 190828 w 607646"/>
              <a:gd name="connsiteY79" fmla="*/ 451304 h 533051"/>
              <a:gd name="connsiteX80" fmla="*/ 158459 w 607646"/>
              <a:gd name="connsiteY80" fmla="*/ 437888 h 533051"/>
              <a:gd name="connsiteX81" fmla="*/ 148622 w 607646"/>
              <a:gd name="connsiteY81" fmla="*/ 447712 h 533051"/>
              <a:gd name="connsiteX82" fmla="*/ 118897 w 607646"/>
              <a:gd name="connsiteY82" fmla="*/ 459967 h 533051"/>
              <a:gd name="connsiteX83" fmla="*/ 89173 w 607646"/>
              <a:gd name="connsiteY83" fmla="*/ 447712 h 533051"/>
              <a:gd name="connsiteX84" fmla="*/ 59554 w 607646"/>
              <a:gd name="connsiteY84" fmla="*/ 418027 h 533051"/>
              <a:gd name="connsiteX85" fmla="*/ 59554 w 607646"/>
              <a:gd name="connsiteY85" fmla="*/ 358656 h 533051"/>
              <a:gd name="connsiteX86" fmla="*/ 69286 w 607646"/>
              <a:gd name="connsiteY86" fmla="*/ 348831 h 533051"/>
              <a:gd name="connsiteX87" fmla="*/ 55958 w 607646"/>
              <a:gd name="connsiteY87" fmla="*/ 316505 h 533051"/>
              <a:gd name="connsiteX88" fmla="*/ 41995 w 607646"/>
              <a:gd name="connsiteY88" fmla="*/ 316505 h 533051"/>
              <a:gd name="connsiteX89" fmla="*/ 0 w 607646"/>
              <a:gd name="connsiteY89" fmla="*/ 274565 h 533051"/>
              <a:gd name="connsiteX90" fmla="*/ 0 w 607646"/>
              <a:gd name="connsiteY90" fmla="*/ 232625 h 533051"/>
              <a:gd name="connsiteX91" fmla="*/ 41995 w 607646"/>
              <a:gd name="connsiteY91" fmla="*/ 190684 h 533051"/>
              <a:gd name="connsiteX92" fmla="*/ 55958 w 607646"/>
              <a:gd name="connsiteY92" fmla="*/ 190684 h 533051"/>
              <a:gd name="connsiteX93" fmla="*/ 69286 w 607646"/>
              <a:gd name="connsiteY93" fmla="*/ 158252 h 533051"/>
              <a:gd name="connsiteX94" fmla="*/ 59554 w 607646"/>
              <a:gd name="connsiteY94" fmla="*/ 148533 h 533051"/>
              <a:gd name="connsiteX95" fmla="*/ 59554 w 607646"/>
              <a:gd name="connsiteY95" fmla="*/ 89162 h 533051"/>
              <a:gd name="connsiteX96" fmla="*/ 89173 w 607646"/>
              <a:gd name="connsiteY96" fmla="*/ 59476 h 533051"/>
              <a:gd name="connsiteX97" fmla="*/ 118897 w 607646"/>
              <a:gd name="connsiteY97" fmla="*/ 47222 h 533051"/>
              <a:gd name="connsiteX98" fmla="*/ 148622 w 607646"/>
              <a:gd name="connsiteY98" fmla="*/ 59476 h 533051"/>
              <a:gd name="connsiteX99" fmla="*/ 158459 w 607646"/>
              <a:gd name="connsiteY99" fmla="*/ 69301 h 533051"/>
              <a:gd name="connsiteX100" fmla="*/ 190828 w 607646"/>
              <a:gd name="connsiteY100" fmla="*/ 55885 h 533051"/>
              <a:gd name="connsiteX101" fmla="*/ 190828 w 607646"/>
              <a:gd name="connsiteY101" fmla="*/ 42045 h 533051"/>
              <a:gd name="connsiteX102" fmla="*/ 232929 w 607646"/>
              <a:gd name="connsiteY102" fmla="*/ 0 h 533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7646" h="533051">
                <a:moveTo>
                  <a:pt x="352921" y="457945"/>
                </a:moveTo>
                <a:cubicBezTo>
                  <a:pt x="349113" y="457945"/>
                  <a:pt x="345623" y="459423"/>
                  <a:pt x="342979" y="462170"/>
                </a:cubicBezTo>
                <a:cubicBezTo>
                  <a:pt x="340229" y="464811"/>
                  <a:pt x="338854" y="468297"/>
                  <a:pt x="338854" y="472100"/>
                </a:cubicBezTo>
                <a:cubicBezTo>
                  <a:pt x="338854" y="475797"/>
                  <a:pt x="340229" y="479389"/>
                  <a:pt x="342979" y="482029"/>
                </a:cubicBezTo>
                <a:cubicBezTo>
                  <a:pt x="345623" y="484670"/>
                  <a:pt x="349113" y="486149"/>
                  <a:pt x="352921" y="486149"/>
                </a:cubicBezTo>
                <a:cubicBezTo>
                  <a:pt x="356622" y="486149"/>
                  <a:pt x="360218" y="484670"/>
                  <a:pt x="362863" y="482029"/>
                </a:cubicBezTo>
                <a:cubicBezTo>
                  <a:pt x="365507" y="479389"/>
                  <a:pt x="366987" y="475797"/>
                  <a:pt x="366987" y="472100"/>
                </a:cubicBezTo>
                <a:cubicBezTo>
                  <a:pt x="366987" y="468297"/>
                  <a:pt x="365507" y="464811"/>
                  <a:pt x="362863" y="462170"/>
                </a:cubicBezTo>
                <a:cubicBezTo>
                  <a:pt x="360218" y="459423"/>
                  <a:pt x="356622" y="457945"/>
                  <a:pt x="352921" y="457945"/>
                </a:cubicBezTo>
                <a:close/>
                <a:moveTo>
                  <a:pt x="438485" y="375972"/>
                </a:moveTo>
                <a:cubicBezTo>
                  <a:pt x="435735" y="375972"/>
                  <a:pt x="432985" y="377134"/>
                  <a:pt x="431081" y="379141"/>
                </a:cubicBezTo>
                <a:lnTo>
                  <a:pt x="372699" y="437346"/>
                </a:lnTo>
                <a:cubicBezTo>
                  <a:pt x="370689" y="439353"/>
                  <a:pt x="369632" y="441994"/>
                  <a:pt x="369632" y="444846"/>
                </a:cubicBezTo>
                <a:cubicBezTo>
                  <a:pt x="369632" y="447698"/>
                  <a:pt x="370689" y="450339"/>
                  <a:pt x="372699" y="452346"/>
                </a:cubicBezTo>
                <a:cubicBezTo>
                  <a:pt x="374708" y="454353"/>
                  <a:pt x="377352" y="455409"/>
                  <a:pt x="380208" y="455409"/>
                </a:cubicBezTo>
                <a:cubicBezTo>
                  <a:pt x="382958" y="455409"/>
                  <a:pt x="385602" y="454353"/>
                  <a:pt x="387612" y="452346"/>
                </a:cubicBezTo>
                <a:lnTo>
                  <a:pt x="445994" y="394035"/>
                </a:lnTo>
                <a:cubicBezTo>
                  <a:pt x="448004" y="392028"/>
                  <a:pt x="449062" y="389387"/>
                  <a:pt x="449062" y="386535"/>
                </a:cubicBezTo>
                <a:cubicBezTo>
                  <a:pt x="449062" y="383789"/>
                  <a:pt x="448004" y="381148"/>
                  <a:pt x="445994" y="379141"/>
                </a:cubicBezTo>
                <a:cubicBezTo>
                  <a:pt x="443985" y="377134"/>
                  <a:pt x="441341" y="375972"/>
                  <a:pt x="438485" y="375972"/>
                </a:cubicBezTo>
                <a:close/>
                <a:moveTo>
                  <a:pt x="534943" y="217624"/>
                </a:moveTo>
                <a:cubicBezTo>
                  <a:pt x="542136" y="217624"/>
                  <a:pt x="548905" y="220371"/>
                  <a:pt x="553981" y="225547"/>
                </a:cubicBezTo>
                <a:lnTo>
                  <a:pt x="554404" y="225969"/>
                </a:lnTo>
                <a:cubicBezTo>
                  <a:pt x="555779" y="227237"/>
                  <a:pt x="556520" y="229033"/>
                  <a:pt x="556520" y="230934"/>
                </a:cubicBezTo>
                <a:cubicBezTo>
                  <a:pt x="556520" y="232836"/>
                  <a:pt x="555779" y="234632"/>
                  <a:pt x="554510" y="235899"/>
                </a:cubicBezTo>
                <a:lnTo>
                  <a:pt x="524050" y="266322"/>
                </a:lnTo>
                <a:cubicBezTo>
                  <a:pt x="519396" y="270970"/>
                  <a:pt x="516752" y="277203"/>
                  <a:pt x="516752" y="283752"/>
                </a:cubicBezTo>
                <a:cubicBezTo>
                  <a:pt x="516752" y="290301"/>
                  <a:pt x="519396" y="296534"/>
                  <a:pt x="524050" y="301182"/>
                </a:cubicBezTo>
                <a:cubicBezTo>
                  <a:pt x="528703" y="305830"/>
                  <a:pt x="534838" y="308365"/>
                  <a:pt x="541501" y="308365"/>
                </a:cubicBezTo>
                <a:cubicBezTo>
                  <a:pt x="548058" y="308365"/>
                  <a:pt x="554299" y="305830"/>
                  <a:pt x="558952" y="301182"/>
                </a:cubicBezTo>
                <a:lnTo>
                  <a:pt x="589413" y="270759"/>
                </a:lnTo>
                <a:cubicBezTo>
                  <a:pt x="590682" y="269491"/>
                  <a:pt x="592480" y="268752"/>
                  <a:pt x="594384" y="268752"/>
                </a:cubicBezTo>
                <a:cubicBezTo>
                  <a:pt x="596288" y="268752"/>
                  <a:pt x="597980" y="269491"/>
                  <a:pt x="599355" y="270759"/>
                </a:cubicBezTo>
                <a:lnTo>
                  <a:pt x="599778" y="271181"/>
                </a:lnTo>
                <a:cubicBezTo>
                  <a:pt x="606547" y="277942"/>
                  <a:pt x="609191" y="287977"/>
                  <a:pt x="606758" y="297168"/>
                </a:cubicBezTo>
                <a:lnTo>
                  <a:pt x="590047" y="359704"/>
                </a:lnTo>
                <a:cubicBezTo>
                  <a:pt x="587509" y="368894"/>
                  <a:pt x="580211" y="376183"/>
                  <a:pt x="571010" y="378612"/>
                </a:cubicBezTo>
                <a:cubicBezTo>
                  <a:pt x="570904" y="378718"/>
                  <a:pt x="570904" y="378718"/>
                  <a:pt x="570798" y="378718"/>
                </a:cubicBezTo>
                <a:lnTo>
                  <a:pt x="501627" y="395303"/>
                </a:lnTo>
                <a:lnTo>
                  <a:pt x="377987" y="518790"/>
                </a:lnTo>
                <a:cubicBezTo>
                  <a:pt x="368785" y="527981"/>
                  <a:pt x="356517" y="533051"/>
                  <a:pt x="343507" y="533051"/>
                </a:cubicBezTo>
                <a:cubicBezTo>
                  <a:pt x="330498" y="533051"/>
                  <a:pt x="318229" y="527981"/>
                  <a:pt x="309028" y="518790"/>
                </a:cubicBezTo>
                <a:lnTo>
                  <a:pt x="306066" y="515833"/>
                </a:lnTo>
                <a:cubicBezTo>
                  <a:pt x="296865" y="506642"/>
                  <a:pt x="291788" y="494494"/>
                  <a:pt x="291788" y="481501"/>
                </a:cubicBezTo>
                <a:cubicBezTo>
                  <a:pt x="291788" y="468402"/>
                  <a:pt x="296865" y="456254"/>
                  <a:pt x="306066" y="447064"/>
                </a:cubicBezTo>
                <a:lnTo>
                  <a:pt x="429707" y="323576"/>
                </a:lnTo>
                <a:lnTo>
                  <a:pt x="446418" y="254491"/>
                </a:lnTo>
                <a:cubicBezTo>
                  <a:pt x="446418" y="254385"/>
                  <a:pt x="446418" y="254385"/>
                  <a:pt x="446418" y="254280"/>
                </a:cubicBezTo>
                <a:cubicBezTo>
                  <a:pt x="448956" y="245089"/>
                  <a:pt x="456254" y="237801"/>
                  <a:pt x="465455" y="235265"/>
                </a:cubicBezTo>
                <a:lnTo>
                  <a:pt x="527963" y="218575"/>
                </a:lnTo>
                <a:cubicBezTo>
                  <a:pt x="530290" y="217941"/>
                  <a:pt x="532617" y="217624"/>
                  <a:pt x="534943" y="217624"/>
                </a:cubicBezTo>
                <a:close/>
                <a:moveTo>
                  <a:pt x="253873" y="140927"/>
                </a:moveTo>
                <a:cubicBezTo>
                  <a:pt x="191674" y="140927"/>
                  <a:pt x="141005" y="191424"/>
                  <a:pt x="141005" y="253542"/>
                </a:cubicBezTo>
                <a:cubicBezTo>
                  <a:pt x="141005" y="315765"/>
                  <a:pt x="191674" y="366262"/>
                  <a:pt x="253873" y="366262"/>
                </a:cubicBezTo>
                <a:cubicBezTo>
                  <a:pt x="316072" y="366262"/>
                  <a:pt x="366741" y="315765"/>
                  <a:pt x="366741" y="253542"/>
                </a:cubicBezTo>
                <a:cubicBezTo>
                  <a:pt x="366741" y="191424"/>
                  <a:pt x="316072" y="140927"/>
                  <a:pt x="253873" y="140927"/>
                </a:cubicBezTo>
                <a:close/>
                <a:moveTo>
                  <a:pt x="232929" y="0"/>
                </a:moveTo>
                <a:lnTo>
                  <a:pt x="274818" y="0"/>
                </a:lnTo>
                <a:cubicBezTo>
                  <a:pt x="298090" y="0"/>
                  <a:pt x="316918" y="18910"/>
                  <a:pt x="316918" y="42045"/>
                </a:cubicBezTo>
                <a:lnTo>
                  <a:pt x="316918" y="55885"/>
                </a:lnTo>
                <a:cubicBezTo>
                  <a:pt x="328025" y="59371"/>
                  <a:pt x="338921" y="63913"/>
                  <a:pt x="349287" y="69301"/>
                </a:cubicBezTo>
                <a:lnTo>
                  <a:pt x="359125" y="59476"/>
                </a:lnTo>
                <a:cubicBezTo>
                  <a:pt x="367058" y="51553"/>
                  <a:pt x="377637" y="47222"/>
                  <a:pt x="388849" y="47222"/>
                </a:cubicBezTo>
                <a:cubicBezTo>
                  <a:pt x="400062" y="47222"/>
                  <a:pt x="410640" y="51553"/>
                  <a:pt x="418574" y="59476"/>
                </a:cubicBezTo>
                <a:lnTo>
                  <a:pt x="448192" y="89162"/>
                </a:lnTo>
                <a:cubicBezTo>
                  <a:pt x="464588" y="105536"/>
                  <a:pt x="464588" y="132158"/>
                  <a:pt x="448192" y="148533"/>
                </a:cubicBezTo>
                <a:lnTo>
                  <a:pt x="438460" y="158252"/>
                </a:lnTo>
                <a:cubicBezTo>
                  <a:pt x="443749" y="168710"/>
                  <a:pt x="448298" y="179486"/>
                  <a:pt x="451789" y="190684"/>
                </a:cubicBezTo>
                <a:lnTo>
                  <a:pt x="465752" y="190684"/>
                </a:lnTo>
                <a:cubicBezTo>
                  <a:pt x="478657" y="190684"/>
                  <a:pt x="490187" y="196494"/>
                  <a:pt x="497909" y="205685"/>
                </a:cubicBezTo>
                <a:lnTo>
                  <a:pt x="450837" y="218257"/>
                </a:lnTo>
                <a:cubicBezTo>
                  <a:pt x="435604" y="222377"/>
                  <a:pt x="423440" y="234420"/>
                  <a:pt x="419420" y="249739"/>
                </a:cubicBezTo>
                <a:cubicBezTo>
                  <a:pt x="419314" y="249950"/>
                  <a:pt x="419314" y="250161"/>
                  <a:pt x="419208" y="250372"/>
                </a:cubicBezTo>
                <a:lnTo>
                  <a:pt x="403764" y="314603"/>
                </a:lnTo>
                <a:lnTo>
                  <a:pt x="283598" y="434613"/>
                </a:lnTo>
                <a:cubicBezTo>
                  <a:pt x="271010" y="447078"/>
                  <a:pt x="264134" y="463770"/>
                  <a:pt x="264134" y="481518"/>
                </a:cubicBezTo>
                <a:cubicBezTo>
                  <a:pt x="264134" y="490392"/>
                  <a:pt x="265932" y="499160"/>
                  <a:pt x="269317" y="507083"/>
                </a:cubicBezTo>
                <a:lnTo>
                  <a:pt x="232929" y="507083"/>
                </a:lnTo>
                <a:cubicBezTo>
                  <a:pt x="209657" y="507083"/>
                  <a:pt x="190828" y="488279"/>
                  <a:pt x="190828" y="465143"/>
                </a:cubicBezTo>
                <a:lnTo>
                  <a:pt x="190828" y="451304"/>
                </a:lnTo>
                <a:cubicBezTo>
                  <a:pt x="179721" y="447712"/>
                  <a:pt x="168826" y="443275"/>
                  <a:pt x="158459" y="437888"/>
                </a:cubicBezTo>
                <a:lnTo>
                  <a:pt x="148622" y="447712"/>
                </a:lnTo>
                <a:cubicBezTo>
                  <a:pt x="140688" y="455635"/>
                  <a:pt x="130110" y="459967"/>
                  <a:pt x="118897" y="459967"/>
                </a:cubicBezTo>
                <a:cubicBezTo>
                  <a:pt x="107685" y="459967"/>
                  <a:pt x="97107" y="455635"/>
                  <a:pt x="89173" y="447712"/>
                </a:cubicBezTo>
                <a:lnTo>
                  <a:pt x="59554" y="418027"/>
                </a:lnTo>
                <a:cubicBezTo>
                  <a:pt x="43158" y="401652"/>
                  <a:pt x="43158" y="375030"/>
                  <a:pt x="59554" y="358656"/>
                </a:cubicBezTo>
                <a:lnTo>
                  <a:pt x="69286" y="348831"/>
                </a:lnTo>
                <a:cubicBezTo>
                  <a:pt x="63997" y="338478"/>
                  <a:pt x="59449" y="327597"/>
                  <a:pt x="55958" y="316505"/>
                </a:cubicBezTo>
                <a:lnTo>
                  <a:pt x="41995" y="316505"/>
                </a:lnTo>
                <a:cubicBezTo>
                  <a:pt x="18829" y="316505"/>
                  <a:pt x="0" y="297700"/>
                  <a:pt x="0" y="274565"/>
                </a:cubicBezTo>
                <a:lnTo>
                  <a:pt x="0" y="232625"/>
                </a:lnTo>
                <a:cubicBezTo>
                  <a:pt x="0" y="209488"/>
                  <a:pt x="18829" y="190684"/>
                  <a:pt x="41995" y="190684"/>
                </a:cubicBezTo>
                <a:lnTo>
                  <a:pt x="55958" y="190684"/>
                </a:lnTo>
                <a:cubicBezTo>
                  <a:pt x="59449" y="179486"/>
                  <a:pt x="63997" y="168710"/>
                  <a:pt x="69286" y="158252"/>
                </a:cubicBezTo>
                <a:lnTo>
                  <a:pt x="59554" y="148533"/>
                </a:lnTo>
                <a:cubicBezTo>
                  <a:pt x="43158" y="132158"/>
                  <a:pt x="43158" y="105536"/>
                  <a:pt x="59554" y="89162"/>
                </a:cubicBezTo>
                <a:lnTo>
                  <a:pt x="89173" y="59476"/>
                </a:lnTo>
                <a:cubicBezTo>
                  <a:pt x="97107" y="51553"/>
                  <a:pt x="107685" y="47222"/>
                  <a:pt x="118897" y="47222"/>
                </a:cubicBezTo>
                <a:cubicBezTo>
                  <a:pt x="130110" y="47222"/>
                  <a:pt x="140688" y="51553"/>
                  <a:pt x="148622" y="59476"/>
                </a:cubicBezTo>
                <a:lnTo>
                  <a:pt x="158459" y="69301"/>
                </a:lnTo>
                <a:cubicBezTo>
                  <a:pt x="168826" y="63913"/>
                  <a:pt x="179721" y="59371"/>
                  <a:pt x="190828" y="55885"/>
                </a:cubicBezTo>
                <a:lnTo>
                  <a:pt x="190828" y="42045"/>
                </a:lnTo>
                <a:cubicBezTo>
                  <a:pt x="190828" y="18910"/>
                  <a:pt x="209657" y="0"/>
                  <a:pt x="232929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2285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/>
              <a:ea typeface="微软雅黑"/>
            </a:endParaRPr>
          </a:p>
        </p:txBody>
      </p:sp>
      <p:sp>
        <p:nvSpPr>
          <p:cNvPr id="69" name="Number3">
            <a:extLst>
              <a:ext uri="{FF2B5EF4-FFF2-40B4-BE49-F238E27FC236}">
                <a16:creationId xmlns:a16="http://schemas.microsoft.com/office/drawing/2014/main" id="{D0C902DF-A9C4-D6EA-2714-1856CA93A968}"/>
              </a:ext>
            </a:extLst>
          </p:cNvPr>
          <p:cNvSpPr/>
          <p:nvPr/>
        </p:nvSpPr>
        <p:spPr>
          <a:xfrm>
            <a:off x="8370888" y="136119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44B4CF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D13D660-69BF-5FE7-8E86-DEDDBFD9C8C6}"/>
              </a:ext>
            </a:extLst>
          </p:cNvPr>
          <p:cNvGrpSpPr/>
          <p:nvPr/>
        </p:nvGrpSpPr>
        <p:grpSpPr>
          <a:xfrm>
            <a:off x="8998691" y="1439901"/>
            <a:ext cx="2521797" cy="1645065"/>
            <a:chOff x="8998691" y="1439901"/>
            <a:chExt cx="2521797" cy="1645065"/>
          </a:xfrm>
        </p:grpSpPr>
        <p:sp>
          <p:nvSpPr>
            <p:cNvPr id="71" name="Bullet3">
              <a:extLst>
                <a:ext uri="{FF2B5EF4-FFF2-40B4-BE49-F238E27FC236}">
                  <a16:creationId xmlns:a16="http://schemas.microsoft.com/office/drawing/2014/main" id="{2F9BCD04-9431-C97C-5605-29EC24B6176A}"/>
                </a:ext>
              </a:extLst>
            </p:cNvPr>
            <p:cNvSpPr txBox="1"/>
            <p:nvPr/>
          </p:nvSpPr>
          <p:spPr bwMode="auto">
            <a:xfrm>
              <a:off x="8998691" y="1439901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荆南波波黑" panose="02000800000000000000" pitchFamily="2" charset="-122"/>
                  <a:ea typeface="荆南波波黑" panose="02000800000000000000" pitchFamily="2" charset="-122"/>
                </a:rPr>
                <a:t>AI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荆南波波黑" panose="02000800000000000000" pitchFamily="2" charset="-122"/>
                  <a:ea typeface="荆南波波黑" panose="02000800000000000000" pitchFamily="2" charset="-122"/>
                </a:rPr>
                <a:t>赋能，高效开发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72" name="Text3">
              <a:extLst>
                <a:ext uri="{FF2B5EF4-FFF2-40B4-BE49-F238E27FC236}">
                  <a16:creationId xmlns:a16="http://schemas.microsoft.com/office/drawing/2014/main" id="{C1F57FB6-264D-D364-CB1A-1CB61A754A64}"/>
                </a:ext>
              </a:extLst>
            </p:cNvPr>
            <p:cNvSpPr/>
            <p:nvPr/>
          </p:nvSpPr>
          <p:spPr bwMode="auto">
            <a:xfrm>
              <a:off x="8998691" y="2041656"/>
              <a:ext cx="2521797" cy="1043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深度整合</a:t>
              </a: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AI</a:t>
              </a:r>
              <a:r>
                <a: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编程工具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，覆盖从代码生成到调试、优化的全流程，助你掌握智能高效的开发方式，适应技术发展新趋势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63" name="Number4">
            <a:extLst>
              <a:ext uri="{FF2B5EF4-FFF2-40B4-BE49-F238E27FC236}">
                <a16:creationId xmlns:a16="http://schemas.microsoft.com/office/drawing/2014/main" id="{B53F142A-49AC-8B12-5D26-1D652948F5FE}"/>
              </a:ext>
            </a:extLst>
          </p:cNvPr>
          <p:cNvSpPr/>
          <p:nvPr/>
        </p:nvSpPr>
        <p:spPr>
          <a:xfrm>
            <a:off x="8370888" y="3694323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7995D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E3CE400C-B970-70E4-71D7-80D8CF59E833}"/>
              </a:ext>
            </a:extLst>
          </p:cNvPr>
          <p:cNvGrpSpPr/>
          <p:nvPr/>
        </p:nvGrpSpPr>
        <p:grpSpPr>
          <a:xfrm>
            <a:off x="8998691" y="3773034"/>
            <a:ext cx="2521797" cy="1693488"/>
            <a:chOff x="8998691" y="3773034"/>
            <a:chExt cx="2521797" cy="1693488"/>
          </a:xfrm>
        </p:grpSpPr>
        <p:sp>
          <p:nvSpPr>
            <p:cNvPr id="65" name="Bullet4">
              <a:extLst>
                <a:ext uri="{FF2B5EF4-FFF2-40B4-BE49-F238E27FC236}">
                  <a16:creationId xmlns:a16="http://schemas.microsoft.com/office/drawing/2014/main" id="{1DBB0279-55FA-0684-81C9-235229FB1695}"/>
                </a:ext>
              </a:extLst>
            </p:cNvPr>
            <p:cNvSpPr txBox="1"/>
            <p:nvPr/>
          </p:nvSpPr>
          <p:spPr bwMode="auto">
            <a:xfrm>
              <a:off x="8998691" y="3773034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工程实践，规范开发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66" name="Text4">
              <a:extLst>
                <a:ext uri="{FF2B5EF4-FFF2-40B4-BE49-F238E27FC236}">
                  <a16:creationId xmlns:a16="http://schemas.microsoft.com/office/drawing/2014/main" id="{92D77454-86FC-5609-C62C-A0958A7FEC31}"/>
                </a:ext>
              </a:extLst>
            </p:cNvPr>
            <p:cNvSpPr/>
            <p:nvPr/>
          </p:nvSpPr>
          <p:spPr bwMode="auto">
            <a:xfrm>
              <a:off x="8998691" y="4374789"/>
              <a:ext cx="2521797" cy="1091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课程强调企业级开发实践，融入异常处理、日志管理、调试技巧与模块化开发等工程实践，培养即插即用的工程素养与问题解决的能力。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pic>
        <p:nvPicPr>
          <p:cNvPr id="91" name="图片 90">
            <a:extLst>
              <a:ext uri="{FF2B5EF4-FFF2-40B4-BE49-F238E27FC236}">
                <a16:creationId xmlns:a16="http://schemas.microsoft.com/office/drawing/2014/main" id="{BD489AFE-4CA2-86D9-AB70-790D3FF54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048" y="3238939"/>
            <a:ext cx="1068189" cy="1068189"/>
          </a:xfrm>
          <a:prstGeom prst="rect">
            <a:avLst/>
          </a:prstGeom>
        </p:spPr>
      </p:pic>
      <p:sp>
        <p:nvSpPr>
          <p:cNvPr id="95" name="iconfont-10499-5121525">
            <a:extLst>
              <a:ext uri="{FF2B5EF4-FFF2-40B4-BE49-F238E27FC236}">
                <a16:creationId xmlns:a16="http://schemas.microsoft.com/office/drawing/2014/main" id="{A11E5F34-1E04-AD01-2968-E6E53518C2DB}"/>
              </a:ext>
            </a:extLst>
          </p:cNvPr>
          <p:cNvSpPr/>
          <p:nvPr/>
        </p:nvSpPr>
        <p:spPr>
          <a:xfrm>
            <a:off x="4470265" y="3729144"/>
            <a:ext cx="408856" cy="359695"/>
          </a:xfrm>
          <a:custGeom>
            <a:avLst/>
            <a:gdLst>
              <a:gd name="T0" fmla="*/ 9125 w 11208"/>
              <a:gd name="T1" fmla="*/ 4533 h 9861"/>
              <a:gd name="T2" fmla="*/ 4287 w 11208"/>
              <a:gd name="T3" fmla="*/ 4533 h 9861"/>
              <a:gd name="T4" fmla="*/ 4022 w 11208"/>
              <a:gd name="T5" fmla="*/ 4798 h 9861"/>
              <a:gd name="T6" fmla="*/ 4287 w 11208"/>
              <a:gd name="T7" fmla="*/ 5063 h 9861"/>
              <a:gd name="T8" fmla="*/ 9125 w 11208"/>
              <a:gd name="T9" fmla="*/ 5063 h 9861"/>
              <a:gd name="T10" fmla="*/ 9390 w 11208"/>
              <a:gd name="T11" fmla="*/ 4798 h 9861"/>
              <a:gd name="T12" fmla="*/ 9125 w 11208"/>
              <a:gd name="T13" fmla="*/ 4533 h 9861"/>
              <a:gd name="T14" fmla="*/ 9125 w 11208"/>
              <a:gd name="T15" fmla="*/ 6759 h 9861"/>
              <a:gd name="T16" fmla="*/ 4287 w 11208"/>
              <a:gd name="T17" fmla="*/ 6759 h 9861"/>
              <a:gd name="T18" fmla="*/ 4022 w 11208"/>
              <a:gd name="T19" fmla="*/ 7024 h 9861"/>
              <a:gd name="T20" fmla="*/ 4287 w 11208"/>
              <a:gd name="T21" fmla="*/ 7289 h 9861"/>
              <a:gd name="T22" fmla="*/ 9125 w 11208"/>
              <a:gd name="T23" fmla="*/ 7289 h 9861"/>
              <a:gd name="T24" fmla="*/ 9390 w 11208"/>
              <a:gd name="T25" fmla="*/ 7024 h 9861"/>
              <a:gd name="T26" fmla="*/ 9125 w 11208"/>
              <a:gd name="T27" fmla="*/ 6759 h 9861"/>
              <a:gd name="T28" fmla="*/ 10514 w 11208"/>
              <a:gd name="T29" fmla="*/ 1614 h 9861"/>
              <a:gd name="T30" fmla="*/ 7043 w 11208"/>
              <a:gd name="T31" fmla="*/ 1614 h 9861"/>
              <a:gd name="T32" fmla="*/ 6982 w 11208"/>
              <a:gd name="T33" fmla="*/ 1450 h 9861"/>
              <a:gd name="T34" fmla="*/ 5185 w 11208"/>
              <a:gd name="T35" fmla="*/ 0 h 9861"/>
              <a:gd name="T36" fmla="*/ 694 w 11208"/>
              <a:gd name="T37" fmla="*/ 0 h 9861"/>
              <a:gd name="T38" fmla="*/ 0 w 11208"/>
              <a:gd name="T39" fmla="*/ 674 h 9861"/>
              <a:gd name="T40" fmla="*/ 0 w 11208"/>
              <a:gd name="T41" fmla="*/ 9188 h 9861"/>
              <a:gd name="T42" fmla="*/ 694 w 11208"/>
              <a:gd name="T43" fmla="*/ 9861 h 9861"/>
              <a:gd name="T44" fmla="*/ 10514 w 11208"/>
              <a:gd name="T45" fmla="*/ 9861 h 9861"/>
              <a:gd name="T46" fmla="*/ 11208 w 11208"/>
              <a:gd name="T47" fmla="*/ 9188 h 9861"/>
              <a:gd name="T48" fmla="*/ 11208 w 11208"/>
              <a:gd name="T49" fmla="*/ 2288 h 9861"/>
              <a:gd name="T50" fmla="*/ 10514 w 11208"/>
              <a:gd name="T51" fmla="*/ 1614 h 9861"/>
              <a:gd name="T52" fmla="*/ 694 w 11208"/>
              <a:gd name="T53" fmla="*/ 981 h 9861"/>
              <a:gd name="T54" fmla="*/ 1654 w 11208"/>
              <a:gd name="T55" fmla="*/ 532 h 9861"/>
              <a:gd name="T56" fmla="*/ 4430 w 11208"/>
              <a:gd name="T57" fmla="*/ 532 h 9861"/>
              <a:gd name="T58" fmla="*/ 6145 w 11208"/>
              <a:gd name="T59" fmla="*/ 1186 h 9861"/>
              <a:gd name="T60" fmla="*/ 6309 w 11208"/>
              <a:gd name="T61" fmla="*/ 1595 h 9861"/>
              <a:gd name="T62" fmla="*/ 694 w 11208"/>
              <a:gd name="T63" fmla="*/ 1595 h 9861"/>
              <a:gd name="T64" fmla="*/ 694 w 11208"/>
              <a:gd name="T65" fmla="*/ 981 h 9861"/>
              <a:gd name="T66" fmla="*/ 10554 w 11208"/>
              <a:gd name="T67" fmla="*/ 8453 h 9861"/>
              <a:gd name="T68" fmla="*/ 9635 w 11208"/>
              <a:gd name="T69" fmla="*/ 9249 h 9861"/>
              <a:gd name="T70" fmla="*/ 1613 w 11208"/>
              <a:gd name="T71" fmla="*/ 9249 h 9861"/>
              <a:gd name="T72" fmla="*/ 694 w 11208"/>
              <a:gd name="T73" fmla="*/ 8330 h 9861"/>
              <a:gd name="T74" fmla="*/ 694 w 11208"/>
              <a:gd name="T75" fmla="*/ 2246 h 9861"/>
              <a:gd name="T76" fmla="*/ 9799 w 11208"/>
              <a:gd name="T77" fmla="*/ 2246 h 9861"/>
              <a:gd name="T78" fmla="*/ 10554 w 11208"/>
              <a:gd name="T79" fmla="*/ 3165 h 9861"/>
              <a:gd name="T80" fmla="*/ 10554 w 11208"/>
              <a:gd name="T81" fmla="*/ 8453 h 9861"/>
              <a:gd name="T82" fmla="*/ 1816 w 11208"/>
              <a:gd name="T83" fmla="*/ 4329 h 9861"/>
              <a:gd name="T84" fmla="*/ 2674 w 11208"/>
              <a:gd name="T85" fmla="*/ 4329 h 9861"/>
              <a:gd name="T86" fmla="*/ 2674 w 11208"/>
              <a:gd name="T87" fmla="*/ 5186 h 9861"/>
              <a:gd name="T88" fmla="*/ 1816 w 11208"/>
              <a:gd name="T89" fmla="*/ 5186 h 9861"/>
              <a:gd name="T90" fmla="*/ 1816 w 11208"/>
              <a:gd name="T91" fmla="*/ 4329 h 9861"/>
              <a:gd name="T92" fmla="*/ 1816 w 11208"/>
              <a:gd name="T93" fmla="*/ 6595 h 9861"/>
              <a:gd name="T94" fmla="*/ 2674 w 11208"/>
              <a:gd name="T95" fmla="*/ 6595 h 9861"/>
              <a:gd name="T96" fmla="*/ 2674 w 11208"/>
              <a:gd name="T97" fmla="*/ 7453 h 9861"/>
              <a:gd name="T98" fmla="*/ 1816 w 11208"/>
              <a:gd name="T99" fmla="*/ 7453 h 9861"/>
              <a:gd name="T100" fmla="*/ 1816 w 11208"/>
              <a:gd name="T101" fmla="*/ 6595 h 9861"/>
              <a:gd name="T102" fmla="*/ 1816 w 11208"/>
              <a:gd name="T103" fmla="*/ 6595 h 98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208" h="9861">
                <a:moveTo>
                  <a:pt x="9125" y="4533"/>
                </a:moveTo>
                <a:lnTo>
                  <a:pt x="4287" y="4533"/>
                </a:lnTo>
                <a:cubicBezTo>
                  <a:pt x="4144" y="4533"/>
                  <a:pt x="4022" y="4655"/>
                  <a:pt x="4022" y="4798"/>
                </a:cubicBezTo>
                <a:cubicBezTo>
                  <a:pt x="4022" y="4940"/>
                  <a:pt x="4144" y="5063"/>
                  <a:pt x="4287" y="5063"/>
                </a:cubicBezTo>
                <a:lnTo>
                  <a:pt x="9125" y="5063"/>
                </a:lnTo>
                <a:cubicBezTo>
                  <a:pt x="9268" y="5063"/>
                  <a:pt x="9390" y="4940"/>
                  <a:pt x="9390" y="4798"/>
                </a:cubicBezTo>
                <a:cubicBezTo>
                  <a:pt x="9390" y="4635"/>
                  <a:pt x="9268" y="4533"/>
                  <a:pt x="9125" y="4533"/>
                </a:cubicBezTo>
                <a:close/>
                <a:moveTo>
                  <a:pt x="9125" y="6759"/>
                </a:moveTo>
                <a:lnTo>
                  <a:pt x="4287" y="6759"/>
                </a:lnTo>
                <a:cubicBezTo>
                  <a:pt x="4144" y="6759"/>
                  <a:pt x="4022" y="6881"/>
                  <a:pt x="4022" y="7024"/>
                </a:cubicBezTo>
                <a:cubicBezTo>
                  <a:pt x="4022" y="7166"/>
                  <a:pt x="4144" y="7289"/>
                  <a:pt x="4287" y="7289"/>
                </a:cubicBezTo>
                <a:lnTo>
                  <a:pt x="9125" y="7289"/>
                </a:lnTo>
                <a:cubicBezTo>
                  <a:pt x="9268" y="7289"/>
                  <a:pt x="9390" y="7166"/>
                  <a:pt x="9390" y="7024"/>
                </a:cubicBezTo>
                <a:cubicBezTo>
                  <a:pt x="9390" y="6881"/>
                  <a:pt x="9268" y="6759"/>
                  <a:pt x="9125" y="6759"/>
                </a:cubicBezTo>
                <a:close/>
                <a:moveTo>
                  <a:pt x="10514" y="1614"/>
                </a:moveTo>
                <a:lnTo>
                  <a:pt x="7043" y="1614"/>
                </a:lnTo>
                <a:lnTo>
                  <a:pt x="6982" y="1450"/>
                </a:lnTo>
                <a:cubicBezTo>
                  <a:pt x="6573" y="306"/>
                  <a:pt x="5777" y="21"/>
                  <a:pt x="5185" y="0"/>
                </a:cubicBezTo>
                <a:lnTo>
                  <a:pt x="694" y="0"/>
                </a:lnTo>
                <a:cubicBezTo>
                  <a:pt x="307" y="0"/>
                  <a:pt x="0" y="306"/>
                  <a:pt x="0" y="674"/>
                </a:cubicBezTo>
                <a:lnTo>
                  <a:pt x="0" y="9188"/>
                </a:lnTo>
                <a:cubicBezTo>
                  <a:pt x="0" y="9555"/>
                  <a:pt x="307" y="9861"/>
                  <a:pt x="694" y="9861"/>
                </a:cubicBezTo>
                <a:lnTo>
                  <a:pt x="10514" y="9861"/>
                </a:lnTo>
                <a:cubicBezTo>
                  <a:pt x="10902" y="9861"/>
                  <a:pt x="11208" y="9555"/>
                  <a:pt x="11208" y="9188"/>
                </a:cubicBezTo>
                <a:lnTo>
                  <a:pt x="11208" y="2288"/>
                </a:lnTo>
                <a:cubicBezTo>
                  <a:pt x="11208" y="1920"/>
                  <a:pt x="10902" y="1614"/>
                  <a:pt x="10514" y="1614"/>
                </a:cubicBezTo>
                <a:close/>
                <a:moveTo>
                  <a:pt x="694" y="981"/>
                </a:moveTo>
                <a:cubicBezTo>
                  <a:pt x="694" y="450"/>
                  <a:pt x="878" y="532"/>
                  <a:pt x="1654" y="532"/>
                </a:cubicBezTo>
                <a:lnTo>
                  <a:pt x="4430" y="532"/>
                </a:lnTo>
                <a:cubicBezTo>
                  <a:pt x="5614" y="532"/>
                  <a:pt x="5920" y="797"/>
                  <a:pt x="6145" y="1186"/>
                </a:cubicBezTo>
                <a:lnTo>
                  <a:pt x="6309" y="1595"/>
                </a:lnTo>
                <a:lnTo>
                  <a:pt x="694" y="1595"/>
                </a:lnTo>
                <a:lnTo>
                  <a:pt x="694" y="981"/>
                </a:lnTo>
                <a:close/>
                <a:moveTo>
                  <a:pt x="10554" y="8453"/>
                </a:moveTo>
                <a:cubicBezTo>
                  <a:pt x="10554" y="9229"/>
                  <a:pt x="10289" y="9249"/>
                  <a:pt x="9635" y="9249"/>
                </a:cubicBezTo>
                <a:lnTo>
                  <a:pt x="1613" y="9249"/>
                </a:lnTo>
                <a:cubicBezTo>
                  <a:pt x="816" y="9249"/>
                  <a:pt x="694" y="9188"/>
                  <a:pt x="694" y="8330"/>
                </a:cubicBezTo>
                <a:lnTo>
                  <a:pt x="694" y="2246"/>
                </a:lnTo>
                <a:lnTo>
                  <a:pt x="9799" y="2246"/>
                </a:lnTo>
                <a:cubicBezTo>
                  <a:pt x="10657" y="2246"/>
                  <a:pt x="10554" y="2573"/>
                  <a:pt x="10554" y="3165"/>
                </a:cubicBezTo>
                <a:lnTo>
                  <a:pt x="10554" y="8453"/>
                </a:lnTo>
                <a:close/>
                <a:moveTo>
                  <a:pt x="1816" y="4329"/>
                </a:moveTo>
                <a:lnTo>
                  <a:pt x="2674" y="4329"/>
                </a:lnTo>
                <a:lnTo>
                  <a:pt x="2674" y="5186"/>
                </a:lnTo>
                <a:lnTo>
                  <a:pt x="1816" y="5186"/>
                </a:lnTo>
                <a:lnTo>
                  <a:pt x="1816" y="4329"/>
                </a:lnTo>
                <a:close/>
                <a:moveTo>
                  <a:pt x="1816" y="6595"/>
                </a:moveTo>
                <a:lnTo>
                  <a:pt x="2674" y="6595"/>
                </a:lnTo>
                <a:lnTo>
                  <a:pt x="2674" y="7453"/>
                </a:lnTo>
                <a:lnTo>
                  <a:pt x="1816" y="7453"/>
                </a:lnTo>
                <a:lnTo>
                  <a:pt x="1816" y="6595"/>
                </a:lnTo>
                <a:close/>
                <a:moveTo>
                  <a:pt x="1816" y="6595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confont-10459-4807117">
            <a:extLst>
              <a:ext uri="{FF2B5EF4-FFF2-40B4-BE49-F238E27FC236}">
                <a16:creationId xmlns:a16="http://schemas.microsoft.com/office/drawing/2014/main" id="{F96BD183-DF75-4BA0-EE9E-AC248917366E}"/>
              </a:ext>
            </a:extLst>
          </p:cNvPr>
          <p:cNvSpPr/>
          <p:nvPr/>
        </p:nvSpPr>
        <p:spPr>
          <a:xfrm>
            <a:off x="6642489" y="2517312"/>
            <a:ext cx="371067" cy="371067"/>
          </a:xfrm>
          <a:custGeom>
            <a:avLst/>
            <a:gdLst>
              <a:gd name="T0" fmla="*/ 5547 w 12800"/>
              <a:gd name="T1" fmla="*/ 10240 h 12800"/>
              <a:gd name="T2" fmla="*/ 2133 w 12800"/>
              <a:gd name="T3" fmla="*/ 11947 h 12800"/>
              <a:gd name="T4" fmla="*/ 10667 w 12800"/>
              <a:gd name="T5" fmla="*/ 10240 h 12800"/>
              <a:gd name="T6" fmla="*/ 7680 w 12800"/>
              <a:gd name="T7" fmla="*/ 9387 h 12800"/>
              <a:gd name="T8" fmla="*/ 11520 w 12800"/>
              <a:gd name="T9" fmla="*/ 10240 h 12800"/>
              <a:gd name="T10" fmla="*/ 10667 w 12800"/>
              <a:gd name="T11" fmla="*/ 12800 h 12800"/>
              <a:gd name="T12" fmla="*/ 1280 w 12800"/>
              <a:gd name="T13" fmla="*/ 11947 h 12800"/>
              <a:gd name="T14" fmla="*/ 2133 w 12800"/>
              <a:gd name="T15" fmla="*/ 9387 h 12800"/>
              <a:gd name="T16" fmla="*/ 3413 w 12800"/>
              <a:gd name="T17" fmla="*/ 853 h 12800"/>
              <a:gd name="T18" fmla="*/ 10240 w 12800"/>
              <a:gd name="T19" fmla="*/ 1707 h 12800"/>
              <a:gd name="T20" fmla="*/ 9387 w 12800"/>
              <a:gd name="T21" fmla="*/ 8533 h 12800"/>
              <a:gd name="T22" fmla="*/ 2560 w 12800"/>
              <a:gd name="T23" fmla="*/ 7680 h 12800"/>
              <a:gd name="T24" fmla="*/ 3413 w 12800"/>
              <a:gd name="T25" fmla="*/ 853 h 12800"/>
              <a:gd name="T26" fmla="*/ 3413 w 12800"/>
              <a:gd name="T27" fmla="*/ 7680 h 12800"/>
              <a:gd name="T28" fmla="*/ 9387 w 12800"/>
              <a:gd name="T29" fmla="*/ 1707 h 12800"/>
              <a:gd name="T30" fmla="*/ 11093 w 12800"/>
              <a:gd name="T31" fmla="*/ 2987 h 12800"/>
              <a:gd name="T32" fmla="*/ 11520 w 12800"/>
              <a:gd name="T33" fmla="*/ 5973 h 12800"/>
              <a:gd name="T34" fmla="*/ 10667 w 12800"/>
              <a:gd name="T35" fmla="*/ 5973 h 12800"/>
              <a:gd name="T36" fmla="*/ 11093 w 12800"/>
              <a:gd name="T37" fmla="*/ 2987 h 12800"/>
              <a:gd name="T38" fmla="*/ 2133 w 12800"/>
              <a:gd name="T39" fmla="*/ 3413 h 12800"/>
              <a:gd name="T40" fmla="*/ 1707 w 12800"/>
              <a:gd name="T41" fmla="*/ 6400 h 12800"/>
              <a:gd name="T42" fmla="*/ 1280 w 12800"/>
              <a:gd name="T43" fmla="*/ 3413 h 12800"/>
              <a:gd name="T44" fmla="*/ 12373 w 12800"/>
              <a:gd name="T45" fmla="*/ 3840 h 12800"/>
              <a:gd name="T46" fmla="*/ 12800 w 12800"/>
              <a:gd name="T47" fmla="*/ 5120 h 12800"/>
              <a:gd name="T48" fmla="*/ 11947 w 12800"/>
              <a:gd name="T49" fmla="*/ 5120 h 12800"/>
              <a:gd name="T50" fmla="*/ 12373 w 12800"/>
              <a:gd name="T51" fmla="*/ 3840 h 12800"/>
              <a:gd name="T52" fmla="*/ 853 w 12800"/>
              <a:gd name="T53" fmla="*/ 4267 h 12800"/>
              <a:gd name="T54" fmla="*/ 427 w 12800"/>
              <a:gd name="T55" fmla="*/ 5547 h 12800"/>
              <a:gd name="T56" fmla="*/ 0 w 12800"/>
              <a:gd name="T57" fmla="*/ 4267 h 12800"/>
              <a:gd name="T58" fmla="*/ 4693 w 12800"/>
              <a:gd name="T59" fmla="*/ 5120 h 12800"/>
              <a:gd name="T60" fmla="*/ 4693 w 12800"/>
              <a:gd name="T61" fmla="*/ 3840 h 12800"/>
              <a:gd name="T62" fmla="*/ 4693 w 12800"/>
              <a:gd name="T63" fmla="*/ 5120 h 12800"/>
              <a:gd name="T64" fmla="*/ 8747 w 12800"/>
              <a:gd name="T65" fmla="*/ 4480 h 12800"/>
              <a:gd name="T66" fmla="*/ 7467 w 12800"/>
              <a:gd name="T67" fmla="*/ 4480 h 12800"/>
              <a:gd name="T68" fmla="*/ 6400 w 12800"/>
              <a:gd name="T69" fmla="*/ 0 h 12800"/>
              <a:gd name="T70" fmla="*/ 6827 w 12800"/>
              <a:gd name="T71" fmla="*/ 1280 h 12800"/>
              <a:gd name="T72" fmla="*/ 5973 w 12800"/>
              <a:gd name="T73" fmla="*/ 1280 h 12800"/>
              <a:gd name="T74" fmla="*/ 6400 w 12800"/>
              <a:gd name="T75" fmla="*/ 0 h 12800"/>
              <a:gd name="T76" fmla="*/ 5973 w 12800"/>
              <a:gd name="T77" fmla="*/ 8107 h 12800"/>
              <a:gd name="T78" fmla="*/ 5547 w 12800"/>
              <a:gd name="T79" fmla="*/ 10240 h 12800"/>
              <a:gd name="T80" fmla="*/ 5120 w 12800"/>
              <a:gd name="T81" fmla="*/ 8107 h 12800"/>
              <a:gd name="T82" fmla="*/ 7253 w 12800"/>
              <a:gd name="T83" fmla="*/ 7680 h 12800"/>
              <a:gd name="T84" fmla="*/ 7680 w 12800"/>
              <a:gd name="T85" fmla="*/ 9813 h 12800"/>
              <a:gd name="T86" fmla="*/ 6827 w 12800"/>
              <a:gd name="T87" fmla="*/ 9813 h 12800"/>
              <a:gd name="T88" fmla="*/ 7253 w 12800"/>
              <a:gd name="T89" fmla="*/ 768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800" h="12800">
                <a:moveTo>
                  <a:pt x="5120" y="9387"/>
                </a:moveTo>
                <a:lnTo>
                  <a:pt x="5547" y="10240"/>
                </a:lnTo>
                <a:lnTo>
                  <a:pt x="2133" y="10240"/>
                </a:lnTo>
                <a:lnTo>
                  <a:pt x="2133" y="11947"/>
                </a:lnTo>
                <a:lnTo>
                  <a:pt x="10667" y="11947"/>
                </a:lnTo>
                <a:lnTo>
                  <a:pt x="10667" y="10240"/>
                </a:lnTo>
                <a:lnTo>
                  <a:pt x="7253" y="10240"/>
                </a:lnTo>
                <a:lnTo>
                  <a:pt x="7680" y="9387"/>
                </a:lnTo>
                <a:lnTo>
                  <a:pt x="10667" y="9387"/>
                </a:lnTo>
                <a:cubicBezTo>
                  <a:pt x="11138" y="9387"/>
                  <a:pt x="11520" y="9769"/>
                  <a:pt x="11520" y="10240"/>
                </a:cubicBezTo>
                <a:lnTo>
                  <a:pt x="11520" y="11947"/>
                </a:lnTo>
                <a:cubicBezTo>
                  <a:pt x="11520" y="12418"/>
                  <a:pt x="11138" y="12800"/>
                  <a:pt x="10667" y="12800"/>
                </a:cubicBezTo>
                <a:lnTo>
                  <a:pt x="2133" y="12800"/>
                </a:lnTo>
                <a:cubicBezTo>
                  <a:pt x="1662" y="12800"/>
                  <a:pt x="1280" y="12418"/>
                  <a:pt x="1280" y="11947"/>
                </a:cubicBezTo>
                <a:lnTo>
                  <a:pt x="1280" y="10240"/>
                </a:lnTo>
                <a:cubicBezTo>
                  <a:pt x="1280" y="9769"/>
                  <a:pt x="1662" y="9387"/>
                  <a:pt x="2133" y="9387"/>
                </a:cubicBezTo>
                <a:lnTo>
                  <a:pt x="5120" y="9387"/>
                </a:lnTo>
                <a:close/>
                <a:moveTo>
                  <a:pt x="3413" y="853"/>
                </a:moveTo>
                <a:lnTo>
                  <a:pt x="9387" y="853"/>
                </a:lnTo>
                <a:cubicBezTo>
                  <a:pt x="9858" y="853"/>
                  <a:pt x="10240" y="1235"/>
                  <a:pt x="10240" y="1707"/>
                </a:cubicBezTo>
                <a:lnTo>
                  <a:pt x="10240" y="7680"/>
                </a:lnTo>
                <a:cubicBezTo>
                  <a:pt x="10240" y="8151"/>
                  <a:pt x="9858" y="8533"/>
                  <a:pt x="9387" y="8533"/>
                </a:cubicBezTo>
                <a:lnTo>
                  <a:pt x="3413" y="8533"/>
                </a:lnTo>
                <a:cubicBezTo>
                  <a:pt x="2942" y="8533"/>
                  <a:pt x="2560" y="8151"/>
                  <a:pt x="2560" y="7680"/>
                </a:cubicBezTo>
                <a:lnTo>
                  <a:pt x="2560" y="1707"/>
                </a:lnTo>
                <a:cubicBezTo>
                  <a:pt x="2560" y="1235"/>
                  <a:pt x="2942" y="853"/>
                  <a:pt x="3413" y="853"/>
                </a:cubicBezTo>
                <a:close/>
                <a:moveTo>
                  <a:pt x="3413" y="1707"/>
                </a:moveTo>
                <a:lnTo>
                  <a:pt x="3413" y="7680"/>
                </a:lnTo>
                <a:lnTo>
                  <a:pt x="9387" y="7680"/>
                </a:lnTo>
                <a:lnTo>
                  <a:pt x="9387" y="1707"/>
                </a:lnTo>
                <a:lnTo>
                  <a:pt x="3413" y="1707"/>
                </a:lnTo>
                <a:close/>
                <a:moveTo>
                  <a:pt x="11093" y="2987"/>
                </a:moveTo>
                <a:cubicBezTo>
                  <a:pt x="11329" y="2987"/>
                  <a:pt x="11520" y="3178"/>
                  <a:pt x="11520" y="3413"/>
                </a:cubicBezTo>
                <a:lnTo>
                  <a:pt x="11520" y="5973"/>
                </a:lnTo>
                <a:cubicBezTo>
                  <a:pt x="11520" y="6209"/>
                  <a:pt x="11329" y="6400"/>
                  <a:pt x="11093" y="6400"/>
                </a:cubicBezTo>
                <a:cubicBezTo>
                  <a:pt x="10858" y="6400"/>
                  <a:pt x="10667" y="6209"/>
                  <a:pt x="10667" y="5973"/>
                </a:cubicBezTo>
                <a:lnTo>
                  <a:pt x="10667" y="3413"/>
                </a:lnTo>
                <a:cubicBezTo>
                  <a:pt x="10667" y="3178"/>
                  <a:pt x="10858" y="2987"/>
                  <a:pt x="11093" y="2987"/>
                </a:cubicBezTo>
                <a:close/>
                <a:moveTo>
                  <a:pt x="1707" y="2987"/>
                </a:moveTo>
                <a:cubicBezTo>
                  <a:pt x="1942" y="2987"/>
                  <a:pt x="2133" y="3178"/>
                  <a:pt x="2133" y="3413"/>
                </a:cubicBezTo>
                <a:lnTo>
                  <a:pt x="2133" y="5973"/>
                </a:lnTo>
                <a:cubicBezTo>
                  <a:pt x="2133" y="6209"/>
                  <a:pt x="1942" y="6400"/>
                  <a:pt x="1707" y="6400"/>
                </a:cubicBezTo>
                <a:cubicBezTo>
                  <a:pt x="1471" y="6400"/>
                  <a:pt x="1280" y="6209"/>
                  <a:pt x="1280" y="5973"/>
                </a:cubicBezTo>
                <a:lnTo>
                  <a:pt x="1280" y="3413"/>
                </a:lnTo>
                <a:cubicBezTo>
                  <a:pt x="1280" y="3178"/>
                  <a:pt x="1471" y="2987"/>
                  <a:pt x="1707" y="2987"/>
                </a:cubicBezTo>
                <a:close/>
                <a:moveTo>
                  <a:pt x="12373" y="3840"/>
                </a:moveTo>
                <a:cubicBezTo>
                  <a:pt x="12609" y="3840"/>
                  <a:pt x="12800" y="4031"/>
                  <a:pt x="12800" y="4267"/>
                </a:cubicBezTo>
                <a:lnTo>
                  <a:pt x="12800" y="5120"/>
                </a:lnTo>
                <a:cubicBezTo>
                  <a:pt x="12800" y="5356"/>
                  <a:pt x="12609" y="5547"/>
                  <a:pt x="12373" y="5547"/>
                </a:cubicBezTo>
                <a:cubicBezTo>
                  <a:pt x="12138" y="5547"/>
                  <a:pt x="11947" y="5356"/>
                  <a:pt x="11947" y="5120"/>
                </a:cubicBezTo>
                <a:lnTo>
                  <a:pt x="11947" y="4267"/>
                </a:lnTo>
                <a:cubicBezTo>
                  <a:pt x="11947" y="4031"/>
                  <a:pt x="12138" y="3840"/>
                  <a:pt x="12373" y="3840"/>
                </a:cubicBezTo>
                <a:close/>
                <a:moveTo>
                  <a:pt x="427" y="3840"/>
                </a:moveTo>
                <a:cubicBezTo>
                  <a:pt x="662" y="3840"/>
                  <a:pt x="853" y="4031"/>
                  <a:pt x="853" y="4267"/>
                </a:cubicBezTo>
                <a:lnTo>
                  <a:pt x="853" y="5120"/>
                </a:lnTo>
                <a:cubicBezTo>
                  <a:pt x="853" y="5356"/>
                  <a:pt x="662" y="5547"/>
                  <a:pt x="427" y="5547"/>
                </a:cubicBezTo>
                <a:cubicBezTo>
                  <a:pt x="191" y="5547"/>
                  <a:pt x="0" y="5356"/>
                  <a:pt x="0" y="5120"/>
                </a:cubicBezTo>
                <a:lnTo>
                  <a:pt x="0" y="4267"/>
                </a:lnTo>
                <a:cubicBezTo>
                  <a:pt x="0" y="4031"/>
                  <a:pt x="191" y="3840"/>
                  <a:pt x="427" y="3840"/>
                </a:cubicBezTo>
                <a:close/>
                <a:moveTo>
                  <a:pt x="4693" y="5120"/>
                </a:moveTo>
                <a:cubicBezTo>
                  <a:pt x="5047" y="5120"/>
                  <a:pt x="5333" y="4833"/>
                  <a:pt x="5333" y="4480"/>
                </a:cubicBezTo>
                <a:cubicBezTo>
                  <a:pt x="5333" y="4127"/>
                  <a:pt x="5047" y="3840"/>
                  <a:pt x="4693" y="3840"/>
                </a:cubicBezTo>
                <a:cubicBezTo>
                  <a:pt x="4340" y="3840"/>
                  <a:pt x="4053" y="4127"/>
                  <a:pt x="4053" y="4480"/>
                </a:cubicBezTo>
                <a:cubicBezTo>
                  <a:pt x="4053" y="4833"/>
                  <a:pt x="4340" y="5120"/>
                  <a:pt x="4693" y="5120"/>
                </a:cubicBezTo>
                <a:close/>
                <a:moveTo>
                  <a:pt x="8107" y="5120"/>
                </a:moveTo>
                <a:cubicBezTo>
                  <a:pt x="8460" y="5120"/>
                  <a:pt x="8747" y="4833"/>
                  <a:pt x="8747" y="4480"/>
                </a:cubicBezTo>
                <a:cubicBezTo>
                  <a:pt x="8747" y="4127"/>
                  <a:pt x="8460" y="3840"/>
                  <a:pt x="8107" y="3840"/>
                </a:cubicBezTo>
                <a:cubicBezTo>
                  <a:pt x="7753" y="3840"/>
                  <a:pt x="7467" y="4127"/>
                  <a:pt x="7467" y="4480"/>
                </a:cubicBezTo>
                <a:cubicBezTo>
                  <a:pt x="7467" y="4833"/>
                  <a:pt x="7753" y="5120"/>
                  <a:pt x="8107" y="5120"/>
                </a:cubicBezTo>
                <a:close/>
                <a:moveTo>
                  <a:pt x="6400" y="0"/>
                </a:moveTo>
                <a:cubicBezTo>
                  <a:pt x="6636" y="0"/>
                  <a:pt x="6827" y="191"/>
                  <a:pt x="6827" y="427"/>
                </a:cubicBezTo>
                <a:lnTo>
                  <a:pt x="6827" y="1280"/>
                </a:lnTo>
                <a:cubicBezTo>
                  <a:pt x="6827" y="1516"/>
                  <a:pt x="6636" y="1707"/>
                  <a:pt x="6400" y="1707"/>
                </a:cubicBezTo>
                <a:cubicBezTo>
                  <a:pt x="6164" y="1707"/>
                  <a:pt x="5973" y="1516"/>
                  <a:pt x="5973" y="1280"/>
                </a:cubicBezTo>
                <a:lnTo>
                  <a:pt x="5973" y="427"/>
                </a:lnTo>
                <a:cubicBezTo>
                  <a:pt x="5973" y="191"/>
                  <a:pt x="6164" y="0"/>
                  <a:pt x="6400" y="0"/>
                </a:cubicBezTo>
                <a:close/>
                <a:moveTo>
                  <a:pt x="5547" y="7680"/>
                </a:moveTo>
                <a:cubicBezTo>
                  <a:pt x="5782" y="7680"/>
                  <a:pt x="5973" y="7871"/>
                  <a:pt x="5973" y="8107"/>
                </a:cubicBezTo>
                <a:lnTo>
                  <a:pt x="5973" y="9813"/>
                </a:lnTo>
                <a:cubicBezTo>
                  <a:pt x="5973" y="10049"/>
                  <a:pt x="5782" y="10240"/>
                  <a:pt x="5547" y="10240"/>
                </a:cubicBezTo>
                <a:cubicBezTo>
                  <a:pt x="5311" y="10240"/>
                  <a:pt x="5120" y="10049"/>
                  <a:pt x="5120" y="9813"/>
                </a:cubicBezTo>
                <a:lnTo>
                  <a:pt x="5120" y="8107"/>
                </a:lnTo>
                <a:cubicBezTo>
                  <a:pt x="5120" y="7871"/>
                  <a:pt x="5311" y="7680"/>
                  <a:pt x="5547" y="7680"/>
                </a:cubicBezTo>
                <a:close/>
                <a:moveTo>
                  <a:pt x="7253" y="7680"/>
                </a:moveTo>
                <a:cubicBezTo>
                  <a:pt x="7489" y="7680"/>
                  <a:pt x="7680" y="7871"/>
                  <a:pt x="7680" y="8107"/>
                </a:cubicBezTo>
                <a:lnTo>
                  <a:pt x="7680" y="9813"/>
                </a:lnTo>
                <a:cubicBezTo>
                  <a:pt x="7680" y="10049"/>
                  <a:pt x="7489" y="10240"/>
                  <a:pt x="7253" y="10240"/>
                </a:cubicBezTo>
                <a:cubicBezTo>
                  <a:pt x="7018" y="10240"/>
                  <a:pt x="6827" y="10049"/>
                  <a:pt x="6827" y="9813"/>
                </a:cubicBezTo>
                <a:lnTo>
                  <a:pt x="6827" y="8107"/>
                </a:lnTo>
                <a:cubicBezTo>
                  <a:pt x="6827" y="7871"/>
                  <a:pt x="7018" y="7680"/>
                  <a:pt x="7253" y="76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atomic-structure_68180">
            <a:extLst>
              <a:ext uri="{FF2B5EF4-FFF2-40B4-BE49-F238E27FC236}">
                <a16:creationId xmlns:a16="http://schemas.microsoft.com/office/drawing/2014/main" id="{F8ADAAD6-7366-ADC8-F25F-C58148DBF8ED}"/>
              </a:ext>
            </a:extLst>
          </p:cNvPr>
          <p:cNvSpPr/>
          <p:nvPr/>
        </p:nvSpPr>
        <p:spPr>
          <a:xfrm>
            <a:off x="5183118" y="2546230"/>
            <a:ext cx="343299" cy="365737"/>
          </a:xfrm>
          <a:custGeom>
            <a:avLst/>
            <a:gdLst>
              <a:gd name="connsiteX0" fmla="*/ 283903 w 567909"/>
              <a:gd name="connsiteY0" fmla="*/ 440915 h 605028"/>
              <a:gd name="connsiteX1" fmla="*/ 204713 w 567909"/>
              <a:gd name="connsiteY1" fmla="*/ 485545 h 605028"/>
              <a:gd name="connsiteX2" fmla="*/ 209288 w 567909"/>
              <a:gd name="connsiteY2" fmla="*/ 496322 h 605028"/>
              <a:gd name="connsiteX3" fmla="*/ 283903 w 567909"/>
              <a:gd name="connsiteY3" fmla="*/ 569066 h 605028"/>
              <a:gd name="connsiteX4" fmla="*/ 358518 w 567909"/>
              <a:gd name="connsiteY4" fmla="*/ 496322 h 605028"/>
              <a:gd name="connsiteX5" fmla="*/ 363093 w 567909"/>
              <a:gd name="connsiteY5" fmla="*/ 485545 h 605028"/>
              <a:gd name="connsiteX6" fmla="*/ 283903 w 567909"/>
              <a:gd name="connsiteY6" fmla="*/ 440915 h 605028"/>
              <a:gd name="connsiteX7" fmla="*/ 391484 w 567909"/>
              <a:gd name="connsiteY7" fmla="*/ 363368 h 605028"/>
              <a:gd name="connsiteX8" fmla="*/ 352183 w 567909"/>
              <a:gd name="connsiteY8" fmla="*/ 394059 h 605028"/>
              <a:gd name="connsiteX9" fmla="*/ 316987 w 567909"/>
              <a:gd name="connsiteY9" fmla="*/ 419127 h 605028"/>
              <a:gd name="connsiteX10" fmla="*/ 374942 w 567909"/>
              <a:gd name="connsiteY10" fmla="*/ 451223 h 605028"/>
              <a:gd name="connsiteX11" fmla="*/ 391484 w 567909"/>
              <a:gd name="connsiteY11" fmla="*/ 363368 h 605028"/>
              <a:gd name="connsiteX12" fmla="*/ 176204 w 567909"/>
              <a:gd name="connsiteY12" fmla="*/ 363368 h 605028"/>
              <a:gd name="connsiteX13" fmla="*/ 192864 w 567909"/>
              <a:gd name="connsiteY13" fmla="*/ 451223 h 605028"/>
              <a:gd name="connsiteX14" fmla="*/ 250702 w 567909"/>
              <a:gd name="connsiteY14" fmla="*/ 419127 h 605028"/>
              <a:gd name="connsiteX15" fmla="*/ 215623 w 567909"/>
              <a:gd name="connsiteY15" fmla="*/ 394059 h 605028"/>
              <a:gd name="connsiteX16" fmla="*/ 176204 w 567909"/>
              <a:gd name="connsiteY16" fmla="*/ 363368 h 605028"/>
              <a:gd name="connsiteX17" fmla="*/ 433485 w 567909"/>
              <a:gd name="connsiteY17" fmla="*/ 327289 h 605028"/>
              <a:gd name="connsiteX18" fmla="*/ 429965 w 567909"/>
              <a:gd name="connsiteY18" fmla="*/ 330452 h 605028"/>
              <a:gd name="connsiteX19" fmla="*/ 407792 w 567909"/>
              <a:gd name="connsiteY19" fmla="*/ 466686 h 605028"/>
              <a:gd name="connsiteX20" fmla="*/ 503641 w 567909"/>
              <a:gd name="connsiteY20" fmla="*/ 492457 h 605028"/>
              <a:gd name="connsiteX21" fmla="*/ 528982 w 567909"/>
              <a:gd name="connsiteY21" fmla="*/ 484725 h 605028"/>
              <a:gd name="connsiteX22" fmla="*/ 493669 w 567909"/>
              <a:gd name="connsiteY22" fmla="*/ 395231 h 605028"/>
              <a:gd name="connsiteX23" fmla="*/ 433485 w 567909"/>
              <a:gd name="connsiteY23" fmla="*/ 327289 h 605028"/>
              <a:gd name="connsiteX24" fmla="*/ 134321 w 567909"/>
              <a:gd name="connsiteY24" fmla="*/ 327289 h 605028"/>
              <a:gd name="connsiteX25" fmla="*/ 74020 w 567909"/>
              <a:gd name="connsiteY25" fmla="*/ 395231 h 605028"/>
              <a:gd name="connsiteX26" fmla="*/ 38707 w 567909"/>
              <a:gd name="connsiteY26" fmla="*/ 484725 h 605028"/>
              <a:gd name="connsiteX27" fmla="*/ 64165 w 567909"/>
              <a:gd name="connsiteY27" fmla="*/ 492457 h 605028"/>
              <a:gd name="connsiteX28" fmla="*/ 159897 w 567909"/>
              <a:gd name="connsiteY28" fmla="*/ 466686 h 605028"/>
              <a:gd name="connsiteX29" fmla="*/ 137841 w 567909"/>
              <a:gd name="connsiteY29" fmla="*/ 330452 h 605028"/>
              <a:gd name="connsiteX30" fmla="*/ 134321 w 567909"/>
              <a:gd name="connsiteY30" fmla="*/ 327289 h 605028"/>
              <a:gd name="connsiteX31" fmla="*/ 283903 w 567909"/>
              <a:gd name="connsiteY31" fmla="*/ 247896 h 605028"/>
              <a:gd name="connsiteX32" fmla="*/ 338662 w 567909"/>
              <a:gd name="connsiteY32" fmla="*/ 302514 h 605028"/>
              <a:gd name="connsiteX33" fmla="*/ 283903 w 567909"/>
              <a:gd name="connsiteY33" fmla="*/ 357132 h 605028"/>
              <a:gd name="connsiteX34" fmla="*/ 229144 w 567909"/>
              <a:gd name="connsiteY34" fmla="*/ 302514 h 605028"/>
              <a:gd name="connsiteX35" fmla="*/ 283903 w 567909"/>
              <a:gd name="connsiteY35" fmla="*/ 247896 h 605028"/>
              <a:gd name="connsiteX36" fmla="*/ 283903 w 567909"/>
              <a:gd name="connsiteY36" fmla="*/ 206869 h 605028"/>
              <a:gd name="connsiteX37" fmla="*/ 237093 w 567909"/>
              <a:gd name="connsiteY37" fmla="*/ 239785 h 605028"/>
              <a:gd name="connsiteX38" fmla="*/ 173271 w 567909"/>
              <a:gd name="connsiteY38" fmla="*/ 291093 h 605028"/>
              <a:gd name="connsiteX39" fmla="*/ 173154 w 567909"/>
              <a:gd name="connsiteY39" fmla="*/ 302456 h 605028"/>
              <a:gd name="connsiteX40" fmla="*/ 173271 w 567909"/>
              <a:gd name="connsiteY40" fmla="*/ 313935 h 605028"/>
              <a:gd name="connsiteX41" fmla="*/ 237093 w 567909"/>
              <a:gd name="connsiteY41" fmla="*/ 365243 h 605028"/>
              <a:gd name="connsiteX42" fmla="*/ 283903 w 567909"/>
              <a:gd name="connsiteY42" fmla="*/ 398159 h 605028"/>
              <a:gd name="connsiteX43" fmla="*/ 330713 w 567909"/>
              <a:gd name="connsiteY43" fmla="*/ 365243 h 605028"/>
              <a:gd name="connsiteX44" fmla="*/ 394417 w 567909"/>
              <a:gd name="connsiteY44" fmla="*/ 313935 h 605028"/>
              <a:gd name="connsiteX45" fmla="*/ 394535 w 567909"/>
              <a:gd name="connsiteY45" fmla="*/ 302456 h 605028"/>
              <a:gd name="connsiteX46" fmla="*/ 394417 w 567909"/>
              <a:gd name="connsiteY46" fmla="*/ 291093 h 605028"/>
              <a:gd name="connsiteX47" fmla="*/ 330713 w 567909"/>
              <a:gd name="connsiteY47" fmla="*/ 239785 h 605028"/>
              <a:gd name="connsiteX48" fmla="*/ 283903 w 567909"/>
              <a:gd name="connsiteY48" fmla="*/ 206869 h 605028"/>
              <a:gd name="connsiteX49" fmla="*/ 374942 w 567909"/>
              <a:gd name="connsiteY49" fmla="*/ 153687 h 605028"/>
              <a:gd name="connsiteX50" fmla="*/ 316987 w 567909"/>
              <a:gd name="connsiteY50" fmla="*/ 185901 h 605028"/>
              <a:gd name="connsiteX51" fmla="*/ 352183 w 567909"/>
              <a:gd name="connsiteY51" fmla="*/ 210969 h 605028"/>
              <a:gd name="connsiteX52" fmla="*/ 391484 w 567909"/>
              <a:gd name="connsiteY52" fmla="*/ 241660 h 605028"/>
              <a:gd name="connsiteX53" fmla="*/ 374942 w 567909"/>
              <a:gd name="connsiteY53" fmla="*/ 153687 h 605028"/>
              <a:gd name="connsiteX54" fmla="*/ 192864 w 567909"/>
              <a:gd name="connsiteY54" fmla="*/ 153687 h 605028"/>
              <a:gd name="connsiteX55" fmla="*/ 176204 w 567909"/>
              <a:gd name="connsiteY55" fmla="*/ 241660 h 605028"/>
              <a:gd name="connsiteX56" fmla="*/ 215623 w 567909"/>
              <a:gd name="connsiteY56" fmla="*/ 210969 h 605028"/>
              <a:gd name="connsiteX57" fmla="*/ 250702 w 567909"/>
              <a:gd name="connsiteY57" fmla="*/ 185901 h 605028"/>
              <a:gd name="connsiteX58" fmla="*/ 192864 w 567909"/>
              <a:gd name="connsiteY58" fmla="*/ 153687 h 605028"/>
              <a:gd name="connsiteX59" fmla="*/ 503641 w 567909"/>
              <a:gd name="connsiteY59" fmla="*/ 112571 h 605028"/>
              <a:gd name="connsiteX60" fmla="*/ 407792 w 567909"/>
              <a:gd name="connsiteY60" fmla="*/ 138342 h 605028"/>
              <a:gd name="connsiteX61" fmla="*/ 429965 w 567909"/>
              <a:gd name="connsiteY61" fmla="*/ 274576 h 605028"/>
              <a:gd name="connsiteX62" fmla="*/ 433485 w 567909"/>
              <a:gd name="connsiteY62" fmla="*/ 277739 h 605028"/>
              <a:gd name="connsiteX63" fmla="*/ 482289 w 567909"/>
              <a:gd name="connsiteY63" fmla="*/ 224440 h 605028"/>
              <a:gd name="connsiteX64" fmla="*/ 480177 w 567909"/>
              <a:gd name="connsiteY64" fmla="*/ 212492 h 605028"/>
              <a:gd name="connsiteX65" fmla="*/ 514552 w 567909"/>
              <a:gd name="connsiteY65" fmla="*/ 178170 h 605028"/>
              <a:gd name="connsiteX66" fmla="*/ 514786 w 567909"/>
              <a:gd name="connsiteY66" fmla="*/ 178170 h 605028"/>
              <a:gd name="connsiteX67" fmla="*/ 528982 w 567909"/>
              <a:gd name="connsiteY67" fmla="*/ 120185 h 605028"/>
              <a:gd name="connsiteX68" fmla="*/ 503641 w 567909"/>
              <a:gd name="connsiteY68" fmla="*/ 112571 h 605028"/>
              <a:gd name="connsiteX69" fmla="*/ 64165 w 567909"/>
              <a:gd name="connsiteY69" fmla="*/ 112571 h 605028"/>
              <a:gd name="connsiteX70" fmla="*/ 38707 w 567909"/>
              <a:gd name="connsiteY70" fmla="*/ 120185 h 605028"/>
              <a:gd name="connsiteX71" fmla="*/ 74020 w 567909"/>
              <a:gd name="connsiteY71" fmla="*/ 209797 h 605028"/>
              <a:gd name="connsiteX72" fmla="*/ 134321 w 567909"/>
              <a:gd name="connsiteY72" fmla="*/ 277739 h 605028"/>
              <a:gd name="connsiteX73" fmla="*/ 137841 w 567909"/>
              <a:gd name="connsiteY73" fmla="*/ 274576 h 605028"/>
              <a:gd name="connsiteX74" fmla="*/ 159897 w 567909"/>
              <a:gd name="connsiteY74" fmla="*/ 138342 h 605028"/>
              <a:gd name="connsiteX75" fmla="*/ 135377 w 567909"/>
              <a:gd name="connsiteY75" fmla="*/ 128502 h 605028"/>
              <a:gd name="connsiteX76" fmla="*/ 113321 w 567909"/>
              <a:gd name="connsiteY76" fmla="*/ 136585 h 605028"/>
              <a:gd name="connsiteX77" fmla="*/ 80941 w 567909"/>
              <a:gd name="connsiteY77" fmla="*/ 113860 h 605028"/>
              <a:gd name="connsiteX78" fmla="*/ 64165 w 567909"/>
              <a:gd name="connsiteY78" fmla="*/ 112571 h 605028"/>
              <a:gd name="connsiteX79" fmla="*/ 283903 w 567909"/>
              <a:gd name="connsiteY79" fmla="*/ 35962 h 605028"/>
              <a:gd name="connsiteX80" fmla="*/ 209288 w 567909"/>
              <a:gd name="connsiteY80" fmla="*/ 108706 h 605028"/>
              <a:gd name="connsiteX81" fmla="*/ 204713 w 567909"/>
              <a:gd name="connsiteY81" fmla="*/ 119483 h 605028"/>
              <a:gd name="connsiteX82" fmla="*/ 283903 w 567909"/>
              <a:gd name="connsiteY82" fmla="*/ 164113 h 605028"/>
              <a:gd name="connsiteX83" fmla="*/ 363093 w 567909"/>
              <a:gd name="connsiteY83" fmla="*/ 119483 h 605028"/>
              <a:gd name="connsiteX84" fmla="*/ 358518 w 567909"/>
              <a:gd name="connsiteY84" fmla="*/ 108706 h 605028"/>
              <a:gd name="connsiteX85" fmla="*/ 283903 w 567909"/>
              <a:gd name="connsiteY85" fmla="*/ 35962 h 605028"/>
              <a:gd name="connsiteX86" fmla="*/ 283903 w 567909"/>
              <a:gd name="connsiteY86" fmla="*/ 0 h 605028"/>
              <a:gd name="connsiteX87" fmla="*/ 391250 w 567909"/>
              <a:gd name="connsiteY87" fmla="*/ 93946 h 605028"/>
              <a:gd name="connsiteX88" fmla="*/ 395825 w 567909"/>
              <a:gd name="connsiteY88" fmla="*/ 104489 h 605028"/>
              <a:gd name="connsiteX89" fmla="*/ 503641 w 567909"/>
              <a:gd name="connsiteY89" fmla="*/ 76609 h 605028"/>
              <a:gd name="connsiteX90" fmla="*/ 557842 w 567909"/>
              <a:gd name="connsiteY90" fmla="*/ 98749 h 605028"/>
              <a:gd name="connsiteX91" fmla="*/ 545407 w 567909"/>
              <a:gd name="connsiteY91" fmla="*/ 197146 h 605028"/>
              <a:gd name="connsiteX92" fmla="*/ 548926 w 567909"/>
              <a:gd name="connsiteY92" fmla="*/ 212492 h 605028"/>
              <a:gd name="connsiteX93" fmla="*/ 514552 w 567909"/>
              <a:gd name="connsiteY93" fmla="*/ 246814 h 605028"/>
              <a:gd name="connsiteX94" fmla="*/ 510680 w 567909"/>
              <a:gd name="connsiteY94" fmla="*/ 246579 h 605028"/>
              <a:gd name="connsiteX95" fmla="*/ 459529 w 567909"/>
              <a:gd name="connsiteY95" fmla="*/ 302456 h 605028"/>
              <a:gd name="connsiteX96" fmla="*/ 522529 w 567909"/>
              <a:gd name="connsiteY96" fmla="*/ 373677 h 605028"/>
              <a:gd name="connsiteX97" fmla="*/ 557842 w 567909"/>
              <a:gd name="connsiteY97" fmla="*/ 506279 h 605028"/>
              <a:gd name="connsiteX98" fmla="*/ 503641 w 567909"/>
              <a:gd name="connsiteY98" fmla="*/ 528419 h 605028"/>
              <a:gd name="connsiteX99" fmla="*/ 395825 w 567909"/>
              <a:gd name="connsiteY99" fmla="*/ 500539 h 605028"/>
              <a:gd name="connsiteX100" fmla="*/ 391250 w 567909"/>
              <a:gd name="connsiteY100" fmla="*/ 511082 h 605028"/>
              <a:gd name="connsiteX101" fmla="*/ 283903 w 567909"/>
              <a:gd name="connsiteY101" fmla="*/ 605028 h 605028"/>
              <a:gd name="connsiteX102" fmla="*/ 176556 w 567909"/>
              <a:gd name="connsiteY102" fmla="*/ 511082 h 605028"/>
              <a:gd name="connsiteX103" fmla="*/ 171981 w 567909"/>
              <a:gd name="connsiteY103" fmla="*/ 500539 h 605028"/>
              <a:gd name="connsiteX104" fmla="*/ 64165 w 567909"/>
              <a:gd name="connsiteY104" fmla="*/ 528419 h 605028"/>
              <a:gd name="connsiteX105" fmla="*/ 9846 w 567909"/>
              <a:gd name="connsiteY105" fmla="*/ 506279 h 605028"/>
              <a:gd name="connsiteX106" fmla="*/ 45277 w 567909"/>
              <a:gd name="connsiteY106" fmla="*/ 373677 h 605028"/>
              <a:gd name="connsiteX107" fmla="*/ 108159 w 567909"/>
              <a:gd name="connsiteY107" fmla="*/ 302456 h 605028"/>
              <a:gd name="connsiteX108" fmla="*/ 45277 w 567909"/>
              <a:gd name="connsiteY108" fmla="*/ 231351 h 605028"/>
              <a:gd name="connsiteX109" fmla="*/ 9846 w 567909"/>
              <a:gd name="connsiteY109" fmla="*/ 98749 h 605028"/>
              <a:gd name="connsiteX110" fmla="*/ 64165 w 567909"/>
              <a:gd name="connsiteY110" fmla="*/ 76609 h 605028"/>
              <a:gd name="connsiteX111" fmla="*/ 88333 w 567909"/>
              <a:gd name="connsiteY111" fmla="*/ 78601 h 605028"/>
              <a:gd name="connsiteX112" fmla="*/ 113321 w 567909"/>
              <a:gd name="connsiteY112" fmla="*/ 67824 h 605028"/>
              <a:gd name="connsiteX113" fmla="*/ 146875 w 567909"/>
              <a:gd name="connsiteY113" fmla="*/ 94532 h 605028"/>
              <a:gd name="connsiteX114" fmla="*/ 171981 w 567909"/>
              <a:gd name="connsiteY114" fmla="*/ 104489 h 605028"/>
              <a:gd name="connsiteX115" fmla="*/ 176556 w 567909"/>
              <a:gd name="connsiteY115" fmla="*/ 93946 h 605028"/>
              <a:gd name="connsiteX116" fmla="*/ 283903 w 567909"/>
              <a:gd name="connsiteY116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567909" h="605028">
                <a:moveTo>
                  <a:pt x="283903" y="440915"/>
                </a:moveTo>
                <a:cubicBezTo>
                  <a:pt x="256803" y="457900"/>
                  <a:pt x="230288" y="472894"/>
                  <a:pt x="204713" y="485545"/>
                </a:cubicBezTo>
                <a:cubicBezTo>
                  <a:pt x="206238" y="489294"/>
                  <a:pt x="207763" y="492925"/>
                  <a:pt x="209288" y="496322"/>
                </a:cubicBezTo>
                <a:cubicBezTo>
                  <a:pt x="230171" y="542593"/>
                  <a:pt x="257389" y="569066"/>
                  <a:pt x="283903" y="569066"/>
                </a:cubicBezTo>
                <a:cubicBezTo>
                  <a:pt x="310417" y="569066"/>
                  <a:pt x="337518" y="542593"/>
                  <a:pt x="358518" y="496322"/>
                </a:cubicBezTo>
                <a:cubicBezTo>
                  <a:pt x="360043" y="492925"/>
                  <a:pt x="361568" y="489294"/>
                  <a:pt x="363093" y="485545"/>
                </a:cubicBezTo>
                <a:cubicBezTo>
                  <a:pt x="337518" y="472894"/>
                  <a:pt x="310886" y="457900"/>
                  <a:pt x="283903" y="440915"/>
                </a:cubicBezTo>
                <a:close/>
                <a:moveTo>
                  <a:pt x="391484" y="363368"/>
                </a:moveTo>
                <a:cubicBezTo>
                  <a:pt x="378814" y="373794"/>
                  <a:pt x="365557" y="384102"/>
                  <a:pt x="352183" y="394059"/>
                </a:cubicBezTo>
                <a:cubicBezTo>
                  <a:pt x="340685" y="402610"/>
                  <a:pt x="328954" y="411044"/>
                  <a:pt x="316987" y="419127"/>
                </a:cubicBezTo>
                <a:cubicBezTo>
                  <a:pt x="336697" y="431075"/>
                  <a:pt x="356171" y="441852"/>
                  <a:pt x="374942" y="451223"/>
                </a:cubicBezTo>
                <a:cubicBezTo>
                  <a:pt x="382803" y="424281"/>
                  <a:pt x="388434" y="394762"/>
                  <a:pt x="391484" y="363368"/>
                </a:cubicBezTo>
                <a:close/>
                <a:moveTo>
                  <a:pt x="176204" y="363368"/>
                </a:moveTo>
                <a:cubicBezTo>
                  <a:pt x="179372" y="394762"/>
                  <a:pt x="185003" y="424281"/>
                  <a:pt x="192864" y="451223"/>
                </a:cubicBezTo>
                <a:cubicBezTo>
                  <a:pt x="211635" y="441852"/>
                  <a:pt x="230992" y="431075"/>
                  <a:pt x="250702" y="419127"/>
                </a:cubicBezTo>
                <a:cubicBezTo>
                  <a:pt x="238853" y="411044"/>
                  <a:pt x="227121" y="402610"/>
                  <a:pt x="215623" y="394059"/>
                </a:cubicBezTo>
                <a:cubicBezTo>
                  <a:pt x="202249" y="384102"/>
                  <a:pt x="188992" y="373794"/>
                  <a:pt x="176204" y="363368"/>
                </a:cubicBezTo>
                <a:close/>
                <a:moveTo>
                  <a:pt x="433485" y="327289"/>
                </a:moveTo>
                <a:cubicBezTo>
                  <a:pt x="432311" y="328344"/>
                  <a:pt x="431138" y="329398"/>
                  <a:pt x="429965" y="330452"/>
                </a:cubicBezTo>
                <a:cubicBezTo>
                  <a:pt x="427853" y="379065"/>
                  <a:pt x="420228" y="426155"/>
                  <a:pt x="407792" y="466686"/>
                </a:cubicBezTo>
                <a:cubicBezTo>
                  <a:pt x="446976" y="483554"/>
                  <a:pt x="480060" y="492457"/>
                  <a:pt x="503641" y="492457"/>
                </a:cubicBezTo>
                <a:cubicBezTo>
                  <a:pt x="516312" y="492457"/>
                  <a:pt x="525345" y="489762"/>
                  <a:pt x="528982" y="484725"/>
                </a:cubicBezTo>
                <a:cubicBezTo>
                  <a:pt x="534848" y="476877"/>
                  <a:pt x="534027" y="449115"/>
                  <a:pt x="493669" y="395231"/>
                </a:cubicBezTo>
                <a:cubicBezTo>
                  <a:pt x="477479" y="373442"/>
                  <a:pt x="457183" y="350600"/>
                  <a:pt x="433485" y="327289"/>
                </a:cubicBezTo>
                <a:close/>
                <a:moveTo>
                  <a:pt x="134321" y="327289"/>
                </a:moveTo>
                <a:cubicBezTo>
                  <a:pt x="110506" y="350600"/>
                  <a:pt x="90327" y="373442"/>
                  <a:pt x="74020" y="395231"/>
                </a:cubicBezTo>
                <a:cubicBezTo>
                  <a:pt x="33662" y="449115"/>
                  <a:pt x="32841" y="476877"/>
                  <a:pt x="38707" y="484725"/>
                </a:cubicBezTo>
                <a:cubicBezTo>
                  <a:pt x="42461" y="489762"/>
                  <a:pt x="51494" y="492457"/>
                  <a:pt x="64165" y="492457"/>
                </a:cubicBezTo>
                <a:cubicBezTo>
                  <a:pt x="87746" y="492457"/>
                  <a:pt x="120830" y="483554"/>
                  <a:pt x="159897" y="466686"/>
                </a:cubicBezTo>
                <a:cubicBezTo>
                  <a:pt x="147578" y="426155"/>
                  <a:pt x="139953" y="379065"/>
                  <a:pt x="137841" y="330452"/>
                </a:cubicBezTo>
                <a:cubicBezTo>
                  <a:pt x="136668" y="329398"/>
                  <a:pt x="135495" y="328344"/>
                  <a:pt x="134321" y="327289"/>
                </a:cubicBezTo>
                <a:close/>
                <a:moveTo>
                  <a:pt x="283903" y="247896"/>
                </a:moveTo>
                <a:cubicBezTo>
                  <a:pt x="314146" y="247896"/>
                  <a:pt x="338662" y="272349"/>
                  <a:pt x="338662" y="302514"/>
                </a:cubicBezTo>
                <a:cubicBezTo>
                  <a:pt x="338662" y="332679"/>
                  <a:pt x="314146" y="357132"/>
                  <a:pt x="283903" y="357132"/>
                </a:cubicBezTo>
                <a:cubicBezTo>
                  <a:pt x="253660" y="357132"/>
                  <a:pt x="229144" y="332679"/>
                  <a:pt x="229144" y="302514"/>
                </a:cubicBezTo>
                <a:cubicBezTo>
                  <a:pt x="229144" y="272349"/>
                  <a:pt x="253660" y="247896"/>
                  <a:pt x="283903" y="247896"/>
                </a:cubicBezTo>
                <a:close/>
                <a:moveTo>
                  <a:pt x="283903" y="206869"/>
                </a:moveTo>
                <a:cubicBezTo>
                  <a:pt x="268182" y="217294"/>
                  <a:pt x="252462" y="228423"/>
                  <a:pt x="237093" y="239785"/>
                </a:cubicBezTo>
                <a:cubicBezTo>
                  <a:pt x="214802" y="256303"/>
                  <a:pt x="193333" y="273639"/>
                  <a:pt x="173271" y="291093"/>
                </a:cubicBezTo>
                <a:cubicBezTo>
                  <a:pt x="173271" y="294959"/>
                  <a:pt x="173154" y="298824"/>
                  <a:pt x="173154" y="302456"/>
                </a:cubicBezTo>
                <a:cubicBezTo>
                  <a:pt x="173154" y="306204"/>
                  <a:pt x="173271" y="310070"/>
                  <a:pt x="173271" y="313935"/>
                </a:cubicBezTo>
                <a:cubicBezTo>
                  <a:pt x="193333" y="331389"/>
                  <a:pt x="214802" y="348726"/>
                  <a:pt x="237093" y="365243"/>
                </a:cubicBezTo>
                <a:cubicBezTo>
                  <a:pt x="252462" y="376605"/>
                  <a:pt x="268182" y="387734"/>
                  <a:pt x="283903" y="398159"/>
                </a:cubicBezTo>
                <a:cubicBezTo>
                  <a:pt x="299624" y="387734"/>
                  <a:pt x="315345" y="376605"/>
                  <a:pt x="330713" y="365243"/>
                </a:cubicBezTo>
                <a:cubicBezTo>
                  <a:pt x="353004" y="348726"/>
                  <a:pt x="374356" y="331389"/>
                  <a:pt x="394417" y="313935"/>
                </a:cubicBezTo>
                <a:cubicBezTo>
                  <a:pt x="394535" y="310070"/>
                  <a:pt x="394535" y="306204"/>
                  <a:pt x="394535" y="302456"/>
                </a:cubicBezTo>
                <a:cubicBezTo>
                  <a:pt x="394535" y="298824"/>
                  <a:pt x="394535" y="294959"/>
                  <a:pt x="394417" y="291093"/>
                </a:cubicBezTo>
                <a:cubicBezTo>
                  <a:pt x="374356" y="273639"/>
                  <a:pt x="353004" y="256303"/>
                  <a:pt x="330713" y="239785"/>
                </a:cubicBezTo>
                <a:cubicBezTo>
                  <a:pt x="315345" y="228423"/>
                  <a:pt x="299624" y="217294"/>
                  <a:pt x="283903" y="206869"/>
                </a:cubicBezTo>
                <a:close/>
                <a:moveTo>
                  <a:pt x="374942" y="153687"/>
                </a:moveTo>
                <a:cubicBezTo>
                  <a:pt x="356171" y="163176"/>
                  <a:pt x="336697" y="173953"/>
                  <a:pt x="316987" y="185901"/>
                </a:cubicBezTo>
                <a:cubicBezTo>
                  <a:pt x="328954" y="193984"/>
                  <a:pt x="340685" y="202418"/>
                  <a:pt x="352183" y="210969"/>
                </a:cubicBezTo>
                <a:cubicBezTo>
                  <a:pt x="365557" y="220926"/>
                  <a:pt x="378814" y="231234"/>
                  <a:pt x="391484" y="241660"/>
                </a:cubicBezTo>
                <a:cubicBezTo>
                  <a:pt x="388434" y="210149"/>
                  <a:pt x="382803" y="180630"/>
                  <a:pt x="374942" y="153687"/>
                </a:cubicBezTo>
                <a:close/>
                <a:moveTo>
                  <a:pt x="192864" y="153687"/>
                </a:moveTo>
                <a:cubicBezTo>
                  <a:pt x="185003" y="180630"/>
                  <a:pt x="179372" y="210149"/>
                  <a:pt x="176204" y="241660"/>
                </a:cubicBezTo>
                <a:cubicBezTo>
                  <a:pt x="188992" y="231234"/>
                  <a:pt x="202249" y="220926"/>
                  <a:pt x="215623" y="210969"/>
                </a:cubicBezTo>
                <a:cubicBezTo>
                  <a:pt x="227003" y="202418"/>
                  <a:pt x="238853" y="193984"/>
                  <a:pt x="250702" y="185901"/>
                </a:cubicBezTo>
                <a:cubicBezTo>
                  <a:pt x="230992" y="173953"/>
                  <a:pt x="211635" y="163176"/>
                  <a:pt x="192864" y="153687"/>
                </a:cubicBezTo>
                <a:close/>
                <a:moveTo>
                  <a:pt x="503641" y="112571"/>
                </a:moveTo>
                <a:cubicBezTo>
                  <a:pt x="480060" y="112571"/>
                  <a:pt x="446976" y="121474"/>
                  <a:pt x="407792" y="138342"/>
                </a:cubicBezTo>
                <a:cubicBezTo>
                  <a:pt x="420228" y="178873"/>
                  <a:pt x="427853" y="225846"/>
                  <a:pt x="429965" y="274576"/>
                </a:cubicBezTo>
                <a:cubicBezTo>
                  <a:pt x="431138" y="275631"/>
                  <a:pt x="432311" y="276685"/>
                  <a:pt x="433485" y="277739"/>
                </a:cubicBezTo>
                <a:cubicBezTo>
                  <a:pt x="451904" y="259582"/>
                  <a:pt x="468328" y="241777"/>
                  <a:pt x="482289" y="224440"/>
                </a:cubicBezTo>
                <a:cubicBezTo>
                  <a:pt x="480881" y="220574"/>
                  <a:pt x="480177" y="216592"/>
                  <a:pt x="480177" y="212492"/>
                </a:cubicBezTo>
                <a:cubicBezTo>
                  <a:pt x="480177" y="193515"/>
                  <a:pt x="495546" y="178170"/>
                  <a:pt x="514552" y="178170"/>
                </a:cubicBezTo>
                <a:cubicBezTo>
                  <a:pt x="514669" y="178170"/>
                  <a:pt x="514786" y="178170"/>
                  <a:pt x="514786" y="178170"/>
                </a:cubicBezTo>
                <a:cubicBezTo>
                  <a:pt x="533205" y="146073"/>
                  <a:pt x="534027" y="126979"/>
                  <a:pt x="528982" y="120185"/>
                </a:cubicBezTo>
                <a:cubicBezTo>
                  <a:pt x="525345" y="115265"/>
                  <a:pt x="516312" y="112571"/>
                  <a:pt x="503641" y="112571"/>
                </a:cubicBezTo>
                <a:close/>
                <a:moveTo>
                  <a:pt x="64165" y="112571"/>
                </a:moveTo>
                <a:cubicBezTo>
                  <a:pt x="51494" y="112571"/>
                  <a:pt x="42461" y="115265"/>
                  <a:pt x="38707" y="120185"/>
                </a:cubicBezTo>
                <a:cubicBezTo>
                  <a:pt x="32841" y="128151"/>
                  <a:pt x="33662" y="155796"/>
                  <a:pt x="74020" y="209797"/>
                </a:cubicBezTo>
                <a:cubicBezTo>
                  <a:pt x="90327" y="231585"/>
                  <a:pt x="110506" y="254428"/>
                  <a:pt x="134321" y="277739"/>
                </a:cubicBezTo>
                <a:cubicBezTo>
                  <a:pt x="135495" y="276685"/>
                  <a:pt x="136668" y="275631"/>
                  <a:pt x="137841" y="274576"/>
                </a:cubicBezTo>
                <a:cubicBezTo>
                  <a:pt x="139953" y="225846"/>
                  <a:pt x="147578" y="178873"/>
                  <a:pt x="159897" y="138342"/>
                </a:cubicBezTo>
                <a:cubicBezTo>
                  <a:pt x="151685" y="134711"/>
                  <a:pt x="143355" y="131431"/>
                  <a:pt x="135377" y="128502"/>
                </a:cubicBezTo>
                <a:cubicBezTo>
                  <a:pt x="129159" y="133656"/>
                  <a:pt x="121416" y="136585"/>
                  <a:pt x="113321" y="136585"/>
                </a:cubicBezTo>
                <a:cubicBezTo>
                  <a:pt x="98891" y="136585"/>
                  <a:pt x="85869" y="127331"/>
                  <a:pt x="80941" y="113860"/>
                </a:cubicBezTo>
                <a:cubicBezTo>
                  <a:pt x="74841" y="113040"/>
                  <a:pt x="69210" y="112571"/>
                  <a:pt x="64165" y="112571"/>
                </a:cubicBezTo>
                <a:close/>
                <a:moveTo>
                  <a:pt x="283903" y="35962"/>
                </a:moveTo>
                <a:cubicBezTo>
                  <a:pt x="257389" y="35962"/>
                  <a:pt x="230171" y="62435"/>
                  <a:pt x="209288" y="108706"/>
                </a:cubicBezTo>
                <a:cubicBezTo>
                  <a:pt x="207763" y="112103"/>
                  <a:pt x="206238" y="115734"/>
                  <a:pt x="204713" y="119483"/>
                </a:cubicBezTo>
                <a:cubicBezTo>
                  <a:pt x="230288" y="132134"/>
                  <a:pt x="256803" y="147128"/>
                  <a:pt x="283903" y="164113"/>
                </a:cubicBezTo>
                <a:cubicBezTo>
                  <a:pt x="310886" y="147128"/>
                  <a:pt x="337518" y="132134"/>
                  <a:pt x="363093" y="119483"/>
                </a:cubicBezTo>
                <a:cubicBezTo>
                  <a:pt x="361568" y="115734"/>
                  <a:pt x="360043" y="112103"/>
                  <a:pt x="358518" y="108706"/>
                </a:cubicBezTo>
                <a:cubicBezTo>
                  <a:pt x="337518" y="62435"/>
                  <a:pt x="310417" y="35962"/>
                  <a:pt x="283903" y="35962"/>
                </a:cubicBezTo>
                <a:close/>
                <a:moveTo>
                  <a:pt x="283903" y="0"/>
                </a:moveTo>
                <a:cubicBezTo>
                  <a:pt x="325786" y="0"/>
                  <a:pt x="363915" y="33385"/>
                  <a:pt x="391250" y="93946"/>
                </a:cubicBezTo>
                <a:cubicBezTo>
                  <a:pt x="392775" y="97226"/>
                  <a:pt x="394300" y="100740"/>
                  <a:pt x="395825" y="104489"/>
                </a:cubicBezTo>
                <a:cubicBezTo>
                  <a:pt x="438647" y="86215"/>
                  <a:pt x="475954" y="76609"/>
                  <a:pt x="503641" y="76609"/>
                </a:cubicBezTo>
                <a:cubicBezTo>
                  <a:pt x="528630" y="76609"/>
                  <a:pt x="546932" y="84106"/>
                  <a:pt x="557842" y="98749"/>
                </a:cubicBezTo>
                <a:cubicBezTo>
                  <a:pt x="574619" y="121122"/>
                  <a:pt x="570396" y="154273"/>
                  <a:pt x="545407" y="197146"/>
                </a:cubicBezTo>
                <a:cubicBezTo>
                  <a:pt x="547753" y="201949"/>
                  <a:pt x="548926" y="207220"/>
                  <a:pt x="548926" y="212492"/>
                </a:cubicBezTo>
                <a:cubicBezTo>
                  <a:pt x="548926" y="231468"/>
                  <a:pt x="533557" y="246814"/>
                  <a:pt x="514552" y="246814"/>
                </a:cubicBezTo>
                <a:cubicBezTo>
                  <a:pt x="513261" y="246814"/>
                  <a:pt x="511971" y="246814"/>
                  <a:pt x="510680" y="246579"/>
                </a:cubicBezTo>
                <a:cubicBezTo>
                  <a:pt x="495898" y="264737"/>
                  <a:pt x="478770" y="283596"/>
                  <a:pt x="459529" y="302456"/>
                </a:cubicBezTo>
                <a:cubicBezTo>
                  <a:pt x="484284" y="326938"/>
                  <a:pt x="505518" y="350834"/>
                  <a:pt x="522529" y="373677"/>
                </a:cubicBezTo>
                <a:cubicBezTo>
                  <a:pt x="566524" y="432481"/>
                  <a:pt x="578725" y="478283"/>
                  <a:pt x="557842" y="506279"/>
                </a:cubicBezTo>
                <a:cubicBezTo>
                  <a:pt x="546932" y="520922"/>
                  <a:pt x="528630" y="528419"/>
                  <a:pt x="503641" y="528419"/>
                </a:cubicBezTo>
                <a:cubicBezTo>
                  <a:pt x="475954" y="528419"/>
                  <a:pt x="438647" y="518813"/>
                  <a:pt x="395825" y="500539"/>
                </a:cubicBezTo>
                <a:cubicBezTo>
                  <a:pt x="394300" y="504288"/>
                  <a:pt x="392775" y="507802"/>
                  <a:pt x="391250" y="511082"/>
                </a:cubicBezTo>
                <a:cubicBezTo>
                  <a:pt x="363915" y="571643"/>
                  <a:pt x="325786" y="605028"/>
                  <a:pt x="283903" y="605028"/>
                </a:cubicBezTo>
                <a:cubicBezTo>
                  <a:pt x="242020" y="605028"/>
                  <a:pt x="203891" y="571643"/>
                  <a:pt x="176556" y="511082"/>
                </a:cubicBezTo>
                <a:cubicBezTo>
                  <a:pt x="175031" y="507802"/>
                  <a:pt x="173506" y="504288"/>
                  <a:pt x="171981" y="500539"/>
                </a:cubicBezTo>
                <a:cubicBezTo>
                  <a:pt x="129159" y="518813"/>
                  <a:pt x="91852" y="528419"/>
                  <a:pt x="64165" y="528419"/>
                </a:cubicBezTo>
                <a:cubicBezTo>
                  <a:pt x="39059" y="528419"/>
                  <a:pt x="20874" y="520922"/>
                  <a:pt x="9846" y="506279"/>
                </a:cubicBezTo>
                <a:cubicBezTo>
                  <a:pt x="-10919" y="478283"/>
                  <a:pt x="1282" y="432481"/>
                  <a:pt x="45277" y="373677"/>
                </a:cubicBezTo>
                <a:cubicBezTo>
                  <a:pt x="62288" y="350834"/>
                  <a:pt x="83522" y="326938"/>
                  <a:pt x="108159" y="302456"/>
                </a:cubicBezTo>
                <a:cubicBezTo>
                  <a:pt x="83522" y="278091"/>
                  <a:pt x="62288" y="254194"/>
                  <a:pt x="45277" y="231351"/>
                </a:cubicBezTo>
                <a:cubicBezTo>
                  <a:pt x="1282" y="172547"/>
                  <a:pt x="-10919" y="126745"/>
                  <a:pt x="9846" y="98749"/>
                </a:cubicBezTo>
                <a:cubicBezTo>
                  <a:pt x="20874" y="84106"/>
                  <a:pt x="39059" y="76609"/>
                  <a:pt x="64165" y="76609"/>
                </a:cubicBezTo>
                <a:cubicBezTo>
                  <a:pt x="71439" y="76609"/>
                  <a:pt x="79534" y="77312"/>
                  <a:pt x="88333" y="78601"/>
                </a:cubicBezTo>
                <a:cubicBezTo>
                  <a:pt x="94785" y="71807"/>
                  <a:pt x="103819" y="67824"/>
                  <a:pt x="113321" y="67824"/>
                </a:cubicBezTo>
                <a:cubicBezTo>
                  <a:pt x="129511" y="67824"/>
                  <a:pt x="143238" y="78952"/>
                  <a:pt x="146875" y="94532"/>
                </a:cubicBezTo>
                <a:cubicBezTo>
                  <a:pt x="154970" y="97460"/>
                  <a:pt x="163417" y="100857"/>
                  <a:pt x="171981" y="104489"/>
                </a:cubicBezTo>
                <a:cubicBezTo>
                  <a:pt x="173506" y="100740"/>
                  <a:pt x="175031" y="97226"/>
                  <a:pt x="176556" y="93946"/>
                </a:cubicBezTo>
                <a:cubicBezTo>
                  <a:pt x="203891" y="33385"/>
                  <a:pt x="242020" y="0"/>
                  <a:pt x="28390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4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CE87C5B8-BFA2-45B4-D988-B9F890392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3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620D7C0-2952-C971-9A93-267579B1C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bug_269135">
            <a:extLst>
              <a:ext uri="{FF2B5EF4-FFF2-40B4-BE49-F238E27FC236}">
                <a16:creationId xmlns:a16="http://schemas.microsoft.com/office/drawing/2014/main" id="{7067CD3F-25D0-7780-879A-8FB35B7E1B82}"/>
              </a:ext>
            </a:extLst>
          </p:cNvPr>
          <p:cNvSpPr/>
          <p:nvPr/>
        </p:nvSpPr>
        <p:spPr>
          <a:xfrm>
            <a:off x="10840235" y="4140084"/>
            <a:ext cx="947573" cy="858548"/>
          </a:xfrm>
          <a:custGeom>
            <a:avLst/>
            <a:gdLst>
              <a:gd name="T0" fmla="*/ 5387 w 6827"/>
              <a:gd name="T1" fmla="*/ 3560 h 6195"/>
              <a:gd name="T2" fmla="*/ 5391 w 6827"/>
              <a:gd name="T3" fmla="*/ 2843 h 6195"/>
              <a:gd name="T4" fmla="*/ 6400 w 6827"/>
              <a:gd name="T5" fmla="*/ 1502 h 6195"/>
              <a:gd name="T6" fmla="*/ 6044 w 6827"/>
              <a:gd name="T7" fmla="*/ 1502 h 6195"/>
              <a:gd name="T8" fmla="*/ 5353 w 6827"/>
              <a:gd name="T9" fmla="*/ 2491 h 6195"/>
              <a:gd name="T10" fmla="*/ 4131 w 6827"/>
              <a:gd name="T11" fmla="*/ 878 h 6195"/>
              <a:gd name="T12" fmla="*/ 4356 w 6827"/>
              <a:gd name="T13" fmla="*/ 177 h 6195"/>
              <a:gd name="T14" fmla="*/ 4000 w 6827"/>
              <a:gd name="T15" fmla="*/ 177 h 6195"/>
              <a:gd name="T16" fmla="*/ 3576 w 6827"/>
              <a:gd name="T17" fmla="*/ 751 h 6195"/>
              <a:gd name="T18" fmla="*/ 2844 w 6827"/>
              <a:gd name="T19" fmla="*/ 335 h 6195"/>
              <a:gd name="T20" fmla="*/ 2667 w 6827"/>
              <a:gd name="T21" fmla="*/ 0 h 6195"/>
              <a:gd name="T22" fmla="*/ 2489 w 6827"/>
              <a:gd name="T23" fmla="*/ 335 h 6195"/>
              <a:gd name="T24" fmla="*/ 2098 w 6827"/>
              <a:gd name="T25" fmla="*/ 1748 h 6195"/>
              <a:gd name="T26" fmla="*/ 782 w 6827"/>
              <a:gd name="T27" fmla="*/ 1662 h 6195"/>
              <a:gd name="T28" fmla="*/ 604 w 6827"/>
              <a:gd name="T29" fmla="*/ 1324 h 6195"/>
              <a:gd name="T30" fmla="*/ 427 w 6827"/>
              <a:gd name="T31" fmla="*/ 1662 h 6195"/>
              <a:gd name="T32" fmla="*/ 1440 w 6827"/>
              <a:gd name="T33" fmla="*/ 2884 h 6195"/>
              <a:gd name="T34" fmla="*/ 178 w 6827"/>
              <a:gd name="T35" fmla="*/ 3560 h 6195"/>
              <a:gd name="T36" fmla="*/ 178 w 6827"/>
              <a:gd name="T37" fmla="*/ 3915 h 6195"/>
              <a:gd name="T38" fmla="*/ 1440 w 6827"/>
              <a:gd name="T39" fmla="*/ 4222 h 6195"/>
              <a:gd name="T40" fmla="*/ 427 w 6827"/>
              <a:gd name="T41" fmla="*/ 5822 h 6195"/>
              <a:gd name="T42" fmla="*/ 604 w 6827"/>
              <a:gd name="T43" fmla="*/ 6160 h 6195"/>
              <a:gd name="T44" fmla="*/ 782 w 6827"/>
              <a:gd name="T45" fmla="*/ 5822 h 6195"/>
              <a:gd name="T46" fmla="*/ 3422 w 6827"/>
              <a:gd name="T47" fmla="*/ 6195 h 6195"/>
              <a:gd name="T48" fmla="*/ 6044 w 6827"/>
              <a:gd name="T49" fmla="*/ 5822 h 6195"/>
              <a:gd name="T50" fmla="*/ 6222 w 6827"/>
              <a:gd name="T51" fmla="*/ 6160 h 6195"/>
              <a:gd name="T52" fmla="*/ 6400 w 6827"/>
              <a:gd name="T53" fmla="*/ 5822 h 6195"/>
              <a:gd name="T54" fmla="*/ 5387 w 6827"/>
              <a:gd name="T55" fmla="*/ 4222 h 6195"/>
              <a:gd name="T56" fmla="*/ 6649 w 6827"/>
              <a:gd name="T57" fmla="*/ 3915 h 6195"/>
              <a:gd name="T58" fmla="*/ 6649 w 6827"/>
              <a:gd name="T59" fmla="*/ 3560 h 6195"/>
              <a:gd name="T60" fmla="*/ 1796 w 6827"/>
              <a:gd name="T61" fmla="*/ 4222 h 6195"/>
              <a:gd name="T62" fmla="*/ 2122 w 6827"/>
              <a:gd name="T63" fmla="*/ 2110 h 6195"/>
              <a:gd name="T64" fmla="*/ 3236 w 6827"/>
              <a:gd name="T65" fmla="*/ 2528 h 6195"/>
              <a:gd name="T66" fmla="*/ 2724 w 6827"/>
              <a:gd name="T67" fmla="*/ 2173 h 6195"/>
              <a:gd name="T68" fmla="*/ 3231 w 6827"/>
              <a:gd name="T69" fmla="*/ 1106 h 6195"/>
              <a:gd name="T70" fmla="*/ 3576 w 6827"/>
              <a:gd name="T71" fmla="*/ 1106 h 6195"/>
              <a:gd name="T72" fmla="*/ 4400 w 6827"/>
              <a:gd name="T73" fmla="*/ 1893 h 6195"/>
              <a:gd name="T74" fmla="*/ 2724 w 6827"/>
              <a:gd name="T75" fmla="*/ 2173 h 6195"/>
              <a:gd name="T76" fmla="*/ 3591 w 6827"/>
              <a:gd name="T77" fmla="*/ 5831 h 6195"/>
              <a:gd name="T78" fmla="*/ 4120 w 6827"/>
              <a:gd name="T79" fmla="*/ 2528 h 6195"/>
              <a:gd name="T80" fmla="*/ 5031 w 6827"/>
              <a:gd name="T81" fmla="*/ 2884 h 6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827" h="6195">
                <a:moveTo>
                  <a:pt x="6649" y="3560"/>
                </a:moveTo>
                <a:lnTo>
                  <a:pt x="5387" y="3560"/>
                </a:lnTo>
                <a:lnTo>
                  <a:pt x="5387" y="2884"/>
                </a:lnTo>
                <a:cubicBezTo>
                  <a:pt x="5387" y="2870"/>
                  <a:pt x="5391" y="2857"/>
                  <a:pt x="5391" y="2843"/>
                </a:cubicBezTo>
                <a:cubicBezTo>
                  <a:pt x="6032" y="2776"/>
                  <a:pt x="6400" y="2354"/>
                  <a:pt x="6400" y="1662"/>
                </a:cubicBezTo>
                <a:lnTo>
                  <a:pt x="6400" y="1502"/>
                </a:lnTo>
                <a:cubicBezTo>
                  <a:pt x="6400" y="1404"/>
                  <a:pt x="6320" y="1324"/>
                  <a:pt x="6222" y="1324"/>
                </a:cubicBezTo>
                <a:cubicBezTo>
                  <a:pt x="6124" y="1324"/>
                  <a:pt x="6044" y="1404"/>
                  <a:pt x="6044" y="1502"/>
                </a:cubicBezTo>
                <a:lnTo>
                  <a:pt x="6044" y="1662"/>
                </a:lnTo>
                <a:cubicBezTo>
                  <a:pt x="6044" y="2174"/>
                  <a:pt x="5818" y="2446"/>
                  <a:pt x="5353" y="2491"/>
                </a:cubicBezTo>
                <a:cubicBezTo>
                  <a:pt x="5272" y="2130"/>
                  <a:pt x="5074" y="1819"/>
                  <a:pt x="4745" y="1748"/>
                </a:cubicBezTo>
                <a:cubicBezTo>
                  <a:pt x="4696" y="1367"/>
                  <a:pt x="4460" y="1045"/>
                  <a:pt x="4131" y="878"/>
                </a:cubicBezTo>
                <a:cubicBezTo>
                  <a:pt x="4268" y="738"/>
                  <a:pt x="4356" y="546"/>
                  <a:pt x="4356" y="335"/>
                </a:cubicBezTo>
                <a:lnTo>
                  <a:pt x="4356" y="177"/>
                </a:lnTo>
                <a:cubicBezTo>
                  <a:pt x="4356" y="79"/>
                  <a:pt x="4276" y="0"/>
                  <a:pt x="4178" y="0"/>
                </a:cubicBezTo>
                <a:cubicBezTo>
                  <a:pt x="4080" y="0"/>
                  <a:pt x="4000" y="79"/>
                  <a:pt x="4000" y="177"/>
                </a:cubicBezTo>
                <a:lnTo>
                  <a:pt x="4000" y="335"/>
                </a:lnTo>
                <a:cubicBezTo>
                  <a:pt x="4000" y="567"/>
                  <a:pt x="3807" y="751"/>
                  <a:pt x="3576" y="751"/>
                </a:cubicBezTo>
                <a:lnTo>
                  <a:pt x="3269" y="751"/>
                </a:lnTo>
                <a:cubicBezTo>
                  <a:pt x="3037" y="751"/>
                  <a:pt x="2844" y="567"/>
                  <a:pt x="2844" y="335"/>
                </a:cubicBezTo>
                <a:lnTo>
                  <a:pt x="2844" y="177"/>
                </a:lnTo>
                <a:cubicBezTo>
                  <a:pt x="2844" y="79"/>
                  <a:pt x="2765" y="0"/>
                  <a:pt x="2667" y="0"/>
                </a:cubicBezTo>
                <a:cubicBezTo>
                  <a:pt x="2569" y="0"/>
                  <a:pt x="2489" y="79"/>
                  <a:pt x="2489" y="177"/>
                </a:cubicBezTo>
                <a:lnTo>
                  <a:pt x="2489" y="335"/>
                </a:lnTo>
                <a:cubicBezTo>
                  <a:pt x="2489" y="546"/>
                  <a:pt x="2576" y="738"/>
                  <a:pt x="2714" y="878"/>
                </a:cubicBezTo>
                <a:cubicBezTo>
                  <a:pt x="2384" y="1045"/>
                  <a:pt x="2148" y="1367"/>
                  <a:pt x="2098" y="1748"/>
                </a:cubicBezTo>
                <a:cubicBezTo>
                  <a:pt x="1769" y="1819"/>
                  <a:pt x="1572" y="2131"/>
                  <a:pt x="1491" y="2492"/>
                </a:cubicBezTo>
                <a:cubicBezTo>
                  <a:pt x="1014" y="2453"/>
                  <a:pt x="782" y="2180"/>
                  <a:pt x="782" y="1662"/>
                </a:cubicBezTo>
                <a:lnTo>
                  <a:pt x="782" y="1502"/>
                </a:lnTo>
                <a:cubicBezTo>
                  <a:pt x="782" y="1404"/>
                  <a:pt x="703" y="1324"/>
                  <a:pt x="604" y="1324"/>
                </a:cubicBezTo>
                <a:cubicBezTo>
                  <a:pt x="506" y="1324"/>
                  <a:pt x="427" y="1404"/>
                  <a:pt x="427" y="1502"/>
                </a:cubicBezTo>
                <a:lnTo>
                  <a:pt x="427" y="1662"/>
                </a:lnTo>
                <a:cubicBezTo>
                  <a:pt x="427" y="2361"/>
                  <a:pt x="793" y="2784"/>
                  <a:pt x="1445" y="2845"/>
                </a:cubicBezTo>
                <a:cubicBezTo>
                  <a:pt x="1445" y="2858"/>
                  <a:pt x="1440" y="2871"/>
                  <a:pt x="1440" y="2884"/>
                </a:cubicBezTo>
                <a:lnTo>
                  <a:pt x="1440" y="3560"/>
                </a:lnTo>
                <a:lnTo>
                  <a:pt x="178" y="3560"/>
                </a:lnTo>
                <a:cubicBezTo>
                  <a:pt x="80" y="3560"/>
                  <a:pt x="0" y="3639"/>
                  <a:pt x="0" y="3737"/>
                </a:cubicBezTo>
                <a:cubicBezTo>
                  <a:pt x="0" y="3836"/>
                  <a:pt x="80" y="3915"/>
                  <a:pt x="178" y="3915"/>
                </a:cubicBezTo>
                <a:lnTo>
                  <a:pt x="1440" y="3915"/>
                </a:lnTo>
                <a:lnTo>
                  <a:pt x="1440" y="4222"/>
                </a:lnTo>
                <a:cubicBezTo>
                  <a:pt x="1440" y="4363"/>
                  <a:pt x="1460" y="4502"/>
                  <a:pt x="1488" y="4635"/>
                </a:cubicBezTo>
                <a:cubicBezTo>
                  <a:pt x="809" y="4681"/>
                  <a:pt x="427" y="5108"/>
                  <a:pt x="427" y="5822"/>
                </a:cubicBezTo>
                <a:lnTo>
                  <a:pt x="427" y="5982"/>
                </a:lnTo>
                <a:cubicBezTo>
                  <a:pt x="427" y="6080"/>
                  <a:pt x="506" y="6160"/>
                  <a:pt x="604" y="6160"/>
                </a:cubicBezTo>
                <a:cubicBezTo>
                  <a:pt x="703" y="6160"/>
                  <a:pt x="782" y="6080"/>
                  <a:pt x="782" y="5982"/>
                </a:cubicBezTo>
                <a:lnTo>
                  <a:pt x="782" y="5822"/>
                </a:lnTo>
                <a:cubicBezTo>
                  <a:pt x="782" y="5265"/>
                  <a:pt x="1051" y="4991"/>
                  <a:pt x="1603" y="4986"/>
                </a:cubicBezTo>
                <a:cubicBezTo>
                  <a:pt x="1902" y="5696"/>
                  <a:pt x="2605" y="6195"/>
                  <a:pt x="3422" y="6195"/>
                </a:cubicBezTo>
                <a:cubicBezTo>
                  <a:pt x="4239" y="6195"/>
                  <a:pt x="4942" y="5696"/>
                  <a:pt x="5241" y="4987"/>
                </a:cubicBezTo>
                <a:cubicBezTo>
                  <a:pt x="5781" y="4997"/>
                  <a:pt x="6044" y="5270"/>
                  <a:pt x="6044" y="5822"/>
                </a:cubicBezTo>
                <a:lnTo>
                  <a:pt x="6044" y="5982"/>
                </a:lnTo>
                <a:cubicBezTo>
                  <a:pt x="6044" y="6080"/>
                  <a:pt x="6124" y="6160"/>
                  <a:pt x="6222" y="6160"/>
                </a:cubicBezTo>
                <a:cubicBezTo>
                  <a:pt x="6320" y="6160"/>
                  <a:pt x="6400" y="6080"/>
                  <a:pt x="6400" y="5982"/>
                </a:cubicBezTo>
                <a:lnTo>
                  <a:pt x="6400" y="5822"/>
                </a:lnTo>
                <a:cubicBezTo>
                  <a:pt x="6400" y="5114"/>
                  <a:pt x="6016" y="4688"/>
                  <a:pt x="5347" y="4636"/>
                </a:cubicBezTo>
                <a:cubicBezTo>
                  <a:pt x="5376" y="4502"/>
                  <a:pt x="5387" y="4364"/>
                  <a:pt x="5387" y="4222"/>
                </a:cubicBezTo>
                <a:lnTo>
                  <a:pt x="5387" y="3915"/>
                </a:lnTo>
                <a:lnTo>
                  <a:pt x="6649" y="3915"/>
                </a:lnTo>
                <a:cubicBezTo>
                  <a:pt x="6747" y="3915"/>
                  <a:pt x="6827" y="3836"/>
                  <a:pt x="6827" y="3737"/>
                </a:cubicBezTo>
                <a:cubicBezTo>
                  <a:pt x="6827" y="3639"/>
                  <a:pt x="6747" y="3560"/>
                  <a:pt x="6649" y="3560"/>
                </a:cubicBezTo>
                <a:close/>
                <a:moveTo>
                  <a:pt x="3236" y="5829"/>
                </a:moveTo>
                <a:cubicBezTo>
                  <a:pt x="2431" y="5736"/>
                  <a:pt x="1796" y="5051"/>
                  <a:pt x="1796" y="4222"/>
                </a:cubicBezTo>
                <a:lnTo>
                  <a:pt x="1796" y="2884"/>
                </a:lnTo>
                <a:cubicBezTo>
                  <a:pt x="1796" y="2607"/>
                  <a:pt x="1888" y="2210"/>
                  <a:pt x="2122" y="2110"/>
                </a:cubicBezTo>
                <a:cubicBezTo>
                  <a:pt x="2210" y="2355"/>
                  <a:pt x="2449" y="2528"/>
                  <a:pt x="2724" y="2528"/>
                </a:cubicBezTo>
                <a:lnTo>
                  <a:pt x="3236" y="2528"/>
                </a:lnTo>
                <a:lnTo>
                  <a:pt x="3236" y="5829"/>
                </a:lnTo>
                <a:close/>
                <a:moveTo>
                  <a:pt x="2724" y="2173"/>
                </a:moveTo>
                <a:cubicBezTo>
                  <a:pt x="2570" y="2173"/>
                  <a:pt x="2444" y="2047"/>
                  <a:pt x="2444" y="1893"/>
                </a:cubicBezTo>
                <a:cubicBezTo>
                  <a:pt x="2444" y="1459"/>
                  <a:pt x="2797" y="1106"/>
                  <a:pt x="3231" y="1106"/>
                </a:cubicBezTo>
                <a:lnTo>
                  <a:pt x="3269" y="1106"/>
                </a:lnTo>
                <a:lnTo>
                  <a:pt x="3576" y="1106"/>
                </a:lnTo>
                <a:lnTo>
                  <a:pt x="3613" y="1106"/>
                </a:lnTo>
                <a:cubicBezTo>
                  <a:pt x="4047" y="1106"/>
                  <a:pt x="4400" y="1459"/>
                  <a:pt x="4400" y="1893"/>
                </a:cubicBezTo>
                <a:cubicBezTo>
                  <a:pt x="4400" y="2047"/>
                  <a:pt x="4274" y="2173"/>
                  <a:pt x="4120" y="2173"/>
                </a:cubicBezTo>
                <a:lnTo>
                  <a:pt x="2724" y="2173"/>
                </a:lnTo>
                <a:close/>
                <a:moveTo>
                  <a:pt x="5031" y="4222"/>
                </a:moveTo>
                <a:cubicBezTo>
                  <a:pt x="5031" y="5057"/>
                  <a:pt x="4404" y="5746"/>
                  <a:pt x="3591" y="5831"/>
                </a:cubicBezTo>
                <a:lnTo>
                  <a:pt x="3591" y="2528"/>
                </a:lnTo>
                <a:lnTo>
                  <a:pt x="4120" y="2528"/>
                </a:lnTo>
                <a:cubicBezTo>
                  <a:pt x="4395" y="2528"/>
                  <a:pt x="4625" y="2355"/>
                  <a:pt x="4714" y="2110"/>
                </a:cubicBezTo>
                <a:cubicBezTo>
                  <a:pt x="4947" y="2210"/>
                  <a:pt x="5031" y="2607"/>
                  <a:pt x="5031" y="2884"/>
                </a:cubicBezTo>
                <a:lnTo>
                  <a:pt x="5031" y="422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8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7C273-5B6E-3343-82E7-8AD94B74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C74B55-B9BB-F205-8E6D-12A30BBC8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25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2589D-44F2-B29D-9E31-306322AF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50808966-3E87-5411-3AE3-6DD1961A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课程特色</a:t>
            </a:r>
          </a:p>
        </p:txBody>
      </p:sp>
      <p:sp>
        <p:nvSpPr>
          <p:cNvPr id="48" name="空心弧 47">
            <a:extLst>
              <a:ext uri="{FF2B5EF4-FFF2-40B4-BE49-F238E27FC236}">
                <a16:creationId xmlns:a16="http://schemas.microsoft.com/office/drawing/2014/main" id="{9B806F75-3A04-5107-E881-0AEE533C4066}"/>
              </a:ext>
            </a:extLst>
          </p:cNvPr>
          <p:cNvSpPr/>
          <p:nvPr/>
        </p:nvSpPr>
        <p:spPr>
          <a:xfrm rot="2364690" flipH="1">
            <a:off x="3980264" y="1801680"/>
            <a:ext cx="4226405" cy="4226399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44B4C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空心弧 48">
            <a:extLst>
              <a:ext uri="{FF2B5EF4-FFF2-40B4-BE49-F238E27FC236}">
                <a16:creationId xmlns:a16="http://schemas.microsoft.com/office/drawing/2014/main" id="{0BFDBBD6-0DCE-68FF-A08D-D36A3E7241AE}"/>
              </a:ext>
            </a:extLst>
          </p:cNvPr>
          <p:cNvSpPr/>
          <p:nvPr/>
        </p:nvSpPr>
        <p:spPr>
          <a:xfrm rot="19235310">
            <a:off x="3985330" y="1801680"/>
            <a:ext cx="4226405" cy="4226399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62CB78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空心弧 49">
            <a:extLst>
              <a:ext uri="{FF2B5EF4-FFF2-40B4-BE49-F238E27FC236}">
                <a16:creationId xmlns:a16="http://schemas.microsoft.com/office/drawing/2014/main" id="{D0C2ED88-6F6F-2DC6-203A-A87C2EEC6540}"/>
              </a:ext>
            </a:extLst>
          </p:cNvPr>
          <p:cNvSpPr/>
          <p:nvPr/>
        </p:nvSpPr>
        <p:spPr>
          <a:xfrm rot="6037468" flipH="1">
            <a:off x="3980267" y="1801677"/>
            <a:ext cx="4226401" cy="4226405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9FAFB9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空心弧 50">
            <a:extLst>
              <a:ext uri="{FF2B5EF4-FFF2-40B4-BE49-F238E27FC236}">
                <a16:creationId xmlns:a16="http://schemas.microsoft.com/office/drawing/2014/main" id="{8A181310-8B20-D12F-1168-F837ECA79AE7}"/>
              </a:ext>
            </a:extLst>
          </p:cNvPr>
          <p:cNvSpPr/>
          <p:nvPr/>
        </p:nvSpPr>
        <p:spPr>
          <a:xfrm rot="15562532">
            <a:off x="3985334" y="1801677"/>
            <a:ext cx="4226401" cy="4226405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4381DD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空心弧 51">
            <a:extLst>
              <a:ext uri="{FF2B5EF4-FFF2-40B4-BE49-F238E27FC236}">
                <a16:creationId xmlns:a16="http://schemas.microsoft.com/office/drawing/2014/main" id="{B043B257-39E7-0FDE-6576-3B8C237315B1}"/>
              </a:ext>
            </a:extLst>
          </p:cNvPr>
          <p:cNvSpPr/>
          <p:nvPr/>
        </p:nvSpPr>
        <p:spPr>
          <a:xfrm rot="2364690" flipH="1">
            <a:off x="4274046" y="2100526"/>
            <a:ext cx="3628711" cy="3628707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44B4CF"/>
          </a:soli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空心弧 52">
            <a:extLst>
              <a:ext uri="{FF2B5EF4-FFF2-40B4-BE49-F238E27FC236}">
                <a16:creationId xmlns:a16="http://schemas.microsoft.com/office/drawing/2014/main" id="{9EA5BF67-3297-2161-A121-251654D6A2D1}"/>
              </a:ext>
            </a:extLst>
          </p:cNvPr>
          <p:cNvSpPr/>
          <p:nvPr/>
        </p:nvSpPr>
        <p:spPr>
          <a:xfrm rot="19235310">
            <a:off x="4279112" y="2100526"/>
            <a:ext cx="3628711" cy="3628707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62CB78"/>
          </a:soli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空心弧 53">
            <a:extLst>
              <a:ext uri="{FF2B5EF4-FFF2-40B4-BE49-F238E27FC236}">
                <a16:creationId xmlns:a16="http://schemas.microsoft.com/office/drawing/2014/main" id="{C02CEB43-A84F-DAF3-4405-1A123BD41C6E}"/>
              </a:ext>
            </a:extLst>
          </p:cNvPr>
          <p:cNvSpPr/>
          <p:nvPr/>
        </p:nvSpPr>
        <p:spPr>
          <a:xfrm rot="6037468" flipH="1">
            <a:off x="4274049" y="2100525"/>
            <a:ext cx="3628707" cy="3628711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7995D8"/>
          </a:soli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空心弧 54">
            <a:extLst>
              <a:ext uri="{FF2B5EF4-FFF2-40B4-BE49-F238E27FC236}">
                <a16:creationId xmlns:a16="http://schemas.microsoft.com/office/drawing/2014/main" id="{0D246A07-905C-EB52-4EC2-ADB9038C00B2}"/>
              </a:ext>
            </a:extLst>
          </p:cNvPr>
          <p:cNvSpPr/>
          <p:nvPr/>
        </p:nvSpPr>
        <p:spPr>
          <a:xfrm rot="15562532">
            <a:off x="4279115" y="2100525"/>
            <a:ext cx="3628707" cy="3628711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gradFill rotWithShape="1">
            <a:gsLst>
              <a:gs pos="0">
                <a:srgbClr val="4381DD"/>
              </a:gs>
              <a:gs pos="50000">
                <a:srgbClr val="4381DD">
                  <a:satMod val="110000"/>
                  <a:lumMod val="100000"/>
                  <a:shade val="100000"/>
                </a:srgbClr>
              </a:gs>
              <a:gs pos="100000">
                <a:srgbClr val="4381DD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1" name="Number1">
            <a:extLst>
              <a:ext uri="{FF2B5EF4-FFF2-40B4-BE49-F238E27FC236}">
                <a16:creationId xmlns:a16="http://schemas.microsoft.com/office/drawing/2014/main" id="{133F3C57-4089-4783-8B52-694F1E9111D7}"/>
              </a:ext>
            </a:extLst>
          </p:cNvPr>
          <p:cNvSpPr/>
          <p:nvPr/>
        </p:nvSpPr>
        <p:spPr>
          <a:xfrm>
            <a:off x="669925" y="136119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62CB7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CEE04FAB-3483-E7C2-EAF0-D93792FED1D7}"/>
              </a:ext>
            </a:extLst>
          </p:cNvPr>
          <p:cNvGrpSpPr/>
          <p:nvPr/>
        </p:nvGrpSpPr>
        <p:grpSpPr>
          <a:xfrm>
            <a:off x="1297728" y="1439901"/>
            <a:ext cx="2521797" cy="1472066"/>
            <a:chOff x="1297728" y="1439901"/>
            <a:chExt cx="2521797" cy="1472066"/>
          </a:xfrm>
        </p:grpSpPr>
        <p:sp>
          <p:nvSpPr>
            <p:cNvPr id="83" name="Bullet1">
              <a:extLst>
                <a:ext uri="{FF2B5EF4-FFF2-40B4-BE49-F238E27FC236}">
                  <a16:creationId xmlns:a16="http://schemas.microsoft.com/office/drawing/2014/main" id="{068095DE-3250-2722-4F6E-67E659533A93}"/>
                </a:ext>
              </a:extLst>
            </p:cNvPr>
            <p:cNvSpPr txBox="1"/>
            <p:nvPr/>
          </p:nvSpPr>
          <p:spPr bwMode="auto">
            <a:xfrm>
              <a:off x="1297728" y="1439901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>
                <a:spcBef>
                  <a:spcPct val="0"/>
                </a:spcBef>
              </a:pPr>
              <a:r>
                <a:rPr lang="zh-CN" altLang="en-US" b="1">
                  <a:solidFill>
                    <a:srgbClr val="000000"/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知识全面，体系完整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84" name="Text1">
              <a:extLst>
                <a:ext uri="{FF2B5EF4-FFF2-40B4-BE49-F238E27FC236}">
                  <a16:creationId xmlns:a16="http://schemas.microsoft.com/office/drawing/2014/main" id="{A766FC67-B4BD-3D3D-6398-07F555966071}"/>
                </a:ext>
              </a:extLst>
            </p:cNvPr>
            <p:cNvSpPr/>
            <p:nvPr/>
          </p:nvSpPr>
          <p:spPr bwMode="auto">
            <a:xfrm>
              <a:off x="1297728" y="2041656"/>
              <a:ext cx="2521797" cy="870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系统构建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Python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技能树，涵盖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Python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语言核心、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AI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、网络爬虫、数据分析、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Web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应用等关键领域。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75" name="Number2">
            <a:extLst>
              <a:ext uri="{FF2B5EF4-FFF2-40B4-BE49-F238E27FC236}">
                <a16:creationId xmlns:a16="http://schemas.microsoft.com/office/drawing/2014/main" id="{800D3AE1-6E80-C62C-B17C-B888149C6B31}"/>
              </a:ext>
            </a:extLst>
          </p:cNvPr>
          <p:cNvSpPr/>
          <p:nvPr/>
        </p:nvSpPr>
        <p:spPr>
          <a:xfrm>
            <a:off x="669925" y="3694323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3C7FE4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2BDCE120-54F4-76F3-F49B-3930D12E0544}"/>
              </a:ext>
            </a:extLst>
          </p:cNvPr>
          <p:cNvGrpSpPr/>
          <p:nvPr/>
        </p:nvGrpSpPr>
        <p:grpSpPr>
          <a:xfrm>
            <a:off x="1297728" y="3773034"/>
            <a:ext cx="2521797" cy="1925401"/>
            <a:chOff x="1297728" y="3773034"/>
            <a:chExt cx="2521797" cy="1925401"/>
          </a:xfrm>
        </p:grpSpPr>
        <p:sp>
          <p:nvSpPr>
            <p:cNvPr id="77" name="Bullet2">
              <a:extLst>
                <a:ext uri="{FF2B5EF4-FFF2-40B4-BE49-F238E27FC236}">
                  <a16:creationId xmlns:a16="http://schemas.microsoft.com/office/drawing/2014/main" id="{EA946A34-4B72-A308-2DBF-1BD76053D55A}"/>
                </a:ext>
              </a:extLst>
            </p:cNvPr>
            <p:cNvSpPr txBox="1"/>
            <p:nvPr/>
          </p:nvSpPr>
          <p:spPr bwMode="auto">
            <a:xfrm>
              <a:off x="1297728" y="3773034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b="1">
                  <a:solidFill>
                    <a:srgbClr val="000000"/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项目驱动，实战教学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78" name="Text2">
              <a:extLst>
                <a:ext uri="{FF2B5EF4-FFF2-40B4-BE49-F238E27FC236}">
                  <a16:creationId xmlns:a16="http://schemas.microsoft.com/office/drawing/2014/main" id="{F374E121-93BD-5D67-FB4C-96FB3644A1E9}"/>
                </a:ext>
              </a:extLst>
            </p:cNvPr>
            <p:cNvSpPr/>
            <p:nvPr/>
          </p:nvSpPr>
          <p:spPr bwMode="auto">
            <a:xfrm>
              <a:off x="1297728" y="4374789"/>
              <a:ext cx="2521797" cy="1323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fontScale="925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通过多元案例驱动，提升学习动力。通过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AI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应用、爬虫、数据分析与可视化、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Web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应用等丰富的项目实战，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以可感知的成果巩固知识，激发学习兴趣和创造潜力。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67" name="Icon3">
            <a:extLst>
              <a:ext uri="{FF2B5EF4-FFF2-40B4-BE49-F238E27FC236}">
                <a16:creationId xmlns:a16="http://schemas.microsoft.com/office/drawing/2014/main" id="{7B4B9FB4-536A-E550-9020-506AE637A215}"/>
              </a:ext>
            </a:extLst>
          </p:cNvPr>
          <p:cNvSpPr/>
          <p:nvPr/>
        </p:nvSpPr>
        <p:spPr>
          <a:xfrm>
            <a:off x="7313058" y="3773033"/>
            <a:ext cx="360000" cy="315806"/>
          </a:xfrm>
          <a:custGeom>
            <a:avLst/>
            <a:gdLst>
              <a:gd name="connsiteX0" fmla="*/ 352921 w 607646"/>
              <a:gd name="connsiteY0" fmla="*/ 457945 h 533051"/>
              <a:gd name="connsiteX1" fmla="*/ 342979 w 607646"/>
              <a:gd name="connsiteY1" fmla="*/ 462170 h 533051"/>
              <a:gd name="connsiteX2" fmla="*/ 338854 w 607646"/>
              <a:gd name="connsiteY2" fmla="*/ 472100 h 533051"/>
              <a:gd name="connsiteX3" fmla="*/ 342979 w 607646"/>
              <a:gd name="connsiteY3" fmla="*/ 482029 h 533051"/>
              <a:gd name="connsiteX4" fmla="*/ 352921 w 607646"/>
              <a:gd name="connsiteY4" fmla="*/ 486149 h 533051"/>
              <a:gd name="connsiteX5" fmla="*/ 362863 w 607646"/>
              <a:gd name="connsiteY5" fmla="*/ 482029 h 533051"/>
              <a:gd name="connsiteX6" fmla="*/ 366987 w 607646"/>
              <a:gd name="connsiteY6" fmla="*/ 472100 h 533051"/>
              <a:gd name="connsiteX7" fmla="*/ 362863 w 607646"/>
              <a:gd name="connsiteY7" fmla="*/ 462170 h 533051"/>
              <a:gd name="connsiteX8" fmla="*/ 352921 w 607646"/>
              <a:gd name="connsiteY8" fmla="*/ 457945 h 533051"/>
              <a:gd name="connsiteX9" fmla="*/ 438485 w 607646"/>
              <a:gd name="connsiteY9" fmla="*/ 375972 h 533051"/>
              <a:gd name="connsiteX10" fmla="*/ 431081 w 607646"/>
              <a:gd name="connsiteY10" fmla="*/ 379141 h 533051"/>
              <a:gd name="connsiteX11" fmla="*/ 372699 w 607646"/>
              <a:gd name="connsiteY11" fmla="*/ 437346 h 533051"/>
              <a:gd name="connsiteX12" fmla="*/ 369632 w 607646"/>
              <a:gd name="connsiteY12" fmla="*/ 444846 h 533051"/>
              <a:gd name="connsiteX13" fmla="*/ 372699 w 607646"/>
              <a:gd name="connsiteY13" fmla="*/ 452346 h 533051"/>
              <a:gd name="connsiteX14" fmla="*/ 380208 w 607646"/>
              <a:gd name="connsiteY14" fmla="*/ 455409 h 533051"/>
              <a:gd name="connsiteX15" fmla="*/ 387612 w 607646"/>
              <a:gd name="connsiteY15" fmla="*/ 452346 h 533051"/>
              <a:gd name="connsiteX16" fmla="*/ 445994 w 607646"/>
              <a:gd name="connsiteY16" fmla="*/ 394035 h 533051"/>
              <a:gd name="connsiteX17" fmla="*/ 449062 w 607646"/>
              <a:gd name="connsiteY17" fmla="*/ 386535 h 533051"/>
              <a:gd name="connsiteX18" fmla="*/ 445994 w 607646"/>
              <a:gd name="connsiteY18" fmla="*/ 379141 h 533051"/>
              <a:gd name="connsiteX19" fmla="*/ 438485 w 607646"/>
              <a:gd name="connsiteY19" fmla="*/ 375972 h 533051"/>
              <a:gd name="connsiteX20" fmla="*/ 534943 w 607646"/>
              <a:gd name="connsiteY20" fmla="*/ 217624 h 533051"/>
              <a:gd name="connsiteX21" fmla="*/ 553981 w 607646"/>
              <a:gd name="connsiteY21" fmla="*/ 225547 h 533051"/>
              <a:gd name="connsiteX22" fmla="*/ 554404 w 607646"/>
              <a:gd name="connsiteY22" fmla="*/ 225969 h 533051"/>
              <a:gd name="connsiteX23" fmla="*/ 556520 w 607646"/>
              <a:gd name="connsiteY23" fmla="*/ 230934 h 533051"/>
              <a:gd name="connsiteX24" fmla="*/ 554510 w 607646"/>
              <a:gd name="connsiteY24" fmla="*/ 235899 h 533051"/>
              <a:gd name="connsiteX25" fmla="*/ 524050 w 607646"/>
              <a:gd name="connsiteY25" fmla="*/ 266322 h 533051"/>
              <a:gd name="connsiteX26" fmla="*/ 516752 w 607646"/>
              <a:gd name="connsiteY26" fmla="*/ 283752 h 533051"/>
              <a:gd name="connsiteX27" fmla="*/ 524050 w 607646"/>
              <a:gd name="connsiteY27" fmla="*/ 301182 h 533051"/>
              <a:gd name="connsiteX28" fmla="*/ 541501 w 607646"/>
              <a:gd name="connsiteY28" fmla="*/ 308365 h 533051"/>
              <a:gd name="connsiteX29" fmla="*/ 558952 w 607646"/>
              <a:gd name="connsiteY29" fmla="*/ 301182 h 533051"/>
              <a:gd name="connsiteX30" fmla="*/ 589413 w 607646"/>
              <a:gd name="connsiteY30" fmla="*/ 270759 h 533051"/>
              <a:gd name="connsiteX31" fmla="*/ 594384 w 607646"/>
              <a:gd name="connsiteY31" fmla="*/ 268752 h 533051"/>
              <a:gd name="connsiteX32" fmla="*/ 599355 w 607646"/>
              <a:gd name="connsiteY32" fmla="*/ 270759 h 533051"/>
              <a:gd name="connsiteX33" fmla="*/ 599778 w 607646"/>
              <a:gd name="connsiteY33" fmla="*/ 271181 h 533051"/>
              <a:gd name="connsiteX34" fmla="*/ 606758 w 607646"/>
              <a:gd name="connsiteY34" fmla="*/ 297168 h 533051"/>
              <a:gd name="connsiteX35" fmla="*/ 590047 w 607646"/>
              <a:gd name="connsiteY35" fmla="*/ 359704 h 533051"/>
              <a:gd name="connsiteX36" fmla="*/ 571010 w 607646"/>
              <a:gd name="connsiteY36" fmla="*/ 378612 h 533051"/>
              <a:gd name="connsiteX37" fmla="*/ 570798 w 607646"/>
              <a:gd name="connsiteY37" fmla="*/ 378718 h 533051"/>
              <a:gd name="connsiteX38" fmla="*/ 501627 w 607646"/>
              <a:gd name="connsiteY38" fmla="*/ 395303 h 533051"/>
              <a:gd name="connsiteX39" fmla="*/ 377987 w 607646"/>
              <a:gd name="connsiteY39" fmla="*/ 518790 h 533051"/>
              <a:gd name="connsiteX40" fmla="*/ 343507 w 607646"/>
              <a:gd name="connsiteY40" fmla="*/ 533051 h 533051"/>
              <a:gd name="connsiteX41" fmla="*/ 309028 w 607646"/>
              <a:gd name="connsiteY41" fmla="*/ 518790 h 533051"/>
              <a:gd name="connsiteX42" fmla="*/ 306066 w 607646"/>
              <a:gd name="connsiteY42" fmla="*/ 515833 h 533051"/>
              <a:gd name="connsiteX43" fmla="*/ 291788 w 607646"/>
              <a:gd name="connsiteY43" fmla="*/ 481501 h 533051"/>
              <a:gd name="connsiteX44" fmla="*/ 306066 w 607646"/>
              <a:gd name="connsiteY44" fmla="*/ 447064 h 533051"/>
              <a:gd name="connsiteX45" fmla="*/ 429707 w 607646"/>
              <a:gd name="connsiteY45" fmla="*/ 323576 h 533051"/>
              <a:gd name="connsiteX46" fmla="*/ 446418 w 607646"/>
              <a:gd name="connsiteY46" fmla="*/ 254491 h 533051"/>
              <a:gd name="connsiteX47" fmla="*/ 446418 w 607646"/>
              <a:gd name="connsiteY47" fmla="*/ 254280 h 533051"/>
              <a:gd name="connsiteX48" fmla="*/ 465455 w 607646"/>
              <a:gd name="connsiteY48" fmla="*/ 235265 h 533051"/>
              <a:gd name="connsiteX49" fmla="*/ 527963 w 607646"/>
              <a:gd name="connsiteY49" fmla="*/ 218575 h 533051"/>
              <a:gd name="connsiteX50" fmla="*/ 534943 w 607646"/>
              <a:gd name="connsiteY50" fmla="*/ 217624 h 533051"/>
              <a:gd name="connsiteX51" fmla="*/ 253873 w 607646"/>
              <a:gd name="connsiteY51" fmla="*/ 140927 h 533051"/>
              <a:gd name="connsiteX52" fmla="*/ 141005 w 607646"/>
              <a:gd name="connsiteY52" fmla="*/ 253542 h 533051"/>
              <a:gd name="connsiteX53" fmla="*/ 253873 w 607646"/>
              <a:gd name="connsiteY53" fmla="*/ 366262 h 533051"/>
              <a:gd name="connsiteX54" fmla="*/ 366741 w 607646"/>
              <a:gd name="connsiteY54" fmla="*/ 253542 h 533051"/>
              <a:gd name="connsiteX55" fmla="*/ 253873 w 607646"/>
              <a:gd name="connsiteY55" fmla="*/ 140927 h 533051"/>
              <a:gd name="connsiteX56" fmla="*/ 232929 w 607646"/>
              <a:gd name="connsiteY56" fmla="*/ 0 h 533051"/>
              <a:gd name="connsiteX57" fmla="*/ 274818 w 607646"/>
              <a:gd name="connsiteY57" fmla="*/ 0 h 533051"/>
              <a:gd name="connsiteX58" fmla="*/ 316918 w 607646"/>
              <a:gd name="connsiteY58" fmla="*/ 42045 h 533051"/>
              <a:gd name="connsiteX59" fmla="*/ 316918 w 607646"/>
              <a:gd name="connsiteY59" fmla="*/ 55885 h 533051"/>
              <a:gd name="connsiteX60" fmla="*/ 349287 w 607646"/>
              <a:gd name="connsiteY60" fmla="*/ 69301 h 533051"/>
              <a:gd name="connsiteX61" fmla="*/ 359125 w 607646"/>
              <a:gd name="connsiteY61" fmla="*/ 59476 h 533051"/>
              <a:gd name="connsiteX62" fmla="*/ 388849 w 607646"/>
              <a:gd name="connsiteY62" fmla="*/ 47222 h 533051"/>
              <a:gd name="connsiteX63" fmla="*/ 418574 w 607646"/>
              <a:gd name="connsiteY63" fmla="*/ 59476 h 533051"/>
              <a:gd name="connsiteX64" fmla="*/ 448192 w 607646"/>
              <a:gd name="connsiteY64" fmla="*/ 89162 h 533051"/>
              <a:gd name="connsiteX65" fmla="*/ 448192 w 607646"/>
              <a:gd name="connsiteY65" fmla="*/ 148533 h 533051"/>
              <a:gd name="connsiteX66" fmla="*/ 438460 w 607646"/>
              <a:gd name="connsiteY66" fmla="*/ 158252 h 533051"/>
              <a:gd name="connsiteX67" fmla="*/ 451789 w 607646"/>
              <a:gd name="connsiteY67" fmla="*/ 190684 h 533051"/>
              <a:gd name="connsiteX68" fmla="*/ 465752 w 607646"/>
              <a:gd name="connsiteY68" fmla="*/ 190684 h 533051"/>
              <a:gd name="connsiteX69" fmla="*/ 497909 w 607646"/>
              <a:gd name="connsiteY69" fmla="*/ 205685 h 533051"/>
              <a:gd name="connsiteX70" fmla="*/ 450837 w 607646"/>
              <a:gd name="connsiteY70" fmla="*/ 218257 h 533051"/>
              <a:gd name="connsiteX71" fmla="*/ 419420 w 607646"/>
              <a:gd name="connsiteY71" fmla="*/ 249739 h 533051"/>
              <a:gd name="connsiteX72" fmla="*/ 419208 w 607646"/>
              <a:gd name="connsiteY72" fmla="*/ 250372 h 533051"/>
              <a:gd name="connsiteX73" fmla="*/ 403764 w 607646"/>
              <a:gd name="connsiteY73" fmla="*/ 314603 h 533051"/>
              <a:gd name="connsiteX74" fmla="*/ 283598 w 607646"/>
              <a:gd name="connsiteY74" fmla="*/ 434613 h 533051"/>
              <a:gd name="connsiteX75" fmla="*/ 264134 w 607646"/>
              <a:gd name="connsiteY75" fmla="*/ 481518 h 533051"/>
              <a:gd name="connsiteX76" fmla="*/ 269317 w 607646"/>
              <a:gd name="connsiteY76" fmla="*/ 507083 h 533051"/>
              <a:gd name="connsiteX77" fmla="*/ 232929 w 607646"/>
              <a:gd name="connsiteY77" fmla="*/ 507083 h 533051"/>
              <a:gd name="connsiteX78" fmla="*/ 190828 w 607646"/>
              <a:gd name="connsiteY78" fmla="*/ 465143 h 533051"/>
              <a:gd name="connsiteX79" fmla="*/ 190828 w 607646"/>
              <a:gd name="connsiteY79" fmla="*/ 451304 h 533051"/>
              <a:gd name="connsiteX80" fmla="*/ 158459 w 607646"/>
              <a:gd name="connsiteY80" fmla="*/ 437888 h 533051"/>
              <a:gd name="connsiteX81" fmla="*/ 148622 w 607646"/>
              <a:gd name="connsiteY81" fmla="*/ 447712 h 533051"/>
              <a:gd name="connsiteX82" fmla="*/ 118897 w 607646"/>
              <a:gd name="connsiteY82" fmla="*/ 459967 h 533051"/>
              <a:gd name="connsiteX83" fmla="*/ 89173 w 607646"/>
              <a:gd name="connsiteY83" fmla="*/ 447712 h 533051"/>
              <a:gd name="connsiteX84" fmla="*/ 59554 w 607646"/>
              <a:gd name="connsiteY84" fmla="*/ 418027 h 533051"/>
              <a:gd name="connsiteX85" fmla="*/ 59554 w 607646"/>
              <a:gd name="connsiteY85" fmla="*/ 358656 h 533051"/>
              <a:gd name="connsiteX86" fmla="*/ 69286 w 607646"/>
              <a:gd name="connsiteY86" fmla="*/ 348831 h 533051"/>
              <a:gd name="connsiteX87" fmla="*/ 55958 w 607646"/>
              <a:gd name="connsiteY87" fmla="*/ 316505 h 533051"/>
              <a:gd name="connsiteX88" fmla="*/ 41995 w 607646"/>
              <a:gd name="connsiteY88" fmla="*/ 316505 h 533051"/>
              <a:gd name="connsiteX89" fmla="*/ 0 w 607646"/>
              <a:gd name="connsiteY89" fmla="*/ 274565 h 533051"/>
              <a:gd name="connsiteX90" fmla="*/ 0 w 607646"/>
              <a:gd name="connsiteY90" fmla="*/ 232625 h 533051"/>
              <a:gd name="connsiteX91" fmla="*/ 41995 w 607646"/>
              <a:gd name="connsiteY91" fmla="*/ 190684 h 533051"/>
              <a:gd name="connsiteX92" fmla="*/ 55958 w 607646"/>
              <a:gd name="connsiteY92" fmla="*/ 190684 h 533051"/>
              <a:gd name="connsiteX93" fmla="*/ 69286 w 607646"/>
              <a:gd name="connsiteY93" fmla="*/ 158252 h 533051"/>
              <a:gd name="connsiteX94" fmla="*/ 59554 w 607646"/>
              <a:gd name="connsiteY94" fmla="*/ 148533 h 533051"/>
              <a:gd name="connsiteX95" fmla="*/ 59554 w 607646"/>
              <a:gd name="connsiteY95" fmla="*/ 89162 h 533051"/>
              <a:gd name="connsiteX96" fmla="*/ 89173 w 607646"/>
              <a:gd name="connsiteY96" fmla="*/ 59476 h 533051"/>
              <a:gd name="connsiteX97" fmla="*/ 118897 w 607646"/>
              <a:gd name="connsiteY97" fmla="*/ 47222 h 533051"/>
              <a:gd name="connsiteX98" fmla="*/ 148622 w 607646"/>
              <a:gd name="connsiteY98" fmla="*/ 59476 h 533051"/>
              <a:gd name="connsiteX99" fmla="*/ 158459 w 607646"/>
              <a:gd name="connsiteY99" fmla="*/ 69301 h 533051"/>
              <a:gd name="connsiteX100" fmla="*/ 190828 w 607646"/>
              <a:gd name="connsiteY100" fmla="*/ 55885 h 533051"/>
              <a:gd name="connsiteX101" fmla="*/ 190828 w 607646"/>
              <a:gd name="connsiteY101" fmla="*/ 42045 h 533051"/>
              <a:gd name="connsiteX102" fmla="*/ 232929 w 607646"/>
              <a:gd name="connsiteY102" fmla="*/ 0 h 533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7646" h="533051">
                <a:moveTo>
                  <a:pt x="352921" y="457945"/>
                </a:moveTo>
                <a:cubicBezTo>
                  <a:pt x="349113" y="457945"/>
                  <a:pt x="345623" y="459423"/>
                  <a:pt x="342979" y="462170"/>
                </a:cubicBezTo>
                <a:cubicBezTo>
                  <a:pt x="340229" y="464811"/>
                  <a:pt x="338854" y="468297"/>
                  <a:pt x="338854" y="472100"/>
                </a:cubicBezTo>
                <a:cubicBezTo>
                  <a:pt x="338854" y="475797"/>
                  <a:pt x="340229" y="479389"/>
                  <a:pt x="342979" y="482029"/>
                </a:cubicBezTo>
                <a:cubicBezTo>
                  <a:pt x="345623" y="484670"/>
                  <a:pt x="349113" y="486149"/>
                  <a:pt x="352921" y="486149"/>
                </a:cubicBezTo>
                <a:cubicBezTo>
                  <a:pt x="356622" y="486149"/>
                  <a:pt x="360218" y="484670"/>
                  <a:pt x="362863" y="482029"/>
                </a:cubicBezTo>
                <a:cubicBezTo>
                  <a:pt x="365507" y="479389"/>
                  <a:pt x="366987" y="475797"/>
                  <a:pt x="366987" y="472100"/>
                </a:cubicBezTo>
                <a:cubicBezTo>
                  <a:pt x="366987" y="468297"/>
                  <a:pt x="365507" y="464811"/>
                  <a:pt x="362863" y="462170"/>
                </a:cubicBezTo>
                <a:cubicBezTo>
                  <a:pt x="360218" y="459423"/>
                  <a:pt x="356622" y="457945"/>
                  <a:pt x="352921" y="457945"/>
                </a:cubicBezTo>
                <a:close/>
                <a:moveTo>
                  <a:pt x="438485" y="375972"/>
                </a:moveTo>
                <a:cubicBezTo>
                  <a:pt x="435735" y="375972"/>
                  <a:pt x="432985" y="377134"/>
                  <a:pt x="431081" y="379141"/>
                </a:cubicBezTo>
                <a:lnTo>
                  <a:pt x="372699" y="437346"/>
                </a:lnTo>
                <a:cubicBezTo>
                  <a:pt x="370689" y="439353"/>
                  <a:pt x="369632" y="441994"/>
                  <a:pt x="369632" y="444846"/>
                </a:cubicBezTo>
                <a:cubicBezTo>
                  <a:pt x="369632" y="447698"/>
                  <a:pt x="370689" y="450339"/>
                  <a:pt x="372699" y="452346"/>
                </a:cubicBezTo>
                <a:cubicBezTo>
                  <a:pt x="374708" y="454353"/>
                  <a:pt x="377352" y="455409"/>
                  <a:pt x="380208" y="455409"/>
                </a:cubicBezTo>
                <a:cubicBezTo>
                  <a:pt x="382958" y="455409"/>
                  <a:pt x="385602" y="454353"/>
                  <a:pt x="387612" y="452346"/>
                </a:cubicBezTo>
                <a:lnTo>
                  <a:pt x="445994" y="394035"/>
                </a:lnTo>
                <a:cubicBezTo>
                  <a:pt x="448004" y="392028"/>
                  <a:pt x="449062" y="389387"/>
                  <a:pt x="449062" y="386535"/>
                </a:cubicBezTo>
                <a:cubicBezTo>
                  <a:pt x="449062" y="383789"/>
                  <a:pt x="448004" y="381148"/>
                  <a:pt x="445994" y="379141"/>
                </a:cubicBezTo>
                <a:cubicBezTo>
                  <a:pt x="443985" y="377134"/>
                  <a:pt x="441341" y="375972"/>
                  <a:pt x="438485" y="375972"/>
                </a:cubicBezTo>
                <a:close/>
                <a:moveTo>
                  <a:pt x="534943" y="217624"/>
                </a:moveTo>
                <a:cubicBezTo>
                  <a:pt x="542136" y="217624"/>
                  <a:pt x="548905" y="220371"/>
                  <a:pt x="553981" y="225547"/>
                </a:cubicBezTo>
                <a:lnTo>
                  <a:pt x="554404" y="225969"/>
                </a:lnTo>
                <a:cubicBezTo>
                  <a:pt x="555779" y="227237"/>
                  <a:pt x="556520" y="229033"/>
                  <a:pt x="556520" y="230934"/>
                </a:cubicBezTo>
                <a:cubicBezTo>
                  <a:pt x="556520" y="232836"/>
                  <a:pt x="555779" y="234632"/>
                  <a:pt x="554510" y="235899"/>
                </a:cubicBezTo>
                <a:lnTo>
                  <a:pt x="524050" y="266322"/>
                </a:lnTo>
                <a:cubicBezTo>
                  <a:pt x="519396" y="270970"/>
                  <a:pt x="516752" y="277203"/>
                  <a:pt x="516752" y="283752"/>
                </a:cubicBezTo>
                <a:cubicBezTo>
                  <a:pt x="516752" y="290301"/>
                  <a:pt x="519396" y="296534"/>
                  <a:pt x="524050" y="301182"/>
                </a:cubicBezTo>
                <a:cubicBezTo>
                  <a:pt x="528703" y="305830"/>
                  <a:pt x="534838" y="308365"/>
                  <a:pt x="541501" y="308365"/>
                </a:cubicBezTo>
                <a:cubicBezTo>
                  <a:pt x="548058" y="308365"/>
                  <a:pt x="554299" y="305830"/>
                  <a:pt x="558952" y="301182"/>
                </a:cubicBezTo>
                <a:lnTo>
                  <a:pt x="589413" y="270759"/>
                </a:lnTo>
                <a:cubicBezTo>
                  <a:pt x="590682" y="269491"/>
                  <a:pt x="592480" y="268752"/>
                  <a:pt x="594384" y="268752"/>
                </a:cubicBezTo>
                <a:cubicBezTo>
                  <a:pt x="596288" y="268752"/>
                  <a:pt x="597980" y="269491"/>
                  <a:pt x="599355" y="270759"/>
                </a:cubicBezTo>
                <a:lnTo>
                  <a:pt x="599778" y="271181"/>
                </a:lnTo>
                <a:cubicBezTo>
                  <a:pt x="606547" y="277942"/>
                  <a:pt x="609191" y="287977"/>
                  <a:pt x="606758" y="297168"/>
                </a:cubicBezTo>
                <a:lnTo>
                  <a:pt x="590047" y="359704"/>
                </a:lnTo>
                <a:cubicBezTo>
                  <a:pt x="587509" y="368894"/>
                  <a:pt x="580211" y="376183"/>
                  <a:pt x="571010" y="378612"/>
                </a:cubicBezTo>
                <a:cubicBezTo>
                  <a:pt x="570904" y="378718"/>
                  <a:pt x="570904" y="378718"/>
                  <a:pt x="570798" y="378718"/>
                </a:cubicBezTo>
                <a:lnTo>
                  <a:pt x="501627" y="395303"/>
                </a:lnTo>
                <a:lnTo>
                  <a:pt x="377987" y="518790"/>
                </a:lnTo>
                <a:cubicBezTo>
                  <a:pt x="368785" y="527981"/>
                  <a:pt x="356517" y="533051"/>
                  <a:pt x="343507" y="533051"/>
                </a:cubicBezTo>
                <a:cubicBezTo>
                  <a:pt x="330498" y="533051"/>
                  <a:pt x="318229" y="527981"/>
                  <a:pt x="309028" y="518790"/>
                </a:cubicBezTo>
                <a:lnTo>
                  <a:pt x="306066" y="515833"/>
                </a:lnTo>
                <a:cubicBezTo>
                  <a:pt x="296865" y="506642"/>
                  <a:pt x="291788" y="494494"/>
                  <a:pt x="291788" y="481501"/>
                </a:cubicBezTo>
                <a:cubicBezTo>
                  <a:pt x="291788" y="468402"/>
                  <a:pt x="296865" y="456254"/>
                  <a:pt x="306066" y="447064"/>
                </a:cubicBezTo>
                <a:lnTo>
                  <a:pt x="429707" y="323576"/>
                </a:lnTo>
                <a:lnTo>
                  <a:pt x="446418" y="254491"/>
                </a:lnTo>
                <a:cubicBezTo>
                  <a:pt x="446418" y="254385"/>
                  <a:pt x="446418" y="254385"/>
                  <a:pt x="446418" y="254280"/>
                </a:cubicBezTo>
                <a:cubicBezTo>
                  <a:pt x="448956" y="245089"/>
                  <a:pt x="456254" y="237801"/>
                  <a:pt x="465455" y="235265"/>
                </a:cubicBezTo>
                <a:lnTo>
                  <a:pt x="527963" y="218575"/>
                </a:lnTo>
                <a:cubicBezTo>
                  <a:pt x="530290" y="217941"/>
                  <a:pt x="532617" y="217624"/>
                  <a:pt x="534943" y="217624"/>
                </a:cubicBezTo>
                <a:close/>
                <a:moveTo>
                  <a:pt x="253873" y="140927"/>
                </a:moveTo>
                <a:cubicBezTo>
                  <a:pt x="191674" y="140927"/>
                  <a:pt x="141005" y="191424"/>
                  <a:pt x="141005" y="253542"/>
                </a:cubicBezTo>
                <a:cubicBezTo>
                  <a:pt x="141005" y="315765"/>
                  <a:pt x="191674" y="366262"/>
                  <a:pt x="253873" y="366262"/>
                </a:cubicBezTo>
                <a:cubicBezTo>
                  <a:pt x="316072" y="366262"/>
                  <a:pt x="366741" y="315765"/>
                  <a:pt x="366741" y="253542"/>
                </a:cubicBezTo>
                <a:cubicBezTo>
                  <a:pt x="366741" y="191424"/>
                  <a:pt x="316072" y="140927"/>
                  <a:pt x="253873" y="140927"/>
                </a:cubicBezTo>
                <a:close/>
                <a:moveTo>
                  <a:pt x="232929" y="0"/>
                </a:moveTo>
                <a:lnTo>
                  <a:pt x="274818" y="0"/>
                </a:lnTo>
                <a:cubicBezTo>
                  <a:pt x="298090" y="0"/>
                  <a:pt x="316918" y="18910"/>
                  <a:pt x="316918" y="42045"/>
                </a:cubicBezTo>
                <a:lnTo>
                  <a:pt x="316918" y="55885"/>
                </a:lnTo>
                <a:cubicBezTo>
                  <a:pt x="328025" y="59371"/>
                  <a:pt x="338921" y="63913"/>
                  <a:pt x="349287" y="69301"/>
                </a:cubicBezTo>
                <a:lnTo>
                  <a:pt x="359125" y="59476"/>
                </a:lnTo>
                <a:cubicBezTo>
                  <a:pt x="367058" y="51553"/>
                  <a:pt x="377637" y="47222"/>
                  <a:pt x="388849" y="47222"/>
                </a:cubicBezTo>
                <a:cubicBezTo>
                  <a:pt x="400062" y="47222"/>
                  <a:pt x="410640" y="51553"/>
                  <a:pt x="418574" y="59476"/>
                </a:cubicBezTo>
                <a:lnTo>
                  <a:pt x="448192" y="89162"/>
                </a:lnTo>
                <a:cubicBezTo>
                  <a:pt x="464588" y="105536"/>
                  <a:pt x="464588" y="132158"/>
                  <a:pt x="448192" y="148533"/>
                </a:cubicBezTo>
                <a:lnTo>
                  <a:pt x="438460" y="158252"/>
                </a:lnTo>
                <a:cubicBezTo>
                  <a:pt x="443749" y="168710"/>
                  <a:pt x="448298" y="179486"/>
                  <a:pt x="451789" y="190684"/>
                </a:cubicBezTo>
                <a:lnTo>
                  <a:pt x="465752" y="190684"/>
                </a:lnTo>
                <a:cubicBezTo>
                  <a:pt x="478657" y="190684"/>
                  <a:pt x="490187" y="196494"/>
                  <a:pt x="497909" y="205685"/>
                </a:cubicBezTo>
                <a:lnTo>
                  <a:pt x="450837" y="218257"/>
                </a:lnTo>
                <a:cubicBezTo>
                  <a:pt x="435604" y="222377"/>
                  <a:pt x="423440" y="234420"/>
                  <a:pt x="419420" y="249739"/>
                </a:cubicBezTo>
                <a:cubicBezTo>
                  <a:pt x="419314" y="249950"/>
                  <a:pt x="419314" y="250161"/>
                  <a:pt x="419208" y="250372"/>
                </a:cubicBezTo>
                <a:lnTo>
                  <a:pt x="403764" y="314603"/>
                </a:lnTo>
                <a:lnTo>
                  <a:pt x="283598" y="434613"/>
                </a:lnTo>
                <a:cubicBezTo>
                  <a:pt x="271010" y="447078"/>
                  <a:pt x="264134" y="463770"/>
                  <a:pt x="264134" y="481518"/>
                </a:cubicBezTo>
                <a:cubicBezTo>
                  <a:pt x="264134" y="490392"/>
                  <a:pt x="265932" y="499160"/>
                  <a:pt x="269317" y="507083"/>
                </a:cubicBezTo>
                <a:lnTo>
                  <a:pt x="232929" y="507083"/>
                </a:lnTo>
                <a:cubicBezTo>
                  <a:pt x="209657" y="507083"/>
                  <a:pt x="190828" y="488279"/>
                  <a:pt x="190828" y="465143"/>
                </a:cubicBezTo>
                <a:lnTo>
                  <a:pt x="190828" y="451304"/>
                </a:lnTo>
                <a:cubicBezTo>
                  <a:pt x="179721" y="447712"/>
                  <a:pt x="168826" y="443275"/>
                  <a:pt x="158459" y="437888"/>
                </a:cubicBezTo>
                <a:lnTo>
                  <a:pt x="148622" y="447712"/>
                </a:lnTo>
                <a:cubicBezTo>
                  <a:pt x="140688" y="455635"/>
                  <a:pt x="130110" y="459967"/>
                  <a:pt x="118897" y="459967"/>
                </a:cubicBezTo>
                <a:cubicBezTo>
                  <a:pt x="107685" y="459967"/>
                  <a:pt x="97107" y="455635"/>
                  <a:pt x="89173" y="447712"/>
                </a:cubicBezTo>
                <a:lnTo>
                  <a:pt x="59554" y="418027"/>
                </a:lnTo>
                <a:cubicBezTo>
                  <a:pt x="43158" y="401652"/>
                  <a:pt x="43158" y="375030"/>
                  <a:pt x="59554" y="358656"/>
                </a:cubicBezTo>
                <a:lnTo>
                  <a:pt x="69286" y="348831"/>
                </a:lnTo>
                <a:cubicBezTo>
                  <a:pt x="63997" y="338478"/>
                  <a:pt x="59449" y="327597"/>
                  <a:pt x="55958" y="316505"/>
                </a:cubicBezTo>
                <a:lnTo>
                  <a:pt x="41995" y="316505"/>
                </a:lnTo>
                <a:cubicBezTo>
                  <a:pt x="18829" y="316505"/>
                  <a:pt x="0" y="297700"/>
                  <a:pt x="0" y="274565"/>
                </a:cubicBezTo>
                <a:lnTo>
                  <a:pt x="0" y="232625"/>
                </a:lnTo>
                <a:cubicBezTo>
                  <a:pt x="0" y="209488"/>
                  <a:pt x="18829" y="190684"/>
                  <a:pt x="41995" y="190684"/>
                </a:cubicBezTo>
                <a:lnTo>
                  <a:pt x="55958" y="190684"/>
                </a:lnTo>
                <a:cubicBezTo>
                  <a:pt x="59449" y="179486"/>
                  <a:pt x="63997" y="168710"/>
                  <a:pt x="69286" y="158252"/>
                </a:cubicBezTo>
                <a:lnTo>
                  <a:pt x="59554" y="148533"/>
                </a:lnTo>
                <a:cubicBezTo>
                  <a:pt x="43158" y="132158"/>
                  <a:pt x="43158" y="105536"/>
                  <a:pt x="59554" y="89162"/>
                </a:cubicBezTo>
                <a:lnTo>
                  <a:pt x="89173" y="59476"/>
                </a:lnTo>
                <a:cubicBezTo>
                  <a:pt x="97107" y="51553"/>
                  <a:pt x="107685" y="47222"/>
                  <a:pt x="118897" y="47222"/>
                </a:cubicBezTo>
                <a:cubicBezTo>
                  <a:pt x="130110" y="47222"/>
                  <a:pt x="140688" y="51553"/>
                  <a:pt x="148622" y="59476"/>
                </a:cubicBezTo>
                <a:lnTo>
                  <a:pt x="158459" y="69301"/>
                </a:lnTo>
                <a:cubicBezTo>
                  <a:pt x="168826" y="63913"/>
                  <a:pt x="179721" y="59371"/>
                  <a:pt x="190828" y="55885"/>
                </a:cubicBezTo>
                <a:lnTo>
                  <a:pt x="190828" y="42045"/>
                </a:lnTo>
                <a:cubicBezTo>
                  <a:pt x="190828" y="18910"/>
                  <a:pt x="209657" y="0"/>
                  <a:pt x="232929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2285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/>
              <a:ea typeface="微软雅黑"/>
            </a:endParaRPr>
          </a:p>
        </p:txBody>
      </p:sp>
      <p:sp>
        <p:nvSpPr>
          <p:cNvPr id="69" name="Number3">
            <a:extLst>
              <a:ext uri="{FF2B5EF4-FFF2-40B4-BE49-F238E27FC236}">
                <a16:creationId xmlns:a16="http://schemas.microsoft.com/office/drawing/2014/main" id="{EA19A073-7A38-815A-22B9-5E2E870A51D1}"/>
              </a:ext>
            </a:extLst>
          </p:cNvPr>
          <p:cNvSpPr/>
          <p:nvPr/>
        </p:nvSpPr>
        <p:spPr>
          <a:xfrm>
            <a:off x="8370888" y="136119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44B4CF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7C899EBD-8885-B9C2-CC24-44A5491F5977}"/>
              </a:ext>
            </a:extLst>
          </p:cNvPr>
          <p:cNvGrpSpPr/>
          <p:nvPr/>
        </p:nvGrpSpPr>
        <p:grpSpPr>
          <a:xfrm>
            <a:off x="8998691" y="1439901"/>
            <a:ext cx="2521797" cy="1645065"/>
            <a:chOff x="8998691" y="1439901"/>
            <a:chExt cx="2521797" cy="1645065"/>
          </a:xfrm>
        </p:grpSpPr>
        <p:sp>
          <p:nvSpPr>
            <p:cNvPr id="71" name="Bullet3">
              <a:extLst>
                <a:ext uri="{FF2B5EF4-FFF2-40B4-BE49-F238E27FC236}">
                  <a16:creationId xmlns:a16="http://schemas.microsoft.com/office/drawing/2014/main" id="{2E0B45CB-E2C9-0D57-988D-D3973655F4C2}"/>
                </a:ext>
              </a:extLst>
            </p:cNvPr>
            <p:cNvSpPr txBox="1"/>
            <p:nvPr/>
          </p:nvSpPr>
          <p:spPr bwMode="auto">
            <a:xfrm>
              <a:off x="8998691" y="1439901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荆南波波黑" panose="02000800000000000000" pitchFamily="2" charset="-122"/>
                  <a:ea typeface="荆南波波黑" panose="02000800000000000000" pitchFamily="2" charset="-122"/>
                </a:rPr>
                <a:t>AI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荆南波波黑" panose="02000800000000000000" pitchFamily="2" charset="-122"/>
                  <a:ea typeface="荆南波波黑" panose="02000800000000000000" pitchFamily="2" charset="-122"/>
                </a:rPr>
                <a:t>赋能，高效开发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72" name="Text3">
              <a:extLst>
                <a:ext uri="{FF2B5EF4-FFF2-40B4-BE49-F238E27FC236}">
                  <a16:creationId xmlns:a16="http://schemas.microsoft.com/office/drawing/2014/main" id="{1C5FBF2E-BDCC-DF89-DACF-33EDA5EE8A96}"/>
                </a:ext>
              </a:extLst>
            </p:cNvPr>
            <p:cNvSpPr/>
            <p:nvPr/>
          </p:nvSpPr>
          <p:spPr bwMode="auto">
            <a:xfrm>
              <a:off x="8998691" y="2041656"/>
              <a:ext cx="2521797" cy="1043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深度整合</a:t>
              </a: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AI</a:t>
              </a:r>
              <a:r>
                <a: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编程工具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，覆盖从代码生成到调试、优化的全流程，助你掌握智能高效的开发方式，适应技术发展新趋势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63" name="Number4">
            <a:extLst>
              <a:ext uri="{FF2B5EF4-FFF2-40B4-BE49-F238E27FC236}">
                <a16:creationId xmlns:a16="http://schemas.microsoft.com/office/drawing/2014/main" id="{3106844C-B4D0-7895-D5FE-90FF5585D9F3}"/>
              </a:ext>
            </a:extLst>
          </p:cNvPr>
          <p:cNvSpPr/>
          <p:nvPr/>
        </p:nvSpPr>
        <p:spPr>
          <a:xfrm>
            <a:off x="8370888" y="3694323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7995D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42E1BD82-37E9-CED0-2D68-44343534802D}"/>
              </a:ext>
            </a:extLst>
          </p:cNvPr>
          <p:cNvGrpSpPr/>
          <p:nvPr/>
        </p:nvGrpSpPr>
        <p:grpSpPr>
          <a:xfrm>
            <a:off x="8998691" y="3773034"/>
            <a:ext cx="2521797" cy="1693488"/>
            <a:chOff x="8998691" y="3773034"/>
            <a:chExt cx="2521797" cy="1693488"/>
          </a:xfrm>
        </p:grpSpPr>
        <p:sp>
          <p:nvSpPr>
            <p:cNvPr id="65" name="Bullet4">
              <a:extLst>
                <a:ext uri="{FF2B5EF4-FFF2-40B4-BE49-F238E27FC236}">
                  <a16:creationId xmlns:a16="http://schemas.microsoft.com/office/drawing/2014/main" id="{5098FAFD-CEB0-D1BB-CEEA-8417283FBB35}"/>
                </a:ext>
              </a:extLst>
            </p:cNvPr>
            <p:cNvSpPr txBox="1"/>
            <p:nvPr/>
          </p:nvSpPr>
          <p:spPr bwMode="auto">
            <a:xfrm>
              <a:off x="8998691" y="3773034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工程实践，规范开发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66" name="Text4">
              <a:extLst>
                <a:ext uri="{FF2B5EF4-FFF2-40B4-BE49-F238E27FC236}">
                  <a16:creationId xmlns:a16="http://schemas.microsoft.com/office/drawing/2014/main" id="{A45C95E5-4C62-B94F-819A-8E70D694D81C}"/>
                </a:ext>
              </a:extLst>
            </p:cNvPr>
            <p:cNvSpPr/>
            <p:nvPr/>
          </p:nvSpPr>
          <p:spPr bwMode="auto">
            <a:xfrm>
              <a:off x="8998691" y="4374789"/>
              <a:ext cx="2521797" cy="1091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课程强调企业级开发实践，融入异常处理、日志管理、调试技巧与模块化开发等工程实践，培养即插即用的工程素养与问题解决的能力。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pic>
        <p:nvPicPr>
          <p:cNvPr id="91" name="图片 90">
            <a:extLst>
              <a:ext uri="{FF2B5EF4-FFF2-40B4-BE49-F238E27FC236}">
                <a16:creationId xmlns:a16="http://schemas.microsoft.com/office/drawing/2014/main" id="{5053DCCB-A462-9BA9-5C48-567BE50BF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048" y="3238939"/>
            <a:ext cx="1068189" cy="1068189"/>
          </a:xfrm>
          <a:prstGeom prst="rect">
            <a:avLst/>
          </a:prstGeom>
        </p:spPr>
      </p:pic>
      <p:sp>
        <p:nvSpPr>
          <p:cNvPr id="95" name="iconfont-10499-5121525">
            <a:extLst>
              <a:ext uri="{FF2B5EF4-FFF2-40B4-BE49-F238E27FC236}">
                <a16:creationId xmlns:a16="http://schemas.microsoft.com/office/drawing/2014/main" id="{C02FAA0C-9E6E-B9F5-DA71-A451DBCC8410}"/>
              </a:ext>
            </a:extLst>
          </p:cNvPr>
          <p:cNvSpPr/>
          <p:nvPr/>
        </p:nvSpPr>
        <p:spPr>
          <a:xfrm>
            <a:off x="4470265" y="3729144"/>
            <a:ext cx="408856" cy="359695"/>
          </a:xfrm>
          <a:custGeom>
            <a:avLst/>
            <a:gdLst>
              <a:gd name="T0" fmla="*/ 9125 w 11208"/>
              <a:gd name="T1" fmla="*/ 4533 h 9861"/>
              <a:gd name="T2" fmla="*/ 4287 w 11208"/>
              <a:gd name="T3" fmla="*/ 4533 h 9861"/>
              <a:gd name="T4" fmla="*/ 4022 w 11208"/>
              <a:gd name="T5" fmla="*/ 4798 h 9861"/>
              <a:gd name="T6" fmla="*/ 4287 w 11208"/>
              <a:gd name="T7" fmla="*/ 5063 h 9861"/>
              <a:gd name="T8" fmla="*/ 9125 w 11208"/>
              <a:gd name="T9" fmla="*/ 5063 h 9861"/>
              <a:gd name="T10" fmla="*/ 9390 w 11208"/>
              <a:gd name="T11" fmla="*/ 4798 h 9861"/>
              <a:gd name="T12" fmla="*/ 9125 w 11208"/>
              <a:gd name="T13" fmla="*/ 4533 h 9861"/>
              <a:gd name="T14" fmla="*/ 9125 w 11208"/>
              <a:gd name="T15" fmla="*/ 6759 h 9861"/>
              <a:gd name="T16" fmla="*/ 4287 w 11208"/>
              <a:gd name="T17" fmla="*/ 6759 h 9861"/>
              <a:gd name="T18" fmla="*/ 4022 w 11208"/>
              <a:gd name="T19" fmla="*/ 7024 h 9861"/>
              <a:gd name="T20" fmla="*/ 4287 w 11208"/>
              <a:gd name="T21" fmla="*/ 7289 h 9861"/>
              <a:gd name="T22" fmla="*/ 9125 w 11208"/>
              <a:gd name="T23" fmla="*/ 7289 h 9861"/>
              <a:gd name="T24" fmla="*/ 9390 w 11208"/>
              <a:gd name="T25" fmla="*/ 7024 h 9861"/>
              <a:gd name="T26" fmla="*/ 9125 w 11208"/>
              <a:gd name="T27" fmla="*/ 6759 h 9861"/>
              <a:gd name="T28" fmla="*/ 10514 w 11208"/>
              <a:gd name="T29" fmla="*/ 1614 h 9861"/>
              <a:gd name="T30" fmla="*/ 7043 w 11208"/>
              <a:gd name="T31" fmla="*/ 1614 h 9861"/>
              <a:gd name="T32" fmla="*/ 6982 w 11208"/>
              <a:gd name="T33" fmla="*/ 1450 h 9861"/>
              <a:gd name="T34" fmla="*/ 5185 w 11208"/>
              <a:gd name="T35" fmla="*/ 0 h 9861"/>
              <a:gd name="T36" fmla="*/ 694 w 11208"/>
              <a:gd name="T37" fmla="*/ 0 h 9861"/>
              <a:gd name="T38" fmla="*/ 0 w 11208"/>
              <a:gd name="T39" fmla="*/ 674 h 9861"/>
              <a:gd name="T40" fmla="*/ 0 w 11208"/>
              <a:gd name="T41" fmla="*/ 9188 h 9861"/>
              <a:gd name="T42" fmla="*/ 694 w 11208"/>
              <a:gd name="T43" fmla="*/ 9861 h 9861"/>
              <a:gd name="T44" fmla="*/ 10514 w 11208"/>
              <a:gd name="T45" fmla="*/ 9861 h 9861"/>
              <a:gd name="T46" fmla="*/ 11208 w 11208"/>
              <a:gd name="T47" fmla="*/ 9188 h 9861"/>
              <a:gd name="T48" fmla="*/ 11208 w 11208"/>
              <a:gd name="T49" fmla="*/ 2288 h 9861"/>
              <a:gd name="T50" fmla="*/ 10514 w 11208"/>
              <a:gd name="T51" fmla="*/ 1614 h 9861"/>
              <a:gd name="T52" fmla="*/ 694 w 11208"/>
              <a:gd name="T53" fmla="*/ 981 h 9861"/>
              <a:gd name="T54" fmla="*/ 1654 w 11208"/>
              <a:gd name="T55" fmla="*/ 532 h 9861"/>
              <a:gd name="T56" fmla="*/ 4430 w 11208"/>
              <a:gd name="T57" fmla="*/ 532 h 9861"/>
              <a:gd name="T58" fmla="*/ 6145 w 11208"/>
              <a:gd name="T59" fmla="*/ 1186 h 9861"/>
              <a:gd name="T60" fmla="*/ 6309 w 11208"/>
              <a:gd name="T61" fmla="*/ 1595 h 9861"/>
              <a:gd name="T62" fmla="*/ 694 w 11208"/>
              <a:gd name="T63" fmla="*/ 1595 h 9861"/>
              <a:gd name="T64" fmla="*/ 694 w 11208"/>
              <a:gd name="T65" fmla="*/ 981 h 9861"/>
              <a:gd name="T66" fmla="*/ 10554 w 11208"/>
              <a:gd name="T67" fmla="*/ 8453 h 9861"/>
              <a:gd name="T68" fmla="*/ 9635 w 11208"/>
              <a:gd name="T69" fmla="*/ 9249 h 9861"/>
              <a:gd name="T70" fmla="*/ 1613 w 11208"/>
              <a:gd name="T71" fmla="*/ 9249 h 9861"/>
              <a:gd name="T72" fmla="*/ 694 w 11208"/>
              <a:gd name="T73" fmla="*/ 8330 h 9861"/>
              <a:gd name="T74" fmla="*/ 694 w 11208"/>
              <a:gd name="T75" fmla="*/ 2246 h 9861"/>
              <a:gd name="T76" fmla="*/ 9799 w 11208"/>
              <a:gd name="T77" fmla="*/ 2246 h 9861"/>
              <a:gd name="T78" fmla="*/ 10554 w 11208"/>
              <a:gd name="T79" fmla="*/ 3165 h 9861"/>
              <a:gd name="T80" fmla="*/ 10554 w 11208"/>
              <a:gd name="T81" fmla="*/ 8453 h 9861"/>
              <a:gd name="T82" fmla="*/ 1816 w 11208"/>
              <a:gd name="T83" fmla="*/ 4329 h 9861"/>
              <a:gd name="T84" fmla="*/ 2674 w 11208"/>
              <a:gd name="T85" fmla="*/ 4329 h 9861"/>
              <a:gd name="T86" fmla="*/ 2674 w 11208"/>
              <a:gd name="T87" fmla="*/ 5186 h 9861"/>
              <a:gd name="T88" fmla="*/ 1816 w 11208"/>
              <a:gd name="T89" fmla="*/ 5186 h 9861"/>
              <a:gd name="T90" fmla="*/ 1816 w 11208"/>
              <a:gd name="T91" fmla="*/ 4329 h 9861"/>
              <a:gd name="T92" fmla="*/ 1816 w 11208"/>
              <a:gd name="T93" fmla="*/ 6595 h 9861"/>
              <a:gd name="T94" fmla="*/ 2674 w 11208"/>
              <a:gd name="T95" fmla="*/ 6595 h 9861"/>
              <a:gd name="T96" fmla="*/ 2674 w 11208"/>
              <a:gd name="T97" fmla="*/ 7453 h 9861"/>
              <a:gd name="T98" fmla="*/ 1816 w 11208"/>
              <a:gd name="T99" fmla="*/ 7453 h 9861"/>
              <a:gd name="T100" fmla="*/ 1816 w 11208"/>
              <a:gd name="T101" fmla="*/ 6595 h 9861"/>
              <a:gd name="T102" fmla="*/ 1816 w 11208"/>
              <a:gd name="T103" fmla="*/ 6595 h 98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208" h="9861">
                <a:moveTo>
                  <a:pt x="9125" y="4533"/>
                </a:moveTo>
                <a:lnTo>
                  <a:pt x="4287" y="4533"/>
                </a:lnTo>
                <a:cubicBezTo>
                  <a:pt x="4144" y="4533"/>
                  <a:pt x="4022" y="4655"/>
                  <a:pt x="4022" y="4798"/>
                </a:cubicBezTo>
                <a:cubicBezTo>
                  <a:pt x="4022" y="4940"/>
                  <a:pt x="4144" y="5063"/>
                  <a:pt x="4287" y="5063"/>
                </a:cubicBezTo>
                <a:lnTo>
                  <a:pt x="9125" y="5063"/>
                </a:lnTo>
                <a:cubicBezTo>
                  <a:pt x="9268" y="5063"/>
                  <a:pt x="9390" y="4940"/>
                  <a:pt x="9390" y="4798"/>
                </a:cubicBezTo>
                <a:cubicBezTo>
                  <a:pt x="9390" y="4635"/>
                  <a:pt x="9268" y="4533"/>
                  <a:pt x="9125" y="4533"/>
                </a:cubicBezTo>
                <a:close/>
                <a:moveTo>
                  <a:pt x="9125" y="6759"/>
                </a:moveTo>
                <a:lnTo>
                  <a:pt x="4287" y="6759"/>
                </a:lnTo>
                <a:cubicBezTo>
                  <a:pt x="4144" y="6759"/>
                  <a:pt x="4022" y="6881"/>
                  <a:pt x="4022" y="7024"/>
                </a:cubicBezTo>
                <a:cubicBezTo>
                  <a:pt x="4022" y="7166"/>
                  <a:pt x="4144" y="7289"/>
                  <a:pt x="4287" y="7289"/>
                </a:cubicBezTo>
                <a:lnTo>
                  <a:pt x="9125" y="7289"/>
                </a:lnTo>
                <a:cubicBezTo>
                  <a:pt x="9268" y="7289"/>
                  <a:pt x="9390" y="7166"/>
                  <a:pt x="9390" y="7024"/>
                </a:cubicBezTo>
                <a:cubicBezTo>
                  <a:pt x="9390" y="6881"/>
                  <a:pt x="9268" y="6759"/>
                  <a:pt x="9125" y="6759"/>
                </a:cubicBezTo>
                <a:close/>
                <a:moveTo>
                  <a:pt x="10514" y="1614"/>
                </a:moveTo>
                <a:lnTo>
                  <a:pt x="7043" y="1614"/>
                </a:lnTo>
                <a:lnTo>
                  <a:pt x="6982" y="1450"/>
                </a:lnTo>
                <a:cubicBezTo>
                  <a:pt x="6573" y="306"/>
                  <a:pt x="5777" y="21"/>
                  <a:pt x="5185" y="0"/>
                </a:cubicBezTo>
                <a:lnTo>
                  <a:pt x="694" y="0"/>
                </a:lnTo>
                <a:cubicBezTo>
                  <a:pt x="307" y="0"/>
                  <a:pt x="0" y="306"/>
                  <a:pt x="0" y="674"/>
                </a:cubicBezTo>
                <a:lnTo>
                  <a:pt x="0" y="9188"/>
                </a:lnTo>
                <a:cubicBezTo>
                  <a:pt x="0" y="9555"/>
                  <a:pt x="307" y="9861"/>
                  <a:pt x="694" y="9861"/>
                </a:cubicBezTo>
                <a:lnTo>
                  <a:pt x="10514" y="9861"/>
                </a:lnTo>
                <a:cubicBezTo>
                  <a:pt x="10902" y="9861"/>
                  <a:pt x="11208" y="9555"/>
                  <a:pt x="11208" y="9188"/>
                </a:cubicBezTo>
                <a:lnTo>
                  <a:pt x="11208" y="2288"/>
                </a:lnTo>
                <a:cubicBezTo>
                  <a:pt x="11208" y="1920"/>
                  <a:pt x="10902" y="1614"/>
                  <a:pt x="10514" y="1614"/>
                </a:cubicBezTo>
                <a:close/>
                <a:moveTo>
                  <a:pt x="694" y="981"/>
                </a:moveTo>
                <a:cubicBezTo>
                  <a:pt x="694" y="450"/>
                  <a:pt x="878" y="532"/>
                  <a:pt x="1654" y="532"/>
                </a:cubicBezTo>
                <a:lnTo>
                  <a:pt x="4430" y="532"/>
                </a:lnTo>
                <a:cubicBezTo>
                  <a:pt x="5614" y="532"/>
                  <a:pt x="5920" y="797"/>
                  <a:pt x="6145" y="1186"/>
                </a:cubicBezTo>
                <a:lnTo>
                  <a:pt x="6309" y="1595"/>
                </a:lnTo>
                <a:lnTo>
                  <a:pt x="694" y="1595"/>
                </a:lnTo>
                <a:lnTo>
                  <a:pt x="694" y="981"/>
                </a:lnTo>
                <a:close/>
                <a:moveTo>
                  <a:pt x="10554" y="8453"/>
                </a:moveTo>
                <a:cubicBezTo>
                  <a:pt x="10554" y="9229"/>
                  <a:pt x="10289" y="9249"/>
                  <a:pt x="9635" y="9249"/>
                </a:cubicBezTo>
                <a:lnTo>
                  <a:pt x="1613" y="9249"/>
                </a:lnTo>
                <a:cubicBezTo>
                  <a:pt x="816" y="9249"/>
                  <a:pt x="694" y="9188"/>
                  <a:pt x="694" y="8330"/>
                </a:cubicBezTo>
                <a:lnTo>
                  <a:pt x="694" y="2246"/>
                </a:lnTo>
                <a:lnTo>
                  <a:pt x="9799" y="2246"/>
                </a:lnTo>
                <a:cubicBezTo>
                  <a:pt x="10657" y="2246"/>
                  <a:pt x="10554" y="2573"/>
                  <a:pt x="10554" y="3165"/>
                </a:cubicBezTo>
                <a:lnTo>
                  <a:pt x="10554" y="8453"/>
                </a:lnTo>
                <a:close/>
                <a:moveTo>
                  <a:pt x="1816" y="4329"/>
                </a:moveTo>
                <a:lnTo>
                  <a:pt x="2674" y="4329"/>
                </a:lnTo>
                <a:lnTo>
                  <a:pt x="2674" y="5186"/>
                </a:lnTo>
                <a:lnTo>
                  <a:pt x="1816" y="5186"/>
                </a:lnTo>
                <a:lnTo>
                  <a:pt x="1816" y="4329"/>
                </a:lnTo>
                <a:close/>
                <a:moveTo>
                  <a:pt x="1816" y="6595"/>
                </a:moveTo>
                <a:lnTo>
                  <a:pt x="2674" y="6595"/>
                </a:lnTo>
                <a:lnTo>
                  <a:pt x="2674" y="7453"/>
                </a:lnTo>
                <a:lnTo>
                  <a:pt x="1816" y="7453"/>
                </a:lnTo>
                <a:lnTo>
                  <a:pt x="1816" y="6595"/>
                </a:lnTo>
                <a:close/>
                <a:moveTo>
                  <a:pt x="1816" y="6595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confont-10459-4807117">
            <a:extLst>
              <a:ext uri="{FF2B5EF4-FFF2-40B4-BE49-F238E27FC236}">
                <a16:creationId xmlns:a16="http://schemas.microsoft.com/office/drawing/2014/main" id="{1C5AB726-44BD-F3BB-74B8-08224401543A}"/>
              </a:ext>
            </a:extLst>
          </p:cNvPr>
          <p:cNvSpPr/>
          <p:nvPr/>
        </p:nvSpPr>
        <p:spPr>
          <a:xfrm>
            <a:off x="6642489" y="2517312"/>
            <a:ext cx="371067" cy="371067"/>
          </a:xfrm>
          <a:custGeom>
            <a:avLst/>
            <a:gdLst>
              <a:gd name="T0" fmla="*/ 5547 w 12800"/>
              <a:gd name="T1" fmla="*/ 10240 h 12800"/>
              <a:gd name="T2" fmla="*/ 2133 w 12800"/>
              <a:gd name="T3" fmla="*/ 11947 h 12800"/>
              <a:gd name="T4" fmla="*/ 10667 w 12800"/>
              <a:gd name="T5" fmla="*/ 10240 h 12800"/>
              <a:gd name="T6" fmla="*/ 7680 w 12800"/>
              <a:gd name="T7" fmla="*/ 9387 h 12800"/>
              <a:gd name="T8" fmla="*/ 11520 w 12800"/>
              <a:gd name="T9" fmla="*/ 10240 h 12800"/>
              <a:gd name="T10" fmla="*/ 10667 w 12800"/>
              <a:gd name="T11" fmla="*/ 12800 h 12800"/>
              <a:gd name="T12" fmla="*/ 1280 w 12800"/>
              <a:gd name="T13" fmla="*/ 11947 h 12800"/>
              <a:gd name="T14" fmla="*/ 2133 w 12800"/>
              <a:gd name="T15" fmla="*/ 9387 h 12800"/>
              <a:gd name="T16" fmla="*/ 3413 w 12800"/>
              <a:gd name="T17" fmla="*/ 853 h 12800"/>
              <a:gd name="T18" fmla="*/ 10240 w 12800"/>
              <a:gd name="T19" fmla="*/ 1707 h 12800"/>
              <a:gd name="T20" fmla="*/ 9387 w 12800"/>
              <a:gd name="T21" fmla="*/ 8533 h 12800"/>
              <a:gd name="T22" fmla="*/ 2560 w 12800"/>
              <a:gd name="T23" fmla="*/ 7680 h 12800"/>
              <a:gd name="T24" fmla="*/ 3413 w 12800"/>
              <a:gd name="T25" fmla="*/ 853 h 12800"/>
              <a:gd name="T26" fmla="*/ 3413 w 12800"/>
              <a:gd name="T27" fmla="*/ 7680 h 12800"/>
              <a:gd name="T28" fmla="*/ 9387 w 12800"/>
              <a:gd name="T29" fmla="*/ 1707 h 12800"/>
              <a:gd name="T30" fmla="*/ 11093 w 12800"/>
              <a:gd name="T31" fmla="*/ 2987 h 12800"/>
              <a:gd name="T32" fmla="*/ 11520 w 12800"/>
              <a:gd name="T33" fmla="*/ 5973 h 12800"/>
              <a:gd name="T34" fmla="*/ 10667 w 12800"/>
              <a:gd name="T35" fmla="*/ 5973 h 12800"/>
              <a:gd name="T36" fmla="*/ 11093 w 12800"/>
              <a:gd name="T37" fmla="*/ 2987 h 12800"/>
              <a:gd name="T38" fmla="*/ 2133 w 12800"/>
              <a:gd name="T39" fmla="*/ 3413 h 12800"/>
              <a:gd name="T40" fmla="*/ 1707 w 12800"/>
              <a:gd name="T41" fmla="*/ 6400 h 12800"/>
              <a:gd name="T42" fmla="*/ 1280 w 12800"/>
              <a:gd name="T43" fmla="*/ 3413 h 12800"/>
              <a:gd name="T44" fmla="*/ 12373 w 12800"/>
              <a:gd name="T45" fmla="*/ 3840 h 12800"/>
              <a:gd name="T46" fmla="*/ 12800 w 12800"/>
              <a:gd name="T47" fmla="*/ 5120 h 12800"/>
              <a:gd name="T48" fmla="*/ 11947 w 12800"/>
              <a:gd name="T49" fmla="*/ 5120 h 12800"/>
              <a:gd name="T50" fmla="*/ 12373 w 12800"/>
              <a:gd name="T51" fmla="*/ 3840 h 12800"/>
              <a:gd name="T52" fmla="*/ 853 w 12800"/>
              <a:gd name="T53" fmla="*/ 4267 h 12800"/>
              <a:gd name="T54" fmla="*/ 427 w 12800"/>
              <a:gd name="T55" fmla="*/ 5547 h 12800"/>
              <a:gd name="T56" fmla="*/ 0 w 12800"/>
              <a:gd name="T57" fmla="*/ 4267 h 12800"/>
              <a:gd name="T58" fmla="*/ 4693 w 12800"/>
              <a:gd name="T59" fmla="*/ 5120 h 12800"/>
              <a:gd name="T60" fmla="*/ 4693 w 12800"/>
              <a:gd name="T61" fmla="*/ 3840 h 12800"/>
              <a:gd name="T62" fmla="*/ 4693 w 12800"/>
              <a:gd name="T63" fmla="*/ 5120 h 12800"/>
              <a:gd name="T64" fmla="*/ 8747 w 12800"/>
              <a:gd name="T65" fmla="*/ 4480 h 12800"/>
              <a:gd name="T66" fmla="*/ 7467 w 12800"/>
              <a:gd name="T67" fmla="*/ 4480 h 12800"/>
              <a:gd name="T68" fmla="*/ 6400 w 12800"/>
              <a:gd name="T69" fmla="*/ 0 h 12800"/>
              <a:gd name="T70" fmla="*/ 6827 w 12800"/>
              <a:gd name="T71" fmla="*/ 1280 h 12800"/>
              <a:gd name="T72" fmla="*/ 5973 w 12800"/>
              <a:gd name="T73" fmla="*/ 1280 h 12800"/>
              <a:gd name="T74" fmla="*/ 6400 w 12800"/>
              <a:gd name="T75" fmla="*/ 0 h 12800"/>
              <a:gd name="T76" fmla="*/ 5973 w 12800"/>
              <a:gd name="T77" fmla="*/ 8107 h 12800"/>
              <a:gd name="T78" fmla="*/ 5547 w 12800"/>
              <a:gd name="T79" fmla="*/ 10240 h 12800"/>
              <a:gd name="T80" fmla="*/ 5120 w 12800"/>
              <a:gd name="T81" fmla="*/ 8107 h 12800"/>
              <a:gd name="T82" fmla="*/ 7253 w 12800"/>
              <a:gd name="T83" fmla="*/ 7680 h 12800"/>
              <a:gd name="T84" fmla="*/ 7680 w 12800"/>
              <a:gd name="T85" fmla="*/ 9813 h 12800"/>
              <a:gd name="T86" fmla="*/ 6827 w 12800"/>
              <a:gd name="T87" fmla="*/ 9813 h 12800"/>
              <a:gd name="T88" fmla="*/ 7253 w 12800"/>
              <a:gd name="T89" fmla="*/ 768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800" h="12800">
                <a:moveTo>
                  <a:pt x="5120" y="9387"/>
                </a:moveTo>
                <a:lnTo>
                  <a:pt x="5547" y="10240"/>
                </a:lnTo>
                <a:lnTo>
                  <a:pt x="2133" y="10240"/>
                </a:lnTo>
                <a:lnTo>
                  <a:pt x="2133" y="11947"/>
                </a:lnTo>
                <a:lnTo>
                  <a:pt x="10667" y="11947"/>
                </a:lnTo>
                <a:lnTo>
                  <a:pt x="10667" y="10240"/>
                </a:lnTo>
                <a:lnTo>
                  <a:pt x="7253" y="10240"/>
                </a:lnTo>
                <a:lnTo>
                  <a:pt x="7680" y="9387"/>
                </a:lnTo>
                <a:lnTo>
                  <a:pt x="10667" y="9387"/>
                </a:lnTo>
                <a:cubicBezTo>
                  <a:pt x="11138" y="9387"/>
                  <a:pt x="11520" y="9769"/>
                  <a:pt x="11520" y="10240"/>
                </a:cubicBezTo>
                <a:lnTo>
                  <a:pt x="11520" y="11947"/>
                </a:lnTo>
                <a:cubicBezTo>
                  <a:pt x="11520" y="12418"/>
                  <a:pt x="11138" y="12800"/>
                  <a:pt x="10667" y="12800"/>
                </a:cubicBezTo>
                <a:lnTo>
                  <a:pt x="2133" y="12800"/>
                </a:lnTo>
                <a:cubicBezTo>
                  <a:pt x="1662" y="12800"/>
                  <a:pt x="1280" y="12418"/>
                  <a:pt x="1280" y="11947"/>
                </a:cubicBezTo>
                <a:lnTo>
                  <a:pt x="1280" y="10240"/>
                </a:lnTo>
                <a:cubicBezTo>
                  <a:pt x="1280" y="9769"/>
                  <a:pt x="1662" y="9387"/>
                  <a:pt x="2133" y="9387"/>
                </a:cubicBezTo>
                <a:lnTo>
                  <a:pt x="5120" y="9387"/>
                </a:lnTo>
                <a:close/>
                <a:moveTo>
                  <a:pt x="3413" y="853"/>
                </a:moveTo>
                <a:lnTo>
                  <a:pt x="9387" y="853"/>
                </a:lnTo>
                <a:cubicBezTo>
                  <a:pt x="9858" y="853"/>
                  <a:pt x="10240" y="1235"/>
                  <a:pt x="10240" y="1707"/>
                </a:cubicBezTo>
                <a:lnTo>
                  <a:pt x="10240" y="7680"/>
                </a:lnTo>
                <a:cubicBezTo>
                  <a:pt x="10240" y="8151"/>
                  <a:pt x="9858" y="8533"/>
                  <a:pt x="9387" y="8533"/>
                </a:cubicBezTo>
                <a:lnTo>
                  <a:pt x="3413" y="8533"/>
                </a:lnTo>
                <a:cubicBezTo>
                  <a:pt x="2942" y="8533"/>
                  <a:pt x="2560" y="8151"/>
                  <a:pt x="2560" y="7680"/>
                </a:cubicBezTo>
                <a:lnTo>
                  <a:pt x="2560" y="1707"/>
                </a:lnTo>
                <a:cubicBezTo>
                  <a:pt x="2560" y="1235"/>
                  <a:pt x="2942" y="853"/>
                  <a:pt x="3413" y="853"/>
                </a:cubicBezTo>
                <a:close/>
                <a:moveTo>
                  <a:pt x="3413" y="1707"/>
                </a:moveTo>
                <a:lnTo>
                  <a:pt x="3413" y="7680"/>
                </a:lnTo>
                <a:lnTo>
                  <a:pt x="9387" y="7680"/>
                </a:lnTo>
                <a:lnTo>
                  <a:pt x="9387" y="1707"/>
                </a:lnTo>
                <a:lnTo>
                  <a:pt x="3413" y="1707"/>
                </a:lnTo>
                <a:close/>
                <a:moveTo>
                  <a:pt x="11093" y="2987"/>
                </a:moveTo>
                <a:cubicBezTo>
                  <a:pt x="11329" y="2987"/>
                  <a:pt x="11520" y="3178"/>
                  <a:pt x="11520" y="3413"/>
                </a:cubicBezTo>
                <a:lnTo>
                  <a:pt x="11520" y="5973"/>
                </a:lnTo>
                <a:cubicBezTo>
                  <a:pt x="11520" y="6209"/>
                  <a:pt x="11329" y="6400"/>
                  <a:pt x="11093" y="6400"/>
                </a:cubicBezTo>
                <a:cubicBezTo>
                  <a:pt x="10858" y="6400"/>
                  <a:pt x="10667" y="6209"/>
                  <a:pt x="10667" y="5973"/>
                </a:cubicBezTo>
                <a:lnTo>
                  <a:pt x="10667" y="3413"/>
                </a:lnTo>
                <a:cubicBezTo>
                  <a:pt x="10667" y="3178"/>
                  <a:pt x="10858" y="2987"/>
                  <a:pt x="11093" y="2987"/>
                </a:cubicBezTo>
                <a:close/>
                <a:moveTo>
                  <a:pt x="1707" y="2987"/>
                </a:moveTo>
                <a:cubicBezTo>
                  <a:pt x="1942" y="2987"/>
                  <a:pt x="2133" y="3178"/>
                  <a:pt x="2133" y="3413"/>
                </a:cubicBezTo>
                <a:lnTo>
                  <a:pt x="2133" y="5973"/>
                </a:lnTo>
                <a:cubicBezTo>
                  <a:pt x="2133" y="6209"/>
                  <a:pt x="1942" y="6400"/>
                  <a:pt x="1707" y="6400"/>
                </a:cubicBezTo>
                <a:cubicBezTo>
                  <a:pt x="1471" y="6400"/>
                  <a:pt x="1280" y="6209"/>
                  <a:pt x="1280" y="5973"/>
                </a:cubicBezTo>
                <a:lnTo>
                  <a:pt x="1280" y="3413"/>
                </a:lnTo>
                <a:cubicBezTo>
                  <a:pt x="1280" y="3178"/>
                  <a:pt x="1471" y="2987"/>
                  <a:pt x="1707" y="2987"/>
                </a:cubicBezTo>
                <a:close/>
                <a:moveTo>
                  <a:pt x="12373" y="3840"/>
                </a:moveTo>
                <a:cubicBezTo>
                  <a:pt x="12609" y="3840"/>
                  <a:pt x="12800" y="4031"/>
                  <a:pt x="12800" y="4267"/>
                </a:cubicBezTo>
                <a:lnTo>
                  <a:pt x="12800" y="5120"/>
                </a:lnTo>
                <a:cubicBezTo>
                  <a:pt x="12800" y="5356"/>
                  <a:pt x="12609" y="5547"/>
                  <a:pt x="12373" y="5547"/>
                </a:cubicBezTo>
                <a:cubicBezTo>
                  <a:pt x="12138" y="5547"/>
                  <a:pt x="11947" y="5356"/>
                  <a:pt x="11947" y="5120"/>
                </a:cubicBezTo>
                <a:lnTo>
                  <a:pt x="11947" y="4267"/>
                </a:lnTo>
                <a:cubicBezTo>
                  <a:pt x="11947" y="4031"/>
                  <a:pt x="12138" y="3840"/>
                  <a:pt x="12373" y="3840"/>
                </a:cubicBezTo>
                <a:close/>
                <a:moveTo>
                  <a:pt x="427" y="3840"/>
                </a:moveTo>
                <a:cubicBezTo>
                  <a:pt x="662" y="3840"/>
                  <a:pt x="853" y="4031"/>
                  <a:pt x="853" y="4267"/>
                </a:cubicBezTo>
                <a:lnTo>
                  <a:pt x="853" y="5120"/>
                </a:lnTo>
                <a:cubicBezTo>
                  <a:pt x="853" y="5356"/>
                  <a:pt x="662" y="5547"/>
                  <a:pt x="427" y="5547"/>
                </a:cubicBezTo>
                <a:cubicBezTo>
                  <a:pt x="191" y="5547"/>
                  <a:pt x="0" y="5356"/>
                  <a:pt x="0" y="5120"/>
                </a:cubicBezTo>
                <a:lnTo>
                  <a:pt x="0" y="4267"/>
                </a:lnTo>
                <a:cubicBezTo>
                  <a:pt x="0" y="4031"/>
                  <a:pt x="191" y="3840"/>
                  <a:pt x="427" y="3840"/>
                </a:cubicBezTo>
                <a:close/>
                <a:moveTo>
                  <a:pt x="4693" y="5120"/>
                </a:moveTo>
                <a:cubicBezTo>
                  <a:pt x="5047" y="5120"/>
                  <a:pt x="5333" y="4833"/>
                  <a:pt x="5333" y="4480"/>
                </a:cubicBezTo>
                <a:cubicBezTo>
                  <a:pt x="5333" y="4127"/>
                  <a:pt x="5047" y="3840"/>
                  <a:pt x="4693" y="3840"/>
                </a:cubicBezTo>
                <a:cubicBezTo>
                  <a:pt x="4340" y="3840"/>
                  <a:pt x="4053" y="4127"/>
                  <a:pt x="4053" y="4480"/>
                </a:cubicBezTo>
                <a:cubicBezTo>
                  <a:pt x="4053" y="4833"/>
                  <a:pt x="4340" y="5120"/>
                  <a:pt x="4693" y="5120"/>
                </a:cubicBezTo>
                <a:close/>
                <a:moveTo>
                  <a:pt x="8107" y="5120"/>
                </a:moveTo>
                <a:cubicBezTo>
                  <a:pt x="8460" y="5120"/>
                  <a:pt x="8747" y="4833"/>
                  <a:pt x="8747" y="4480"/>
                </a:cubicBezTo>
                <a:cubicBezTo>
                  <a:pt x="8747" y="4127"/>
                  <a:pt x="8460" y="3840"/>
                  <a:pt x="8107" y="3840"/>
                </a:cubicBezTo>
                <a:cubicBezTo>
                  <a:pt x="7753" y="3840"/>
                  <a:pt x="7467" y="4127"/>
                  <a:pt x="7467" y="4480"/>
                </a:cubicBezTo>
                <a:cubicBezTo>
                  <a:pt x="7467" y="4833"/>
                  <a:pt x="7753" y="5120"/>
                  <a:pt x="8107" y="5120"/>
                </a:cubicBezTo>
                <a:close/>
                <a:moveTo>
                  <a:pt x="6400" y="0"/>
                </a:moveTo>
                <a:cubicBezTo>
                  <a:pt x="6636" y="0"/>
                  <a:pt x="6827" y="191"/>
                  <a:pt x="6827" y="427"/>
                </a:cubicBezTo>
                <a:lnTo>
                  <a:pt x="6827" y="1280"/>
                </a:lnTo>
                <a:cubicBezTo>
                  <a:pt x="6827" y="1516"/>
                  <a:pt x="6636" y="1707"/>
                  <a:pt x="6400" y="1707"/>
                </a:cubicBezTo>
                <a:cubicBezTo>
                  <a:pt x="6164" y="1707"/>
                  <a:pt x="5973" y="1516"/>
                  <a:pt x="5973" y="1280"/>
                </a:cubicBezTo>
                <a:lnTo>
                  <a:pt x="5973" y="427"/>
                </a:lnTo>
                <a:cubicBezTo>
                  <a:pt x="5973" y="191"/>
                  <a:pt x="6164" y="0"/>
                  <a:pt x="6400" y="0"/>
                </a:cubicBezTo>
                <a:close/>
                <a:moveTo>
                  <a:pt x="5547" y="7680"/>
                </a:moveTo>
                <a:cubicBezTo>
                  <a:pt x="5782" y="7680"/>
                  <a:pt x="5973" y="7871"/>
                  <a:pt x="5973" y="8107"/>
                </a:cubicBezTo>
                <a:lnTo>
                  <a:pt x="5973" y="9813"/>
                </a:lnTo>
                <a:cubicBezTo>
                  <a:pt x="5973" y="10049"/>
                  <a:pt x="5782" y="10240"/>
                  <a:pt x="5547" y="10240"/>
                </a:cubicBezTo>
                <a:cubicBezTo>
                  <a:pt x="5311" y="10240"/>
                  <a:pt x="5120" y="10049"/>
                  <a:pt x="5120" y="9813"/>
                </a:cubicBezTo>
                <a:lnTo>
                  <a:pt x="5120" y="8107"/>
                </a:lnTo>
                <a:cubicBezTo>
                  <a:pt x="5120" y="7871"/>
                  <a:pt x="5311" y="7680"/>
                  <a:pt x="5547" y="7680"/>
                </a:cubicBezTo>
                <a:close/>
                <a:moveTo>
                  <a:pt x="7253" y="7680"/>
                </a:moveTo>
                <a:cubicBezTo>
                  <a:pt x="7489" y="7680"/>
                  <a:pt x="7680" y="7871"/>
                  <a:pt x="7680" y="8107"/>
                </a:cubicBezTo>
                <a:lnTo>
                  <a:pt x="7680" y="9813"/>
                </a:lnTo>
                <a:cubicBezTo>
                  <a:pt x="7680" y="10049"/>
                  <a:pt x="7489" y="10240"/>
                  <a:pt x="7253" y="10240"/>
                </a:cubicBezTo>
                <a:cubicBezTo>
                  <a:pt x="7018" y="10240"/>
                  <a:pt x="6827" y="10049"/>
                  <a:pt x="6827" y="9813"/>
                </a:cubicBezTo>
                <a:lnTo>
                  <a:pt x="6827" y="8107"/>
                </a:lnTo>
                <a:cubicBezTo>
                  <a:pt x="6827" y="7871"/>
                  <a:pt x="7018" y="7680"/>
                  <a:pt x="7253" y="76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atomic-structure_68180">
            <a:extLst>
              <a:ext uri="{FF2B5EF4-FFF2-40B4-BE49-F238E27FC236}">
                <a16:creationId xmlns:a16="http://schemas.microsoft.com/office/drawing/2014/main" id="{EF6587AB-2FFB-AFF3-263B-48E7D7E8A102}"/>
              </a:ext>
            </a:extLst>
          </p:cNvPr>
          <p:cNvSpPr/>
          <p:nvPr/>
        </p:nvSpPr>
        <p:spPr>
          <a:xfrm>
            <a:off x="5183118" y="2546230"/>
            <a:ext cx="343299" cy="365737"/>
          </a:xfrm>
          <a:custGeom>
            <a:avLst/>
            <a:gdLst>
              <a:gd name="connsiteX0" fmla="*/ 283903 w 567909"/>
              <a:gd name="connsiteY0" fmla="*/ 440915 h 605028"/>
              <a:gd name="connsiteX1" fmla="*/ 204713 w 567909"/>
              <a:gd name="connsiteY1" fmla="*/ 485545 h 605028"/>
              <a:gd name="connsiteX2" fmla="*/ 209288 w 567909"/>
              <a:gd name="connsiteY2" fmla="*/ 496322 h 605028"/>
              <a:gd name="connsiteX3" fmla="*/ 283903 w 567909"/>
              <a:gd name="connsiteY3" fmla="*/ 569066 h 605028"/>
              <a:gd name="connsiteX4" fmla="*/ 358518 w 567909"/>
              <a:gd name="connsiteY4" fmla="*/ 496322 h 605028"/>
              <a:gd name="connsiteX5" fmla="*/ 363093 w 567909"/>
              <a:gd name="connsiteY5" fmla="*/ 485545 h 605028"/>
              <a:gd name="connsiteX6" fmla="*/ 283903 w 567909"/>
              <a:gd name="connsiteY6" fmla="*/ 440915 h 605028"/>
              <a:gd name="connsiteX7" fmla="*/ 391484 w 567909"/>
              <a:gd name="connsiteY7" fmla="*/ 363368 h 605028"/>
              <a:gd name="connsiteX8" fmla="*/ 352183 w 567909"/>
              <a:gd name="connsiteY8" fmla="*/ 394059 h 605028"/>
              <a:gd name="connsiteX9" fmla="*/ 316987 w 567909"/>
              <a:gd name="connsiteY9" fmla="*/ 419127 h 605028"/>
              <a:gd name="connsiteX10" fmla="*/ 374942 w 567909"/>
              <a:gd name="connsiteY10" fmla="*/ 451223 h 605028"/>
              <a:gd name="connsiteX11" fmla="*/ 391484 w 567909"/>
              <a:gd name="connsiteY11" fmla="*/ 363368 h 605028"/>
              <a:gd name="connsiteX12" fmla="*/ 176204 w 567909"/>
              <a:gd name="connsiteY12" fmla="*/ 363368 h 605028"/>
              <a:gd name="connsiteX13" fmla="*/ 192864 w 567909"/>
              <a:gd name="connsiteY13" fmla="*/ 451223 h 605028"/>
              <a:gd name="connsiteX14" fmla="*/ 250702 w 567909"/>
              <a:gd name="connsiteY14" fmla="*/ 419127 h 605028"/>
              <a:gd name="connsiteX15" fmla="*/ 215623 w 567909"/>
              <a:gd name="connsiteY15" fmla="*/ 394059 h 605028"/>
              <a:gd name="connsiteX16" fmla="*/ 176204 w 567909"/>
              <a:gd name="connsiteY16" fmla="*/ 363368 h 605028"/>
              <a:gd name="connsiteX17" fmla="*/ 433485 w 567909"/>
              <a:gd name="connsiteY17" fmla="*/ 327289 h 605028"/>
              <a:gd name="connsiteX18" fmla="*/ 429965 w 567909"/>
              <a:gd name="connsiteY18" fmla="*/ 330452 h 605028"/>
              <a:gd name="connsiteX19" fmla="*/ 407792 w 567909"/>
              <a:gd name="connsiteY19" fmla="*/ 466686 h 605028"/>
              <a:gd name="connsiteX20" fmla="*/ 503641 w 567909"/>
              <a:gd name="connsiteY20" fmla="*/ 492457 h 605028"/>
              <a:gd name="connsiteX21" fmla="*/ 528982 w 567909"/>
              <a:gd name="connsiteY21" fmla="*/ 484725 h 605028"/>
              <a:gd name="connsiteX22" fmla="*/ 493669 w 567909"/>
              <a:gd name="connsiteY22" fmla="*/ 395231 h 605028"/>
              <a:gd name="connsiteX23" fmla="*/ 433485 w 567909"/>
              <a:gd name="connsiteY23" fmla="*/ 327289 h 605028"/>
              <a:gd name="connsiteX24" fmla="*/ 134321 w 567909"/>
              <a:gd name="connsiteY24" fmla="*/ 327289 h 605028"/>
              <a:gd name="connsiteX25" fmla="*/ 74020 w 567909"/>
              <a:gd name="connsiteY25" fmla="*/ 395231 h 605028"/>
              <a:gd name="connsiteX26" fmla="*/ 38707 w 567909"/>
              <a:gd name="connsiteY26" fmla="*/ 484725 h 605028"/>
              <a:gd name="connsiteX27" fmla="*/ 64165 w 567909"/>
              <a:gd name="connsiteY27" fmla="*/ 492457 h 605028"/>
              <a:gd name="connsiteX28" fmla="*/ 159897 w 567909"/>
              <a:gd name="connsiteY28" fmla="*/ 466686 h 605028"/>
              <a:gd name="connsiteX29" fmla="*/ 137841 w 567909"/>
              <a:gd name="connsiteY29" fmla="*/ 330452 h 605028"/>
              <a:gd name="connsiteX30" fmla="*/ 134321 w 567909"/>
              <a:gd name="connsiteY30" fmla="*/ 327289 h 605028"/>
              <a:gd name="connsiteX31" fmla="*/ 283903 w 567909"/>
              <a:gd name="connsiteY31" fmla="*/ 247896 h 605028"/>
              <a:gd name="connsiteX32" fmla="*/ 338662 w 567909"/>
              <a:gd name="connsiteY32" fmla="*/ 302514 h 605028"/>
              <a:gd name="connsiteX33" fmla="*/ 283903 w 567909"/>
              <a:gd name="connsiteY33" fmla="*/ 357132 h 605028"/>
              <a:gd name="connsiteX34" fmla="*/ 229144 w 567909"/>
              <a:gd name="connsiteY34" fmla="*/ 302514 h 605028"/>
              <a:gd name="connsiteX35" fmla="*/ 283903 w 567909"/>
              <a:gd name="connsiteY35" fmla="*/ 247896 h 605028"/>
              <a:gd name="connsiteX36" fmla="*/ 283903 w 567909"/>
              <a:gd name="connsiteY36" fmla="*/ 206869 h 605028"/>
              <a:gd name="connsiteX37" fmla="*/ 237093 w 567909"/>
              <a:gd name="connsiteY37" fmla="*/ 239785 h 605028"/>
              <a:gd name="connsiteX38" fmla="*/ 173271 w 567909"/>
              <a:gd name="connsiteY38" fmla="*/ 291093 h 605028"/>
              <a:gd name="connsiteX39" fmla="*/ 173154 w 567909"/>
              <a:gd name="connsiteY39" fmla="*/ 302456 h 605028"/>
              <a:gd name="connsiteX40" fmla="*/ 173271 w 567909"/>
              <a:gd name="connsiteY40" fmla="*/ 313935 h 605028"/>
              <a:gd name="connsiteX41" fmla="*/ 237093 w 567909"/>
              <a:gd name="connsiteY41" fmla="*/ 365243 h 605028"/>
              <a:gd name="connsiteX42" fmla="*/ 283903 w 567909"/>
              <a:gd name="connsiteY42" fmla="*/ 398159 h 605028"/>
              <a:gd name="connsiteX43" fmla="*/ 330713 w 567909"/>
              <a:gd name="connsiteY43" fmla="*/ 365243 h 605028"/>
              <a:gd name="connsiteX44" fmla="*/ 394417 w 567909"/>
              <a:gd name="connsiteY44" fmla="*/ 313935 h 605028"/>
              <a:gd name="connsiteX45" fmla="*/ 394535 w 567909"/>
              <a:gd name="connsiteY45" fmla="*/ 302456 h 605028"/>
              <a:gd name="connsiteX46" fmla="*/ 394417 w 567909"/>
              <a:gd name="connsiteY46" fmla="*/ 291093 h 605028"/>
              <a:gd name="connsiteX47" fmla="*/ 330713 w 567909"/>
              <a:gd name="connsiteY47" fmla="*/ 239785 h 605028"/>
              <a:gd name="connsiteX48" fmla="*/ 283903 w 567909"/>
              <a:gd name="connsiteY48" fmla="*/ 206869 h 605028"/>
              <a:gd name="connsiteX49" fmla="*/ 374942 w 567909"/>
              <a:gd name="connsiteY49" fmla="*/ 153687 h 605028"/>
              <a:gd name="connsiteX50" fmla="*/ 316987 w 567909"/>
              <a:gd name="connsiteY50" fmla="*/ 185901 h 605028"/>
              <a:gd name="connsiteX51" fmla="*/ 352183 w 567909"/>
              <a:gd name="connsiteY51" fmla="*/ 210969 h 605028"/>
              <a:gd name="connsiteX52" fmla="*/ 391484 w 567909"/>
              <a:gd name="connsiteY52" fmla="*/ 241660 h 605028"/>
              <a:gd name="connsiteX53" fmla="*/ 374942 w 567909"/>
              <a:gd name="connsiteY53" fmla="*/ 153687 h 605028"/>
              <a:gd name="connsiteX54" fmla="*/ 192864 w 567909"/>
              <a:gd name="connsiteY54" fmla="*/ 153687 h 605028"/>
              <a:gd name="connsiteX55" fmla="*/ 176204 w 567909"/>
              <a:gd name="connsiteY55" fmla="*/ 241660 h 605028"/>
              <a:gd name="connsiteX56" fmla="*/ 215623 w 567909"/>
              <a:gd name="connsiteY56" fmla="*/ 210969 h 605028"/>
              <a:gd name="connsiteX57" fmla="*/ 250702 w 567909"/>
              <a:gd name="connsiteY57" fmla="*/ 185901 h 605028"/>
              <a:gd name="connsiteX58" fmla="*/ 192864 w 567909"/>
              <a:gd name="connsiteY58" fmla="*/ 153687 h 605028"/>
              <a:gd name="connsiteX59" fmla="*/ 503641 w 567909"/>
              <a:gd name="connsiteY59" fmla="*/ 112571 h 605028"/>
              <a:gd name="connsiteX60" fmla="*/ 407792 w 567909"/>
              <a:gd name="connsiteY60" fmla="*/ 138342 h 605028"/>
              <a:gd name="connsiteX61" fmla="*/ 429965 w 567909"/>
              <a:gd name="connsiteY61" fmla="*/ 274576 h 605028"/>
              <a:gd name="connsiteX62" fmla="*/ 433485 w 567909"/>
              <a:gd name="connsiteY62" fmla="*/ 277739 h 605028"/>
              <a:gd name="connsiteX63" fmla="*/ 482289 w 567909"/>
              <a:gd name="connsiteY63" fmla="*/ 224440 h 605028"/>
              <a:gd name="connsiteX64" fmla="*/ 480177 w 567909"/>
              <a:gd name="connsiteY64" fmla="*/ 212492 h 605028"/>
              <a:gd name="connsiteX65" fmla="*/ 514552 w 567909"/>
              <a:gd name="connsiteY65" fmla="*/ 178170 h 605028"/>
              <a:gd name="connsiteX66" fmla="*/ 514786 w 567909"/>
              <a:gd name="connsiteY66" fmla="*/ 178170 h 605028"/>
              <a:gd name="connsiteX67" fmla="*/ 528982 w 567909"/>
              <a:gd name="connsiteY67" fmla="*/ 120185 h 605028"/>
              <a:gd name="connsiteX68" fmla="*/ 503641 w 567909"/>
              <a:gd name="connsiteY68" fmla="*/ 112571 h 605028"/>
              <a:gd name="connsiteX69" fmla="*/ 64165 w 567909"/>
              <a:gd name="connsiteY69" fmla="*/ 112571 h 605028"/>
              <a:gd name="connsiteX70" fmla="*/ 38707 w 567909"/>
              <a:gd name="connsiteY70" fmla="*/ 120185 h 605028"/>
              <a:gd name="connsiteX71" fmla="*/ 74020 w 567909"/>
              <a:gd name="connsiteY71" fmla="*/ 209797 h 605028"/>
              <a:gd name="connsiteX72" fmla="*/ 134321 w 567909"/>
              <a:gd name="connsiteY72" fmla="*/ 277739 h 605028"/>
              <a:gd name="connsiteX73" fmla="*/ 137841 w 567909"/>
              <a:gd name="connsiteY73" fmla="*/ 274576 h 605028"/>
              <a:gd name="connsiteX74" fmla="*/ 159897 w 567909"/>
              <a:gd name="connsiteY74" fmla="*/ 138342 h 605028"/>
              <a:gd name="connsiteX75" fmla="*/ 135377 w 567909"/>
              <a:gd name="connsiteY75" fmla="*/ 128502 h 605028"/>
              <a:gd name="connsiteX76" fmla="*/ 113321 w 567909"/>
              <a:gd name="connsiteY76" fmla="*/ 136585 h 605028"/>
              <a:gd name="connsiteX77" fmla="*/ 80941 w 567909"/>
              <a:gd name="connsiteY77" fmla="*/ 113860 h 605028"/>
              <a:gd name="connsiteX78" fmla="*/ 64165 w 567909"/>
              <a:gd name="connsiteY78" fmla="*/ 112571 h 605028"/>
              <a:gd name="connsiteX79" fmla="*/ 283903 w 567909"/>
              <a:gd name="connsiteY79" fmla="*/ 35962 h 605028"/>
              <a:gd name="connsiteX80" fmla="*/ 209288 w 567909"/>
              <a:gd name="connsiteY80" fmla="*/ 108706 h 605028"/>
              <a:gd name="connsiteX81" fmla="*/ 204713 w 567909"/>
              <a:gd name="connsiteY81" fmla="*/ 119483 h 605028"/>
              <a:gd name="connsiteX82" fmla="*/ 283903 w 567909"/>
              <a:gd name="connsiteY82" fmla="*/ 164113 h 605028"/>
              <a:gd name="connsiteX83" fmla="*/ 363093 w 567909"/>
              <a:gd name="connsiteY83" fmla="*/ 119483 h 605028"/>
              <a:gd name="connsiteX84" fmla="*/ 358518 w 567909"/>
              <a:gd name="connsiteY84" fmla="*/ 108706 h 605028"/>
              <a:gd name="connsiteX85" fmla="*/ 283903 w 567909"/>
              <a:gd name="connsiteY85" fmla="*/ 35962 h 605028"/>
              <a:gd name="connsiteX86" fmla="*/ 283903 w 567909"/>
              <a:gd name="connsiteY86" fmla="*/ 0 h 605028"/>
              <a:gd name="connsiteX87" fmla="*/ 391250 w 567909"/>
              <a:gd name="connsiteY87" fmla="*/ 93946 h 605028"/>
              <a:gd name="connsiteX88" fmla="*/ 395825 w 567909"/>
              <a:gd name="connsiteY88" fmla="*/ 104489 h 605028"/>
              <a:gd name="connsiteX89" fmla="*/ 503641 w 567909"/>
              <a:gd name="connsiteY89" fmla="*/ 76609 h 605028"/>
              <a:gd name="connsiteX90" fmla="*/ 557842 w 567909"/>
              <a:gd name="connsiteY90" fmla="*/ 98749 h 605028"/>
              <a:gd name="connsiteX91" fmla="*/ 545407 w 567909"/>
              <a:gd name="connsiteY91" fmla="*/ 197146 h 605028"/>
              <a:gd name="connsiteX92" fmla="*/ 548926 w 567909"/>
              <a:gd name="connsiteY92" fmla="*/ 212492 h 605028"/>
              <a:gd name="connsiteX93" fmla="*/ 514552 w 567909"/>
              <a:gd name="connsiteY93" fmla="*/ 246814 h 605028"/>
              <a:gd name="connsiteX94" fmla="*/ 510680 w 567909"/>
              <a:gd name="connsiteY94" fmla="*/ 246579 h 605028"/>
              <a:gd name="connsiteX95" fmla="*/ 459529 w 567909"/>
              <a:gd name="connsiteY95" fmla="*/ 302456 h 605028"/>
              <a:gd name="connsiteX96" fmla="*/ 522529 w 567909"/>
              <a:gd name="connsiteY96" fmla="*/ 373677 h 605028"/>
              <a:gd name="connsiteX97" fmla="*/ 557842 w 567909"/>
              <a:gd name="connsiteY97" fmla="*/ 506279 h 605028"/>
              <a:gd name="connsiteX98" fmla="*/ 503641 w 567909"/>
              <a:gd name="connsiteY98" fmla="*/ 528419 h 605028"/>
              <a:gd name="connsiteX99" fmla="*/ 395825 w 567909"/>
              <a:gd name="connsiteY99" fmla="*/ 500539 h 605028"/>
              <a:gd name="connsiteX100" fmla="*/ 391250 w 567909"/>
              <a:gd name="connsiteY100" fmla="*/ 511082 h 605028"/>
              <a:gd name="connsiteX101" fmla="*/ 283903 w 567909"/>
              <a:gd name="connsiteY101" fmla="*/ 605028 h 605028"/>
              <a:gd name="connsiteX102" fmla="*/ 176556 w 567909"/>
              <a:gd name="connsiteY102" fmla="*/ 511082 h 605028"/>
              <a:gd name="connsiteX103" fmla="*/ 171981 w 567909"/>
              <a:gd name="connsiteY103" fmla="*/ 500539 h 605028"/>
              <a:gd name="connsiteX104" fmla="*/ 64165 w 567909"/>
              <a:gd name="connsiteY104" fmla="*/ 528419 h 605028"/>
              <a:gd name="connsiteX105" fmla="*/ 9846 w 567909"/>
              <a:gd name="connsiteY105" fmla="*/ 506279 h 605028"/>
              <a:gd name="connsiteX106" fmla="*/ 45277 w 567909"/>
              <a:gd name="connsiteY106" fmla="*/ 373677 h 605028"/>
              <a:gd name="connsiteX107" fmla="*/ 108159 w 567909"/>
              <a:gd name="connsiteY107" fmla="*/ 302456 h 605028"/>
              <a:gd name="connsiteX108" fmla="*/ 45277 w 567909"/>
              <a:gd name="connsiteY108" fmla="*/ 231351 h 605028"/>
              <a:gd name="connsiteX109" fmla="*/ 9846 w 567909"/>
              <a:gd name="connsiteY109" fmla="*/ 98749 h 605028"/>
              <a:gd name="connsiteX110" fmla="*/ 64165 w 567909"/>
              <a:gd name="connsiteY110" fmla="*/ 76609 h 605028"/>
              <a:gd name="connsiteX111" fmla="*/ 88333 w 567909"/>
              <a:gd name="connsiteY111" fmla="*/ 78601 h 605028"/>
              <a:gd name="connsiteX112" fmla="*/ 113321 w 567909"/>
              <a:gd name="connsiteY112" fmla="*/ 67824 h 605028"/>
              <a:gd name="connsiteX113" fmla="*/ 146875 w 567909"/>
              <a:gd name="connsiteY113" fmla="*/ 94532 h 605028"/>
              <a:gd name="connsiteX114" fmla="*/ 171981 w 567909"/>
              <a:gd name="connsiteY114" fmla="*/ 104489 h 605028"/>
              <a:gd name="connsiteX115" fmla="*/ 176556 w 567909"/>
              <a:gd name="connsiteY115" fmla="*/ 93946 h 605028"/>
              <a:gd name="connsiteX116" fmla="*/ 283903 w 567909"/>
              <a:gd name="connsiteY116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567909" h="605028">
                <a:moveTo>
                  <a:pt x="283903" y="440915"/>
                </a:moveTo>
                <a:cubicBezTo>
                  <a:pt x="256803" y="457900"/>
                  <a:pt x="230288" y="472894"/>
                  <a:pt x="204713" y="485545"/>
                </a:cubicBezTo>
                <a:cubicBezTo>
                  <a:pt x="206238" y="489294"/>
                  <a:pt x="207763" y="492925"/>
                  <a:pt x="209288" y="496322"/>
                </a:cubicBezTo>
                <a:cubicBezTo>
                  <a:pt x="230171" y="542593"/>
                  <a:pt x="257389" y="569066"/>
                  <a:pt x="283903" y="569066"/>
                </a:cubicBezTo>
                <a:cubicBezTo>
                  <a:pt x="310417" y="569066"/>
                  <a:pt x="337518" y="542593"/>
                  <a:pt x="358518" y="496322"/>
                </a:cubicBezTo>
                <a:cubicBezTo>
                  <a:pt x="360043" y="492925"/>
                  <a:pt x="361568" y="489294"/>
                  <a:pt x="363093" y="485545"/>
                </a:cubicBezTo>
                <a:cubicBezTo>
                  <a:pt x="337518" y="472894"/>
                  <a:pt x="310886" y="457900"/>
                  <a:pt x="283903" y="440915"/>
                </a:cubicBezTo>
                <a:close/>
                <a:moveTo>
                  <a:pt x="391484" y="363368"/>
                </a:moveTo>
                <a:cubicBezTo>
                  <a:pt x="378814" y="373794"/>
                  <a:pt x="365557" y="384102"/>
                  <a:pt x="352183" y="394059"/>
                </a:cubicBezTo>
                <a:cubicBezTo>
                  <a:pt x="340685" y="402610"/>
                  <a:pt x="328954" y="411044"/>
                  <a:pt x="316987" y="419127"/>
                </a:cubicBezTo>
                <a:cubicBezTo>
                  <a:pt x="336697" y="431075"/>
                  <a:pt x="356171" y="441852"/>
                  <a:pt x="374942" y="451223"/>
                </a:cubicBezTo>
                <a:cubicBezTo>
                  <a:pt x="382803" y="424281"/>
                  <a:pt x="388434" y="394762"/>
                  <a:pt x="391484" y="363368"/>
                </a:cubicBezTo>
                <a:close/>
                <a:moveTo>
                  <a:pt x="176204" y="363368"/>
                </a:moveTo>
                <a:cubicBezTo>
                  <a:pt x="179372" y="394762"/>
                  <a:pt x="185003" y="424281"/>
                  <a:pt x="192864" y="451223"/>
                </a:cubicBezTo>
                <a:cubicBezTo>
                  <a:pt x="211635" y="441852"/>
                  <a:pt x="230992" y="431075"/>
                  <a:pt x="250702" y="419127"/>
                </a:cubicBezTo>
                <a:cubicBezTo>
                  <a:pt x="238853" y="411044"/>
                  <a:pt x="227121" y="402610"/>
                  <a:pt x="215623" y="394059"/>
                </a:cubicBezTo>
                <a:cubicBezTo>
                  <a:pt x="202249" y="384102"/>
                  <a:pt x="188992" y="373794"/>
                  <a:pt x="176204" y="363368"/>
                </a:cubicBezTo>
                <a:close/>
                <a:moveTo>
                  <a:pt x="433485" y="327289"/>
                </a:moveTo>
                <a:cubicBezTo>
                  <a:pt x="432311" y="328344"/>
                  <a:pt x="431138" y="329398"/>
                  <a:pt x="429965" y="330452"/>
                </a:cubicBezTo>
                <a:cubicBezTo>
                  <a:pt x="427853" y="379065"/>
                  <a:pt x="420228" y="426155"/>
                  <a:pt x="407792" y="466686"/>
                </a:cubicBezTo>
                <a:cubicBezTo>
                  <a:pt x="446976" y="483554"/>
                  <a:pt x="480060" y="492457"/>
                  <a:pt x="503641" y="492457"/>
                </a:cubicBezTo>
                <a:cubicBezTo>
                  <a:pt x="516312" y="492457"/>
                  <a:pt x="525345" y="489762"/>
                  <a:pt x="528982" y="484725"/>
                </a:cubicBezTo>
                <a:cubicBezTo>
                  <a:pt x="534848" y="476877"/>
                  <a:pt x="534027" y="449115"/>
                  <a:pt x="493669" y="395231"/>
                </a:cubicBezTo>
                <a:cubicBezTo>
                  <a:pt x="477479" y="373442"/>
                  <a:pt x="457183" y="350600"/>
                  <a:pt x="433485" y="327289"/>
                </a:cubicBezTo>
                <a:close/>
                <a:moveTo>
                  <a:pt x="134321" y="327289"/>
                </a:moveTo>
                <a:cubicBezTo>
                  <a:pt x="110506" y="350600"/>
                  <a:pt x="90327" y="373442"/>
                  <a:pt x="74020" y="395231"/>
                </a:cubicBezTo>
                <a:cubicBezTo>
                  <a:pt x="33662" y="449115"/>
                  <a:pt x="32841" y="476877"/>
                  <a:pt x="38707" y="484725"/>
                </a:cubicBezTo>
                <a:cubicBezTo>
                  <a:pt x="42461" y="489762"/>
                  <a:pt x="51494" y="492457"/>
                  <a:pt x="64165" y="492457"/>
                </a:cubicBezTo>
                <a:cubicBezTo>
                  <a:pt x="87746" y="492457"/>
                  <a:pt x="120830" y="483554"/>
                  <a:pt x="159897" y="466686"/>
                </a:cubicBezTo>
                <a:cubicBezTo>
                  <a:pt x="147578" y="426155"/>
                  <a:pt x="139953" y="379065"/>
                  <a:pt x="137841" y="330452"/>
                </a:cubicBezTo>
                <a:cubicBezTo>
                  <a:pt x="136668" y="329398"/>
                  <a:pt x="135495" y="328344"/>
                  <a:pt x="134321" y="327289"/>
                </a:cubicBezTo>
                <a:close/>
                <a:moveTo>
                  <a:pt x="283903" y="247896"/>
                </a:moveTo>
                <a:cubicBezTo>
                  <a:pt x="314146" y="247896"/>
                  <a:pt x="338662" y="272349"/>
                  <a:pt x="338662" y="302514"/>
                </a:cubicBezTo>
                <a:cubicBezTo>
                  <a:pt x="338662" y="332679"/>
                  <a:pt x="314146" y="357132"/>
                  <a:pt x="283903" y="357132"/>
                </a:cubicBezTo>
                <a:cubicBezTo>
                  <a:pt x="253660" y="357132"/>
                  <a:pt x="229144" y="332679"/>
                  <a:pt x="229144" y="302514"/>
                </a:cubicBezTo>
                <a:cubicBezTo>
                  <a:pt x="229144" y="272349"/>
                  <a:pt x="253660" y="247896"/>
                  <a:pt x="283903" y="247896"/>
                </a:cubicBezTo>
                <a:close/>
                <a:moveTo>
                  <a:pt x="283903" y="206869"/>
                </a:moveTo>
                <a:cubicBezTo>
                  <a:pt x="268182" y="217294"/>
                  <a:pt x="252462" y="228423"/>
                  <a:pt x="237093" y="239785"/>
                </a:cubicBezTo>
                <a:cubicBezTo>
                  <a:pt x="214802" y="256303"/>
                  <a:pt x="193333" y="273639"/>
                  <a:pt x="173271" y="291093"/>
                </a:cubicBezTo>
                <a:cubicBezTo>
                  <a:pt x="173271" y="294959"/>
                  <a:pt x="173154" y="298824"/>
                  <a:pt x="173154" y="302456"/>
                </a:cubicBezTo>
                <a:cubicBezTo>
                  <a:pt x="173154" y="306204"/>
                  <a:pt x="173271" y="310070"/>
                  <a:pt x="173271" y="313935"/>
                </a:cubicBezTo>
                <a:cubicBezTo>
                  <a:pt x="193333" y="331389"/>
                  <a:pt x="214802" y="348726"/>
                  <a:pt x="237093" y="365243"/>
                </a:cubicBezTo>
                <a:cubicBezTo>
                  <a:pt x="252462" y="376605"/>
                  <a:pt x="268182" y="387734"/>
                  <a:pt x="283903" y="398159"/>
                </a:cubicBezTo>
                <a:cubicBezTo>
                  <a:pt x="299624" y="387734"/>
                  <a:pt x="315345" y="376605"/>
                  <a:pt x="330713" y="365243"/>
                </a:cubicBezTo>
                <a:cubicBezTo>
                  <a:pt x="353004" y="348726"/>
                  <a:pt x="374356" y="331389"/>
                  <a:pt x="394417" y="313935"/>
                </a:cubicBezTo>
                <a:cubicBezTo>
                  <a:pt x="394535" y="310070"/>
                  <a:pt x="394535" y="306204"/>
                  <a:pt x="394535" y="302456"/>
                </a:cubicBezTo>
                <a:cubicBezTo>
                  <a:pt x="394535" y="298824"/>
                  <a:pt x="394535" y="294959"/>
                  <a:pt x="394417" y="291093"/>
                </a:cubicBezTo>
                <a:cubicBezTo>
                  <a:pt x="374356" y="273639"/>
                  <a:pt x="353004" y="256303"/>
                  <a:pt x="330713" y="239785"/>
                </a:cubicBezTo>
                <a:cubicBezTo>
                  <a:pt x="315345" y="228423"/>
                  <a:pt x="299624" y="217294"/>
                  <a:pt x="283903" y="206869"/>
                </a:cubicBezTo>
                <a:close/>
                <a:moveTo>
                  <a:pt x="374942" y="153687"/>
                </a:moveTo>
                <a:cubicBezTo>
                  <a:pt x="356171" y="163176"/>
                  <a:pt x="336697" y="173953"/>
                  <a:pt x="316987" y="185901"/>
                </a:cubicBezTo>
                <a:cubicBezTo>
                  <a:pt x="328954" y="193984"/>
                  <a:pt x="340685" y="202418"/>
                  <a:pt x="352183" y="210969"/>
                </a:cubicBezTo>
                <a:cubicBezTo>
                  <a:pt x="365557" y="220926"/>
                  <a:pt x="378814" y="231234"/>
                  <a:pt x="391484" y="241660"/>
                </a:cubicBezTo>
                <a:cubicBezTo>
                  <a:pt x="388434" y="210149"/>
                  <a:pt x="382803" y="180630"/>
                  <a:pt x="374942" y="153687"/>
                </a:cubicBezTo>
                <a:close/>
                <a:moveTo>
                  <a:pt x="192864" y="153687"/>
                </a:moveTo>
                <a:cubicBezTo>
                  <a:pt x="185003" y="180630"/>
                  <a:pt x="179372" y="210149"/>
                  <a:pt x="176204" y="241660"/>
                </a:cubicBezTo>
                <a:cubicBezTo>
                  <a:pt x="188992" y="231234"/>
                  <a:pt x="202249" y="220926"/>
                  <a:pt x="215623" y="210969"/>
                </a:cubicBezTo>
                <a:cubicBezTo>
                  <a:pt x="227003" y="202418"/>
                  <a:pt x="238853" y="193984"/>
                  <a:pt x="250702" y="185901"/>
                </a:cubicBezTo>
                <a:cubicBezTo>
                  <a:pt x="230992" y="173953"/>
                  <a:pt x="211635" y="163176"/>
                  <a:pt x="192864" y="153687"/>
                </a:cubicBezTo>
                <a:close/>
                <a:moveTo>
                  <a:pt x="503641" y="112571"/>
                </a:moveTo>
                <a:cubicBezTo>
                  <a:pt x="480060" y="112571"/>
                  <a:pt x="446976" y="121474"/>
                  <a:pt x="407792" y="138342"/>
                </a:cubicBezTo>
                <a:cubicBezTo>
                  <a:pt x="420228" y="178873"/>
                  <a:pt x="427853" y="225846"/>
                  <a:pt x="429965" y="274576"/>
                </a:cubicBezTo>
                <a:cubicBezTo>
                  <a:pt x="431138" y="275631"/>
                  <a:pt x="432311" y="276685"/>
                  <a:pt x="433485" y="277739"/>
                </a:cubicBezTo>
                <a:cubicBezTo>
                  <a:pt x="451904" y="259582"/>
                  <a:pt x="468328" y="241777"/>
                  <a:pt x="482289" y="224440"/>
                </a:cubicBezTo>
                <a:cubicBezTo>
                  <a:pt x="480881" y="220574"/>
                  <a:pt x="480177" y="216592"/>
                  <a:pt x="480177" y="212492"/>
                </a:cubicBezTo>
                <a:cubicBezTo>
                  <a:pt x="480177" y="193515"/>
                  <a:pt x="495546" y="178170"/>
                  <a:pt x="514552" y="178170"/>
                </a:cubicBezTo>
                <a:cubicBezTo>
                  <a:pt x="514669" y="178170"/>
                  <a:pt x="514786" y="178170"/>
                  <a:pt x="514786" y="178170"/>
                </a:cubicBezTo>
                <a:cubicBezTo>
                  <a:pt x="533205" y="146073"/>
                  <a:pt x="534027" y="126979"/>
                  <a:pt x="528982" y="120185"/>
                </a:cubicBezTo>
                <a:cubicBezTo>
                  <a:pt x="525345" y="115265"/>
                  <a:pt x="516312" y="112571"/>
                  <a:pt x="503641" y="112571"/>
                </a:cubicBezTo>
                <a:close/>
                <a:moveTo>
                  <a:pt x="64165" y="112571"/>
                </a:moveTo>
                <a:cubicBezTo>
                  <a:pt x="51494" y="112571"/>
                  <a:pt x="42461" y="115265"/>
                  <a:pt x="38707" y="120185"/>
                </a:cubicBezTo>
                <a:cubicBezTo>
                  <a:pt x="32841" y="128151"/>
                  <a:pt x="33662" y="155796"/>
                  <a:pt x="74020" y="209797"/>
                </a:cubicBezTo>
                <a:cubicBezTo>
                  <a:pt x="90327" y="231585"/>
                  <a:pt x="110506" y="254428"/>
                  <a:pt x="134321" y="277739"/>
                </a:cubicBezTo>
                <a:cubicBezTo>
                  <a:pt x="135495" y="276685"/>
                  <a:pt x="136668" y="275631"/>
                  <a:pt x="137841" y="274576"/>
                </a:cubicBezTo>
                <a:cubicBezTo>
                  <a:pt x="139953" y="225846"/>
                  <a:pt x="147578" y="178873"/>
                  <a:pt x="159897" y="138342"/>
                </a:cubicBezTo>
                <a:cubicBezTo>
                  <a:pt x="151685" y="134711"/>
                  <a:pt x="143355" y="131431"/>
                  <a:pt x="135377" y="128502"/>
                </a:cubicBezTo>
                <a:cubicBezTo>
                  <a:pt x="129159" y="133656"/>
                  <a:pt x="121416" y="136585"/>
                  <a:pt x="113321" y="136585"/>
                </a:cubicBezTo>
                <a:cubicBezTo>
                  <a:pt x="98891" y="136585"/>
                  <a:pt x="85869" y="127331"/>
                  <a:pt x="80941" y="113860"/>
                </a:cubicBezTo>
                <a:cubicBezTo>
                  <a:pt x="74841" y="113040"/>
                  <a:pt x="69210" y="112571"/>
                  <a:pt x="64165" y="112571"/>
                </a:cubicBezTo>
                <a:close/>
                <a:moveTo>
                  <a:pt x="283903" y="35962"/>
                </a:moveTo>
                <a:cubicBezTo>
                  <a:pt x="257389" y="35962"/>
                  <a:pt x="230171" y="62435"/>
                  <a:pt x="209288" y="108706"/>
                </a:cubicBezTo>
                <a:cubicBezTo>
                  <a:pt x="207763" y="112103"/>
                  <a:pt x="206238" y="115734"/>
                  <a:pt x="204713" y="119483"/>
                </a:cubicBezTo>
                <a:cubicBezTo>
                  <a:pt x="230288" y="132134"/>
                  <a:pt x="256803" y="147128"/>
                  <a:pt x="283903" y="164113"/>
                </a:cubicBezTo>
                <a:cubicBezTo>
                  <a:pt x="310886" y="147128"/>
                  <a:pt x="337518" y="132134"/>
                  <a:pt x="363093" y="119483"/>
                </a:cubicBezTo>
                <a:cubicBezTo>
                  <a:pt x="361568" y="115734"/>
                  <a:pt x="360043" y="112103"/>
                  <a:pt x="358518" y="108706"/>
                </a:cubicBezTo>
                <a:cubicBezTo>
                  <a:pt x="337518" y="62435"/>
                  <a:pt x="310417" y="35962"/>
                  <a:pt x="283903" y="35962"/>
                </a:cubicBezTo>
                <a:close/>
                <a:moveTo>
                  <a:pt x="283903" y="0"/>
                </a:moveTo>
                <a:cubicBezTo>
                  <a:pt x="325786" y="0"/>
                  <a:pt x="363915" y="33385"/>
                  <a:pt x="391250" y="93946"/>
                </a:cubicBezTo>
                <a:cubicBezTo>
                  <a:pt x="392775" y="97226"/>
                  <a:pt x="394300" y="100740"/>
                  <a:pt x="395825" y="104489"/>
                </a:cubicBezTo>
                <a:cubicBezTo>
                  <a:pt x="438647" y="86215"/>
                  <a:pt x="475954" y="76609"/>
                  <a:pt x="503641" y="76609"/>
                </a:cubicBezTo>
                <a:cubicBezTo>
                  <a:pt x="528630" y="76609"/>
                  <a:pt x="546932" y="84106"/>
                  <a:pt x="557842" y="98749"/>
                </a:cubicBezTo>
                <a:cubicBezTo>
                  <a:pt x="574619" y="121122"/>
                  <a:pt x="570396" y="154273"/>
                  <a:pt x="545407" y="197146"/>
                </a:cubicBezTo>
                <a:cubicBezTo>
                  <a:pt x="547753" y="201949"/>
                  <a:pt x="548926" y="207220"/>
                  <a:pt x="548926" y="212492"/>
                </a:cubicBezTo>
                <a:cubicBezTo>
                  <a:pt x="548926" y="231468"/>
                  <a:pt x="533557" y="246814"/>
                  <a:pt x="514552" y="246814"/>
                </a:cubicBezTo>
                <a:cubicBezTo>
                  <a:pt x="513261" y="246814"/>
                  <a:pt x="511971" y="246814"/>
                  <a:pt x="510680" y="246579"/>
                </a:cubicBezTo>
                <a:cubicBezTo>
                  <a:pt x="495898" y="264737"/>
                  <a:pt x="478770" y="283596"/>
                  <a:pt x="459529" y="302456"/>
                </a:cubicBezTo>
                <a:cubicBezTo>
                  <a:pt x="484284" y="326938"/>
                  <a:pt x="505518" y="350834"/>
                  <a:pt x="522529" y="373677"/>
                </a:cubicBezTo>
                <a:cubicBezTo>
                  <a:pt x="566524" y="432481"/>
                  <a:pt x="578725" y="478283"/>
                  <a:pt x="557842" y="506279"/>
                </a:cubicBezTo>
                <a:cubicBezTo>
                  <a:pt x="546932" y="520922"/>
                  <a:pt x="528630" y="528419"/>
                  <a:pt x="503641" y="528419"/>
                </a:cubicBezTo>
                <a:cubicBezTo>
                  <a:pt x="475954" y="528419"/>
                  <a:pt x="438647" y="518813"/>
                  <a:pt x="395825" y="500539"/>
                </a:cubicBezTo>
                <a:cubicBezTo>
                  <a:pt x="394300" y="504288"/>
                  <a:pt x="392775" y="507802"/>
                  <a:pt x="391250" y="511082"/>
                </a:cubicBezTo>
                <a:cubicBezTo>
                  <a:pt x="363915" y="571643"/>
                  <a:pt x="325786" y="605028"/>
                  <a:pt x="283903" y="605028"/>
                </a:cubicBezTo>
                <a:cubicBezTo>
                  <a:pt x="242020" y="605028"/>
                  <a:pt x="203891" y="571643"/>
                  <a:pt x="176556" y="511082"/>
                </a:cubicBezTo>
                <a:cubicBezTo>
                  <a:pt x="175031" y="507802"/>
                  <a:pt x="173506" y="504288"/>
                  <a:pt x="171981" y="500539"/>
                </a:cubicBezTo>
                <a:cubicBezTo>
                  <a:pt x="129159" y="518813"/>
                  <a:pt x="91852" y="528419"/>
                  <a:pt x="64165" y="528419"/>
                </a:cubicBezTo>
                <a:cubicBezTo>
                  <a:pt x="39059" y="528419"/>
                  <a:pt x="20874" y="520922"/>
                  <a:pt x="9846" y="506279"/>
                </a:cubicBezTo>
                <a:cubicBezTo>
                  <a:pt x="-10919" y="478283"/>
                  <a:pt x="1282" y="432481"/>
                  <a:pt x="45277" y="373677"/>
                </a:cubicBezTo>
                <a:cubicBezTo>
                  <a:pt x="62288" y="350834"/>
                  <a:pt x="83522" y="326938"/>
                  <a:pt x="108159" y="302456"/>
                </a:cubicBezTo>
                <a:cubicBezTo>
                  <a:pt x="83522" y="278091"/>
                  <a:pt x="62288" y="254194"/>
                  <a:pt x="45277" y="231351"/>
                </a:cubicBezTo>
                <a:cubicBezTo>
                  <a:pt x="1282" y="172547"/>
                  <a:pt x="-10919" y="126745"/>
                  <a:pt x="9846" y="98749"/>
                </a:cubicBezTo>
                <a:cubicBezTo>
                  <a:pt x="20874" y="84106"/>
                  <a:pt x="39059" y="76609"/>
                  <a:pt x="64165" y="76609"/>
                </a:cubicBezTo>
                <a:cubicBezTo>
                  <a:pt x="71439" y="76609"/>
                  <a:pt x="79534" y="77312"/>
                  <a:pt x="88333" y="78601"/>
                </a:cubicBezTo>
                <a:cubicBezTo>
                  <a:pt x="94785" y="71807"/>
                  <a:pt x="103819" y="67824"/>
                  <a:pt x="113321" y="67824"/>
                </a:cubicBezTo>
                <a:cubicBezTo>
                  <a:pt x="129511" y="67824"/>
                  <a:pt x="143238" y="78952"/>
                  <a:pt x="146875" y="94532"/>
                </a:cubicBezTo>
                <a:cubicBezTo>
                  <a:pt x="154970" y="97460"/>
                  <a:pt x="163417" y="100857"/>
                  <a:pt x="171981" y="104489"/>
                </a:cubicBezTo>
                <a:cubicBezTo>
                  <a:pt x="173506" y="100740"/>
                  <a:pt x="175031" y="97226"/>
                  <a:pt x="176556" y="93946"/>
                </a:cubicBezTo>
                <a:cubicBezTo>
                  <a:pt x="203891" y="33385"/>
                  <a:pt x="242020" y="0"/>
                  <a:pt x="28390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6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导学素材-AI辅助">
            <a:hlinkClick r:id="" action="ppaction://media"/>
            <a:extLst>
              <a:ext uri="{FF2B5EF4-FFF2-40B4-BE49-F238E27FC236}">
                <a16:creationId xmlns:a16="http://schemas.microsoft.com/office/drawing/2014/main" id="{D9CC1375-495D-F452-3928-5DC632B99C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9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77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06247-64CF-700D-5BDA-FD7B61FA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CEA01BA6-A752-39C0-FFEB-099FA76C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课程特色</a:t>
            </a:r>
          </a:p>
        </p:txBody>
      </p:sp>
      <p:sp>
        <p:nvSpPr>
          <p:cNvPr id="48" name="空心弧 47">
            <a:extLst>
              <a:ext uri="{FF2B5EF4-FFF2-40B4-BE49-F238E27FC236}">
                <a16:creationId xmlns:a16="http://schemas.microsoft.com/office/drawing/2014/main" id="{14F70685-B0FB-7E8F-B6F2-519641345DF5}"/>
              </a:ext>
            </a:extLst>
          </p:cNvPr>
          <p:cNvSpPr/>
          <p:nvPr/>
        </p:nvSpPr>
        <p:spPr>
          <a:xfrm rot="2364690" flipH="1">
            <a:off x="3980264" y="1801680"/>
            <a:ext cx="4226405" cy="4226399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44B4C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空心弧 48">
            <a:extLst>
              <a:ext uri="{FF2B5EF4-FFF2-40B4-BE49-F238E27FC236}">
                <a16:creationId xmlns:a16="http://schemas.microsoft.com/office/drawing/2014/main" id="{52DA0FC6-B299-8E37-4619-124D89155408}"/>
              </a:ext>
            </a:extLst>
          </p:cNvPr>
          <p:cNvSpPr/>
          <p:nvPr/>
        </p:nvSpPr>
        <p:spPr>
          <a:xfrm rot="19235310">
            <a:off x="3985330" y="1801680"/>
            <a:ext cx="4226405" cy="4226399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62CB78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空心弧 49">
            <a:extLst>
              <a:ext uri="{FF2B5EF4-FFF2-40B4-BE49-F238E27FC236}">
                <a16:creationId xmlns:a16="http://schemas.microsoft.com/office/drawing/2014/main" id="{42FCC195-C30E-3ABC-358A-483ED8D94F2D}"/>
              </a:ext>
            </a:extLst>
          </p:cNvPr>
          <p:cNvSpPr/>
          <p:nvPr/>
        </p:nvSpPr>
        <p:spPr>
          <a:xfrm rot="6037468" flipH="1">
            <a:off x="3980267" y="1801677"/>
            <a:ext cx="4226401" cy="4226405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9FAFB9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空心弧 50">
            <a:extLst>
              <a:ext uri="{FF2B5EF4-FFF2-40B4-BE49-F238E27FC236}">
                <a16:creationId xmlns:a16="http://schemas.microsoft.com/office/drawing/2014/main" id="{4F370771-926B-5EE9-5E29-D0C4CB4D9207}"/>
              </a:ext>
            </a:extLst>
          </p:cNvPr>
          <p:cNvSpPr/>
          <p:nvPr/>
        </p:nvSpPr>
        <p:spPr>
          <a:xfrm rot="15562532">
            <a:off x="3985334" y="1801677"/>
            <a:ext cx="4226401" cy="4226405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4381DD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空心弧 51">
            <a:extLst>
              <a:ext uri="{FF2B5EF4-FFF2-40B4-BE49-F238E27FC236}">
                <a16:creationId xmlns:a16="http://schemas.microsoft.com/office/drawing/2014/main" id="{F25A1AAD-F967-248D-B851-1CF788872EF7}"/>
              </a:ext>
            </a:extLst>
          </p:cNvPr>
          <p:cNvSpPr/>
          <p:nvPr/>
        </p:nvSpPr>
        <p:spPr>
          <a:xfrm rot="2364690" flipH="1">
            <a:off x="4274046" y="2100526"/>
            <a:ext cx="3628711" cy="3628707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44B4CF"/>
          </a:soli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空心弧 52">
            <a:extLst>
              <a:ext uri="{FF2B5EF4-FFF2-40B4-BE49-F238E27FC236}">
                <a16:creationId xmlns:a16="http://schemas.microsoft.com/office/drawing/2014/main" id="{9B334097-8580-A5C1-4E0D-40B060268C58}"/>
              </a:ext>
            </a:extLst>
          </p:cNvPr>
          <p:cNvSpPr/>
          <p:nvPr/>
        </p:nvSpPr>
        <p:spPr>
          <a:xfrm rot="19235310">
            <a:off x="4279112" y="2100526"/>
            <a:ext cx="3628711" cy="3628707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62CB78"/>
          </a:soli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空心弧 53">
            <a:extLst>
              <a:ext uri="{FF2B5EF4-FFF2-40B4-BE49-F238E27FC236}">
                <a16:creationId xmlns:a16="http://schemas.microsoft.com/office/drawing/2014/main" id="{1D88C991-3EDF-E4B0-FFB1-E1B9963D97CE}"/>
              </a:ext>
            </a:extLst>
          </p:cNvPr>
          <p:cNvSpPr/>
          <p:nvPr/>
        </p:nvSpPr>
        <p:spPr>
          <a:xfrm rot="6037468" flipH="1">
            <a:off x="4274049" y="2100525"/>
            <a:ext cx="3628707" cy="3628711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solidFill>
            <a:srgbClr val="7995D8"/>
          </a:soli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空心弧 54">
            <a:extLst>
              <a:ext uri="{FF2B5EF4-FFF2-40B4-BE49-F238E27FC236}">
                <a16:creationId xmlns:a16="http://schemas.microsoft.com/office/drawing/2014/main" id="{7D07D865-204F-102A-59BE-5B6C7EC59350}"/>
              </a:ext>
            </a:extLst>
          </p:cNvPr>
          <p:cNvSpPr/>
          <p:nvPr/>
        </p:nvSpPr>
        <p:spPr>
          <a:xfrm rot="15562532">
            <a:off x="4279115" y="2100525"/>
            <a:ext cx="3628707" cy="3628711"/>
          </a:xfrm>
          <a:prstGeom prst="blockArc">
            <a:avLst>
              <a:gd name="adj1" fmla="val 15011212"/>
              <a:gd name="adj2" fmla="val 18376964"/>
              <a:gd name="adj3" fmla="val 21530"/>
            </a:avLst>
          </a:prstGeom>
          <a:gradFill rotWithShape="1">
            <a:gsLst>
              <a:gs pos="0">
                <a:srgbClr val="4381DD"/>
              </a:gs>
              <a:gs pos="50000">
                <a:srgbClr val="4381DD">
                  <a:satMod val="110000"/>
                  <a:lumMod val="100000"/>
                  <a:shade val="100000"/>
                </a:srgbClr>
              </a:gs>
              <a:gs pos="100000">
                <a:srgbClr val="4381DD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0">
            <a:solidFill>
              <a:srgbClr val="FFFFFF"/>
            </a:solidFill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1" name="Number1">
            <a:extLst>
              <a:ext uri="{FF2B5EF4-FFF2-40B4-BE49-F238E27FC236}">
                <a16:creationId xmlns:a16="http://schemas.microsoft.com/office/drawing/2014/main" id="{98BA94E1-115A-8332-6017-BB1559445B2E}"/>
              </a:ext>
            </a:extLst>
          </p:cNvPr>
          <p:cNvSpPr/>
          <p:nvPr/>
        </p:nvSpPr>
        <p:spPr>
          <a:xfrm>
            <a:off x="669925" y="136119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62CB7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72F50D7D-05DF-9F72-BD2F-E2087D43ECE9}"/>
              </a:ext>
            </a:extLst>
          </p:cNvPr>
          <p:cNvGrpSpPr/>
          <p:nvPr/>
        </p:nvGrpSpPr>
        <p:grpSpPr>
          <a:xfrm>
            <a:off x="1297728" y="1439901"/>
            <a:ext cx="2521797" cy="1472066"/>
            <a:chOff x="1297728" y="1439901"/>
            <a:chExt cx="2521797" cy="1472066"/>
          </a:xfrm>
        </p:grpSpPr>
        <p:sp>
          <p:nvSpPr>
            <p:cNvPr id="83" name="Bullet1">
              <a:extLst>
                <a:ext uri="{FF2B5EF4-FFF2-40B4-BE49-F238E27FC236}">
                  <a16:creationId xmlns:a16="http://schemas.microsoft.com/office/drawing/2014/main" id="{3B925CCE-85CD-133F-7651-B64BA509122C}"/>
                </a:ext>
              </a:extLst>
            </p:cNvPr>
            <p:cNvSpPr txBox="1"/>
            <p:nvPr/>
          </p:nvSpPr>
          <p:spPr bwMode="auto">
            <a:xfrm>
              <a:off x="1297728" y="1439901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>
                <a:spcBef>
                  <a:spcPct val="0"/>
                </a:spcBef>
              </a:pPr>
              <a:r>
                <a:rPr lang="zh-CN" altLang="en-US" b="1">
                  <a:solidFill>
                    <a:srgbClr val="000000"/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知识全面，体系完整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84" name="Text1">
              <a:extLst>
                <a:ext uri="{FF2B5EF4-FFF2-40B4-BE49-F238E27FC236}">
                  <a16:creationId xmlns:a16="http://schemas.microsoft.com/office/drawing/2014/main" id="{9F97BB22-1991-CFF5-B3DC-629165C324F7}"/>
                </a:ext>
              </a:extLst>
            </p:cNvPr>
            <p:cNvSpPr/>
            <p:nvPr/>
          </p:nvSpPr>
          <p:spPr bwMode="auto">
            <a:xfrm>
              <a:off x="1297728" y="2041656"/>
              <a:ext cx="2521797" cy="870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系统构建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Python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技能树，涵盖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Python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语言核心、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AI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、网络爬虫、数据分析、</a:t>
              </a:r>
              <a:r>
                <a:rPr lang="en-US" altLang="zh-CN" sz="1100">
                  <a:solidFill>
                    <a:srgbClr val="000000"/>
                  </a:solidFill>
                  <a:latin typeface="Arial"/>
                  <a:ea typeface="微软雅黑"/>
                </a:rPr>
                <a:t>Web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应用等关键领域。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75" name="Number2">
            <a:extLst>
              <a:ext uri="{FF2B5EF4-FFF2-40B4-BE49-F238E27FC236}">
                <a16:creationId xmlns:a16="http://schemas.microsoft.com/office/drawing/2014/main" id="{73E732C6-22CA-573E-8AA5-F64126D69695}"/>
              </a:ext>
            </a:extLst>
          </p:cNvPr>
          <p:cNvSpPr/>
          <p:nvPr/>
        </p:nvSpPr>
        <p:spPr>
          <a:xfrm>
            <a:off x="669925" y="3694323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3C7FE4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9C06F45-5DDB-455A-2ECB-C7BF85A54170}"/>
              </a:ext>
            </a:extLst>
          </p:cNvPr>
          <p:cNvGrpSpPr/>
          <p:nvPr/>
        </p:nvGrpSpPr>
        <p:grpSpPr>
          <a:xfrm>
            <a:off x="1297728" y="3773034"/>
            <a:ext cx="2521797" cy="1925401"/>
            <a:chOff x="1297728" y="3773034"/>
            <a:chExt cx="2521797" cy="1925401"/>
          </a:xfrm>
        </p:grpSpPr>
        <p:sp>
          <p:nvSpPr>
            <p:cNvPr id="77" name="Bullet2">
              <a:extLst>
                <a:ext uri="{FF2B5EF4-FFF2-40B4-BE49-F238E27FC236}">
                  <a16:creationId xmlns:a16="http://schemas.microsoft.com/office/drawing/2014/main" id="{7B899582-685B-A6F8-4846-96522947AC42}"/>
                </a:ext>
              </a:extLst>
            </p:cNvPr>
            <p:cNvSpPr txBox="1"/>
            <p:nvPr/>
          </p:nvSpPr>
          <p:spPr bwMode="auto">
            <a:xfrm>
              <a:off x="1297728" y="3773034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b="1">
                  <a:solidFill>
                    <a:srgbClr val="000000"/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项目驱动，实战教学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78" name="Text2">
              <a:extLst>
                <a:ext uri="{FF2B5EF4-FFF2-40B4-BE49-F238E27FC236}">
                  <a16:creationId xmlns:a16="http://schemas.microsoft.com/office/drawing/2014/main" id="{55B143EA-8ADF-237B-40F9-78F1A0B37F6F}"/>
                </a:ext>
              </a:extLst>
            </p:cNvPr>
            <p:cNvSpPr/>
            <p:nvPr/>
          </p:nvSpPr>
          <p:spPr bwMode="auto">
            <a:xfrm>
              <a:off x="1297728" y="4374789"/>
              <a:ext cx="2521797" cy="1323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fontScale="925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通过多元案例驱动，提升学习动力。通过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AI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应用、爬虫、数据分析与可视化、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Web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应用等丰富的项目实战，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以可感知的成果巩固知识，激发学习兴趣和创造潜力。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67" name="Icon3">
            <a:extLst>
              <a:ext uri="{FF2B5EF4-FFF2-40B4-BE49-F238E27FC236}">
                <a16:creationId xmlns:a16="http://schemas.microsoft.com/office/drawing/2014/main" id="{0674C3AC-602A-87C2-991C-0E43CF516BF6}"/>
              </a:ext>
            </a:extLst>
          </p:cNvPr>
          <p:cNvSpPr/>
          <p:nvPr/>
        </p:nvSpPr>
        <p:spPr>
          <a:xfrm>
            <a:off x="7313058" y="3773033"/>
            <a:ext cx="360000" cy="315806"/>
          </a:xfrm>
          <a:custGeom>
            <a:avLst/>
            <a:gdLst>
              <a:gd name="connsiteX0" fmla="*/ 352921 w 607646"/>
              <a:gd name="connsiteY0" fmla="*/ 457945 h 533051"/>
              <a:gd name="connsiteX1" fmla="*/ 342979 w 607646"/>
              <a:gd name="connsiteY1" fmla="*/ 462170 h 533051"/>
              <a:gd name="connsiteX2" fmla="*/ 338854 w 607646"/>
              <a:gd name="connsiteY2" fmla="*/ 472100 h 533051"/>
              <a:gd name="connsiteX3" fmla="*/ 342979 w 607646"/>
              <a:gd name="connsiteY3" fmla="*/ 482029 h 533051"/>
              <a:gd name="connsiteX4" fmla="*/ 352921 w 607646"/>
              <a:gd name="connsiteY4" fmla="*/ 486149 h 533051"/>
              <a:gd name="connsiteX5" fmla="*/ 362863 w 607646"/>
              <a:gd name="connsiteY5" fmla="*/ 482029 h 533051"/>
              <a:gd name="connsiteX6" fmla="*/ 366987 w 607646"/>
              <a:gd name="connsiteY6" fmla="*/ 472100 h 533051"/>
              <a:gd name="connsiteX7" fmla="*/ 362863 w 607646"/>
              <a:gd name="connsiteY7" fmla="*/ 462170 h 533051"/>
              <a:gd name="connsiteX8" fmla="*/ 352921 w 607646"/>
              <a:gd name="connsiteY8" fmla="*/ 457945 h 533051"/>
              <a:gd name="connsiteX9" fmla="*/ 438485 w 607646"/>
              <a:gd name="connsiteY9" fmla="*/ 375972 h 533051"/>
              <a:gd name="connsiteX10" fmla="*/ 431081 w 607646"/>
              <a:gd name="connsiteY10" fmla="*/ 379141 h 533051"/>
              <a:gd name="connsiteX11" fmla="*/ 372699 w 607646"/>
              <a:gd name="connsiteY11" fmla="*/ 437346 h 533051"/>
              <a:gd name="connsiteX12" fmla="*/ 369632 w 607646"/>
              <a:gd name="connsiteY12" fmla="*/ 444846 h 533051"/>
              <a:gd name="connsiteX13" fmla="*/ 372699 w 607646"/>
              <a:gd name="connsiteY13" fmla="*/ 452346 h 533051"/>
              <a:gd name="connsiteX14" fmla="*/ 380208 w 607646"/>
              <a:gd name="connsiteY14" fmla="*/ 455409 h 533051"/>
              <a:gd name="connsiteX15" fmla="*/ 387612 w 607646"/>
              <a:gd name="connsiteY15" fmla="*/ 452346 h 533051"/>
              <a:gd name="connsiteX16" fmla="*/ 445994 w 607646"/>
              <a:gd name="connsiteY16" fmla="*/ 394035 h 533051"/>
              <a:gd name="connsiteX17" fmla="*/ 449062 w 607646"/>
              <a:gd name="connsiteY17" fmla="*/ 386535 h 533051"/>
              <a:gd name="connsiteX18" fmla="*/ 445994 w 607646"/>
              <a:gd name="connsiteY18" fmla="*/ 379141 h 533051"/>
              <a:gd name="connsiteX19" fmla="*/ 438485 w 607646"/>
              <a:gd name="connsiteY19" fmla="*/ 375972 h 533051"/>
              <a:gd name="connsiteX20" fmla="*/ 534943 w 607646"/>
              <a:gd name="connsiteY20" fmla="*/ 217624 h 533051"/>
              <a:gd name="connsiteX21" fmla="*/ 553981 w 607646"/>
              <a:gd name="connsiteY21" fmla="*/ 225547 h 533051"/>
              <a:gd name="connsiteX22" fmla="*/ 554404 w 607646"/>
              <a:gd name="connsiteY22" fmla="*/ 225969 h 533051"/>
              <a:gd name="connsiteX23" fmla="*/ 556520 w 607646"/>
              <a:gd name="connsiteY23" fmla="*/ 230934 h 533051"/>
              <a:gd name="connsiteX24" fmla="*/ 554510 w 607646"/>
              <a:gd name="connsiteY24" fmla="*/ 235899 h 533051"/>
              <a:gd name="connsiteX25" fmla="*/ 524050 w 607646"/>
              <a:gd name="connsiteY25" fmla="*/ 266322 h 533051"/>
              <a:gd name="connsiteX26" fmla="*/ 516752 w 607646"/>
              <a:gd name="connsiteY26" fmla="*/ 283752 h 533051"/>
              <a:gd name="connsiteX27" fmla="*/ 524050 w 607646"/>
              <a:gd name="connsiteY27" fmla="*/ 301182 h 533051"/>
              <a:gd name="connsiteX28" fmla="*/ 541501 w 607646"/>
              <a:gd name="connsiteY28" fmla="*/ 308365 h 533051"/>
              <a:gd name="connsiteX29" fmla="*/ 558952 w 607646"/>
              <a:gd name="connsiteY29" fmla="*/ 301182 h 533051"/>
              <a:gd name="connsiteX30" fmla="*/ 589413 w 607646"/>
              <a:gd name="connsiteY30" fmla="*/ 270759 h 533051"/>
              <a:gd name="connsiteX31" fmla="*/ 594384 w 607646"/>
              <a:gd name="connsiteY31" fmla="*/ 268752 h 533051"/>
              <a:gd name="connsiteX32" fmla="*/ 599355 w 607646"/>
              <a:gd name="connsiteY32" fmla="*/ 270759 h 533051"/>
              <a:gd name="connsiteX33" fmla="*/ 599778 w 607646"/>
              <a:gd name="connsiteY33" fmla="*/ 271181 h 533051"/>
              <a:gd name="connsiteX34" fmla="*/ 606758 w 607646"/>
              <a:gd name="connsiteY34" fmla="*/ 297168 h 533051"/>
              <a:gd name="connsiteX35" fmla="*/ 590047 w 607646"/>
              <a:gd name="connsiteY35" fmla="*/ 359704 h 533051"/>
              <a:gd name="connsiteX36" fmla="*/ 571010 w 607646"/>
              <a:gd name="connsiteY36" fmla="*/ 378612 h 533051"/>
              <a:gd name="connsiteX37" fmla="*/ 570798 w 607646"/>
              <a:gd name="connsiteY37" fmla="*/ 378718 h 533051"/>
              <a:gd name="connsiteX38" fmla="*/ 501627 w 607646"/>
              <a:gd name="connsiteY38" fmla="*/ 395303 h 533051"/>
              <a:gd name="connsiteX39" fmla="*/ 377987 w 607646"/>
              <a:gd name="connsiteY39" fmla="*/ 518790 h 533051"/>
              <a:gd name="connsiteX40" fmla="*/ 343507 w 607646"/>
              <a:gd name="connsiteY40" fmla="*/ 533051 h 533051"/>
              <a:gd name="connsiteX41" fmla="*/ 309028 w 607646"/>
              <a:gd name="connsiteY41" fmla="*/ 518790 h 533051"/>
              <a:gd name="connsiteX42" fmla="*/ 306066 w 607646"/>
              <a:gd name="connsiteY42" fmla="*/ 515833 h 533051"/>
              <a:gd name="connsiteX43" fmla="*/ 291788 w 607646"/>
              <a:gd name="connsiteY43" fmla="*/ 481501 h 533051"/>
              <a:gd name="connsiteX44" fmla="*/ 306066 w 607646"/>
              <a:gd name="connsiteY44" fmla="*/ 447064 h 533051"/>
              <a:gd name="connsiteX45" fmla="*/ 429707 w 607646"/>
              <a:gd name="connsiteY45" fmla="*/ 323576 h 533051"/>
              <a:gd name="connsiteX46" fmla="*/ 446418 w 607646"/>
              <a:gd name="connsiteY46" fmla="*/ 254491 h 533051"/>
              <a:gd name="connsiteX47" fmla="*/ 446418 w 607646"/>
              <a:gd name="connsiteY47" fmla="*/ 254280 h 533051"/>
              <a:gd name="connsiteX48" fmla="*/ 465455 w 607646"/>
              <a:gd name="connsiteY48" fmla="*/ 235265 h 533051"/>
              <a:gd name="connsiteX49" fmla="*/ 527963 w 607646"/>
              <a:gd name="connsiteY49" fmla="*/ 218575 h 533051"/>
              <a:gd name="connsiteX50" fmla="*/ 534943 w 607646"/>
              <a:gd name="connsiteY50" fmla="*/ 217624 h 533051"/>
              <a:gd name="connsiteX51" fmla="*/ 253873 w 607646"/>
              <a:gd name="connsiteY51" fmla="*/ 140927 h 533051"/>
              <a:gd name="connsiteX52" fmla="*/ 141005 w 607646"/>
              <a:gd name="connsiteY52" fmla="*/ 253542 h 533051"/>
              <a:gd name="connsiteX53" fmla="*/ 253873 w 607646"/>
              <a:gd name="connsiteY53" fmla="*/ 366262 h 533051"/>
              <a:gd name="connsiteX54" fmla="*/ 366741 w 607646"/>
              <a:gd name="connsiteY54" fmla="*/ 253542 h 533051"/>
              <a:gd name="connsiteX55" fmla="*/ 253873 w 607646"/>
              <a:gd name="connsiteY55" fmla="*/ 140927 h 533051"/>
              <a:gd name="connsiteX56" fmla="*/ 232929 w 607646"/>
              <a:gd name="connsiteY56" fmla="*/ 0 h 533051"/>
              <a:gd name="connsiteX57" fmla="*/ 274818 w 607646"/>
              <a:gd name="connsiteY57" fmla="*/ 0 h 533051"/>
              <a:gd name="connsiteX58" fmla="*/ 316918 w 607646"/>
              <a:gd name="connsiteY58" fmla="*/ 42045 h 533051"/>
              <a:gd name="connsiteX59" fmla="*/ 316918 w 607646"/>
              <a:gd name="connsiteY59" fmla="*/ 55885 h 533051"/>
              <a:gd name="connsiteX60" fmla="*/ 349287 w 607646"/>
              <a:gd name="connsiteY60" fmla="*/ 69301 h 533051"/>
              <a:gd name="connsiteX61" fmla="*/ 359125 w 607646"/>
              <a:gd name="connsiteY61" fmla="*/ 59476 h 533051"/>
              <a:gd name="connsiteX62" fmla="*/ 388849 w 607646"/>
              <a:gd name="connsiteY62" fmla="*/ 47222 h 533051"/>
              <a:gd name="connsiteX63" fmla="*/ 418574 w 607646"/>
              <a:gd name="connsiteY63" fmla="*/ 59476 h 533051"/>
              <a:gd name="connsiteX64" fmla="*/ 448192 w 607646"/>
              <a:gd name="connsiteY64" fmla="*/ 89162 h 533051"/>
              <a:gd name="connsiteX65" fmla="*/ 448192 w 607646"/>
              <a:gd name="connsiteY65" fmla="*/ 148533 h 533051"/>
              <a:gd name="connsiteX66" fmla="*/ 438460 w 607646"/>
              <a:gd name="connsiteY66" fmla="*/ 158252 h 533051"/>
              <a:gd name="connsiteX67" fmla="*/ 451789 w 607646"/>
              <a:gd name="connsiteY67" fmla="*/ 190684 h 533051"/>
              <a:gd name="connsiteX68" fmla="*/ 465752 w 607646"/>
              <a:gd name="connsiteY68" fmla="*/ 190684 h 533051"/>
              <a:gd name="connsiteX69" fmla="*/ 497909 w 607646"/>
              <a:gd name="connsiteY69" fmla="*/ 205685 h 533051"/>
              <a:gd name="connsiteX70" fmla="*/ 450837 w 607646"/>
              <a:gd name="connsiteY70" fmla="*/ 218257 h 533051"/>
              <a:gd name="connsiteX71" fmla="*/ 419420 w 607646"/>
              <a:gd name="connsiteY71" fmla="*/ 249739 h 533051"/>
              <a:gd name="connsiteX72" fmla="*/ 419208 w 607646"/>
              <a:gd name="connsiteY72" fmla="*/ 250372 h 533051"/>
              <a:gd name="connsiteX73" fmla="*/ 403764 w 607646"/>
              <a:gd name="connsiteY73" fmla="*/ 314603 h 533051"/>
              <a:gd name="connsiteX74" fmla="*/ 283598 w 607646"/>
              <a:gd name="connsiteY74" fmla="*/ 434613 h 533051"/>
              <a:gd name="connsiteX75" fmla="*/ 264134 w 607646"/>
              <a:gd name="connsiteY75" fmla="*/ 481518 h 533051"/>
              <a:gd name="connsiteX76" fmla="*/ 269317 w 607646"/>
              <a:gd name="connsiteY76" fmla="*/ 507083 h 533051"/>
              <a:gd name="connsiteX77" fmla="*/ 232929 w 607646"/>
              <a:gd name="connsiteY77" fmla="*/ 507083 h 533051"/>
              <a:gd name="connsiteX78" fmla="*/ 190828 w 607646"/>
              <a:gd name="connsiteY78" fmla="*/ 465143 h 533051"/>
              <a:gd name="connsiteX79" fmla="*/ 190828 w 607646"/>
              <a:gd name="connsiteY79" fmla="*/ 451304 h 533051"/>
              <a:gd name="connsiteX80" fmla="*/ 158459 w 607646"/>
              <a:gd name="connsiteY80" fmla="*/ 437888 h 533051"/>
              <a:gd name="connsiteX81" fmla="*/ 148622 w 607646"/>
              <a:gd name="connsiteY81" fmla="*/ 447712 h 533051"/>
              <a:gd name="connsiteX82" fmla="*/ 118897 w 607646"/>
              <a:gd name="connsiteY82" fmla="*/ 459967 h 533051"/>
              <a:gd name="connsiteX83" fmla="*/ 89173 w 607646"/>
              <a:gd name="connsiteY83" fmla="*/ 447712 h 533051"/>
              <a:gd name="connsiteX84" fmla="*/ 59554 w 607646"/>
              <a:gd name="connsiteY84" fmla="*/ 418027 h 533051"/>
              <a:gd name="connsiteX85" fmla="*/ 59554 w 607646"/>
              <a:gd name="connsiteY85" fmla="*/ 358656 h 533051"/>
              <a:gd name="connsiteX86" fmla="*/ 69286 w 607646"/>
              <a:gd name="connsiteY86" fmla="*/ 348831 h 533051"/>
              <a:gd name="connsiteX87" fmla="*/ 55958 w 607646"/>
              <a:gd name="connsiteY87" fmla="*/ 316505 h 533051"/>
              <a:gd name="connsiteX88" fmla="*/ 41995 w 607646"/>
              <a:gd name="connsiteY88" fmla="*/ 316505 h 533051"/>
              <a:gd name="connsiteX89" fmla="*/ 0 w 607646"/>
              <a:gd name="connsiteY89" fmla="*/ 274565 h 533051"/>
              <a:gd name="connsiteX90" fmla="*/ 0 w 607646"/>
              <a:gd name="connsiteY90" fmla="*/ 232625 h 533051"/>
              <a:gd name="connsiteX91" fmla="*/ 41995 w 607646"/>
              <a:gd name="connsiteY91" fmla="*/ 190684 h 533051"/>
              <a:gd name="connsiteX92" fmla="*/ 55958 w 607646"/>
              <a:gd name="connsiteY92" fmla="*/ 190684 h 533051"/>
              <a:gd name="connsiteX93" fmla="*/ 69286 w 607646"/>
              <a:gd name="connsiteY93" fmla="*/ 158252 h 533051"/>
              <a:gd name="connsiteX94" fmla="*/ 59554 w 607646"/>
              <a:gd name="connsiteY94" fmla="*/ 148533 h 533051"/>
              <a:gd name="connsiteX95" fmla="*/ 59554 w 607646"/>
              <a:gd name="connsiteY95" fmla="*/ 89162 h 533051"/>
              <a:gd name="connsiteX96" fmla="*/ 89173 w 607646"/>
              <a:gd name="connsiteY96" fmla="*/ 59476 h 533051"/>
              <a:gd name="connsiteX97" fmla="*/ 118897 w 607646"/>
              <a:gd name="connsiteY97" fmla="*/ 47222 h 533051"/>
              <a:gd name="connsiteX98" fmla="*/ 148622 w 607646"/>
              <a:gd name="connsiteY98" fmla="*/ 59476 h 533051"/>
              <a:gd name="connsiteX99" fmla="*/ 158459 w 607646"/>
              <a:gd name="connsiteY99" fmla="*/ 69301 h 533051"/>
              <a:gd name="connsiteX100" fmla="*/ 190828 w 607646"/>
              <a:gd name="connsiteY100" fmla="*/ 55885 h 533051"/>
              <a:gd name="connsiteX101" fmla="*/ 190828 w 607646"/>
              <a:gd name="connsiteY101" fmla="*/ 42045 h 533051"/>
              <a:gd name="connsiteX102" fmla="*/ 232929 w 607646"/>
              <a:gd name="connsiteY102" fmla="*/ 0 h 533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7646" h="533051">
                <a:moveTo>
                  <a:pt x="352921" y="457945"/>
                </a:moveTo>
                <a:cubicBezTo>
                  <a:pt x="349113" y="457945"/>
                  <a:pt x="345623" y="459423"/>
                  <a:pt x="342979" y="462170"/>
                </a:cubicBezTo>
                <a:cubicBezTo>
                  <a:pt x="340229" y="464811"/>
                  <a:pt x="338854" y="468297"/>
                  <a:pt x="338854" y="472100"/>
                </a:cubicBezTo>
                <a:cubicBezTo>
                  <a:pt x="338854" y="475797"/>
                  <a:pt x="340229" y="479389"/>
                  <a:pt x="342979" y="482029"/>
                </a:cubicBezTo>
                <a:cubicBezTo>
                  <a:pt x="345623" y="484670"/>
                  <a:pt x="349113" y="486149"/>
                  <a:pt x="352921" y="486149"/>
                </a:cubicBezTo>
                <a:cubicBezTo>
                  <a:pt x="356622" y="486149"/>
                  <a:pt x="360218" y="484670"/>
                  <a:pt x="362863" y="482029"/>
                </a:cubicBezTo>
                <a:cubicBezTo>
                  <a:pt x="365507" y="479389"/>
                  <a:pt x="366987" y="475797"/>
                  <a:pt x="366987" y="472100"/>
                </a:cubicBezTo>
                <a:cubicBezTo>
                  <a:pt x="366987" y="468297"/>
                  <a:pt x="365507" y="464811"/>
                  <a:pt x="362863" y="462170"/>
                </a:cubicBezTo>
                <a:cubicBezTo>
                  <a:pt x="360218" y="459423"/>
                  <a:pt x="356622" y="457945"/>
                  <a:pt x="352921" y="457945"/>
                </a:cubicBezTo>
                <a:close/>
                <a:moveTo>
                  <a:pt x="438485" y="375972"/>
                </a:moveTo>
                <a:cubicBezTo>
                  <a:pt x="435735" y="375972"/>
                  <a:pt x="432985" y="377134"/>
                  <a:pt x="431081" y="379141"/>
                </a:cubicBezTo>
                <a:lnTo>
                  <a:pt x="372699" y="437346"/>
                </a:lnTo>
                <a:cubicBezTo>
                  <a:pt x="370689" y="439353"/>
                  <a:pt x="369632" y="441994"/>
                  <a:pt x="369632" y="444846"/>
                </a:cubicBezTo>
                <a:cubicBezTo>
                  <a:pt x="369632" y="447698"/>
                  <a:pt x="370689" y="450339"/>
                  <a:pt x="372699" y="452346"/>
                </a:cubicBezTo>
                <a:cubicBezTo>
                  <a:pt x="374708" y="454353"/>
                  <a:pt x="377352" y="455409"/>
                  <a:pt x="380208" y="455409"/>
                </a:cubicBezTo>
                <a:cubicBezTo>
                  <a:pt x="382958" y="455409"/>
                  <a:pt x="385602" y="454353"/>
                  <a:pt x="387612" y="452346"/>
                </a:cubicBezTo>
                <a:lnTo>
                  <a:pt x="445994" y="394035"/>
                </a:lnTo>
                <a:cubicBezTo>
                  <a:pt x="448004" y="392028"/>
                  <a:pt x="449062" y="389387"/>
                  <a:pt x="449062" y="386535"/>
                </a:cubicBezTo>
                <a:cubicBezTo>
                  <a:pt x="449062" y="383789"/>
                  <a:pt x="448004" y="381148"/>
                  <a:pt x="445994" y="379141"/>
                </a:cubicBezTo>
                <a:cubicBezTo>
                  <a:pt x="443985" y="377134"/>
                  <a:pt x="441341" y="375972"/>
                  <a:pt x="438485" y="375972"/>
                </a:cubicBezTo>
                <a:close/>
                <a:moveTo>
                  <a:pt x="534943" y="217624"/>
                </a:moveTo>
                <a:cubicBezTo>
                  <a:pt x="542136" y="217624"/>
                  <a:pt x="548905" y="220371"/>
                  <a:pt x="553981" y="225547"/>
                </a:cubicBezTo>
                <a:lnTo>
                  <a:pt x="554404" y="225969"/>
                </a:lnTo>
                <a:cubicBezTo>
                  <a:pt x="555779" y="227237"/>
                  <a:pt x="556520" y="229033"/>
                  <a:pt x="556520" y="230934"/>
                </a:cubicBezTo>
                <a:cubicBezTo>
                  <a:pt x="556520" y="232836"/>
                  <a:pt x="555779" y="234632"/>
                  <a:pt x="554510" y="235899"/>
                </a:cubicBezTo>
                <a:lnTo>
                  <a:pt x="524050" y="266322"/>
                </a:lnTo>
                <a:cubicBezTo>
                  <a:pt x="519396" y="270970"/>
                  <a:pt x="516752" y="277203"/>
                  <a:pt x="516752" y="283752"/>
                </a:cubicBezTo>
                <a:cubicBezTo>
                  <a:pt x="516752" y="290301"/>
                  <a:pt x="519396" y="296534"/>
                  <a:pt x="524050" y="301182"/>
                </a:cubicBezTo>
                <a:cubicBezTo>
                  <a:pt x="528703" y="305830"/>
                  <a:pt x="534838" y="308365"/>
                  <a:pt x="541501" y="308365"/>
                </a:cubicBezTo>
                <a:cubicBezTo>
                  <a:pt x="548058" y="308365"/>
                  <a:pt x="554299" y="305830"/>
                  <a:pt x="558952" y="301182"/>
                </a:cubicBezTo>
                <a:lnTo>
                  <a:pt x="589413" y="270759"/>
                </a:lnTo>
                <a:cubicBezTo>
                  <a:pt x="590682" y="269491"/>
                  <a:pt x="592480" y="268752"/>
                  <a:pt x="594384" y="268752"/>
                </a:cubicBezTo>
                <a:cubicBezTo>
                  <a:pt x="596288" y="268752"/>
                  <a:pt x="597980" y="269491"/>
                  <a:pt x="599355" y="270759"/>
                </a:cubicBezTo>
                <a:lnTo>
                  <a:pt x="599778" y="271181"/>
                </a:lnTo>
                <a:cubicBezTo>
                  <a:pt x="606547" y="277942"/>
                  <a:pt x="609191" y="287977"/>
                  <a:pt x="606758" y="297168"/>
                </a:cubicBezTo>
                <a:lnTo>
                  <a:pt x="590047" y="359704"/>
                </a:lnTo>
                <a:cubicBezTo>
                  <a:pt x="587509" y="368894"/>
                  <a:pt x="580211" y="376183"/>
                  <a:pt x="571010" y="378612"/>
                </a:cubicBezTo>
                <a:cubicBezTo>
                  <a:pt x="570904" y="378718"/>
                  <a:pt x="570904" y="378718"/>
                  <a:pt x="570798" y="378718"/>
                </a:cubicBezTo>
                <a:lnTo>
                  <a:pt x="501627" y="395303"/>
                </a:lnTo>
                <a:lnTo>
                  <a:pt x="377987" y="518790"/>
                </a:lnTo>
                <a:cubicBezTo>
                  <a:pt x="368785" y="527981"/>
                  <a:pt x="356517" y="533051"/>
                  <a:pt x="343507" y="533051"/>
                </a:cubicBezTo>
                <a:cubicBezTo>
                  <a:pt x="330498" y="533051"/>
                  <a:pt x="318229" y="527981"/>
                  <a:pt x="309028" y="518790"/>
                </a:cubicBezTo>
                <a:lnTo>
                  <a:pt x="306066" y="515833"/>
                </a:lnTo>
                <a:cubicBezTo>
                  <a:pt x="296865" y="506642"/>
                  <a:pt x="291788" y="494494"/>
                  <a:pt x="291788" y="481501"/>
                </a:cubicBezTo>
                <a:cubicBezTo>
                  <a:pt x="291788" y="468402"/>
                  <a:pt x="296865" y="456254"/>
                  <a:pt x="306066" y="447064"/>
                </a:cubicBezTo>
                <a:lnTo>
                  <a:pt x="429707" y="323576"/>
                </a:lnTo>
                <a:lnTo>
                  <a:pt x="446418" y="254491"/>
                </a:lnTo>
                <a:cubicBezTo>
                  <a:pt x="446418" y="254385"/>
                  <a:pt x="446418" y="254385"/>
                  <a:pt x="446418" y="254280"/>
                </a:cubicBezTo>
                <a:cubicBezTo>
                  <a:pt x="448956" y="245089"/>
                  <a:pt x="456254" y="237801"/>
                  <a:pt x="465455" y="235265"/>
                </a:cubicBezTo>
                <a:lnTo>
                  <a:pt x="527963" y="218575"/>
                </a:lnTo>
                <a:cubicBezTo>
                  <a:pt x="530290" y="217941"/>
                  <a:pt x="532617" y="217624"/>
                  <a:pt x="534943" y="217624"/>
                </a:cubicBezTo>
                <a:close/>
                <a:moveTo>
                  <a:pt x="253873" y="140927"/>
                </a:moveTo>
                <a:cubicBezTo>
                  <a:pt x="191674" y="140927"/>
                  <a:pt x="141005" y="191424"/>
                  <a:pt x="141005" y="253542"/>
                </a:cubicBezTo>
                <a:cubicBezTo>
                  <a:pt x="141005" y="315765"/>
                  <a:pt x="191674" y="366262"/>
                  <a:pt x="253873" y="366262"/>
                </a:cubicBezTo>
                <a:cubicBezTo>
                  <a:pt x="316072" y="366262"/>
                  <a:pt x="366741" y="315765"/>
                  <a:pt x="366741" y="253542"/>
                </a:cubicBezTo>
                <a:cubicBezTo>
                  <a:pt x="366741" y="191424"/>
                  <a:pt x="316072" y="140927"/>
                  <a:pt x="253873" y="140927"/>
                </a:cubicBezTo>
                <a:close/>
                <a:moveTo>
                  <a:pt x="232929" y="0"/>
                </a:moveTo>
                <a:lnTo>
                  <a:pt x="274818" y="0"/>
                </a:lnTo>
                <a:cubicBezTo>
                  <a:pt x="298090" y="0"/>
                  <a:pt x="316918" y="18910"/>
                  <a:pt x="316918" y="42045"/>
                </a:cubicBezTo>
                <a:lnTo>
                  <a:pt x="316918" y="55885"/>
                </a:lnTo>
                <a:cubicBezTo>
                  <a:pt x="328025" y="59371"/>
                  <a:pt x="338921" y="63913"/>
                  <a:pt x="349287" y="69301"/>
                </a:cubicBezTo>
                <a:lnTo>
                  <a:pt x="359125" y="59476"/>
                </a:lnTo>
                <a:cubicBezTo>
                  <a:pt x="367058" y="51553"/>
                  <a:pt x="377637" y="47222"/>
                  <a:pt x="388849" y="47222"/>
                </a:cubicBezTo>
                <a:cubicBezTo>
                  <a:pt x="400062" y="47222"/>
                  <a:pt x="410640" y="51553"/>
                  <a:pt x="418574" y="59476"/>
                </a:cubicBezTo>
                <a:lnTo>
                  <a:pt x="448192" y="89162"/>
                </a:lnTo>
                <a:cubicBezTo>
                  <a:pt x="464588" y="105536"/>
                  <a:pt x="464588" y="132158"/>
                  <a:pt x="448192" y="148533"/>
                </a:cubicBezTo>
                <a:lnTo>
                  <a:pt x="438460" y="158252"/>
                </a:lnTo>
                <a:cubicBezTo>
                  <a:pt x="443749" y="168710"/>
                  <a:pt x="448298" y="179486"/>
                  <a:pt x="451789" y="190684"/>
                </a:cubicBezTo>
                <a:lnTo>
                  <a:pt x="465752" y="190684"/>
                </a:lnTo>
                <a:cubicBezTo>
                  <a:pt x="478657" y="190684"/>
                  <a:pt x="490187" y="196494"/>
                  <a:pt x="497909" y="205685"/>
                </a:cubicBezTo>
                <a:lnTo>
                  <a:pt x="450837" y="218257"/>
                </a:lnTo>
                <a:cubicBezTo>
                  <a:pt x="435604" y="222377"/>
                  <a:pt x="423440" y="234420"/>
                  <a:pt x="419420" y="249739"/>
                </a:cubicBezTo>
                <a:cubicBezTo>
                  <a:pt x="419314" y="249950"/>
                  <a:pt x="419314" y="250161"/>
                  <a:pt x="419208" y="250372"/>
                </a:cubicBezTo>
                <a:lnTo>
                  <a:pt x="403764" y="314603"/>
                </a:lnTo>
                <a:lnTo>
                  <a:pt x="283598" y="434613"/>
                </a:lnTo>
                <a:cubicBezTo>
                  <a:pt x="271010" y="447078"/>
                  <a:pt x="264134" y="463770"/>
                  <a:pt x="264134" y="481518"/>
                </a:cubicBezTo>
                <a:cubicBezTo>
                  <a:pt x="264134" y="490392"/>
                  <a:pt x="265932" y="499160"/>
                  <a:pt x="269317" y="507083"/>
                </a:cubicBezTo>
                <a:lnTo>
                  <a:pt x="232929" y="507083"/>
                </a:lnTo>
                <a:cubicBezTo>
                  <a:pt x="209657" y="507083"/>
                  <a:pt x="190828" y="488279"/>
                  <a:pt x="190828" y="465143"/>
                </a:cubicBezTo>
                <a:lnTo>
                  <a:pt x="190828" y="451304"/>
                </a:lnTo>
                <a:cubicBezTo>
                  <a:pt x="179721" y="447712"/>
                  <a:pt x="168826" y="443275"/>
                  <a:pt x="158459" y="437888"/>
                </a:cubicBezTo>
                <a:lnTo>
                  <a:pt x="148622" y="447712"/>
                </a:lnTo>
                <a:cubicBezTo>
                  <a:pt x="140688" y="455635"/>
                  <a:pt x="130110" y="459967"/>
                  <a:pt x="118897" y="459967"/>
                </a:cubicBezTo>
                <a:cubicBezTo>
                  <a:pt x="107685" y="459967"/>
                  <a:pt x="97107" y="455635"/>
                  <a:pt x="89173" y="447712"/>
                </a:cubicBezTo>
                <a:lnTo>
                  <a:pt x="59554" y="418027"/>
                </a:lnTo>
                <a:cubicBezTo>
                  <a:pt x="43158" y="401652"/>
                  <a:pt x="43158" y="375030"/>
                  <a:pt x="59554" y="358656"/>
                </a:cubicBezTo>
                <a:lnTo>
                  <a:pt x="69286" y="348831"/>
                </a:lnTo>
                <a:cubicBezTo>
                  <a:pt x="63997" y="338478"/>
                  <a:pt x="59449" y="327597"/>
                  <a:pt x="55958" y="316505"/>
                </a:cubicBezTo>
                <a:lnTo>
                  <a:pt x="41995" y="316505"/>
                </a:lnTo>
                <a:cubicBezTo>
                  <a:pt x="18829" y="316505"/>
                  <a:pt x="0" y="297700"/>
                  <a:pt x="0" y="274565"/>
                </a:cubicBezTo>
                <a:lnTo>
                  <a:pt x="0" y="232625"/>
                </a:lnTo>
                <a:cubicBezTo>
                  <a:pt x="0" y="209488"/>
                  <a:pt x="18829" y="190684"/>
                  <a:pt x="41995" y="190684"/>
                </a:cubicBezTo>
                <a:lnTo>
                  <a:pt x="55958" y="190684"/>
                </a:lnTo>
                <a:cubicBezTo>
                  <a:pt x="59449" y="179486"/>
                  <a:pt x="63997" y="168710"/>
                  <a:pt x="69286" y="158252"/>
                </a:cubicBezTo>
                <a:lnTo>
                  <a:pt x="59554" y="148533"/>
                </a:lnTo>
                <a:cubicBezTo>
                  <a:pt x="43158" y="132158"/>
                  <a:pt x="43158" y="105536"/>
                  <a:pt x="59554" y="89162"/>
                </a:cubicBezTo>
                <a:lnTo>
                  <a:pt x="89173" y="59476"/>
                </a:lnTo>
                <a:cubicBezTo>
                  <a:pt x="97107" y="51553"/>
                  <a:pt x="107685" y="47222"/>
                  <a:pt x="118897" y="47222"/>
                </a:cubicBezTo>
                <a:cubicBezTo>
                  <a:pt x="130110" y="47222"/>
                  <a:pt x="140688" y="51553"/>
                  <a:pt x="148622" y="59476"/>
                </a:cubicBezTo>
                <a:lnTo>
                  <a:pt x="158459" y="69301"/>
                </a:lnTo>
                <a:cubicBezTo>
                  <a:pt x="168826" y="63913"/>
                  <a:pt x="179721" y="59371"/>
                  <a:pt x="190828" y="55885"/>
                </a:cubicBezTo>
                <a:lnTo>
                  <a:pt x="190828" y="42045"/>
                </a:lnTo>
                <a:cubicBezTo>
                  <a:pt x="190828" y="18910"/>
                  <a:pt x="209657" y="0"/>
                  <a:pt x="232929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wrap="square" lIns="91440" tIns="45720" rIns="91440" bIns="45720" anchor="ctr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2285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Arial"/>
              <a:ea typeface="微软雅黑"/>
            </a:endParaRPr>
          </a:p>
        </p:txBody>
      </p:sp>
      <p:sp>
        <p:nvSpPr>
          <p:cNvPr id="69" name="Number3">
            <a:extLst>
              <a:ext uri="{FF2B5EF4-FFF2-40B4-BE49-F238E27FC236}">
                <a16:creationId xmlns:a16="http://schemas.microsoft.com/office/drawing/2014/main" id="{03A8C6FE-FE8C-0BB5-B38A-E8494821E536}"/>
              </a:ext>
            </a:extLst>
          </p:cNvPr>
          <p:cNvSpPr/>
          <p:nvPr/>
        </p:nvSpPr>
        <p:spPr>
          <a:xfrm>
            <a:off x="8370888" y="1361190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44B4CF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FC793D18-F64F-DCB8-9EF3-4B66229671C5}"/>
              </a:ext>
            </a:extLst>
          </p:cNvPr>
          <p:cNvGrpSpPr/>
          <p:nvPr/>
        </p:nvGrpSpPr>
        <p:grpSpPr>
          <a:xfrm>
            <a:off x="8998691" y="1439901"/>
            <a:ext cx="2521797" cy="1645065"/>
            <a:chOff x="8998691" y="1439901"/>
            <a:chExt cx="2521797" cy="1645065"/>
          </a:xfrm>
        </p:grpSpPr>
        <p:sp>
          <p:nvSpPr>
            <p:cNvPr id="71" name="Bullet3">
              <a:extLst>
                <a:ext uri="{FF2B5EF4-FFF2-40B4-BE49-F238E27FC236}">
                  <a16:creationId xmlns:a16="http://schemas.microsoft.com/office/drawing/2014/main" id="{A5DCEFF8-0919-5761-BD5A-950435033212}"/>
                </a:ext>
              </a:extLst>
            </p:cNvPr>
            <p:cNvSpPr txBox="1"/>
            <p:nvPr/>
          </p:nvSpPr>
          <p:spPr bwMode="auto">
            <a:xfrm>
              <a:off x="8998691" y="1439901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荆南波波黑" panose="02000800000000000000" pitchFamily="2" charset="-122"/>
                  <a:ea typeface="荆南波波黑" panose="02000800000000000000" pitchFamily="2" charset="-122"/>
                </a:rPr>
                <a:t>AI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荆南波波黑" panose="02000800000000000000" pitchFamily="2" charset="-122"/>
                  <a:ea typeface="荆南波波黑" panose="02000800000000000000" pitchFamily="2" charset="-122"/>
                </a:rPr>
                <a:t>赋能，高效开发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72" name="Text3">
              <a:extLst>
                <a:ext uri="{FF2B5EF4-FFF2-40B4-BE49-F238E27FC236}">
                  <a16:creationId xmlns:a16="http://schemas.microsoft.com/office/drawing/2014/main" id="{B4A7939B-F489-F93A-7163-78D6724EC645}"/>
                </a:ext>
              </a:extLst>
            </p:cNvPr>
            <p:cNvSpPr/>
            <p:nvPr/>
          </p:nvSpPr>
          <p:spPr bwMode="auto">
            <a:xfrm>
              <a:off x="8998691" y="2041656"/>
              <a:ext cx="2521797" cy="1043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深度整合</a:t>
              </a: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AI</a:t>
              </a:r>
              <a:r>
                <a: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编程工具</a:t>
              </a:r>
              <a:r>
                <a:rPr lang="zh-CN" altLang="en-US" sz="1100">
                  <a:solidFill>
                    <a:srgbClr val="000000"/>
                  </a:solidFill>
                  <a:latin typeface="Arial"/>
                  <a:ea typeface="微软雅黑"/>
                </a:rPr>
                <a:t>，覆盖从代码生成到调试、优化的全流程，助你掌握智能高效的开发方式，适应技术发展新趋势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63" name="Number4">
            <a:extLst>
              <a:ext uri="{FF2B5EF4-FFF2-40B4-BE49-F238E27FC236}">
                <a16:creationId xmlns:a16="http://schemas.microsoft.com/office/drawing/2014/main" id="{B4862DBC-193A-6F2F-DC50-D2B2907D1FC4}"/>
              </a:ext>
            </a:extLst>
          </p:cNvPr>
          <p:cNvSpPr/>
          <p:nvPr/>
        </p:nvSpPr>
        <p:spPr>
          <a:xfrm>
            <a:off x="8370888" y="3694323"/>
            <a:ext cx="599228" cy="599228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rgbClr val="7995D8"/>
          </a:solidFill>
          <a:ln w="63500">
            <a:noFill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84B04EB-CDFC-45F3-9F84-1BFAAEB7F825}"/>
              </a:ext>
            </a:extLst>
          </p:cNvPr>
          <p:cNvGrpSpPr/>
          <p:nvPr/>
        </p:nvGrpSpPr>
        <p:grpSpPr>
          <a:xfrm>
            <a:off x="8998691" y="3773034"/>
            <a:ext cx="2521797" cy="1693488"/>
            <a:chOff x="8998691" y="3773034"/>
            <a:chExt cx="2521797" cy="1693488"/>
          </a:xfrm>
        </p:grpSpPr>
        <p:sp>
          <p:nvSpPr>
            <p:cNvPr id="65" name="Bullet4">
              <a:extLst>
                <a:ext uri="{FF2B5EF4-FFF2-40B4-BE49-F238E27FC236}">
                  <a16:creationId xmlns:a16="http://schemas.microsoft.com/office/drawing/2014/main" id="{C9DBDB93-C7FA-6203-DAB4-7C1670EF0269}"/>
                </a:ext>
              </a:extLst>
            </p:cNvPr>
            <p:cNvSpPr txBox="1"/>
            <p:nvPr/>
          </p:nvSpPr>
          <p:spPr bwMode="auto">
            <a:xfrm>
              <a:off x="8998691" y="3773034"/>
              <a:ext cx="252179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工程实践，规范开发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endParaRPr>
            </a:p>
          </p:txBody>
        </p:sp>
        <p:sp>
          <p:nvSpPr>
            <p:cNvPr id="66" name="Text4">
              <a:extLst>
                <a:ext uri="{FF2B5EF4-FFF2-40B4-BE49-F238E27FC236}">
                  <a16:creationId xmlns:a16="http://schemas.microsoft.com/office/drawing/2014/main" id="{B164CEB9-C2CD-BE4F-3579-79E800F7660B}"/>
                </a:ext>
              </a:extLst>
            </p:cNvPr>
            <p:cNvSpPr/>
            <p:nvPr/>
          </p:nvSpPr>
          <p:spPr bwMode="auto">
            <a:xfrm>
              <a:off x="8998691" y="4374789"/>
              <a:ext cx="2521797" cy="1091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</a:rPr>
                <a:t>课程强调企业级开发实践，融入异常处理、日志管理、调试技巧与模块化开发等工程实践，培养即插即用的工程素养与问题解决的能力。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</p:grpSp>
      <p:pic>
        <p:nvPicPr>
          <p:cNvPr id="91" name="图片 90">
            <a:extLst>
              <a:ext uri="{FF2B5EF4-FFF2-40B4-BE49-F238E27FC236}">
                <a16:creationId xmlns:a16="http://schemas.microsoft.com/office/drawing/2014/main" id="{8131A90E-DFE0-9AA7-5253-A9688B25C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048" y="3238939"/>
            <a:ext cx="1068189" cy="1068189"/>
          </a:xfrm>
          <a:prstGeom prst="rect">
            <a:avLst/>
          </a:prstGeom>
        </p:spPr>
      </p:pic>
      <p:sp>
        <p:nvSpPr>
          <p:cNvPr id="95" name="iconfont-10499-5121525">
            <a:extLst>
              <a:ext uri="{FF2B5EF4-FFF2-40B4-BE49-F238E27FC236}">
                <a16:creationId xmlns:a16="http://schemas.microsoft.com/office/drawing/2014/main" id="{BD740C94-C0FF-E4C8-BAB2-C13B447B0ECF}"/>
              </a:ext>
            </a:extLst>
          </p:cNvPr>
          <p:cNvSpPr/>
          <p:nvPr/>
        </p:nvSpPr>
        <p:spPr>
          <a:xfrm>
            <a:off x="4470265" y="3729144"/>
            <a:ext cx="408856" cy="359695"/>
          </a:xfrm>
          <a:custGeom>
            <a:avLst/>
            <a:gdLst>
              <a:gd name="T0" fmla="*/ 9125 w 11208"/>
              <a:gd name="T1" fmla="*/ 4533 h 9861"/>
              <a:gd name="T2" fmla="*/ 4287 w 11208"/>
              <a:gd name="T3" fmla="*/ 4533 h 9861"/>
              <a:gd name="T4" fmla="*/ 4022 w 11208"/>
              <a:gd name="T5" fmla="*/ 4798 h 9861"/>
              <a:gd name="T6" fmla="*/ 4287 w 11208"/>
              <a:gd name="T7" fmla="*/ 5063 h 9861"/>
              <a:gd name="T8" fmla="*/ 9125 w 11208"/>
              <a:gd name="T9" fmla="*/ 5063 h 9861"/>
              <a:gd name="T10" fmla="*/ 9390 w 11208"/>
              <a:gd name="T11" fmla="*/ 4798 h 9861"/>
              <a:gd name="T12" fmla="*/ 9125 w 11208"/>
              <a:gd name="T13" fmla="*/ 4533 h 9861"/>
              <a:gd name="T14" fmla="*/ 9125 w 11208"/>
              <a:gd name="T15" fmla="*/ 6759 h 9861"/>
              <a:gd name="T16" fmla="*/ 4287 w 11208"/>
              <a:gd name="T17" fmla="*/ 6759 h 9861"/>
              <a:gd name="T18" fmla="*/ 4022 w 11208"/>
              <a:gd name="T19" fmla="*/ 7024 h 9861"/>
              <a:gd name="T20" fmla="*/ 4287 w 11208"/>
              <a:gd name="T21" fmla="*/ 7289 h 9861"/>
              <a:gd name="T22" fmla="*/ 9125 w 11208"/>
              <a:gd name="T23" fmla="*/ 7289 h 9861"/>
              <a:gd name="T24" fmla="*/ 9390 w 11208"/>
              <a:gd name="T25" fmla="*/ 7024 h 9861"/>
              <a:gd name="T26" fmla="*/ 9125 w 11208"/>
              <a:gd name="T27" fmla="*/ 6759 h 9861"/>
              <a:gd name="T28" fmla="*/ 10514 w 11208"/>
              <a:gd name="T29" fmla="*/ 1614 h 9861"/>
              <a:gd name="T30" fmla="*/ 7043 w 11208"/>
              <a:gd name="T31" fmla="*/ 1614 h 9861"/>
              <a:gd name="T32" fmla="*/ 6982 w 11208"/>
              <a:gd name="T33" fmla="*/ 1450 h 9861"/>
              <a:gd name="T34" fmla="*/ 5185 w 11208"/>
              <a:gd name="T35" fmla="*/ 0 h 9861"/>
              <a:gd name="T36" fmla="*/ 694 w 11208"/>
              <a:gd name="T37" fmla="*/ 0 h 9861"/>
              <a:gd name="T38" fmla="*/ 0 w 11208"/>
              <a:gd name="T39" fmla="*/ 674 h 9861"/>
              <a:gd name="T40" fmla="*/ 0 w 11208"/>
              <a:gd name="T41" fmla="*/ 9188 h 9861"/>
              <a:gd name="T42" fmla="*/ 694 w 11208"/>
              <a:gd name="T43" fmla="*/ 9861 h 9861"/>
              <a:gd name="T44" fmla="*/ 10514 w 11208"/>
              <a:gd name="T45" fmla="*/ 9861 h 9861"/>
              <a:gd name="T46" fmla="*/ 11208 w 11208"/>
              <a:gd name="T47" fmla="*/ 9188 h 9861"/>
              <a:gd name="T48" fmla="*/ 11208 w 11208"/>
              <a:gd name="T49" fmla="*/ 2288 h 9861"/>
              <a:gd name="T50" fmla="*/ 10514 w 11208"/>
              <a:gd name="T51" fmla="*/ 1614 h 9861"/>
              <a:gd name="T52" fmla="*/ 694 w 11208"/>
              <a:gd name="T53" fmla="*/ 981 h 9861"/>
              <a:gd name="T54" fmla="*/ 1654 w 11208"/>
              <a:gd name="T55" fmla="*/ 532 h 9861"/>
              <a:gd name="T56" fmla="*/ 4430 w 11208"/>
              <a:gd name="T57" fmla="*/ 532 h 9861"/>
              <a:gd name="T58" fmla="*/ 6145 w 11208"/>
              <a:gd name="T59" fmla="*/ 1186 h 9861"/>
              <a:gd name="T60" fmla="*/ 6309 w 11208"/>
              <a:gd name="T61" fmla="*/ 1595 h 9861"/>
              <a:gd name="T62" fmla="*/ 694 w 11208"/>
              <a:gd name="T63" fmla="*/ 1595 h 9861"/>
              <a:gd name="T64" fmla="*/ 694 w 11208"/>
              <a:gd name="T65" fmla="*/ 981 h 9861"/>
              <a:gd name="T66" fmla="*/ 10554 w 11208"/>
              <a:gd name="T67" fmla="*/ 8453 h 9861"/>
              <a:gd name="T68" fmla="*/ 9635 w 11208"/>
              <a:gd name="T69" fmla="*/ 9249 h 9861"/>
              <a:gd name="T70" fmla="*/ 1613 w 11208"/>
              <a:gd name="T71" fmla="*/ 9249 h 9861"/>
              <a:gd name="T72" fmla="*/ 694 w 11208"/>
              <a:gd name="T73" fmla="*/ 8330 h 9861"/>
              <a:gd name="T74" fmla="*/ 694 w 11208"/>
              <a:gd name="T75" fmla="*/ 2246 h 9861"/>
              <a:gd name="T76" fmla="*/ 9799 w 11208"/>
              <a:gd name="T77" fmla="*/ 2246 h 9861"/>
              <a:gd name="T78" fmla="*/ 10554 w 11208"/>
              <a:gd name="T79" fmla="*/ 3165 h 9861"/>
              <a:gd name="T80" fmla="*/ 10554 w 11208"/>
              <a:gd name="T81" fmla="*/ 8453 h 9861"/>
              <a:gd name="T82" fmla="*/ 1816 w 11208"/>
              <a:gd name="T83" fmla="*/ 4329 h 9861"/>
              <a:gd name="T84" fmla="*/ 2674 w 11208"/>
              <a:gd name="T85" fmla="*/ 4329 h 9861"/>
              <a:gd name="T86" fmla="*/ 2674 w 11208"/>
              <a:gd name="T87" fmla="*/ 5186 h 9861"/>
              <a:gd name="T88" fmla="*/ 1816 w 11208"/>
              <a:gd name="T89" fmla="*/ 5186 h 9861"/>
              <a:gd name="T90" fmla="*/ 1816 w 11208"/>
              <a:gd name="T91" fmla="*/ 4329 h 9861"/>
              <a:gd name="T92" fmla="*/ 1816 w 11208"/>
              <a:gd name="T93" fmla="*/ 6595 h 9861"/>
              <a:gd name="T94" fmla="*/ 2674 w 11208"/>
              <a:gd name="T95" fmla="*/ 6595 h 9861"/>
              <a:gd name="T96" fmla="*/ 2674 w 11208"/>
              <a:gd name="T97" fmla="*/ 7453 h 9861"/>
              <a:gd name="T98" fmla="*/ 1816 w 11208"/>
              <a:gd name="T99" fmla="*/ 7453 h 9861"/>
              <a:gd name="T100" fmla="*/ 1816 w 11208"/>
              <a:gd name="T101" fmla="*/ 6595 h 9861"/>
              <a:gd name="T102" fmla="*/ 1816 w 11208"/>
              <a:gd name="T103" fmla="*/ 6595 h 98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208" h="9861">
                <a:moveTo>
                  <a:pt x="9125" y="4533"/>
                </a:moveTo>
                <a:lnTo>
                  <a:pt x="4287" y="4533"/>
                </a:lnTo>
                <a:cubicBezTo>
                  <a:pt x="4144" y="4533"/>
                  <a:pt x="4022" y="4655"/>
                  <a:pt x="4022" y="4798"/>
                </a:cubicBezTo>
                <a:cubicBezTo>
                  <a:pt x="4022" y="4940"/>
                  <a:pt x="4144" y="5063"/>
                  <a:pt x="4287" y="5063"/>
                </a:cubicBezTo>
                <a:lnTo>
                  <a:pt x="9125" y="5063"/>
                </a:lnTo>
                <a:cubicBezTo>
                  <a:pt x="9268" y="5063"/>
                  <a:pt x="9390" y="4940"/>
                  <a:pt x="9390" y="4798"/>
                </a:cubicBezTo>
                <a:cubicBezTo>
                  <a:pt x="9390" y="4635"/>
                  <a:pt x="9268" y="4533"/>
                  <a:pt x="9125" y="4533"/>
                </a:cubicBezTo>
                <a:close/>
                <a:moveTo>
                  <a:pt x="9125" y="6759"/>
                </a:moveTo>
                <a:lnTo>
                  <a:pt x="4287" y="6759"/>
                </a:lnTo>
                <a:cubicBezTo>
                  <a:pt x="4144" y="6759"/>
                  <a:pt x="4022" y="6881"/>
                  <a:pt x="4022" y="7024"/>
                </a:cubicBezTo>
                <a:cubicBezTo>
                  <a:pt x="4022" y="7166"/>
                  <a:pt x="4144" y="7289"/>
                  <a:pt x="4287" y="7289"/>
                </a:cubicBezTo>
                <a:lnTo>
                  <a:pt x="9125" y="7289"/>
                </a:lnTo>
                <a:cubicBezTo>
                  <a:pt x="9268" y="7289"/>
                  <a:pt x="9390" y="7166"/>
                  <a:pt x="9390" y="7024"/>
                </a:cubicBezTo>
                <a:cubicBezTo>
                  <a:pt x="9390" y="6881"/>
                  <a:pt x="9268" y="6759"/>
                  <a:pt x="9125" y="6759"/>
                </a:cubicBezTo>
                <a:close/>
                <a:moveTo>
                  <a:pt x="10514" y="1614"/>
                </a:moveTo>
                <a:lnTo>
                  <a:pt x="7043" y="1614"/>
                </a:lnTo>
                <a:lnTo>
                  <a:pt x="6982" y="1450"/>
                </a:lnTo>
                <a:cubicBezTo>
                  <a:pt x="6573" y="306"/>
                  <a:pt x="5777" y="21"/>
                  <a:pt x="5185" y="0"/>
                </a:cubicBezTo>
                <a:lnTo>
                  <a:pt x="694" y="0"/>
                </a:lnTo>
                <a:cubicBezTo>
                  <a:pt x="307" y="0"/>
                  <a:pt x="0" y="306"/>
                  <a:pt x="0" y="674"/>
                </a:cubicBezTo>
                <a:lnTo>
                  <a:pt x="0" y="9188"/>
                </a:lnTo>
                <a:cubicBezTo>
                  <a:pt x="0" y="9555"/>
                  <a:pt x="307" y="9861"/>
                  <a:pt x="694" y="9861"/>
                </a:cubicBezTo>
                <a:lnTo>
                  <a:pt x="10514" y="9861"/>
                </a:lnTo>
                <a:cubicBezTo>
                  <a:pt x="10902" y="9861"/>
                  <a:pt x="11208" y="9555"/>
                  <a:pt x="11208" y="9188"/>
                </a:cubicBezTo>
                <a:lnTo>
                  <a:pt x="11208" y="2288"/>
                </a:lnTo>
                <a:cubicBezTo>
                  <a:pt x="11208" y="1920"/>
                  <a:pt x="10902" y="1614"/>
                  <a:pt x="10514" y="1614"/>
                </a:cubicBezTo>
                <a:close/>
                <a:moveTo>
                  <a:pt x="694" y="981"/>
                </a:moveTo>
                <a:cubicBezTo>
                  <a:pt x="694" y="450"/>
                  <a:pt x="878" y="532"/>
                  <a:pt x="1654" y="532"/>
                </a:cubicBezTo>
                <a:lnTo>
                  <a:pt x="4430" y="532"/>
                </a:lnTo>
                <a:cubicBezTo>
                  <a:pt x="5614" y="532"/>
                  <a:pt x="5920" y="797"/>
                  <a:pt x="6145" y="1186"/>
                </a:cubicBezTo>
                <a:lnTo>
                  <a:pt x="6309" y="1595"/>
                </a:lnTo>
                <a:lnTo>
                  <a:pt x="694" y="1595"/>
                </a:lnTo>
                <a:lnTo>
                  <a:pt x="694" y="981"/>
                </a:lnTo>
                <a:close/>
                <a:moveTo>
                  <a:pt x="10554" y="8453"/>
                </a:moveTo>
                <a:cubicBezTo>
                  <a:pt x="10554" y="9229"/>
                  <a:pt x="10289" y="9249"/>
                  <a:pt x="9635" y="9249"/>
                </a:cubicBezTo>
                <a:lnTo>
                  <a:pt x="1613" y="9249"/>
                </a:lnTo>
                <a:cubicBezTo>
                  <a:pt x="816" y="9249"/>
                  <a:pt x="694" y="9188"/>
                  <a:pt x="694" y="8330"/>
                </a:cubicBezTo>
                <a:lnTo>
                  <a:pt x="694" y="2246"/>
                </a:lnTo>
                <a:lnTo>
                  <a:pt x="9799" y="2246"/>
                </a:lnTo>
                <a:cubicBezTo>
                  <a:pt x="10657" y="2246"/>
                  <a:pt x="10554" y="2573"/>
                  <a:pt x="10554" y="3165"/>
                </a:cubicBezTo>
                <a:lnTo>
                  <a:pt x="10554" y="8453"/>
                </a:lnTo>
                <a:close/>
                <a:moveTo>
                  <a:pt x="1816" y="4329"/>
                </a:moveTo>
                <a:lnTo>
                  <a:pt x="2674" y="4329"/>
                </a:lnTo>
                <a:lnTo>
                  <a:pt x="2674" y="5186"/>
                </a:lnTo>
                <a:lnTo>
                  <a:pt x="1816" y="5186"/>
                </a:lnTo>
                <a:lnTo>
                  <a:pt x="1816" y="4329"/>
                </a:lnTo>
                <a:close/>
                <a:moveTo>
                  <a:pt x="1816" y="6595"/>
                </a:moveTo>
                <a:lnTo>
                  <a:pt x="2674" y="6595"/>
                </a:lnTo>
                <a:lnTo>
                  <a:pt x="2674" y="7453"/>
                </a:lnTo>
                <a:lnTo>
                  <a:pt x="1816" y="7453"/>
                </a:lnTo>
                <a:lnTo>
                  <a:pt x="1816" y="6595"/>
                </a:lnTo>
                <a:close/>
                <a:moveTo>
                  <a:pt x="1816" y="6595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confont-10459-4807117">
            <a:extLst>
              <a:ext uri="{FF2B5EF4-FFF2-40B4-BE49-F238E27FC236}">
                <a16:creationId xmlns:a16="http://schemas.microsoft.com/office/drawing/2014/main" id="{DA8B3409-DE51-3E1D-85D1-817C9AFAAFB5}"/>
              </a:ext>
            </a:extLst>
          </p:cNvPr>
          <p:cNvSpPr/>
          <p:nvPr/>
        </p:nvSpPr>
        <p:spPr>
          <a:xfrm>
            <a:off x="6642489" y="2517312"/>
            <a:ext cx="371067" cy="371067"/>
          </a:xfrm>
          <a:custGeom>
            <a:avLst/>
            <a:gdLst>
              <a:gd name="T0" fmla="*/ 5547 w 12800"/>
              <a:gd name="T1" fmla="*/ 10240 h 12800"/>
              <a:gd name="T2" fmla="*/ 2133 w 12800"/>
              <a:gd name="T3" fmla="*/ 11947 h 12800"/>
              <a:gd name="T4" fmla="*/ 10667 w 12800"/>
              <a:gd name="T5" fmla="*/ 10240 h 12800"/>
              <a:gd name="T6" fmla="*/ 7680 w 12800"/>
              <a:gd name="T7" fmla="*/ 9387 h 12800"/>
              <a:gd name="T8" fmla="*/ 11520 w 12800"/>
              <a:gd name="T9" fmla="*/ 10240 h 12800"/>
              <a:gd name="T10" fmla="*/ 10667 w 12800"/>
              <a:gd name="T11" fmla="*/ 12800 h 12800"/>
              <a:gd name="T12" fmla="*/ 1280 w 12800"/>
              <a:gd name="T13" fmla="*/ 11947 h 12800"/>
              <a:gd name="T14" fmla="*/ 2133 w 12800"/>
              <a:gd name="T15" fmla="*/ 9387 h 12800"/>
              <a:gd name="T16" fmla="*/ 3413 w 12800"/>
              <a:gd name="T17" fmla="*/ 853 h 12800"/>
              <a:gd name="T18" fmla="*/ 10240 w 12800"/>
              <a:gd name="T19" fmla="*/ 1707 h 12800"/>
              <a:gd name="T20" fmla="*/ 9387 w 12800"/>
              <a:gd name="T21" fmla="*/ 8533 h 12800"/>
              <a:gd name="T22" fmla="*/ 2560 w 12800"/>
              <a:gd name="T23" fmla="*/ 7680 h 12800"/>
              <a:gd name="T24" fmla="*/ 3413 w 12800"/>
              <a:gd name="T25" fmla="*/ 853 h 12800"/>
              <a:gd name="T26" fmla="*/ 3413 w 12800"/>
              <a:gd name="T27" fmla="*/ 7680 h 12800"/>
              <a:gd name="T28" fmla="*/ 9387 w 12800"/>
              <a:gd name="T29" fmla="*/ 1707 h 12800"/>
              <a:gd name="T30" fmla="*/ 11093 w 12800"/>
              <a:gd name="T31" fmla="*/ 2987 h 12800"/>
              <a:gd name="T32" fmla="*/ 11520 w 12800"/>
              <a:gd name="T33" fmla="*/ 5973 h 12800"/>
              <a:gd name="T34" fmla="*/ 10667 w 12800"/>
              <a:gd name="T35" fmla="*/ 5973 h 12800"/>
              <a:gd name="T36" fmla="*/ 11093 w 12800"/>
              <a:gd name="T37" fmla="*/ 2987 h 12800"/>
              <a:gd name="T38" fmla="*/ 2133 w 12800"/>
              <a:gd name="T39" fmla="*/ 3413 h 12800"/>
              <a:gd name="T40" fmla="*/ 1707 w 12800"/>
              <a:gd name="T41" fmla="*/ 6400 h 12800"/>
              <a:gd name="T42" fmla="*/ 1280 w 12800"/>
              <a:gd name="T43" fmla="*/ 3413 h 12800"/>
              <a:gd name="T44" fmla="*/ 12373 w 12800"/>
              <a:gd name="T45" fmla="*/ 3840 h 12800"/>
              <a:gd name="T46" fmla="*/ 12800 w 12800"/>
              <a:gd name="T47" fmla="*/ 5120 h 12800"/>
              <a:gd name="T48" fmla="*/ 11947 w 12800"/>
              <a:gd name="T49" fmla="*/ 5120 h 12800"/>
              <a:gd name="T50" fmla="*/ 12373 w 12800"/>
              <a:gd name="T51" fmla="*/ 3840 h 12800"/>
              <a:gd name="T52" fmla="*/ 853 w 12800"/>
              <a:gd name="T53" fmla="*/ 4267 h 12800"/>
              <a:gd name="T54" fmla="*/ 427 w 12800"/>
              <a:gd name="T55" fmla="*/ 5547 h 12800"/>
              <a:gd name="T56" fmla="*/ 0 w 12800"/>
              <a:gd name="T57" fmla="*/ 4267 h 12800"/>
              <a:gd name="T58" fmla="*/ 4693 w 12800"/>
              <a:gd name="T59" fmla="*/ 5120 h 12800"/>
              <a:gd name="T60" fmla="*/ 4693 w 12800"/>
              <a:gd name="T61" fmla="*/ 3840 h 12800"/>
              <a:gd name="T62" fmla="*/ 4693 w 12800"/>
              <a:gd name="T63" fmla="*/ 5120 h 12800"/>
              <a:gd name="T64" fmla="*/ 8747 w 12800"/>
              <a:gd name="T65" fmla="*/ 4480 h 12800"/>
              <a:gd name="T66" fmla="*/ 7467 w 12800"/>
              <a:gd name="T67" fmla="*/ 4480 h 12800"/>
              <a:gd name="T68" fmla="*/ 6400 w 12800"/>
              <a:gd name="T69" fmla="*/ 0 h 12800"/>
              <a:gd name="T70" fmla="*/ 6827 w 12800"/>
              <a:gd name="T71" fmla="*/ 1280 h 12800"/>
              <a:gd name="T72" fmla="*/ 5973 w 12800"/>
              <a:gd name="T73" fmla="*/ 1280 h 12800"/>
              <a:gd name="T74" fmla="*/ 6400 w 12800"/>
              <a:gd name="T75" fmla="*/ 0 h 12800"/>
              <a:gd name="T76" fmla="*/ 5973 w 12800"/>
              <a:gd name="T77" fmla="*/ 8107 h 12800"/>
              <a:gd name="T78" fmla="*/ 5547 w 12800"/>
              <a:gd name="T79" fmla="*/ 10240 h 12800"/>
              <a:gd name="T80" fmla="*/ 5120 w 12800"/>
              <a:gd name="T81" fmla="*/ 8107 h 12800"/>
              <a:gd name="T82" fmla="*/ 7253 w 12800"/>
              <a:gd name="T83" fmla="*/ 7680 h 12800"/>
              <a:gd name="T84" fmla="*/ 7680 w 12800"/>
              <a:gd name="T85" fmla="*/ 9813 h 12800"/>
              <a:gd name="T86" fmla="*/ 6827 w 12800"/>
              <a:gd name="T87" fmla="*/ 9813 h 12800"/>
              <a:gd name="T88" fmla="*/ 7253 w 12800"/>
              <a:gd name="T89" fmla="*/ 768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800" h="12800">
                <a:moveTo>
                  <a:pt x="5120" y="9387"/>
                </a:moveTo>
                <a:lnTo>
                  <a:pt x="5547" y="10240"/>
                </a:lnTo>
                <a:lnTo>
                  <a:pt x="2133" y="10240"/>
                </a:lnTo>
                <a:lnTo>
                  <a:pt x="2133" y="11947"/>
                </a:lnTo>
                <a:lnTo>
                  <a:pt x="10667" y="11947"/>
                </a:lnTo>
                <a:lnTo>
                  <a:pt x="10667" y="10240"/>
                </a:lnTo>
                <a:lnTo>
                  <a:pt x="7253" y="10240"/>
                </a:lnTo>
                <a:lnTo>
                  <a:pt x="7680" y="9387"/>
                </a:lnTo>
                <a:lnTo>
                  <a:pt x="10667" y="9387"/>
                </a:lnTo>
                <a:cubicBezTo>
                  <a:pt x="11138" y="9387"/>
                  <a:pt x="11520" y="9769"/>
                  <a:pt x="11520" y="10240"/>
                </a:cubicBezTo>
                <a:lnTo>
                  <a:pt x="11520" y="11947"/>
                </a:lnTo>
                <a:cubicBezTo>
                  <a:pt x="11520" y="12418"/>
                  <a:pt x="11138" y="12800"/>
                  <a:pt x="10667" y="12800"/>
                </a:cubicBezTo>
                <a:lnTo>
                  <a:pt x="2133" y="12800"/>
                </a:lnTo>
                <a:cubicBezTo>
                  <a:pt x="1662" y="12800"/>
                  <a:pt x="1280" y="12418"/>
                  <a:pt x="1280" y="11947"/>
                </a:cubicBezTo>
                <a:lnTo>
                  <a:pt x="1280" y="10240"/>
                </a:lnTo>
                <a:cubicBezTo>
                  <a:pt x="1280" y="9769"/>
                  <a:pt x="1662" y="9387"/>
                  <a:pt x="2133" y="9387"/>
                </a:cubicBezTo>
                <a:lnTo>
                  <a:pt x="5120" y="9387"/>
                </a:lnTo>
                <a:close/>
                <a:moveTo>
                  <a:pt x="3413" y="853"/>
                </a:moveTo>
                <a:lnTo>
                  <a:pt x="9387" y="853"/>
                </a:lnTo>
                <a:cubicBezTo>
                  <a:pt x="9858" y="853"/>
                  <a:pt x="10240" y="1235"/>
                  <a:pt x="10240" y="1707"/>
                </a:cubicBezTo>
                <a:lnTo>
                  <a:pt x="10240" y="7680"/>
                </a:lnTo>
                <a:cubicBezTo>
                  <a:pt x="10240" y="8151"/>
                  <a:pt x="9858" y="8533"/>
                  <a:pt x="9387" y="8533"/>
                </a:cubicBezTo>
                <a:lnTo>
                  <a:pt x="3413" y="8533"/>
                </a:lnTo>
                <a:cubicBezTo>
                  <a:pt x="2942" y="8533"/>
                  <a:pt x="2560" y="8151"/>
                  <a:pt x="2560" y="7680"/>
                </a:cubicBezTo>
                <a:lnTo>
                  <a:pt x="2560" y="1707"/>
                </a:lnTo>
                <a:cubicBezTo>
                  <a:pt x="2560" y="1235"/>
                  <a:pt x="2942" y="853"/>
                  <a:pt x="3413" y="853"/>
                </a:cubicBezTo>
                <a:close/>
                <a:moveTo>
                  <a:pt x="3413" y="1707"/>
                </a:moveTo>
                <a:lnTo>
                  <a:pt x="3413" y="7680"/>
                </a:lnTo>
                <a:lnTo>
                  <a:pt x="9387" y="7680"/>
                </a:lnTo>
                <a:lnTo>
                  <a:pt x="9387" y="1707"/>
                </a:lnTo>
                <a:lnTo>
                  <a:pt x="3413" y="1707"/>
                </a:lnTo>
                <a:close/>
                <a:moveTo>
                  <a:pt x="11093" y="2987"/>
                </a:moveTo>
                <a:cubicBezTo>
                  <a:pt x="11329" y="2987"/>
                  <a:pt x="11520" y="3178"/>
                  <a:pt x="11520" y="3413"/>
                </a:cubicBezTo>
                <a:lnTo>
                  <a:pt x="11520" y="5973"/>
                </a:lnTo>
                <a:cubicBezTo>
                  <a:pt x="11520" y="6209"/>
                  <a:pt x="11329" y="6400"/>
                  <a:pt x="11093" y="6400"/>
                </a:cubicBezTo>
                <a:cubicBezTo>
                  <a:pt x="10858" y="6400"/>
                  <a:pt x="10667" y="6209"/>
                  <a:pt x="10667" y="5973"/>
                </a:cubicBezTo>
                <a:lnTo>
                  <a:pt x="10667" y="3413"/>
                </a:lnTo>
                <a:cubicBezTo>
                  <a:pt x="10667" y="3178"/>
                  <a:pt x="10858" y="2987"/>
                  <a:pt x="11093" y="2987"/>
                </a:cubicBezTo>
                <a:close/>
                <a:moveTo>
                  <a:pt x="1707" y="2987"/>
                </a:moveTo>
                <a:cubicBezTo>
                  <a:pt x="1942" y="2987"/>
                  <a:pt x="2133" y="3178"/>
                  <a:pt x="2133" y="3413"/>
                </a:cubicBezTo>
                <a:lnTo>
                  <a:pt x="2133" y="5973"/>
                </a:lnTo>
                <a:cubicBezTo>
                  <a:pt x="2133" y="6209"/>
                  <a:pt x="1942" y="6400"/>
                  <a:pt x="1707" y="6400"/>
                </a:cubicBezTo>
                <a:cubicBezTo>
                  <a:pt x="1471" y="6400"/>
                  <a:pt x="1280" y="6209"/>
                  <a:pt x="1280" y="5973"/>
                </a:cubicBezTo>
                <a:lnTo>
                  <a:pt x="1280" y="3413"/>
                </a:lnTo>
                <a:cubicBezTo>
                  <a:pt x="1280" y="3178"/>
                  <a:pt x="1471" y="2987"/>
                  <a:pt x="1707" y="2987"/>
                </a:cubicBezTo>
                <a:close/>
                <a:moveTo>
                  <a:pt x="12373" y="3840"/>
                </a:moveTo>
                <a:cubicBezTo>
                  <a:pt x="12609" y="3840"/>
                  <a:pt x="12800" y="4031"/>
                  <a:pt x="12800" y="4267"/>
                </a:cubicBezTo>
                <a:lnTo>
                  <a:pt x="12800" y="5120"/>
                </a:lnTo>
                <a:cubicBezTo>
                  <a:pt x="12800" y="5356"/>
                  <a:pt x="12609" y="5547"/>
                  <a:pt x="12373" y="5547"/>
                </a:cubicBezTo>
                <a:cubicBezTo>
                  <a:pt x="12138" y="5547"/>
                  <a:pt x="11947" y="5356"/>
                  <a:pt x="11947" y="5120"/>
                </a:cubicBezTo>
                <a:lnTo>
                  <a:pt x="11947" y="4267"/>
                </a:lnTo>
                <a:cubicBezTo>
                  <a:pt x="11947" y="4031"/>
                  <a:pt x="12138" y="3840"/>
                  <a:pt x="12373" y="3840"/>
                </a:cubicBezTo>
                <a:close/>
                <a:moveTo>
                  <a:pt x="427" y="3840"/>
                </a:moveTo>
                <a:cubicBezTo>
                  <a:pt x="662" y="3840"/>
                  <a:pt x="853" y="4031"/>
                  <a:pt x="853" y="4267"/>
                </a:cubicBezTo>
                <a:lnTo>
                  <a:pt x="853" y="5120"/>
                </a:lnTo>
                <a:cubicBezTo>
                  <a:pt x="853" y="5356"/>
                  <a:pt x="662" y="5547"/>
                  <a:pt x="427" y="5547"/>
                </a:cubicBezTo>
                <a:cubicBezTo>
                  <a:pt x="191" y="5547"/>
                  <a:pt x="0" y="5356"/>
                  <a:pt x="0" y="5120"/>
                </a:cubicBezTo>
                <a:lnTo>
                  <a:pt x="0" y="4267"/>
                </a:lnTo>
                <a:cubicBezTo>
                  <a:pt x="0" y="4031"/>
                  <a:pt x="191" y="3840"/>
                  <a:pt x="427" y="3840"/>
                </a:cubicBezTo>
                <a:close/>
                <a:moveTo>
                  <a:pt x="4693" y="5120"/>
                </a:moveTo>
                <a:cubicBezTo>
                  <a:pt x="5047" y="5120"/>
                  <a:pt x="5333" y="4833"/>
                  <a:pt x="5333" y="4480"/>
                </a:cubicBezTo>
                <a:cubicBezTo>
                  <a:pt x="5333" y="4127"/>
                  <a:pt x="5047" y="3840"/>
                  <a:pt x="4693" y="3840"/>
                </a:cubicBezTo>
                <a:cubicBezTo>
                  <a:pt x="4340" y="3840"/>
                  <a:pt x="4053" y="4127"/>
                  <a:pt x="4053" y="4480"/>
                </a:cubicBezTo>
                <a:cubicBezTo>
                  <a:pt x="4053" y="4833"/>
                  <a:pt x="4340" y="5120"/>
                  <a:pt x="4693" y="5120"/>
                </a:cubicBezTo>
                <a:close/>
                <a:moveTo>
                  <a:pt x="8107" y="5120"/>
                </a:moveTo>
                <a:cubicBezTo>
                  <a:pt x="8460" y="5120"/>
                  <a:pt x="8747" y="4833"/>
                  <a:pt x="8747" y="4480"/>
                </a:cubicBezTo>
                <a:cubicBezTo>
                  <a:pt x="8747" y="4127"/>
                  <a:pt x="8460" y="3840"/>
                  <a:pt x="8107" y="3840"/>
                </a:cubicBezTo>
                <a:cubicBezTo>
                  <a:pt x="7753" y="3840"/>
                  <a:pt x="7467" y="4127"/>
                  <a:pt x="7467" y="4480"/>
                </a:cubicBezTo>
                <a:cubicBezTo>
                  <a:pt x="7467" y="4833"/>
                  <a:pt x="7753" y="5120"/>
                  <a:pt x="8107" y="5120"/>
                </a:cubicBezTo>
                <a:close/>
                <a:moveTo>
                  <a:pt x="6400" y="0"/>
                </a:moveTo>
                <a:cubicBezTo>
                  <a:pt x="6636" y="0"/>
                  <a:pt x="6827" y="191"/>
                  <a:pt x="6827" y="427"/>
                </a:cubicBezTo>
                <a:lnTo>
                  <a:pt x="6827" y="1280"/>
                </a:lnTo>
                <a:cubicBezTo>
                  <a:pt x="6827" y="1516"/>
                  <a:pt x="6636" y="1707"/>
                  <a:pt x="6400" y="1707"/>
                </a:cubicBezTo>
                <a:cubicBezTo>
                  <a:pt x="6164" y="1707"/>
                  <a:pt x="5973" y="1516"/>
                  <a:pt x="5973" y="1280"/>
                </a:cubicBezTo>
                <a:lnTo>
                  <a:pt x="5973" y="427"/>
                </a:lnTo>
                <a:cubicBezTo>
                  <a:pt x="5973" y="191"/>
                  <a:pt x="6164" y="0"/>
                  <a:pt x="6400" y="0"/>
                </a:cubicBezTo>
                <a:close/>
                <a:moveTo>
                  <a:pt x="5547" y="7680"/>
                </a:moveTo>
                <a:cubicBezTo>
                  <a:pt x="5782" y="7680"/>
                  <a:pt x="5973" y="7871"/>
                  <a:pt x="5973" y="8107"/>
                </a:cubicBezTo>
                <a:lnTo>
                  <a:pt x="5973" y="9813"/>
                </a:lnTo>
                <a:cubicBezTo>
                  <a:pt x="5973" y="10049"/>
                  <a:pt x="5782" y="10240"/>
                  <a:pt x="5547" y="10240"/>
                </a:cubicBezTo>
                <a:cubicBezTo>
                  <a:pt x="5311" y="10240"/>
                  <a:pt x="5120" y="10049"/>
                  <a:pt x="5120" y="9813"/>
                </a:cubicBezTo>
                <a:lnTo>
                  <a:pt x="5120" y="8107"/>
                </a:lnTo>
                <a:cubicBezTo>
                  <a:pt x="5120" y="7871"/>
                  <a:pt x="5311" y="7680"/>
                  <a:pt x="5547" y="7680"/>
                </a:cubicBezTo>
                <a:close/>
                <a:moveTo>
                  <a:pt x="7253" y="7680"/>
                </a:moveTo>
                <a:cubicBezTo>
                  <a:pt x="7489" y="7680"/>
                  <a:pt x="7680" y="7871"/>
                  <a:pt x="7680" y="8107"/>
                </a:cubicBezTo>
                <a:lnTo>
                  <a:pt x="7680" y="9813"/>
                </a:lnTo>
                <a:cubicBezTo>
                  <a:pt x="7680" y="10049"/>
                  <a:pt x="7489" y="10240"/>
                  <a:pt x="7253" y="10240"/>
                </a:cubicBezTo>
                <a:cubicBezTo>
                  <a:pt x="7018" y="10240"/>
                  <a:pt x="6827" y="10049"/>
                  <a:pt x="6827" y="9813"/>
                </a:cubicBezTo>
                <a:lnTo>
                  <a:pt x="6827" y="8107"/>
                </a:lnTo>
                <a:cubicBezTo>
                  <a:pt x="6827" y="7871"/>
                  <a:pt x="7018" y="7680"/>
                  <a:pt x="7253" y="76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atomic-structure_68180">
            <a:extLst>
              <a:ext uri="{FF2B5EF4-FFF2-40B4-BE49-F238E27FC236}">
                <a16:creationId xmlns:a16="http://schemas.microsoft.com/office/drawing/2014/main" id="{F2925468-3F2C-D0C2-45D3-383F42A24750}"/>
              </a:ext>
            </a:extLst>
          </p:cNvPr>
          <p:cNvSpPr/>
          <p:nvPr/>
        </p:nvSpPr>
        <p:spPr>
          <a:xfrm>
            <a:off x="5183118" y="2546230"/>
            <a:ext cx="343299" cy="365737"/>
          </a:xfrm>
          <a:custGeom>
            <a:avLst/>
            <a:gdLst>
              <a:gd name="connsiteX0" fmla="*/ 283903 w 567909"/>
              <a:gd name="connsiteY0" fmla="*/ 440915 h 605028"/>
              <a:gd name="connsiteX1" fmla="*/ 204713 w 567909"/>
              <a:gd name="connsiteY1" fmla="*/ 485545 h 605028"/>
              <a:gd name="connsiteX2" fmla="*/ 209288 w 567909"/>
              <a:gd name="connsiteY2" fmla="*/ 496322 h 605028"/>
              <a:gd name="connsiteX3" fmla="*/ 283903 w 567909"/>
              <a:gd name="connsiteY3" fmla="*/ 569066 h 605028"/>
              <a:gd name="connsiteX4" fmla="*/ 358518 w 567909"/>
              <a:gd name="connsiteY4" fmla="*/ 496322 h 605028"/>
              <a:gd name="connsiteX5" fmla="*/ 363093 w 567909"/>
              <a:gd name="connsiteY5" fmla="*/ 485545 h 605028"/>
              <a:gd name="connsiteX6" fmla="*/ 283903 w 567909"/>
              <a:gd name="connsiteY6" fmla="*/ 440915 h 605028"/>
              <a:gd name="connsiteX7" fmla="*/ 391484 w 567909"/>
              <a:gd name="connsiteY7" fmla="*/ 363368 h 605028"/>
              <a:gd name="connsiteX8" fmla="*/ 352183 w 567909"/>
              <a:gd name="connsiteY8" fmla="*/ 394059 h 605028"/>
              <a:gd name="connsiteX9" fmla="*/ 316987 w 567909"/>
              <a:gd name="connsiteY9" fmla="*/ 419127 h 605028"/>
              <a:gd name="connsiteX10" fmla="*/ 374942 w 567909"/>
              <a:gd name="connsiteY10" fmla="*/ 451223 h 605028"/>
              <a:gd name="connsiteX11" fmla="*/ 391484 w 567909"/>
              <a:gd name="connsiteY11" fmla="*/ 363368 h 605028"/>
              <a:gd name="connsiteX12" fmla="*/ 176204 w 567909"/>
              <a:gd name="connsiteY12" fmla="*/ 363368 h 605028"/>
              <a:gd name="connsiteX13" fmla="*/ 192864 w 567909"/>
              <a:gd name="connsiteY13" fmla="*/ 451223 h 605028"/>
              <a:gd name="connsiteX14" fmla="*/ 250702 w 567909"/>
              <a:gd name="connsiteY14" fmla="*/ 419127 h 605028"/>
              <a:gd name="connsiteX15" fmla="*/ 215623 w 567909"/>
              <a:gd name="connsiteY15" fmla="*/ 394059 h 605028"/>
              <a:gd name="connsiteX16" fmla="*/ 176204 w 567909"/>
              <a:gd name="connsiteY16" fmla="*/ 363368 h 605028"/>
              <a:gd name="connsiteX17" fmla="*/ 433485 w 567909"/>
              <a:gd name="connsiteY17" fmla="*/ 327289 h 605028"/>
              <a:gd name="connsiteX18" fmla="*/ 429965 w 567909"/>
              <a:gd name="connsiteY18" fmla="*/ 330452 h 605028"/>
              <a:gd name="connsiteX19" fmla="*/ 407792 w 567909"/>
              <a:gd name="connsiteY19" fmla="*/ 466686 h 605028"/>
              <a:gd name="connsiteX20" fmla="*/ 503641 w 567909"/>
              <a:gd name="connsiteY20" fmla="*/ 492457 h 605028"/>
              <a:gd name="connsiteX21" fmla="*/ 528982 w 567909"/>
              <a:gd name="connsiteY21" fmla="*/ 484725 h 605028"/>
              <a:gd name="connsiteX22" fmla="*/ 493669 w 567909"/>
              <a:gd name="connsiteY22" fmla="*/ 395231 h 605028"/>
              <a:gd name="connsiteX23" fmla="*/ 433485 w 567909"/>
              <a:gd name="connsiteY23" fmla="*/ 327289 h 605028"/>
              <a:gd name="connsiteX24" fmla="*/ 134321 w 567909"/>
              <a:gd name="connsiteY24" fmla="*/ 327289 h 605028"/>
              <a:gd name="connsiteX25" fmla="*/ 74020 w 567909"/>
              <a:gd name="connsiteY25" fmla="*/ 395231 h 605028"/>
              <a:gd name="connsiteX26" fmla="*/ 38707 w 567909"/>
              <a:gd name="connsiteY26" fmla="*/ 484725 h 605028"/>
              <a:gd name="connsiteX27" fmla="*/ 64165 w 567909"/>
              <a:gd name="connsiteY27" fmla="*/ 492457 h 605028"/>
              <a:gd name="connsiteX28" fmla="*/ 159897 w 567909"/>
              <a:gd name="connsiteY28" fmla="*/ 466686 h 605028"/>
              <a:gd name="connsiteX29" fmla="*/ 137841 w 567909"/>
              <a:gd name="connsiteY29" fmla="*/ 330452 h 605028"/>
              <a:gd name="connsiteX30" fmla="*/ 134321 w 567909"/>
              <a:gd name="connsiteY30" fmla="*/ 327289 h 605028"/>
              <a:gd name="connsiteX31" fmla="*/ 283903 w 567909"/>
              <a:gd name="connsiteY31" fmla="*/ 247896 h 605028"/>
              <a:gd name="connsiteX32" fmla="*/ 338662 w 567909"/>
              <a:gd name="connsiteY32" fmla="*/ 302514 h 605028"/>
              <a:gd name="connsiteX33" fmla="*/ 283903 w 567909"/>
              <a:gd name="connsiteY33" fmla="*/ 357132 h 605028"/>
              <a:gd name="connsiteX34" fmla="*/ 229144 w 567909"/>
              <a:gd name="connsiteY34" fmla="*/ 302514 h 605028"/>
              <a:gd name="connsiteX35" fmla="*/ 283903 w 567909"/>
              <a:gd name="connsiteY35" fmla="*/ 247896 h 605028"/>
              <a:gd name="connsiteX36" fmla="*/ 283903 w 567909"/>
              <a:gd name="connsiteY36" fmla="*/ 206869 h 605028"/>
              <a:gd name="connsiteX37" fmla="*/ 237093 w 567909"/>
              <a:gd name="connsiteY37" fmla="*/ 239785 h 605028"/>
              <a:gd name="connsiteX38" fmla="*/ 173271 w 567909"/>
              <a:gd name="connsiteY38" fmla="*/ 291093 h 605028"/>
              <a:gd name="connsiteX39" fmla="*/ 173154 w 567909"/>
              <a:gd name="connsiteY39" fmla="*/ 302456 h 605028"/>
              <a:gd name="connsiteX40" fmla="*/ 173271 w 567909"/>
              <a:gd name="connsiteY40" fmla="*/ 313935 h 605028"/>
              <a:gd name="connsiteX41" fmla="*/ 237093 w 567909"/>
              <a:gd name="connsiteY41" fmla="*/ 365243 h 605028"/>
              <a:gd name="connsiteX42" fmla="*/ 283903 w 567909"/>
              <a:gd name="connsiteY42" fmla="*/ 398159 h 605028"/>
              <a:gd name="connsiteX43" fmla="*/ 330713 w 567909"/>
              <a:gd name="connsiteY43" fmla="*/ 365243 h 605028"/>
              <a:gd name="connsiteX44" fmla="*/ 394417 w 567909"/>
              <a:gd name="connsiteY44" fmla="*/ 313935 h 605028"/>
              <a:gd name="connsiteX45" fmla="*/ 394535 w 567909"/>
              <a:gd name="connsiteY45" fmla="*/ 302456 h 605028"/>
              <a:gd name="connsiteX46" fmla="*/ 394417 w 567909"/>
              <a:gd name="connsiteY46" fmla="*/ 291093 h 605028"/>
              <a:gd name="connsiteX47" fmla="*/ 330713 w 567909"/>
              <a:gd name="connsiteY47" fmla="*/ 239785 h 605028"/>
              <a:gd name="connsiteX48" fmla="*/ 283903 w 567909"/>
              <a:gd name="connsiteY48" fmla="*/ 206869 h 605028"/>
              <a:gd name="connsiteX49" fmla="*/ 374942 w 567909"/>
              <a:gd name="connsiteY49" fmla="*/ 153687 h 605028"/>
              <a:gd name="connsiteX50" fmla="*/ 316987 w 567909"/>
              <a:gd name="connsiteY50" fmla="*/ 185901 h 605028"/>
              <a:gd name="connsiteX51" fmla="*/ 352183 w 567909"/>
              <a:gd name="connsiteY51" fmla="*/ 210969 h 605028"/>
              <a:gd name="connsiteX52" fmla="*/ 391484 w 567909"/>
              <a:gd name="connsiteY52" fmla="*/ 241660 h 605028"/>
              <a:gd name="connsiteX53" fmla="*/ 374942 w 567909"/>
              <a:gd name="connsiteY53" fmla="*/ 153687 h 605028"/>
              <a:gd name="connsiteX54" fmla="*/ 192864 w 567909"/>
              <a:gd name="connsiteY54" fmla="*/ 153687 h 605028"/>
              <a:gd name="connsiteX55" fmla="*/ 176204 w 567909"/>
              <a:gd name="connsiteY55" fmla="*/ 241660 h 605028"/>
              <a:gd name="connsiteX56" fmla="*/ 215623 w 567909"/>
              <a:gd name="connsiteY56" fmla="*/ 210969 h 605028"/>
              <a:gd name="connsiteX57" fmla="*/ 250702 w 567909"/>
              <a:gd name="connsiteY57" fmla="*/ 185901 h 605028"/>
              <a:gd name="connsiteX58" fmla="*/ 192864 w 567909"/>
              <a:gd name="connsiteY58" fmla="*/ 153687 h 605028"/>
              <a:gd name="connsiteX59" fmla="*/ 503641 w 567909"/>
              <a:gd name="connsiteY59" fmla="*/ 112571 h 605028"/>
              <a:gd name="connsiteX60" fmla="*/ 407792 w 567909"/>
              <a:gd name="connsiteY60" fmla="*/ 138342 h 605028"/>
              <a:gd name="connsiteX61" fmla="*/ 429965 w 567909"/>
              <a:gd name="connsiteY61" fmla="*/ 274576 h 605028"/>
              <a:gd name="connsiteX62" fmla="*/ 433485 w 567909"/>
              <a:gd name="connsiteY62" fmla="*/ 277739 h 605028"/>
              <a:gd name="connsiteX63" fmla="*/ 482289 w 567909"/>
              <a:gd name="connsiteY63" fmla="*/ 224440 h 605028"/>
              <a:gd name="connsiteX64" fmla="*/ 480177 w 567909"/>
              <a:gd name="connsiteY64" fmla="*/ 212492 h 605028"/>
              <a:gd name="connsiteX65" fmla="*/ 514552 w 567909"/>
              <a:gd name="connsiteY65" fmla="*/ 178170 h 605028"/>
              <a:gd name="connsiteX66" fmla="*/ 514786 w 567909"/>
              <a:gd name="connsiteY66" fmla="*/ 178170 h 605028"/>
              <a:gd name="connsiteX67" fmla="*/ 528982 w 567909"/>
              <a:gd name="connsiteY67" fmla="*/ 120185 h 605028"/>
              <a:gd name="connsiteX68" fmla="*/ 503641 w 567909"/>
              <a:gd name="connsiteY68" fmla="*/ 112571 h 605028"/>
              <a:gd name="connsiteX69" fmla="*/ 64165 w 567909"/>
              <a:gd name="connsiteY69" fmla="*/ 112571 h 605028"/>
              <a:gd name="connsiteX70" fmla="*/ 38707 w 567909"/>
              <a:gd name="connsiteY70" fmla="*/ 120185 h 605028"/>
              <a:gd name="connsiteX71" fmla="*/ 74020 w 567909"/>
              <a:gd name="connsiteY71" fmla="*/ 209797 h 605028"/>
              <a:gd name="connsiteX72" fmla="*/ 134321 w 567909"/>
              <a:gd name="connsiteY72" fmla="*/ 277739 h 605028"/>
              <a:gd name="connsiteX73" fmla="*/ 137841 w 567909"/>
              <a:gd name="connsiteY73" fmla="*/ 274576 h 605028"/>
              <a:gd name="connsiteX74" fmla="*/ 159897 w 567909"/>
              <a:gd name="connsiteY74" fmla="*/ 138342 h 605028"/>
              <a:gd name="connsiteX75" fmla="*/ 135377 w 567909"/>
              <a:gd name="connsiteY75" fmla="*/ 128502 h 605028"/>
              <a:gd name="connsiteX76" fmla="*/ 113321 w 567909"/>
              <a:gd name="connsiteY76" fmla="*/ 136585 h 605028"/>
              <a:gd name="connsiteX77" fmla="*/ 80941 w 567909"/>
              <a:gd name="connsiteY77" fmla="*/ 113860 h 605028"/>
              <a:gd name="connsiteX78" fmla="*/ 64165 w 567909"/>
              <a:gd name="connsiteY78" fmla="*/ 112571 h 605028"/>
              <a:gd name="connsiteX79" fmla="*/ 283903 w 567909"/>
              <a:gd name="connsiteY79" fmla="*/ 35962 h 605028"/>
              <a:gd name="connsiteX80" fmla="*/ 209288 w 567909"/>
              <a:gd name="connsiteY80" fmla="*/ 108706 h 605028"/>
              <a:gd name="connsiteX81" fmla="*/ 204713 w 567909"/>
              <a:gd name="connsiteY81" fmla="*/ 119483 h 605028"/>
              <a:gd name="connsiteX82" fmla="*/ 283903 w 567909"/>
              <a:gd name="connsiteY82" fmla="*/ 164113 h 605028"/>
              <a:gd name="connsiteX83" fmla="*/ 363093 w 567909"/>
              <a:gd name="connsiteY83" fmla="*/ 119483 h 605028"/>
              <a:gd name="connsiteX84" fmla="*/ 358518 w 567909"/>
              <a:gd name="connsiteY84" fmla="*/ 108706 h 605028"/>
              <a:gd name="connsiteX85" fmla="*/ 283903 w 567909"/>
              <a:gd name="connsiteY85" fmla="*/ 35962 h 605028"/>
              <a:gd name="connsiteX86" fmla="*/ 283903 w 567909"/>
              <a:gd name="connsiteY86" fmla="*/ 0 h 605028"/>
              <a:gd name="connsiteX87" fmla="*/ 391250 w 567909"/>
              <a:gd name="connsiteY87" fmla="*/ 93946 h 605028"/>
              <a:gd name="connsiteX88" fmla="*/ 395825 w 567909"/>
              <a:gd name="connsiteY88" fmla="*/ 104489 h 605028"/>
              <a:gd name="connsiteX89" fmla="*/ 503641 w 567909"/>
              <a:gd name="connsiteY89" fmla="*/ 76609 h 605028"/>
              <a:gd name="connsiteX90" fmla="*/ 557842 w 567909"/>
              <a:gd name="connsiteY90" fmla="*/ 98749 h 605028"/>
              <a:gd name="connsiteX91" fmla="*/ 545407 w 567909"/>
              <a:gd name="connsiteY91" fmla="*/ 197146 h 605028"/>
              <a:gd name="connsiteX92" fmla="*/ 548926 w 567909"/>
              <a:gd name="connsiteY92" fmla="*/ 212492 h 605028"/>
              <a:gd name="connsiteX93" fmla="*/ 514552 w 567909"/>
              <a:gd name="connsiteY93" fmla="*/ 246814 h 605028"/>
              <a:gd name="connsiteX94" fmla="*/ 510680 w 567909"/>
              <a:gd name="connsiteY94" fmla="*/ 246579 h 605028"/>
              <a:gd name="connsiteX95" fmla="*/ 459529 w 567909"/>
              <a:gd name="connsiteY95" fmla="*/ 302456 h 605028"/>
              <a:gd name="connsiteX96" fmla="*/ 522529 w 567909"/>
              <a:gd name="connsiteY96" fmla="*/ 373677 h 605028"/>
              <a:gd name="connsiteX97" fmla="*/ 557842 w 567909"/>
              <a:gd name="connsiteY97" fmla="*/ 506279 h 605028"/>
              <a:gd name="connsiteX98" fmla="*/ 503641 w 567909"/>
              <a:gd name="connsiteY98" fmla="*/ 528419 h 605028"/>
              <a:gd name="connsiteX99" fmla="*/ 395825 w 567909"/>
              <a:gd name="connsiteY99" fmla="*/ 500539 h 605028"/>
              <a:gd name="connsiteX100" fmla="*/ 391250 w 567909"/>
              <a:gd name="connsiteY100" fmla="*/ 511082 h 605028"/>
              <a:gd name="connsiteX101" fmla="*/ 283903 w 567909"/>
              <a:gd name="connsiteY101" fmla="*/ 605028 h 605028"/>
              <a:gd name="connsiteX102" fmla="*/ 176556 w 567909"/>
              <a:gd name="connsiteY102" fmla="*/ 511082 h 605028"/>
              <a:gd name="connsiteX103" fmla="*/ 171981 w 567909"/>
              <a:gd name="connsiteY103" fmla="*/ 500539 h 605028"/>
              <a:gd name="connsiteX104" fmla="*/ 64165 w 567909"/>
              <a:gd name="connsiteY104" fmla="*/ 528419 h 605028"/>
              <a:gd name="connsiteX105" fmla="*/ 9846 w 567909"/>
              <a:gd name="connsiteY105" fmla="*/ 506279 h 605028"/>
              <a:gd name="connsiteX106" fmla="*/ 45277 w 567909"/>
              <a:gd name="connsiteY106" fmla="*/ 373677 h 605028"/>
              <a:gd name="connsiteX107" fmla="*/ 108159 w 567909"/>
              <a:gd name="connsiteY107" fmla="*/ 302456 h 605028"/>
              <a:gd name="connsiteX108" fmla="*/ 45277 w 567909"/>
              <a:gd name="connsiteY108" fmla="*/ 231351 h 605028"/>
              <a:gd name="connsiteX109" fmla="*/ 9846 w 567909"/>
              <a:gd name="connsiteY109" fmla="*/ 98749 h 605028"/>
              <a:gd name="connsiteX110" fmla="*/ 64165 w 567909"/>
              <a:gd name="connsiteY110" fmla="*/ 76609 h 605028"/>
              <a:gd name="connsiteX111" fmla="*/ 88333 w 567909"/>
              <a:gd name="connsiteY111" fmla="*/ 78601 h 605028"/>
              <a:gd name="connsiteX112" fmla="*/ 113321 w 567909"/>
              <a:gd name="connsiteY112" fmla="*/ 67824 h 605028"/>
              <a:gd name="connsiteX113" fmla="*/ 146875 w 567909"/>
              <a:gd name="connsiteY113" fmla="*/ 94532 h 605028"/>
              <a:gd name="connsiteX114" fmla="*/ 171981 w 567909"/>
              <a:gd name="connsiteY114" fmla="*/ 104489 h 605028"/>
              <a:gd name="connsiteX115" fmla="*/ 176556 w 567909"/>
              <a:gd name="connsiteY115" fmla="*/ 93946 h 605028"/>
              <a:gd name="connsiteX116" fmla="*/ 283903 w 567909"/>
              <a:gd name="connsiteY116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567909" h="605028">
                <a:moveTo>
                  <a:pt x="283903" y="440915"/>
                </a:moveTo>
                <a:cubicBezTo>
                  <a:pt x="256803" y="457900"/>
                  <a:pt x="230288" y="472894"/>
                  <a:pt x="204713" y="485545"/>
                </a:cubicBezTo>
                <a:cubicBezTo>
                  <a:pt x="206238" y="489294"/>
                  <a:pt x="207763" y="492925"/>
                  <a:pt x="209288" y="496322"/>
                </a:cubicBezTo>
                <a:cubicBezTo>
                  <a:pt x="230171" y="542593"/>
                  <a:pt x="257389" y="569066"/>
                  <a:pt x="283903" y="569066"/>
                </a:cubicBezTo>
                <a:cubicBezTo>
                  <a:pt x="310417" y="569066"/>
                  <a:pt x="337518" y="542593"/>
                  <a:pt x="358518" y="496322"/>
                </a:cubicBezTo>
                <a:cubicBezTo>
                  <a:pt x="360043" y="492925"/>
                  <a:pt x="361568" y="489294"/>
                  <a:pt x="363093" y="485545"/>
                </a:cubicBezTo>
                <a:cubicBezTo>
                  <a:pt x="337518" y="472894"/>
                  <a:pt x="310886" y="457900"/>
                  <a:pt x="283903" y="440915"/>
                </a:cubicBezTo>
                <a:close/>
                <a:moveTo>
                  <a:pt x="391484" y="363368"/>
                </a:moveTo>
                <a:cubicBezTo>
                  <a:pt x="378814" y="373794"/>
                  <a:pt x="365557" y="384102"/>
                  <a:pt x="352183" y="394059"/>
                </a:cubicBezTo>
                <a:cubicBezTo>
                  <a:pt x="340685" y="402610"/>
                  <a:pt x="328954" y="411044"/>
                  <a:pt x="316987" y="419127"/>
                </a:cubicBezTo>
                <a:cubicBezTo>
                  <a:pt x="336697" y="431075"/>
                  <a:pt x="356171" y="441852"/>
                  <a:pt x="374942" y="451223"/>
                </a:cubicBezTo>
                <a:cubicBezTo>
                  <a:pt x="382803" y="424281"/>
                  <a:pt x="388434" y="394762"/>
                  <a:pt x="391484" y="363368"/>
                </a:cubicBezTo>
                <a:close/>
                <a:moveTo>
                  <a:pt x="176204" y="363368"/>
                </a:moveTo>
                <a:cubicBezTo>
                  <a:pt x="179372" y="394762"/>
                  <a:pt x="185003" y="424281"/>
                  <a:pt x="192864" y="451223"/>
                </a:cubicBezTo>
                <a:cubicBezTo>
                  <a:pt x="211635" y="441852"/>
                  <a:pt x="230992" y="431075"/>
                  <a:pt x="250702" y="419127"/>
                </a:cubicBezTo>
                <a:cubicBezTo>
                  <a:pt x="238853" y="411044"/>
                  <a:pt x="227121" y="402610"/>
                  <a:pt x="215623" y="394059"/>
                </a:cubicBezTo>
                <a:cubicBezTo>
                  <a:pt x="202249" y="384102"/>
                  <a:pt x="188992" y="373794"/>
                  <a:pt x="176204" y="363368"/>
                </a:cubicBezTo>
                <a:close/>
                <a:moveTo>
                  <a:pt x="433485" y="327289"/>
                </a:moveTo>
                <a:cubicBezTo>
                  <a:pt x="432311" y="328344"/>
                  <a:pt x="431138" y="329398"/>
                  <a:pt x="429965" y="330452"/>
                </a:cubicBezTo>
                <a:cubicBezTo>
                  <a:pt x="427853" y="379065"/>
                  <a:pt x="420228" y="426155"/>
                  <a:pt x="407792" y="466686"/>
                </a:cubicBezTo>
                <a:cubicBezTo>
                  <a:pt x="446976" y="483554"/>
                  <a:pt x="480060" y="492457"/>
                  <a:pt x="503641" y="492457"/>
                </a:cubicBezTo>
                <a:cubicBezTo>
                  <a:pt x="516312" y="492457"/>
                  <a:pt x="525345" y="489762"/>
                  <a:pt x="528982" y="484725"/>
                </a:cubicBezTo>
                <a:cubicBezTo>
                  <a:pt x="534848" y="476877"/>
                  <a:pt x="534027" y="449115"/>
                  <a:pt x="493669" y="395231"/>
                </a:cubicBezTo>
                <a:cubicBezTo>
                  <a:pt x="477479" y="373442"/>
                  <a:pt x="457183" y="350600"/>
                  <a:pt x="433485" y="327289"/>
                </a:cubicBezTo>
                <a:close/>
                <a:moveTo>
                  <a:pt x="134321" y="327289"/>
                </a:moveTo>
                <a:cubicBezTo>
                  <a:pt x="110506" y="350600"/>
                  <a:pt x="90327" y="373442"/>
                  <a:pt x="74020" y="395231"/>
                </a:cubicBezTo>
                <a:cubicBezTo>
                  <a:pt x="33662" y="449115"/>
                  <a:pt x="32841" y="476877"/>
                  <a:pt x="38707" y="484725"/>
                </a:cubicBezTo>
                <a:cubicBezTo>
                  <a:pt x="42461" y="489762"/>
                  <a:pt x="51494" y="492457"/>
                  <a:pt x="64165" y="492457"/>
                </a:cubicBezTo>
                <a:cubicBezTo>
                  <a:pt x="87746" y="492457"/>
                  <a:pt x="120830" y="483554"/>
                  <a:pt x="159897" y="466686"/>
                </a:cubicBezTo>
                <a:cubicBezTo>
                  <a:pt x="147578" y="426155"/>
                  <a:pt x="139953" y="379065"/>
                  <a:pt x="137841" y="330452"/>
                </a:cubicBezTo>
                <a:cubicBezTo>
                  <a:pt x="136668" y="329398"/>
                  <a:pt x="135495" y="328344"/>
                  <a:pt x="134321" y="327289"/>
                </a:cubicBezTo>
                <a:close/>
                <a:moveTo>
                  <a:pt x="283903" y="247896"/>
                </a:moveTo>
                <a:cubicBezTo>
                  <a:pt x="314146" y="247896"/>
                  <a:pt x="338662" y="272349"/>
                  <a:pt x="338662" y="302514"/>
                </a:cubicBezTo>
                <a:cubicBezTo>
                  <a:pt x="338662" y="332679"/>
                  <a:pt x="314146" y="357132"/>
                  <a:pt x="283903" y="357132"/>
                </a:cubicBezTo>
                <a:cubicBezTo>
                  <a:pt x="253660" y="357132"/>
                  <a:pt x="229144" y="332679"/>
                  <a:pt x="229144" y="302514"/>
                </a:cubicBezTo>
                <a:cubicBezTo>
                  <a:pt x="229144" y="272349"/>
                  <a:pt x="253660" y="247896"/>
                  <a:pt x="283903" y="247896"/>
                </a:cubicBezTo>
                <a:close/>
                <a:moveTo>
                  <a:pt x="283903" y="206869"/>
                </a:moveTo>
                <a:cubicBezTo>
                  <a:pt x="268182" y="217294"/>
                  <a:pt x="252462" y="228423"/>
                  <a:pt x="237093" y="239785"/>
                </a:cubicBezTo>
                <a:cubicBezTo>
                  <a:pt x="214802" y="256303"/>
                  <a:pt x="193333" y="273639"/>
                  <a:pt x="173271" y="291093"/>
                </a:cubicBezTo>
                <a:cubicBezTo>
                  <a:pt x="173271" y="294959"/>
                  <a:pt x="173154" y="298824"/>
                  <a:pt x="173154" y="302456"/>
                </a:cubicBezTo>
                <a:cubicBezTo>
                  <a:pt x="173154" y="306204"/>
                  <a:pt x="173271" y="310070"/>
                  <a:pt x="173271" y="313935"/>
                </a:cubicBezTo>
                <a:cubicBezTo>
                  <a:pt x="193333" y="331389"/>
                  <a:pt x="214802" y="348726"/>
                  <a:pt x="237093" y="365243"/>
                </a:cubicBezTo>
                <a:cubicBezTo>
                  <a:pt x="252462" y="376605"/>
                  <a:pt x="268182" y="387734"/>
                  <a:pt x="283903" y="398159"/>
                </a:cubicBezTo>
                <a:cubicBezTo>
                  <a:pt x="299624" y="387734"/>
                  <a:pt x="315345" y="376605"/>
                  <a:pt x="330713" y="365243"/>
                </a:cubicBezTo>
                <a:cubicBezTo>
                  <a:pt x="353004" y="348726"/>
                  <a:pt x="374356" y="331389"/>
                  <a:pt x="394417" y="313935"/>
                </a:cubicBezTo>
                <a:cubicBezTo>
                  <a:pt x="394535" y="310070"/>
                  <a:pt x="394535" y="306204"/>
                  <a:pt x="394535" y="302456"/>
                </a:cubicBezTo>
                <a:cubicBezTo>
                  <a:pt x="394535" y="298824"/>
                  <a:pt x="394535" y="294959"/>
                  <a:pt x="394417" y="291093"/>
                </a:cubicBezTo>
                <a:cubicBezTo>
                  <a:pt x="374356" y="273639"/>
                  <a:pt x="353004" y="256303"/>
                  <a:pt x="330713" y="239785"/>
                </a:cubicBezTo>
                <a:cubicBezTo>
                  <a:pt x="315345" y="228423"/>
                  <a:pt x="299624" y="217294"/>
                  <a:pt x="283903" y="206869"/>
                </a:cubicBezTo>
                <a:close/>
                <a:moveTo>
                  <a:pt x="374942" y="153687"/>
                </a:moveTo>
                <a:cubicBezTo>
                  <a:pt x="356171" y="163176"/>
                  <a:pt x="336697" y="173953"/>
                  <a:pt x="316987" y="185901"/>
                </a:cubicBezTo>
                <a:cubicBezTo>
                  <a:pt x="328954" y="193984"/>
                  <a:pt x="340685" y="202418"/>
                  <a:pt x="352183" y="210969"/>
                </a:cubicBezTo>
                <a:cubicBezTo>
                  <a:pt x="365557" y="220926"/>
                  <a:pt x="378814" y="231234"/>
                  <a:pt x="391484" y="241660"/>
                </a:cubicBezTo>
                <a:cubicBezTo>
                  <a:pt x="388434" y="210149"/>
                  <a:pt x="382803" y="180630"/>
                  <a:pt x="374942" y="153687"/>
                </a:cubicBezTo>
                <a:close/>
                <a:moveTo>
                  <a:pt x="192864" y="153687"/>
                </a:moveTo>
                <a:cubicBezTo>
                  <a:pt x="185003" y="180630"/>
                  <a:pt x="179372" y="210149"/>
                  <a:pt x="176204" y="241660"/>
                </a:cubicBezTo>
                <a:cubicBezTo>
                  <a:pt x="188992" y="231234"/>
                  <a:pt x="202249" y="220926"/>
                  <a:pt x="215623" y="210969"/>
                </a:cubicBezTo>
                <a:cubicBezTo>
                  <a:pt x="227003" y="202418"/>
                  <a:pt x="238853" y="193984"/>
                  <a:pt x="250702" y="185901"/>
                </a:cubicBezTo>
                <a:cubicBezTo>
                  <a:pt x="230992" y="173953"/>
                  <a:pt x="211635" y="163176"/>
                  <a:pt x="192864" y="153687"/>
                </a:cubicBezTo>
                <a:close/>
                <a:moveTo>
                  <a:pt x="503641" y="112571"/>
                </a:moveTo>
                <a:cubicBezTo>
                  <a:pt x="480060" y="112571"/>
                  <a:pt x="446976" y="121474"/>
                  <a:pt x="407792" y="138342"/>
                </a:cubicBezTo>
                <a:cubicBezTo>
                  <a:pt x="420228" y="178873"/>
                  <a:pt x="427853" y="225846"/>
                  <a:pt x="429965" y="274576"/>
                </a:cubicBezTo>
                <a:cubicBezTo>
                  <a:pt x="431138" y="275631"/>
                  <a:pt x="432311" y="276685"/>
                  <a:pt x="433485" y="277739"/>
                </a:cubicBezTo>
                <a:cubicBezTo>
                  <a:pt x="451904" y="259582"/>
                  <a:pt x="468328" y="241777"/>
                  <a:pt x="482289" y="224440"/>
                </a:cubicBezTo>
                <a:cubicBezTo>
                  <a:pt x="480881" y="220574"/>
                  <a:pt x="480177" y="216592"/>
                  <a:pt x="480177" y="212492"/>
                </a:cubicBezTo>
                <a:cubicBezTo>
                  <a:pt x="480177" y="193515"/>
                  <a:pt x="495546" y="178170"/>
                  <a:pt x="514552" y="178170"/>
                </a:cubicBezTo>
                <a:cubicBezTo>
                  <a:pt x="514669" y="178170"/>
                  <a:pt x="514786" y="178170"/>
                  <a:pt x="514786" y="178170"/>
                </a:cubicBezTo>
                <a:cubicBezTo>
                  <a:pt x="533205" y="146073"/>
                  <a:pt x="534027" y="126979"/>
                  <a:pt x="528982" y="120185"/>
                </a:cubicBezTo>
                <a:cubicBezTo>
                  <a:pt x="525345" y="115265"/>
                  <a:pt x="516312" y="112571"/>
                  <a:pt x="503641" y="112571"/>
                </a:cubicBezTo>
                <a:close/>
                <a:moveTo>
                  <a:pt x="64165" y="112571"/>
                </a:moveTo>
                <a:cubicBezTo>
                  <a:pt x="51494" y="112571"/>
                  <a:pt x="42461" y="115265"/>
                  <a:pt x="38707" y="120185"/>
                </a:cubicBezTo>
                <a:cubicBezTo>
                  <a:pt x="32841" y="128151"/>
                  <a:pt x="33662" y="155796"/>
                  <a:pt x="74020" y="209797"/>
                </a:cubicBezTo>
                <a:cubicBezTo>
                  <a:pt x="90327" y="231585"/>
                  <a:pt x="110506" y="254428"/>
                  <a:pt x="134321" y="277739"/>
                </a:cubicBezTo>
                <a:cubicBezTo>
                  <a:pt x="135495" y="276685"/>
                  <a:pt x="136668" y="275631"/>
                  <a:pt x="137841" y="274576"/>
                </a:cubicBezTo>
                <a:cubicBezTo>
                  <a:pt x="139953" y="225846"/>
                  <a:pt x="147578" y="178873"/>
                  <a:pt x="159897" y="138342"/>
                </a:cubicBezTo>
                <a:cubicBezTo>
                  <a:pt x="151685" y="134711"/>
                  <a:pt x="143355" y="131431"/>
                  <a:pt x="135377" y="128502"/>
                </a:cubicBezTo>
                <a:cubicBezTo>
                  <a:pt x="129159" y="133656"/>
                  <a:pt x="121416" y="136585"/>
                  <a:pt x="113321" y="136585"/>
                </a:cubicBezTo>
                <a:cubicBezTo>
                  <a:pt x="98891" y="136585"/>
                  <a:pt x="85869" y="127331"/>
                  <a:pt x="80941" y="113860"/>
                </a:cubicBezTo>
                <a:cubicBezTo>
                  <a:pt x="74841" y="113040"/>
                  <a:pt x="69210" y="112571"/>
                  <a:pt x="64165" y="112571"/>
                </a:cubicBezTo>
                <a:close/>
                <a:moveTo>
                  <a:pt x="283903" y="35962"/>
                </a:moveTo>
                <a:cubicBezTo>
                  <a:pt x="257389" y="35962"/>
                  <a:pt x="230171" y="62435"/>
                  <a:pt x="209288" y="108706"/>
                </a:cubicBezTo>
                <a:cubicBezTo>
                  <a:pt x="207763" y="112103"/>
                  <a:pt x="206238" y="115734"/>
                  <a:pt x="204713" y="119483"/>
                </a:cubicBezTo>
                <a:cubicBezTo>
                  <a:pt x="230288" y="132134"/>
                  <a:pt x="256803" y="147128"/>
                  <a:pt x="283903" y="164113"/>
                </a:cubicBezTo>
                <a:cubicBezTo>
                  <a:pt x="310886" y="147128"/>
                  <a:pt x="337518" y="132134"/>
                  <a:pt x="363093" y="119483"/>
                </a:cubicBezTo>
                <a:cubicBezTo>
                  <a:pt x="361568" y="115734"/>
                  <a:pt x="360043" y="112103"/>
                  <a:pt x="358518" y="108706"/>
                </a:cubicBezTo>
                <a:cubicBezTo>
                  <a:pt x="337518" y="62435"/>
                  <a:pt x="310417" y="35962"/>
                  <a:pt x="283903" y="35962"/>
                </a:cubicBezTo>
                <a:close/>
                <a:moveTo>
                  <a:pt x="283903" y="0"/>
                </a:moveTo>
                <a:cubicBezTo>
                  <a:pt x="325786" y="0"/>
                  <a:pt x="363915" y="33385"/>
                  <a:pt x="391250" y="93946"/>
                </a:cubicBezTo>
                <a:cubicBezTo>
                  <a:pt x="392775" y="97226"/>
                  <a:pt x="394300" y="100740"/>
                  <a:pt x="395825" y="104489"/>
                </a:cubicBezTo>
                <a:cubicBezTo>
                  <a:pt x="438647" y="86215"/>
                  <a:pt x="475954" y="76609"/>
                  <a:pt x="503641" y="76609"/>
                </a:cubicBezTo>
                <a:cubicBezTo>
                  <a:pt x="528630" y="76609"/>
                  <a:pt x="546932" y="84106"/>
                  <a:pt x="557842" y="98749"/>
                </a:cubicBezTo>
                <a:cubicBezTo>
                  <a:pt x="574619" y="121122"/>
                  <a:pt x="570396" y="154273"/>
                  <a:pt x="545407" y="197146"/>
                </a:cubicBezTo>
                <a:cubicBezTo>
                  <a:pt x="547753" y="201949"/>
                  <a:pt x="548926" y="207220"/>
                  <a:pt x="548926" y="212492"/>
                </a:cubicBezTo>
                <a:cubicBezTo>
                  <a:pt x="548926" y="231468"/>
                  <a:pt x="533557" y="246814"/>
                  <a:pt x="514552" y="246814"/>
                </a:cubicBezTo>
                <a:cubicBezTo>
                  <a:pt x="513261" y="246814"/>
                  <a:pt x="511971" y="246814"/>
                  <a:pt x="510680" y="246579"/>
                </a:cubicBezTo>
                <a:cubicBezTo>
                  <a:pt x="495898" y="264737"/>
                  <a:pt x="478770" y="283596"/>
                  <a:pt x="459529" y="302456"/>
                </a:cubicBezTo>
                <a:cubicBezTo>
                  <a:pt x="484284" y="326938"/>
                  <a:pt x="505518" y="350834"/>
                  <a:pt x="522529" y="373677"/>
                </a:cubicBezTo>
                <a:cubicBezTo>
                  <a:pt x="566524" y="432481"/>
                  <a:pt x="578725" y="478283"/>
                  <a:pt x="557842" y="506279"/>
                </a:cubicBezTo>
                <a:cubicBezTo>
                  <a:pt x="546932" y="520922"/>
                  <a:pt x="528630" y="528419"/>
                  <a:pt x="503641" y="528419"/>
                </a:cubicBezTo>
                <a:cubicBezTo>
                  <a:pt x="475954" y="528419"/>
                  <a:pt x="438647" y="518813"/>
                  <a:pt x="395825" y="500539"/>
                </a:cubicBezTo>
                <a:cubicBezTo>
                  <a:pt x="394300" y="504288"/>
                  <a:pt x="392775" y="507802"/>
                  <a:pt x="391250" y="511082"/>
                </a:cubicBezTo>
                <a:cubicBezTo>
                  <a:pt x="363915" y="571643"/>
                  <a:pt x="325786" y="605028"/>
                  <a:pt x="283903" y="605028"/>
                </a:cubicBezTo>
                <a:cubicBezTo>
                  <a:pt x="242020" y="605028"/>
                  <a:pt x="203891" y="571643"/>
                  <a:pt x="176556" y="511082"/>
                </a:cubicBezTo>
                <a:cubicBezTo>
                  <a:pt x="175031" y="507802"/>
                  <a:pt x="173506" y="504288"/>
                  <a:pt x="171981" y="500539"/>
                </a:cubicBezTo>
                <a:cubicBezTo>
                  <a:pt x="129159" y="518813"/>
                  <a:pt x="91852" y="528419"/>
                  <a:pt x="64165" y="528419"/>
                </a:cubicBezTo>
                <a:cubicBezTo>
                  <a:pt x="39059" y="528419"/>
                  <a:pt x="20874" y="520922"/>
                  <a:pt x="9846" y="506279"/>
                </a:cubicBezTo>
                <a:cubicBezTo>
                  <a:pt x="-10919" y="478283"/>
                  <a:pt x="1282" y="432481"/>
                  <a:pt x="45277" y="373677"/>
                </a:cubicBezTo>
                <a:cubicBezTo>
                  <a:pt x="62288" y="350834"/>
                  <a:pt x="83522" y="326938"/>
                  <a:pt x="108159" y="302456"/>
                </a:cubicBezTo>
                <a:cubicBezTo>
                  <a:pt x="83522" y="278091"/>
                  <a:pt x="62288" y="254194"/>
                  <a:pt x="45277" y="231351"/>
                </a:cubicBezTo>
                <a:cubicBezTo>
                  <a:pt x="1282" y="172547"/>
                  <a:pt x="-10919" y="126745"/>
                  <a:pt x="9846" y="98749"/>
                </a:cubicBezTo>
                <a:cubicBezTo>
                  <a:pt x="20874" y="84106"/>
                  <a:pt x="39059" y="76609"/>
                  <a:pt x="64165" y="76609"/>
                </a:cubicBezTo>
                <a:cubicBezTo>
                  <a:pt x="71439" y="76609"/>
                  <a:pt x="79534" y="77312"/>
                  <a:pt x="88333" y="78601"/>
                </a:cubicBezTo>
                <a:cubicBezTo>
                  <a:pt x="94785" y="71807"/>
                  <a:pt x="103819" y="67824"/>
                  <a:pt x="113321" y="67824"/>
                </a:cubicBezTo>
                <a:cubicBezTo>
                  <a:pt x="129511" y="67824"/>
                  <a:pt x="143238" y="78952"/>
                  <a:pt x="146875" y="94532"/>
                </a:cubicBezTo>
                <a:cubicBezTo>
                  <a:pt x="154970" y="97460"/>
                  <a:pt x="163417" y="100857"/>
                  <a:pt x="171981" y="104489"/>
                </a:cubicBezTo>
                <a:cubicBezTo>
                  <a:pt x="173506" y="100740"/>
                  <a:pt x="175031" y="97226"/>
                  <a:pt x="176556" y="93946"/>
                </a:cubicBezTo>
                <a:cubicBezTo>
                  <a:pt x="203891" y="33385"/>
                  <a:pt x="242020" y="0"/>
                  <a:pt x="28390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0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dir="r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731EC-E74E-DE7B-99CB-8EDBA930B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3F8B811-A692-308B-571B-982054E8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课程收获</a:t>
            </a: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0E1D5A66-A4A5-14B5-EB41-6BDC30CD3CBE}"/>
              </a:ext>
            </a:extLst>
          </p:cNvPr>
          <p:cNvSpPr/>
          <p:nvPr/>
        </p:nvSpPr>
        <p:spPr>
          <a:xfrm>
            <a:off x="1" y="1130300"/>
            <a:ext cx="12192000" cy="5727700"/>
          </a:xfrm>
          <a:custGeom>
            <a:avLst/>
            <a:gdLst>
              <a:gd name="connsiteX0" fmla="*/ 11889698 w 12192000"/>
              <a:gd name="connsiteY0" fmla="*/ 702 h 5727700"/>
              <a:gd name="connsiteX1" fmla="*/ 12191997 w 12192000"/>
              <a:gd name="connsiteY1" fmla="*/ 65798 h 5727700"/>
              <a:gd name="connsiteX2" fmla="*/ 12191062 w 12192000"/>
              <a:gd name="connsiteY2" fmla="*/ 49926 h 5727700"/>
              <a:gd name="connsiteX3" fmla="*/ 12192000 w 12192000"/>
              <a:gd name="connsiteY3" fmla="*/ 48215 h 5727700"/>
              <a:gd name="connsiteX4" fmla="*/ 12192000 w 12192000"/>
              <a:gd name="connsiteY4" fmla="*/ 5207000 h 5727700"/>
              <a:gd name="connsiteX5" fmla="*/ 12192000 w 12192000"/>
              <a:gd name="connsiteY5" fmla="*/ 5370766 h 5727700"/>
              <a:gd name="connsiteX6" fmla="*/ 12192000 w 12192000"/>
              <a:gd name="connsiteY6" fmla="*/ 5727700 h 5727700"/>
              <a:gd name="connsiteX7" fmla="*/ 0 w 12192000"/>
              <a:gd name="connsiteY7" fmla="*/ 5727700 h 5727700"/>
              <a:gd name="connsiteX8" fmla="*/ 0 w 12192000"/>
              <a:gd name="connsiteY8" fmla="*/ 5370766 h 5727700"/>
              <a:gd name="connsiteX9" fmla="*/ 0 w 12192000"/>
              <a:gd name="connsiteY9" fmla="*/ 5207000 h 5727700"/>
              <a:gd name="connsiteX10" fmla="*/ 0 w 12192000"/>
              <a:gd name="connsiteY10" fmla="*/ 3444178 h 5727700"/>
              <a:gd name="connsiteX11" fmla="*/ 64839 w 12192000"/>
              <a:gd name="connsiteY11" fmla="*/ 3381591 h 5727700"/>
              <a:gd name="connsiteX12" fmla="*/ 3842422 w 12192000"/>
              <a:gd name="connsiteY12" fmla="*/ 884314 h 5727700"/>
              <a:gd name="connsiteX13" fmla="*/ 6417961 w 12192000"/>
              <a:gd name="connsiteY13" fmla="*/ 3362249 h 5727700"/>
              <a:gd name="connsiteX14" fmla="*/ 11290601 w 12192000"/>
              <a:gd name="connsiteY14" fmla="*/ 195997 h 5727700"/>
              <a:gd name="connsiteX15" fmla="*/ 11889698 w 12192000"/>
              <a:gd name="connsiteY15" fmla="*/ 702 h 572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5727700">
                <a:moveTo>
                  <a:pt x="11889698" y="702"/>
                </a:moveTo>
                <a:cubicBezTo>
                  <a:pt x="11992189" y="5128"/>
                  <a:pt x="12089704" y="30133"/>
                  <a:pt x="12191997" y="65798"/>
                </a:cubicBezTo>
                <a:lnTo>
                  <a:pt x="12191062" y="49926"/>
                </a:lnTo>
                <a:lnTo>
                  <a:pt x="12192000" y="48215"/>
                </a:lnTo>
                <a:lnTo>
                  <a:pt x="12192000" y="5207000"/>
                </a:lnTo>
                <a:lnTo>
                  <a:pt x="12192000" y="5370766"/>
                </a:lnTo>
                <a:lnTo>
                  <a:pt x="12192000" y="5727700"/>
                </a:lnTo>
                <a:lnTo>
                  <a:pt x="0" y="5727700"/>
                </a:lnTo>
                <a:lnTo>
                  <a:pt x="0" y="5370766"/>
                </a:lnTo>
                <a:lnTo>
                  <a:pt x="0" y="5207000"/>
                </a:lnTo>
                <a:lnTo>
                  <a:pt x="0" y="3444178"/>
                </a:lnTo>
                <a:lnTo>
                  <a:pt x="64839" y="3381591"/>
                </a:lnTo>
                <a:cubicBezTo>
                  <a:pt x="772860" y="2704021"/>
                  <a:pt x="2830544" y="906042"/>
                  <a:pt x="3842422" y="884314"/>
                </a:cubicBezTo>
                <a:cubicBezTo>
                  <a:pt x="4921761" y="861137"/>
                  <a:pt x="5176599" y="3476968"/>
                  <a:pt x="6417961" y="3362249"/>
                </a:cubicBezTo>
                <a:cubicBezTo>
                  <a:pt x="7659323" y="3247530"/>
                  <a:pt x="10371760" y="745406"/>
                  <a:pt x="11290601" y="195997"/>
                </a:cubicBezTo>
                <a:cubicBezTo>
                  <a:pt x="11534233" y="43117"/>
                  <a:pt x="11718878" y="-6673"/>
                  <a:pt x="11889698" y="702"/>
                </a:cubicBez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>
                  <a:alpha val="85000"/>
                </a:srgbClr>
              </a:gs>
            </a:gsLst>
            <a:lin ang="16200000" scaled="1"/>
            <a:tileRect/>
          </a:gradFill>
          <a:ln w="6350" cap="flat" cmpd="sng" algn="ctr">
            <a:noFill/>
            <a:prstDash val="solid"/>
            <a:miter lim="800000"/>
          </a:ln>
          <a:effectLst>
            <a:outerShdw blurRad="254000" dist="38100" dir="2160000" algn="tl" rotWithShape="0">
              <a:srgbClr val="000000">
                <a:alpha val="1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4" name="Bullet1">
            <a:extLst>
              <a:ext uri="{FF2B5EF4-FFF2-40B4-BE49-F238E27FC236}">
                <a16:creationId xmlns:a16="http://schemas.microsoft.com/office/drawing/2014/main" id="{AAB7FB26-E875-5878-1E80-DA8A5D1B1795}"/>
              </a:ext>
            </a:extLst>
          </p:cNvPr>
          <p:cNvSpPr>
            <a:spLocks/>
          </p:cNvSpPr>
          <p:nvPr/>
        </p:nvSpPr>
        <p:spPr>
          <a:xfrm flipH="1">
            <a:off x="329170" y="4461050"/>
            <a:ext cx="2489201" cy="815507"/>
          </a:xfrm>
          <a:prstGeom prst="rect">
            <a:avLst/>
          </a:prstGeom>
        </p:spPr>
        <p:txBody>
          <a:bodyPr wrap="square" lIns="91440" tIns="45720" rIns="91440" bIns="4572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扎实的基本功</a:t>
            </a:r>
            <a:endParaRPr lang="en-US" altLang="zh-CN" sz="1400" b="1">
              <a:solidFill>
                <a:srgbClr val="0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rPr>
              <a:t>优秀的编程思维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35" name="IconBackground1">
            <a:extLst>
              <a:ext uri="{FF2B5EF4-FFF2-40B4-BE49-F238E27FC236}">
                <a16:creationId xmlns:a16="http://schemas.microsoft.com/office/drawing/2014/main" id="{22A694FA-89B0-3FBE-529A-B4B1AF9FC68E}"/>
              </a:ext>
            </a:extLst>
          </p:cNvPr>
          <p:cNvSpPr/>
          <p:nvPr/>
        </p:nvSpPr>
        <p:spPr>
          <a:xfrm>
            <a:off x="957204" y="2632070"/>
            <a:ext cx="1233138" cy="1233138"/>
          </a:xfrm>
          <a:prstGeom prst="ellipse">
            <a:avLst/>
          </a:prstGeom>
          <a:solidFill>
            <a:srgbClr val="FFFFFF"/>
          </a:solidFill>
          <a:ln w="6350" cap="flat" cmpd="sng" algn="ctr">
            <a:noFill/>
            <a:prstDash val="solid"/>
            <a:miter lim="800000"/>
          </a:ln>
          <a:effectLst>
            <a:outerShdw blurRad="254000" dist="38100" dir="2160000" algn="tl" rotWithShape="0">
              <a:srgbClr val="000000">
                <a:alpha val="1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Number1">
            <a:extLst>
              <a:ext uri="{FF2B5EF4-FFF2-40B4-BE49-F238E27FC236}">
                <a16:creationId xmlns:a16="http://schemas.microsoft.com/office/drawing/2014/main" id="{B8B514F9-49FD-5147-A427-847E6904E27F}"/>
              </a:ext>
            </a:extLst>
          </p:cNvPr>
          <p:cNvSpPr/>
          <p:nvPr/>
        </p:nvSpPr>
        <p:spPr>
          <a:xfrm>
            <a:off x="1140851" y="2815717"/>
            <a:ext cx="865844" cy="865844"/>
          </a:xfrm>
          <a:prstGeom prst="ellipse">
            <a:avLst/>
          </a:prstGeom>
          <a:gradFill>
            <a:gsLst>
              <a:gs pos="0">
                <a:srgbClr val="1E6BEE">
                  <a:lumMod val="60000"/>
                  <a:lumOff val="40000"/>
                </a:srgbClr>
              </a:gs>
              <a:gs pos="74000">
                <a:srgbClr val="1E6BEE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7" name="Shape1">
            <a:extLst>
              <a:ext uri="{FF2B5EF4-FFF2-40B4-BE49-F238E27FC236}">
                <a16:creationId xmlns:a16="http://schemas.microsoft.com/office/drawing/2014/main" id="{17CCDBFD-376F-87AE-53C9-D84B6360F6A6}"/>
              </a:ext>
            </a:extLst>
          </p:cNvPr>
          <p:cNvCxnSpPr>
            <a:cxnSpLocks/>
          </p:cNvCxnSpPr>
          <p:nvPr/>
        </p:nvCxnSpPr>
        <p:spPr>
          <a:xfrm>
            <a:off x="1573773" y="3865208"/>
            <a:ext cx="0" cy="47791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1E6BEE">
                    <a:alpha val="0"/>
                  </a:srgbClr>
                </a:gs>
                <a:gs pos="100000">
                  <a:srgbClr val="1E6BEE"/>
                </a:gs>
              </a:gsLst>
              <a:lin ang="5400000" scaled="1"/>
            </a:gradFill>
            <a:prstDash val="solid"/>
            <a:miter lim="800000"/>
            <a:tailEnd type="oval"/>
          </a:ln>
          <a:effectLst/>
        </p:spPr>
      </p:cxnSp>
      <p:sp>
        <p:nvSpPr>
          <p:cNvPr id="40" name="Bullet2">
            <a:extLst>
              <a:ext uri="{FF2B5EF4-FFF2-40B4-BE49-F238E27FC236}">
                <a16:creationId xmlns:a16="http://schemas.microsoft.com/office/drawing/2014/main" id="{0656F71B-4A8A-0DD6-DDEA-2B5E9C84D7D2}"/>
              </a:ext>
            </a:extLst>
          </p:cNvPr>
          <p:cNvSpPr>
            <a:spLocks/>
          </p:cNvSpPr>
          <p:nvPr/>
        </p:nvSpPr>
        <p:spPr>
          <a:xfrm flipH="1">
            <a:off x="3411718" y="4304616"/>
            <a:ext cx="2489201" cy="762664"/>
          </a:xfrm>
          <a:prstGeom prst="rect">
            <a:avLst/>
          </a:prstGeom>
        </p:spPr>
        <p:txBody>
          <a:bodyPr wrap="square" lIns="91440" tIns="45720" rIns="91440" bIns="4572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rPr>
              <a:t>AI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rPr>
              <a:t>编程</a:t>
            </a:r>
            <a:r>
              <a:rPr lang="zh-CN" altLang="en-US" sz="1400" b="1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、调试的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rPr>
              <a:t>思想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荆南波波黑" panose="02000800000000000000" pitchFamily="2" charset="-122"/>
              <a:ea typeface="荆南波波黑" panose="02000800000000000000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开发效率翻倍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41" name="IconBackground2">
            <a:extLst>
              <a:ext uri="{FF2B5EF4-FFF2-40B4-BE49-F238E27FC236}">
                <a16:creationId xmlns:a16="http://schemas.microsoft.com/office/drawing/2014/main" id="{945DC72B-5DA5-6046-79F3-5E9CC8294C3F}"/>
              </a:ext>
            </a:extLst>
          </p:cNvPr>
          <p:cNvSpPr/>
          <p:nvPr/>
        </p:nvSpPr>
        <p:spPr>
          <a:xfrm>
            <a:off x="4012409" y="2482221"/>
            <a:ext cx="1233138" cy="1233138"/>
          </a:xfrm>
          <a:prstGeom prst="ellipse">
            <a:avLst/>
          </a:prstGeom>
          <a:solidFill>
            <a:srgbClr val="FFFFFF"/>
          </a:solidFill>
          <a:ln w="6350" cap="flat" cmpd="sng" algn="ctr">
            <a:noFill/>
            <a:prstDash val="solid"/>
            <a:miter lim="800000"/>
          </a:ln>
          <a:effectLst>
            <a:outerShdw blurRad="254000" dist="38100" dir="2160000" algn="tl" rotWithShape="0">
              <a:srgbClr val="000000">
                <a:alpha val="1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Number2">
            <a:extLst>
              <a:ext uri="{FF2B5EF4-FFF2-40B4-BE49-F238E27FC236}">
                <a16:creationId xmlns:a16="http://schemas.microsoft.com/office/drawing/2014/main" id="{73FD6D3E-6A7C-8FB4-D067-61240F961561}"/>
              </a:ext>
            </a:extLst>
          </p:cNvPr>
          <p:cNvSpPr/>
          <p:nvPr/>
        </p:nvSpPr>
        <p:spPr>
          <a:xfrm>
            <a:off x="4196056" y="2665868"/>
            <a:ext cx="865844" cy="865844"/>
          </a:xfrm>
          <a:prstGeom prst="ellipse">
            <a:avLst/>
          </a:prstGeom>
          <a:gradFill>
            <a:gsLst>
              <a:gs pos="0">
                <a:srgbClr val="28A963">
                  <a:lumMod val="60000"/>
                  <a:lumOff val="40000"/>
                </a:srgbClr>
              </a:gs>
              <a:gs pos="74000">
                <a:srgbClr val="28A963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3" name="Shape2">
            <a:extLst>
              <a:ext uri="{FF2B5EF4-FFF2-40B4-BE49-F238E27FC236}">
                <a16:creationId xmlns:a16="http://schemas.microsoft.com/office/drawing/2014/main" id="{AE63973C-E44A-C725-7091-BC192CFF0572}"/>
              </a:ext>
            </a:extLst>
          </p:cNvPr>
          <p:cNvCxnSpPr>
            <a:cxnSpLocks/>
          </p:cNvCxnSpPr>
          <p:nvPr/>
        </p:nvCxnSpPr>
        <p:spPr>
          <a:xfrm>
            <a:off x="4628978" y="3715359"/>
            <a:ext cx="0" cy="47791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28A963">
                    <a:alpha val="0"/>
                  </a:srgbClr>
                </a:gs>
                <a:gs pos="100000">
                  <a:srgbClr val="28A963"/>
                </a:gs>
              </a:gsLst>
              <a:lin ang="5400000" scaled="1"/>
            </a:gradFill>
            <a:prstDash val="solid"/>
            <a:miter lim="800000"/>
            <a:tailEnd type="oval"/>
          </a:ln>
          <a:effectLst/>
        </p:spPr>
      </p:cxnSp>
      <p:sp>
        <p:nvSpPr>
          <p:cNvPr id="46" name="Bullet3">
            <a:extLst>
              <a:ext uri="{FF2B5EF4-FFF2-40B4-BE49-F238E27FC236}">
                <a16:creationId xmlns:a16="http://schemas.microsoft.com/office/drawing/2014/main" id="{0E3ACAB4-094B-559F-614A-396368A43E9F}"/>
              </a:ext>
            </a:extLst>
          </p:cNvPr>
          <p:cNvSpPr>
            <a:spLocks/>
          </p:cNvSpPr>
          <p:nvPr/>
        </p:nvSpPr>
        <p:spPr>
          <a:xfrm flipH="1">
            <a:off x="6202750" y="5005265"/>
            <a:ext cx="2877492" cy="752910"/>
          </a:xfrm>
          <a:prstGeom prst="rect">
            <a:avLst/>
          </a:prstGeom>
        </p:spPr>
        <p:txBody>
          <a:bodyPr wrap="square" lIns="91440" tIns="45720" rIns="91440" bIns="45720" anchor="b" anchorCtr="0">
            <a:normAutofit fontScale="70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AI</a:t>
            </a:r>
            <a:r>
              <a:rPr lang="zh-CN" altLang="en-US" sz="2000" b="1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应用、爬虫、数据分析与可视化、</a:t>
            </a:r>
            <a:r>
              <a:rPr lang="en-US" altLang="zh-CN" sz="2000" b="1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Web</a:t>
            </a:r>
            <a:r>
              <a:rPr lang="zh-CN" altLang="en-US" sz="2000" b="1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应用等多元应用开发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47" name="IconBackground3">
            <a:extLst>
              <a:ext uri="{FF2B5EF4-FFF2-40B4-BE49-F238E27FC236}">
                <a16:creationId xmlns:a16="http://schemas.microsoft.com/office/drawing/2014/main" id="{DF7F748C-F333-BF66-1D7F-B148A73A73B5}"/>
              </a:ext>
            </a:extLst>
          </p:cNvPr>
          <p:cNvSpPr/>
          <p:nvPr/>
        </p:nvSpPr>
        <p:spPr>
          <a:xfrm>
            <a:off x="6985051" y="3248639"/>
            <a:ext cx="1233138" cy="1233138"/>
          </a:xfrm>
          <a:prstGeom prst="ellipse">
            <a:avLst/>
          </a:prstGeom>
          <a:solidFill>
            <a:srgbClr val="FFFFFF"/>
          </a:solidFill>
          <a:ln w="6350" cap="flat" cmpd="sng" algn="ctr">
            <a:noFill/>
            <a:prstDash val="solid"/>
            <a:miter lim="800000"/>
          </a:ln>
          <a:effectLst>
            <a:outerShdw blurRad="254000" dist="38100" dir="2160000" algn="tl" rotWithShape="0">
              <a:srgbClr val="000000">
                <a:alpha val="1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8" name="Number3">
            <a:extLst>
              <a:ext uri="{FF2B5EF4-FFF2-40B4-BE49-F238E27FC236}">
                <a16:creationId xmlns:a16="http://schemas.microsoft.com/office/drawing/2014/main" id="{48D23E97-0E52-A091-BEF7-9AB5020C7585}"/>
              </a:ext>
            </a:extLst>
          </p:cNvPr>
          <p:cNvSpPr/>
          <p:nvPr/>
        </p:nvSpPr>
        <p:spPr>
          <a:xfrm>
            <a:off x="7168698" y="3432286"/>
            <a:ext cx="865844" cy="865844"/>
          </a:xfrm>
          <a:prstGeom prst="ellipse">
            <a:avLst/>
          </a:prstGeom>
          <a:gradFill>
            <a:gsLst>
              <a:gs pos="0">
                <a:srgbClr val="42AFF0">
                  <a:lumMod val="60000"/>
                  <a:lumOff val="40000"/>
                </a:srgbClr>
              </a:gs>
              <a:gs pos="74000">
                <a:srgbClr val="42AFF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9" name="Shape3">
            <a:extLst>
              <a:ext uri="{FF2B5EF4-FFF2-40B4-BE49-F238E27FC236}">
                <a16:creationId xmlns:a16="http://schemas.microsoft.com/office/drawing/2014/main" id="{D9CFBC78-BB54-CFAE-0519-F3A41310CE50}"/>
              </a:ext>
            </a:extLst>
          </p:cNvPr>
          <p:cNvCxnSpPr>
            <a:cxnSpLocks/>
          </p:cNvCxnSpPr>
          <p:nvPr/>
        </p:nvCxnSpPr>
        <p:spPr>
          <a:xfrm>
            <a:off x="7601620" y="4481777"/>
            <a:ext cx="0" cy="47791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42AFF0">
                    <a:alpha val="0"/>
                  </a:srgbClr>
                </a:gs>
                <a:gs pos="100000">
                  <a:srgbClr val="42AFF0"/>
                </a:gs>
              </a:gsLst>
              <a:lin ang="5400000" scaled="1"/>
            </a:gradFill>
            <a:prstDash val="solid"/>
            <a:miter lim="800000"/>
            <a:tailEnd type="oval"/>
          </a:ln>
          <a:effectLst/>
        </p:spPr>
      </p:cxnSp>
      <p:sp>
        <p:nvSpPr>
          <p:cNvPr id="52" name="Bullet4">
            <a:extLst>
              <a:ext uri="{FF2B5EF4-FFF2-40B4-BE49-F238E27FC236}">
                <a16:creationId xmlns:a16="http://schemas.microsoft.com/office/drawing/2014/main" id="{354C760A-99D8-BBED-33D8-052BE99AE6D3}"/>
              </a:ext>
            </a:extLst>
          </p:cNvPr>
          <p:cNvSpPr>
            <a:spLocks/>
          </p:cNvSpPr>
          <p:nvPr/>
        </p:nvSpPr>
        <p:spPr>
          <a:xfrm flipH="1">
            <a:off x="9057040" y="3315079"/>
            <a:ext cx="2489201" cy="665747"/>
          </a:xfrm>
          <a:prstGeom prst="rect">
            <a:avLst/>
          </a:prstGeom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</a:rPr>
              <a:t>AI</a:t>
            </a:r>
            <a:r>
              <a:rPr lang="zh-CN" altLang="en-US" sz="1400" b="1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大模型基础知识，独立开发基础</a:t>
            </a:r>
            <a:r>
              <a:rPr lang="en-US" altLang="zh-CN" sz="1400" b="1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AI</a:t>
            </a:r>
            <a:r>
              <a:rPr lang="zh-CN" altLang="en-US" sz="1400" b="1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应用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53" name="IconBackground4">
            <a:extLst>
              <a:ext uri="{FF2B5EF4-FFF2-40B4-BE49-F238E27FC236}">
                <a16:creationId xmlns:a16="http://schemas.microsoft.com/office/drawing/2014/main" id="{0FE55A3E-6DF0-8696-474C-9AA5C99B1A46}"/>
              </a:ext>
            </a:extLst>
          </p:cNvPr>
          <p:cNvSpPr/>
          <p:nvPr/>
        </p:nvSpPr>
        <p:spPr>
          <a:xfrm>
            <a:off x="9656022" y="1495792"/>
            <a:ext cx="1233138" cy="1233138"/>
          </a:xfrm>
          <a:prstGeom prst="ellipse">
            <a:avLst/>
          </a:prstGeom>
          <a:solidFill>
            <a:srgbClr val="FFFFFF"/>
          </a:solidFill>
          <a:ln w="6350" cap="flat" cmpd="sng" algn="ctr">
            <a:noFill/>
            <a:prstDash val="solid"/>
            <a:miter lim="800000"/>
          </a:ln>
          <a:effectLst>
            <a:outerShdw blurRad="254000" dist="38100" dir="2160000" algn="tl" rotWithShape="0">
              <a:srgbClr val="000000">
                <a:alpha val="1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Number4">
            <a:extLst>
              <a:ext uri="{FF2B5EF4-FFF2-40B4-BE49-F238E27FC236}">
                <a16:creationId xmlns:a16="http://schemas.microsoft.com/office/drawing/2014/main" id="{94902225-7A45-5640-EDC8-613ABA64DC4F}"/>
              </a:ext>
            </a:extLst>
          </p:cNvPr>
          <p:cNvSpPr/>
          <p:nvPr/>
        </p:nvSpPr>
        <p:spPr>
          <a:xfrm>
            <a:off x="9839669" y="1679439"/>
            <a:ext cx="865844" cy="865844"/>
          </a:xfrm>
          <a:prstGeom prst="ellipse">
            <a:avLst/>
          </a:prstGeom>
          <a:solidFill>
            <a:srgbClr val="7995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5" name="Shape4">
            <a:extLst>
              <a:ext uri="{FF2B5EF4-FFF2-40B4-BE49-F238E27FC236}">
                <a16:creationId xmlns:a16="http://schemas.microsoft.com/office/drawing/2014/main" id="{BBF37ED9-72C6-F902-F3B8-432B0D6CC874}"/>
              </a:ext>
            </a:extLst>
          </p:cNvPr>
          <p:cNvCxnSpPr>
            <a:cxnSpLocks/>
          </p:cNvCxnSpPr>
          <p:nvPr/>
        </p:nvCxnSpPr>
        <p:spPr>
          <a:xfrm>
            <a:off x="10272591" y="2728930"/>
            <a:ext cx="0" cy="47791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E2E8F6"/>
                </a:gs>
                <a:gs pos="100000">
                  <a:srgbClr val="7995D8"/>
                </a:gs>
              </a:gsLst>
              <a:lin ang="5400000" scaled="1"/>
            </a:gradFill>
            <a:prstDash val="solid"/>
            <a:miter lim="800000"/>
            <a:tailEnd type="oval"/>
          </a:ln>
          <a:effectLst/>
        </p:spPr>
      </p:cxnSp>
    </p:spTree>
    <p:extLst>
      <p:ext uri="{BB962C8B-B14F-4D97-AF65-F5344CB8AC3E}">
        <p14:creationId xmlns:p14="http://schemas.microsoft.com/office/powerpoint/2010/main" val="211777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/>
      <p:bldP spid="35" grpId="0" animBg="1"/>
      <p:bldP spid="36" grpId="0" animBg="1"/>
      <p:bldP spid="40" grpId="0"/>
      <p:bldP spid="41" grpId="0" animBg="1"/>
      <p:bldP spid="42" grpId="0" animBg="1"/>
      <p:bldP spid="46" grpId="0"/>
      <p:bldP spid="47" grpId="0" animBg="1"/>
      <p:bldP spid="48" grpId="0" animBg="1"/>
      <p:bldP spid="52" grpId="0"/>
      <p:bldP spid="53" grpId="0" animBg="1"/>
      <p:bldP spid="5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34DF-DD9C-8D3B-08AB-7137A500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0AB407EF-4164-522E-C1F7-EAD1D1D77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适用人群</a:t>
            </a:r>
          </a:p>
        </p:txBody>
      </p:sp>
      <p:sp>
        <p:nvSpPr>
          <p:cNvPr id="45" name="Line1">
            <a:extLst>
              <a:ext uri="{FF2B5EF4-FFF2-40B4-BE49-F238E27FC236}">
                <a16:creationId xmlns:a16="http://schemas.microsoft.com/office/drawing/2014/main" id="{57A7F232-E4FA-FDB7-8B10-0E40E0324BA7}"/>
              </a:ext>
            </a:extLst>
          </p:cNvPr>
          <p:cNvSpPr/>
          <p:nvPr/>
        </p:nvSpPr>
        <p:spPr>
          <a:xfrm>
            <a:off x="1132300" y="1959202"/>
            <a:ext cx="1469798" cy="1469798"/>
          </a:xfrm>
          <a:prstGeom prst="arc">
            <a:avLst/>
          </a:prstGeom>
          <a:noFill/>
          <a:ln w="12700" cap="flat" cmpd="sng" algn="ctr">
            <a:solidFill>
              <a:srgbClr val="000000">
                <a:lumMod val="50000"/>
                <a:lumOff val="50000"/>
                <a:alpha val="2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46" name="Bullet1">
            <a:extLst>
              <a:ext uri="{FF2B5EF4-FFF2-40B4-BE49-F238E27FC236}">
                <a16:creationId xmlns:a16="http://schemas.microsoft.com/office/drawing/2014/main" id="{85C8814F-5F26-91FB-5F9D-C2F1458D034E}"/>
              </a:ext>
            </a:extLst>
          </p:cNvPr>
          <p:cNvSpPr/>
          <p:nvPr/>
        </p:nvSpPr>
        <p:spPr>
          <a:xfrm>
            <a:off x="862242" y="3659899"/>
            <a:ext cx="2009913" cy="398331"/>
          </a:xfrm>
          <a:prstGeom prst="rect">
            <a:avLst/>
          </a:prstGeom>
        </p:spPr>
        <p:txBody>
          <a:bodyPr wrap="square" lIns="90000" tIns="46800" rIns="90000" bIns="46800" anchor="b" anchorCtr="0">
            <a:normAutofit/>
          </a:bodyPr>
          <a:lstStyle/>
          <a:p>
            <a:pPr marL="0" marR="0" lvl="0" indent="0" algn="ctr" defTabSz="914378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0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  <a:cs typeface="+mn-ea"/>
                <a:sym typeface="+mn-lt"/>
              </a:rPr>
              <a:t>完全零基础的小白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荆南波波黑" panose="02000800000000000000" pitchFamily="2" charset="-122"/>
              <a:ea typeface="荆南波波黑" panose="02000800000000000000" pitchFamily="2" charset="-122"/>
              <a:cs typeface="+mn-ea"/>
              <a:sym typeface="+mn-lt"/>
            </a:endParaRPr>
          </a:p>
        </p:txBody>
      </p:sp>
      <p:sp>
        <p:nvSpPr>
          <p:cNvPr id="41" name="Bullet2">
            <a:extLst>
              <a:ext uri="{FF2B5EF4-FFF2-40B4-BE49-F238E27FC236}">
                <a16:creationId xmlns:a16="http://schemas.microsoft.com/office/drawing/2014/main" id="{8D2A0420-7EEE-727A-AAA8-D8ACF66A6F03}"/>
              </a:ext>
            </a:extLst>
          </p:cNvPr>
          <p:cNvSpPr/>
          <p:nvPr/>
        </p:nvSpPr>
        <p:spPr>
          <a:xfrm>
            <a:off x="3421630" y="3620410"/>
            <a:ext cx="2512605" cy="777101"/>
          </a:xfrm>
          <a:prstGeom prst="rect">
            <a:avLst/>
          </a:prstGeom>
        </p:spPr>
        <p:txBody>
          <a:bodyPr wrap="square" lIns="90000" tIns="46800" rIns="90000" bIns="46800" anchor="b" anchorCtr="0">
            <a:normAutofit lnSpcReduction="10000"/>
          </a:bodyPr>
          <a:lstStyle/>
          <a:p>
            <a:pPr marL="0" marR="0" lvl="0" indent="0" algn="ctr" defTabSz="914378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0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  <a:cs typeface="+mn-ea"/>
                <a:sym typeface="+mn-lt"/>
              </a:rPr>
              <a:t>对</a:t>
            </a:r>
            <a:r>
              <a:rPr lang="en-US" altLang="zh-CN" sz="1600" b="1" kern="0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  <a:cs typeface="+mn-ea"/>
                <a:sym typeface="+mn-lt"/>
              </a:rPr>
              <a:t>AI</a:t>
            </a:r>
            <a:r>
              <a:rPr lang="zh-CN" altLang="en-US" sz="1600" b="1" kern="0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  <a:cs typeface="+mn-ea"/>
                <a:sym typeface="+mn-lt"/>
              </a:rPr>
              <a:t>大模型、爬虫、数据分析感兴趣的技术爱好者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荆南波波黑" panose="02000800000000000000" pitchFamily="2" charset="-122"/>
              <a:ea typeface="荆南波波黑" panose="02000800000000000000" pitchFamily="2" charset="-122"/>
              <a:cs typeface="+mn-ea"/>
              <a:sym typeface="+mn-lt"/>
            </a:endParaRPr>
          </a:p>
        </p:txBody>
      </p:sp>
      <p:sp>
        <p:nvSpPr>
          <p:cNvPr id="42" name="Line2">
            <a:extLst>
              <a:ext uri="{FF2B5EF4-FFF2-40B4-BE49-F238E27FC236}">
                <a16:creationId xmlns:a16="http://schemas.microsoft.com/office/drawing/2014/main" id="{0F43F65C-2A6F-6DB7-1707-9DDBC6B55D6F}"/>
              </a:ext>
            </a:extLst>
          </p:cNvPr>
          <p:cNvSpPr/>
          <p:nvPr/>
        </p:nvSpPr>
        <p:spPr>
          <a:xfrm>
            <a:off x="3943034" y="1959202"/>
            <a:ext cx="1469798" cy="1469798"/>
          </a:xfrm>
          <a:prstGeom prst="arc">
            <a:avLst/>
          </a:prstGeom>
          <a:noFill/>
          <a:ln w="12700" cap="flat" cmpd="sng" algn="ctr">
            <a:solidFill>
              <a:srgbClr val="000000">
                <a:lumMod val="50000"/>
                <a:lumOff val="50000"/>
                <a:alpha val="2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35" name="Line3">
            <a:extLst>
              <a:ext uri="{FF2B5EF4-FFF2-40B4-BE49-F238E27FC236}">
                <a16:creationId xmlns:a16="http://schemas.microsoft.com/office/drawing/2014/main" id="{A2733E8C-E2EC-83A8-40E6-8557A4DEDE96}"/>
              </a:ext>
            </a:extLst>
          </p:cNvPr>
          <p:cNvSpPr/>
          <p:nvPr/>
        </p:nvSpPr>
        <p:spPr>
          <a:xfrm>
            <a:off x="6766469" y="1959202"/>
            <a:ext cx="1469798" cy="1469798"/>
          </a:xfrm>
          <a:prstGeom prst="arc">
            <a:avLst/>
          </a:prstGeom>
          <a:noFill/>
          <a:ln w="12700" cap="flat" cmpd="sng" algn="ctr">
            <a:solidFill>
              <a:srgbClr val="000000">
                <a:lumMod val="50000"/>
                <a:lumOff val="50000"/>
                <a:alpha val="2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38" name="Bullet3">
            <a:extLst>
              <a:ext uri="{FF2B5EF4-FFF2-40B4-BE49-F238E27FC236}">
                <a16:creationId xmlns:a16="http://schemas.microsoft.com/office/drawing/2014/main" id="{D7F42B59-3048-25C0-76BB-D9F8E82BD2A0}"/>
              </a:ext>
            </a:extLst>
          </p:cNvPr>
          <p:cNvSpPr/>
          <p:nvPr/>
        </p:nvSpPr>
        <p:spPr>
          <a:xfrm>
            <a:off x="6307269" y="3625006"/>
            <a:ext cx="2388197" cy="777101"/>
          </a:xfrm>
          <a:prstGeom prst="rect">
            <a:avLst/>
          </a:prstGeom>
        </p:spPr>
        <p:txBody>
          <a:bodyPr wrap="square" lIns="90000" tIns="46800" rIns="90000" bIns="46800" anchor="b" anchorCtr="0">
            <a:normAutofit lnSpcReduction="10000"/>
          </a:bodyPr>
          <a:lstStyle/>
          <a:p>
            <a:pPr marL="0" marR="0" lvl="0" indent="0" algn="ctr" defTabSz="914378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  <a:cs typeface="+mn-ea"/>
                <a:sym typeface="+mn-lt"/>
              </a:rPr>
              <a:t>转行从事</a:t>
            </a:r>
            <a:r>
              <a: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  <a:cs typeface="+mn-ea"/>
                <a:sym typeface="+mn-lt"/>
              </a:rPr>
              <a:t>AI</a:t>
            </a: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  <a:cs typeface="+mn-ea"/>
                <a:sym typeface="+mn-lt"/>
              </a:rPr>
              <a:t>大模型开发的从业者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荆南波波黑" panose="02000800000000000000" pitchFamily="2" charset="-122"/>
              <a:ea typeface="荆南波波黑" panose="02000800000000000000" pitchFamily="2" charset="-122"/>
              <a:cs typeface="+mn-ea"/>
              <a:sym typeface="+mn-lt"/>
            </a:endParaRPr>
          </a:p>
        </p:txBody>
      </p:sp>
      <p:sp>
        <p:nvSpPr>
          <p:cNvPr id="33" name="Line4">
            <a:extLst>
              <a:ext uri="{FF2B5EF4-FFF2-40B4-BE49-F238E27FC236}">
                <a16:creationId xmlns:a16="http://schemas.microsoft.com/office/drawing/2014/main" id="{0A617203-E72A-4476-1425-4768F70C382D}"/>
              </a:ext>
            </a:extLst>
          </p:cNvPr>
          <p:cNvSpPr/>
          <p:nvPr/>
        </p:nvSpPr>
        <p:spPr>
          <a:xfrm>
            <a:off x="9589902" y="1959202"/>
            <a:ext cx="1469798" cy="1469798"/>
          </a:xfrm>
          <a:prstGeom prst="arc">
            <a:avLst/>
          </a:prstGeom>
          <a:noFill/>
          <a:ln w="12700" cap="flat" cmpd="sng" algn="ctr">
            <a:solidFill>
              <a:srgbClr val="000000">
                <a:lumMod val="50000"/>
                <a:lumOff val="50000"/>
                <a:alpha val="2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34" name="Bullet4">
            <a:extLst>
              <a:ext uri="{FF2B5EF4-FFF2-40B4-BE49-F238E27FC236}">
                <a16:creationId xmlns:a16="http://schemas.microsoft.com/office/drawing/2014/main" id="{02265A7C-D165-FBBE-BA06-AF9775001D8E}"/>
              </a:ext>
            </a:extLst>
          </p:cNvPr>
          <p:cNvSpPr/>
          <p:nvPr/>
        </p:nvSpPr>
        <p:spPr>
          <a:xfrm>
            <a:off x="9130702" y="3620410"/>
            <a:ext cx="2388197" cy="777101"/>
          </a:xfrm>
          <a:prstGeom prst="rect">
            <a:avLst/>
          </a:prstGeom>
        </p:spPr>
        <p:txBody>
          <a:bodyPr wrap="square" lIns="90000" tIns="46800" rIns="90000" bIns="46800" anchor="b" anchorCtr="0">
            <a:normAutofit lnSpcReduction="10000"/>
          </a:bodyPr>
          <a:lstStyle/>
          <a:p>
            <a:pPr marL="0" marR="0" lvl="0" indent="0" algn="ctr" defTabSz="914378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荆南波波黑" panose="02000800000000000000" pitchFamily="2" charset="-122"/>
                <a:ea typeface="荆南波波黑" panose="02000800000000000000" pitchFamily="2" charset="-122"/>
                <a:cs typeface="+mn-ea"/>
                <a:sym typeface="+mn-lt"/>
              </a:rPr>
              <a:t>应对考试</a:t>
            </a:r>
            <a:r>
              <a:rPr lang="zh-CN" altLang="en-US" sz="1600" b="1" kern="0">
                <a:solidFill>
                  <a:srgbClr val="0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  <a:cs typeface="+mn-ea"/>
                <a:sym typeface="+mn-lt"/>
              </a:rPr>
              <a:t>、竞赛、面试的大学生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荆南波波黑" panose="02000800000000000000" pitchFamily="2" charset="-122"/>
              <a:ea typeface="荆南波波黑" panose="02000800000000000000" pitchFamily="2" charset="-122"/>
              <a:cs typeface="+mn-ea"/>
              <a:sym typeface="+mn-lt"/>
            </a:endParaRPr>
          </a:p>
        </p:txBody>
      </p:sp>
      <p:sp>
        <p:nvSpPr>
          <p:cNvPr id="49" name="Number1">
            <a:extLst>
              <a:ext uri="{FF2B5EF4-FFF2-40B4-BE49-F238E27FC236}">
                <a16:creationId xmlns:a16="http://schemas.microsoft.com/office/drawing/2014/main" id="{CC8CD835-857C-40C4-DB72-3B02D7280463}"/>
              </a:ext>
            </a:extLst>
          </p:cNvPr>
          <p:cNvSpPr/>
          <p:nvPr/>
        </p:nvSpPr>
        <p:spPr>
          <a:xfrm>
            <a:off x="1363198" y="2190101"/>
            <a:ext cx="1008000" cy="1008000"/>
          </a:xfrm>
          <a:prstGeom prst="ellipse">
            <a:avLst/>
          </a:prstGeom>
          <a:gradFill>
            <a:gsLst>
              <a:gs pos="0">
                <a:srgbClr val="1E6BEE">
                  <a:lumMod val="60000"/>
                  <a:lumOff val="40000"/>
                </a:srgbClr>
              </a:gs>
              <a:gs pos="74000">
                <a:srgbClr val="1E6BEE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800" b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Number2">
            <a:extLst>
              <a:ext uri="{FF2B5EF4-FFF2-40B4-BE49-F238E27FC236}">
                <a16:creationId xmlns:a16="http://schemas.microsoft.com/office/drawing/2014/main" id="{F8787D65-8F66-2AAD-ABD5-A4EC2C51DE3C}"/>
              </a:ext>
            </a:extLst>
          </p:cNvPr>
          <p:cNvSpPr/>
          <p:nvPr/>
        </p:nvSpPr>
        <p:spPr>
          <a:xfrm>
            <a:off x="4173932" y="2190101"/>
            <a:ext cx="1008000" cy="1008000"/>
          </a:xfrm>
          <a:prstGeom prst="ellipse">
            <a:avLst/>
          </a:prstGeom>
          <a:gradFill>
            <a:gsLst>
              <a:gs pos="0">
                <a:srgbClr val="28A963">
                  <a:lumMod val="60000"/>
                  <a:lumOff val="40000"/>
                </a:srgbClr>
              </a:gs>
              <a:gs pos="74000">
                <a:srgbClr val="28A963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2800" b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Number3">
            <a:extLst>
              <a:ext uri="{FF2B5EF4-FFF2-40B4-BE49-F238E27FC236}">
                <a16:creationId xmlns:a16="http://schemas.microsoft.com/office/drawing/2014/main" id="{49B05E27-F06D-D628-7DF2-38C72BCB79B6}"/>
              </a:ext>
            </a:extLst>
          </p:cNvPr>
          <p:cNvSpPr/>
          <p:nvPr/>
        </p:nvSpPr>
        <p:spPr>
          <a:xfrm>
            <a:off x="6997367" y="2190101"/>
            <a:ext cx="1008000" cy="1008000"/>
          </a:xfrm>
          <a:prstGeom prst="ellipse">
            <a:avLst/>
          </a:prstGeom>
          <a:gradFill>
            <a:gsLst>
              <a:gs pos="0">
                <a:srgbClr val="42AFF0">
                  <a:lumMod val="60000"/>
                  <a:lumOff val="40000"/>
                </a:srgbClr>
              </a:gs>
              <a:gs pos="74000">
                <a:srgbClr val="42AFF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2800" b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Number4">
            <a:extLst>
              <a:ext uri="{FF2B5EF4-FFF2-40B4-BE49-F238E27FC236}">
                <a16:creationId xmlns:a16="http://schemas.microsoft.com/office/drawing/2014/main" id="{A29AACA4-F052-5956-D703-07A769379C2F}"/>
              </a:ext>
            </a:extLst>
          </p:cNvPr>
          <p:cNvSpPr/>
          <p:nvPr/>
        </p:nvSpPr>
        <p:spPr>
          <a:xfrm>
            <a:off x="9820802" y="2190101"/>
            <a:ext cx="1008000" cy="1008000"/>
          </a:xfrm>
          <a:prstGeom prst="ellipse">
            <a:avLst/>
          </a:prstGeom>
          <a:solidFill>
            <a:srgbClr val="7995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2800" b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1793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1" grpId="0"/>
      <p:bldP spid="38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7D836-A0A2-D769-C74D-DEF1D09C0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A2598B0-A0C7-A63D-2F0D-2398DB7B6700}"/>
              </a:ext>
            </a:extLst>
          </p:cNvPr>
          <p:cNvCxnSpPr>
            <a:cxnSpLocks/>
          </p:cNvCxnSpPr>
          <p:nvPr/>
        </p:nvCxnSpPr>
        <p:spPr>
          <a:xfrm>
            <a:off x="954160" y="1113183"/>
            <a:ext cx="0" cy="5191539"/>
          </a:xfrm>
          <a:prstGeom prst="line">
            <a:avLst/>
          </a:prstGeom>
          <a:ln w="127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>
            <a:extLst>
              <a:ext uri="{FF2B5EF4-FFF2-40B4-BE49-F238E27FC236}">
                <a16:creationId xmlns:a16="http://schemas.microsoft.com/office/drawing/2014/main" id="{285CDC21-8938-9307-D3DD-539D080B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学习方法</a:t>
            </a:r>
          </a:p>
        </p:txBody>
      </p:sp>
      <p:sp>
        <p:nvSpPr>
          <p:cNvPr id="3" name="Number2">
            <a:extLst>
              <a:ext uri="{FF2B5EF4-FFF2-40B4-BE49-F238E27FC236}">
                <a16:creationId xmlns:a16="http://schemas.microsoft.com/office/drawing/2014/main" id="{ED82BFAB-A979-7E6C-8108-ABDB382BE851}"/>
              </a:ext>
            </a:extLst>
          </p:cNvPr>
          <p:cNvSpPr/>
          <p:nvPr/>
        </p:nvSpPr>
        <p:spPr bwMode="auto">
          <a:xfrm>
            <a:off x="750496" y="2098968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>
            <a:gsLst>
              <a:gs pos="0">
                <a:srgbClr val="62CB78">
                  <a:lumMod val="60000"/>
                  <a:lumOff val="40000"/>
                </a:srgbClr>
              </a:gs>
              <a:gs pos="60000">
                <a:srgbClr val="62CB78"/>
              </a:gs>
            </a:gsLst>
            <a:lin ang="2700000" scaled="0"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2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4" name="Number3">
            <a:extLst>
              <a:ext uri="{FF2B5EF4-FFF2-40B4-BE49-F238E27FC236}">
                <a16:creationId xmlns:a16="http://schemas.microsoft.com/office/drawing/2014/main" id="{6A9E405E-9749-3A06-78CC-F46DE499C68D}"/>
              </a:ext>
            </a:extLst>
          </p:cNvPr>
          <p:cNvSpPr/>
          <p:nvPr/>
        </p:nvSpPr>
        <p:spPr bwMode="auto">
          <a:xfrm>
            <a:off x="750496" y="3009921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>
            <a:gsLst>
              <a:gs pos="0">
                <a:srgbClr val="44B4CF">
                  <a:lumMod val="60000"/>
                  <a:lumOff val="40000"/>
                </a:srgbClr>
              </a:gs>
              <a:gs pos="60000">
                <a:srgbClr val="44B4CF"/>
              </a:gs>
            </a:gsLst>
            <a:lin ang="2700000" scaled="0"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3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5" name="Number4">
            <a:extLst>
              <a:ext uri="{FF2B5EF4-FFF2-40B4-BE49-F238E27FC236}">
                <a16:creationId xmlns:a16="http://schemas.microsoft.com/office/drawing/2014/main" id="{015F81FC-A27F-6242-41BC-AD9C5D9D74EB}"/>
              </a:ext>
            </a:extLst>
          </p:cNvPr>
          <p:cNvSpPr/>
          <p:nvPr/>
        </p:nvSpPr>
        <p:spPr bwMode="auto">
          <a:xfrm>
            <a:off x="750496" y="3920874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>
            <a:gsLst>
              <a:gs pos="0">
                <a:srgbClr val="7995D8">
                  <a:lumMod val="60000"/>
                  <a:lumOff val="40000"/>
                </a:srgbClr>
              </a:gs>
              <a:gs pos="60000">
                <a:srgbClr val="7995D8"/>
              </a:gs>
            </a:gsLst>
            <a:lin ang="2700000" scaled="0"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4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7" name="Number4">
            <a:extLst>
              <a:ext uri="{FF2B5EF4-FFF2-40B4-BE49-F238E27FC236}">
                <a16:creationId xmlns:a16="http://schemas.microsoft.com/office/drawing/2014/main" id="{FA51625E-8E49-76F3-32C4-AADD78E6E9F3}"/>
              </a:ext>
            </a:extLst>
          </p:cNvPr>
          <p:cNvSpPr/>
          <p:nvPr/>
        </p:nvSpPr>
        <p:spPr bwMode="auto">
          <a:xfrm>
            <a:off x="750493" y="5742779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0800000" scaled="1"/>
            <a:tileRect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kern="0" dirty="0">
                <a:solidFill>
                  <a:srgbClr val="FFFFFF"/>
                </a:solidFill>
                <a:latin typeface="Arial" panose="02110004020202020204"/>
                <a:ea typeface="微软雅黑"/>
                <a:cs typeface="+mn-ea"/>
                <a:sym typeface="+mn-lt"/>
              </a:rPr>
              <a:t>6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8" name="Number4">
            <a:extLst>
              <a:ext uri="{FF2B5EF4-FFF2-40B4-BE49-F238E27FC236}">
                <a16:creationId xmlns:a16="http://schemas.microsoft.com/office/drawing/2014/main" id="{D4B0A064-C97A-EED3-69E6-8400F5189BDE}"/>
              </a:ext>
            </a:extLst>
          </p:cNvPr>
          <p:cNvSpPr/>
          <p:nvPr/>
        </p:nvSpPr>
        <p:spPr bwMode="auto">
          <a:xfrm>
            <a:off x="750495" y="4831827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gradFill flip="none" rotWithShape="1">
            <a:gsLst>
              <a:gs pos="0">
                <a:srgbClr val="BD92DE">
                  <a:shade val="30000"/>
                  <a:satMod val="115000"/>
                </a:srgbClr>
              </a:gs>
              <a:gs pos="50000">
                <a:srgbClr val="BD92DE">
                  <a:shade val="67500"/>
                  <a:satMod val="115000"/>
                </a:srgbClr>
              </a:gs>
              <a:gs pos="100000">
                <a:srgbClr val="BD92DE">
                  <a:shade val="100000"/>
                  <a:satMod val="115000"/>
                </a:srgbClr>
              </a:gs>
            </a:gsLst>
            <a:lin ang="10800000" scaled="1"/>
            <a:tileRect/>
          </a:gra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kern="0" dirty="0">
                <a:solidFill>
                  <a:srgbClr val="FFFFFF"/>
                </a:solidFill>
                <a:latin typeface="Arial" panose="02110004020202020204"/>
                <a:ea typeface="微软雅黑"/>
                <a:cs typeface="+mn-ea"/>
                <a:sym typeface="+mn-lt"/>
              </a:rPr>
              <a:t>5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9" name="!!Number1">
            <a:extLst>
              <a:ext uri="{FF2B5EF4-FFF2-40B4-BE49-F238E27FC236}">
                <a16:creationId xmlns:a16="http://schemas.microsoft.com/office/drawing/2014/main" id="{D3D4726D-E574-95B2-BFE0-AAA04E97CDB0}"/>
              </a:ext>
            </a:extLst>
          </p:cNvPr>
          <p:cNvSpPr/>
          <p:nvPr/>
        </p:nvSpPr>
        <p:spPr bwMode="auto">
          <a:xfrm>
            <a:off x="750497" y="1188015"/>
            <a:ext cx="407325" cy="407325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solidFill>
            <a:srgbClr val="92D050"/>
          </a:soli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微软雅黑"/>
                <a:cs typeface="+mn-ea"/>
                <a:sym typeface="+mn-lt"/>
              </a:rPr>
              <a:t>1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90A41F-394E-81EB-04D7-6EF6C83D5105}"/>
              </a:ext>
            </a:extLst>
          </p:cNvPr>
          <p:cNvSpPr txBox="1"/>
          <p:nvPr/>
        </p:nvSpPr>
        <p:spPr>
          <a:xfrm>
            <a:off x="1236661" y="3051049"/>
            <a:ext cx="1951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-AI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应用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14102A-0230-4545-3394-41866C43456A}"/>
              </a:ext>
            </a:extLst>
          </p:cNvPr>
          <p:cNvSpPr txBox="1"/>
          <p:nvPr/>
        </p:nvSpPr>
        <p:spPr>
          <a:xfrm>
            <a:off x="1236661" y="2135773"/>
            <a:ext cx="1645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核心语法</a:t>
            </a:r>
          </a:p>
        </p:txBody>
      </p:sp>
      <p:sp>
        <p:nvSpPr>
          <p:cNvPr id="12" name="!!文本框 11">
            <a:extLst>
              <a:ext uri="{FF2B5EF4-FFF2-40B4-BE49-F238E27FC236}">
                <a16:creationId xmlns:a16="http://schemas.microsoft.com/office/drawing/2014/main" id="{C33CBD4E-A410-8445-0581-58E83EF5E1C2}"/>
              </a:ext>
            </a:extLst>
          </p:cNvPr>
          <p:cNvSpPr txBox="1"/>
          <p:nvPr/>
        </p:nvSpPr>
        <p:spPr>
          <a:xfrm>
            <a:off x="1239611" y="1220497"/>
            <a:ext cx="1285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启航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1AA472-C64C-1932-A5A0-6B260BA96894}"/>
              </a:ext>
            </a:extLst>
          </p:cNvPr>
          <p:cNvSpPr txBox="1"/>
          <p:nvPr/>
        </p:nvSpPr>
        <p:spPr>
          <a:xfrm>
            <a:off x="1236661" y="3966325"/>
            <a:ext cx="1754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爬虫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4DA57A-5A33-88F3-14F5-512D1FA0F85F}"/>
              </a:ext>
            </a:extLst>
          </p:cNvPr>
          <p:cNvSpPr txBox="1"/>
          <p:nvPr/>
        </p:nvSpPr>
        <p:spPr>
          <a:xfrm>
            <a:off x="1236661" y="4881600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数据分析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32E5B13-F78B-0531-C1CA-E3AAA46AC991}"/>
              </a:ext>
            </a:extLst>
          </p:cNvPr>
          <p:cNvSpPr txBox="1"/>
          <p:nvPr/>
        </p:nvSpPr>
        <p:spPr>
          <a:xfrm>
            <a:off x="1236661" y="5792550"/>
            <a:ext cx="2164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实战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-Web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应用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8936BB-EB23-2626-32EE-96BA3127C36E}"/>
              </a:ext>
            </a:extLst>
          </p:cNvPr>
          <p:cNvSpPr txBox="1"/>
          <p:nvPr/>
        </p:nvSpPr>
        <p:spPr>
          <a:xfrm>
            <a:off x="3349740" y="1616886"/>
            <a:ext cx="390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28A963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夯实基础，不使用</a:t>
            </a:r>
            <a:r>
              <a:rPr lang="en-US" altLang="zh-CN" b="1">
                <a:solidFill>
                  <a:srgbClr val="28A963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AI</a:t>
            </a:r>
            <a:r>
              <a:rPr lang="zh-CN" altLang="en-US" b="1">
                <a:solidFill>
                  <a:srgbClr val="28A963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工具，手敲代码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E88C6C-1B10-B7DA-06BE-ABB2080EF696}"/>
              </a:ext>
            </a:extLst>
          </p:cNvPr>
          <p:cNvSpPr txBox="1"/>
          <p:nvPr/>
        </p:nvSpPr>
        <p:spPr>
          <a:xfrm>
            <a:off x="3349740" y="4224523"/>
            <a:ext cx="5311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28A963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defRPr>
            </a:lvl1pPr>
          </a:lstStyle>
          <a:p>
            <a:r>
              <a:rPr lang="zh-CN" altLang="en-US"/>
              <a:t>基于</a:t>
            </a:r>
            <a:r>
              <a:rPr lang="en-US" altLang="zh-CN"/>
              <a:t>AI</a:t>
            </a:r>
            <a:r>
              <a:rPr lang="zh-CN" altLang="en-US"/>
              <a:t>辅助工具，提高开发效率，掌握</a:t>
            </a:r>
            <a:r>
              <a:rPr lang="en-US" altLang="zh-CN"/>
              <a:t>AI</a:t>
            </a:r>
            <a:r>
              <a:rPr lang="zh-CN" altLang="en-US"/>
              <a:t>编程思想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3BC8C9A-0146-A173-2E44-BCB89A0E33D2}"/>
              </a:ext>
            </a:extLst>
          </p:cNvPr>
          <p:cNvSpPr txBox="1"/>
          <p:nvPr/>
        </p:nvSpPr>
        <p:spPr>
          <a:xfrm>
            <a:off x="9184889" y="257346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>
                <a:solidFill>
                  <a:srgbClr val="AD2B26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不要只看视频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9EC20DA-A461-78B4-10BB-2A5E33FBFDC3}"/>
              </a:ext>
            </a:extLst>
          </p:cNvPr>
          <p:cNvSpPr txBox="1"/>
          <p:nvPr/>
        </p:nvSpPr>
        <p:spPr>
          <a:xfrm>
            <a:off x="9416101" y="3781853"/>
            <a:ext cx="2492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>
                <a:solidFill>
                  <a:srgbClr val="AD2B26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多敲、多练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0E78519-70D5-8C8C-122C-83BCB3505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4" t="29254" r="9946" b="26538"/>
          <a:stretch>
            <a:fillRect/>
          </a:stretch>
        </p:blipFill>
        <p:spPr>
          <a:xfrm>
            <a:off x="8739256" y="5812466"/>
            <a:ext cx="3452744" cy="104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70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53" presetClass="entr" presetSubtype="16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53" presetClass="entr" presetSubtype="16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53" presetClass="entr" presetSubtype="16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53" presetClass="entr" presetSubtype="16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53" presetClass="entr" presetSubtype="16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53" presetClass="entr" presetSubtype="16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53" presetClass="entr" presetSubtype="16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53" presetClass="entr" presetSubtype="16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53" presetClass="entr" presetSubtype="16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53" presetClass="entr" presetSubtype="16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8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2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5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6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8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9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1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2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4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6" grpId="0"/>
      <p:bldP spid="16" grpId="1"/>
      <p:bldP spid="21" grpId="0"/>
      <p:bldP spid="22" grpId="0"/>
      <p:bldP spid="23" grpId="0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549AF-FB39-1480-C38A-8FD89666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文本框 11">
            <a:extLst>
              <a:ext uri="{FF2B5EF4-FFF2-40B4-BE49-F238E27FC236}">
                <a16:creationId xmlns:a16="http://schemas.microsoft.com/office/drawing/2014/main" id="{04DC6116-CFAE-2708-7B64-5AC09E848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2220686"/>
            <a:ext cx="3745948" cy="869023"/>
          </a:xfrm>
        </p:spPr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启航</a:t>
            </a:r>
          </a:p>
        </p:txBody>
      </p:sp>
      <p:sp>
        <p:nvSpPr>
          <p:cNvPr id="3" name="!!Number1">
            <a:extLst>
              <a:ext uri="{FF2B5EF4-FFF2-40B4-BE49-F238E27FC236}">
                <a16:creationId xmlns:a16="http://schemas.microsoft.com/office/drawing/2014/main" id="{4B6A0A0C-E9AC-5B81-9E11-D0DA49D89F46}"/>
              </a:ext>
            </a:extLst>
          </p:cNvPr>
          <p:cNvSpPr/>
          <p:nvPr/>
        </p:nvSpPr>
        <p:spPr bwMode="auto">
          <a:xfrm>
            <a:off x="478906" y="1949518"/>
            <a:ext cx="366742" cy="366742"/>
          </a:xfrm>
          <a:custGeom>
            <a:avLst/>
            <a:gdLst>
              <a:gd name="connsiteX0" fmla="*/ 439093 w 606651"/>
              <a:gd name="connsiteY0" fmla="*/ 92723 h 245215"/>
              <a:gd name="connsiteX1" fmla="*/ 515480 w 606651"/>
              <a:gd name="connsiteY1" fmla="*/ 168969 h 245215"/>
              <a:gd name="connsiteX2" fmla="*/ 439093 w 606651"/>
              <a:gd name="connsiteY2" fmla="*/ 245215 h 245215"/>
              <a:gd name="connsiteX3" fmla="*/ 362706 w 606651"/>
              <a:gd name="connsiteY3" fmla="*/ 168969 h 245215"/>
              <a:gd name="connsiteX4" fmla="*/ 439093 w 606651"/>
              <a:gd name="connsiteY4" fmla="*/ 92723 h 245215"/>
              <a:gd name="connsiteX5" fmla="*/ 167523 w 606651"/>
              <a:gd name="connsiteY5" fmla="*/ 92723 h 245215"/>
              <a:gd name="connsiteX6" fmla="*/ 243946 w 606651"/>
              <a:gd name="connsiteY6" fmla="*/ 168969 h 245215"/>
              <a:gd name="connsiteX7" fmla="*/ 167523 w 606651"/>
              <a:gd name="connsiteY7" fmla="*/ 245215 h 245215"/>
              <a:gd name="connsiteX8" fmla="*/ 91100 w 606651"/>
              <a:gd name="connsiteY8" fmla="*/ 168969 h 245215"/>
              <a:gd name="connsiteX9" fmla="*/ 167523 w 606651"/>
              <a:gd name="connsiteY9" fmla="*/ 92723 h 245215"/>
              <a:gd name="connsiteX10" fmla="*/ 167576 w 606651"/>
              <a:gd name="connsiteY10" fmla="*/ 0 h 245215"/>
              <a:gd name="connsiteX11" fmla="*/ 303325 w 606651"/>
              <a:gd name="connsiteY11" fmla="*/ 69480 h 245215"/>
              <a:gd name="connsiteX12" fmla="*/ 439075 w 606651"/>
              <a:gd name="connsiteY12" fmla="*/ 0 h 245215"/>
              <a:gd name="connsiteX13" fmla="*/ 606651 w 606651"/>
              <a:gd name="connsiteY13" fmla="*/ 167352 h 245215"/>
              <a:gd name="connsiteX14" fmla="*/ 606651 w 606651"/>
              <a:gd name="connsiteY14" fmla="*/ 171615 h 245215"/>
              <a:gd name="connsiteX15" fmla="*/ 542318 w 606651"/>
              <a:gd name="connsiteY15" fmla="*/ 171615 h 245215"/>
              <a:gd name="connsiteX16" fmla="*/ 542318 w 606651"/>
              <a:gd name="connsiteY16" fmla="*/ 167352 h 245215"/>
              <a:gd name="connsiteX17" fmla="*/ 439075 w 606651"/>
              <a:gd name="connsiteY17" fmla="*/ 64247 h 245215"/>
              <a:gd name="connsiteX18" fmla="*/ 335832 w 606651"/>
              <a:gd name="connsiteY18" fmla="*/ 167352 h 245215"/>
              <a:gd name="connsiteX19" fmla="*/ 335832 w 606651"/>
              <a:gd name="connsiteY19" fmla="*/ 171615 h 245215"/>
              <a:gd name="connsiteX20" fmla="*/ 335055 w 606651"/>
              <a:gd name="connsiteY20" fmla="*/ 171615 h 245215"/>
              <a:gd name="connsiteX21" fmla="*/ 271596 w 606651"/>
              <a:gd name="connsiteY21" fmla="*/ 171615 h 245215"/>
              <a:gd name="connsiteX22" fmla="*/ 270722 w 606651"/>
              <a:gd name="connsiteY22" fmla="*/ 171615 h 245215"/>
              <a:gd name="connsiteX23" fmla="*/ 270722 w 606651"/>
              <a:gd name="connsiteY23" fmla="*/ 167352 h 245215"/>
              <a:gd name="connsiteX24" fmla="*/ 167576 w 606651"/>
              <a:gd name="connsiteY24" fmla="*/ 64247 h 245215"/>
              <a:gd name="connsiteX25" fmla="*/ 64333 w 606651"/>
              <a:gd name="connsiteY25" fmla="*/ 167352 h 245215"/>
              <a:gd name="connsiteX26" fmla="*/ 64333 w 606651"/>
              <a:gd name="connsiteY26" fmla="*/ 171615 h 245215"/>
              <a:gd name="connsiteX27" fmla="*/ 0 w 606651"/>
              <a:gd name="connsiteY27" fmla="*/ 171615 h 245215"/>
              <a:gd name="connsiteX28" fmla="*/ 0 w 606651"/>
              <a:gd name="connsiteY28" fmla="*/ 167352 h 245215"/>
              <a:gd name="connsiteX29" fmla="*/ 167576 w 606651"/>
              <a:gd name="connsiteY29" fmla="*/ 0 h 24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2846" h="152492">
                <a:moveTo>
                  <a:pt x="76423" y="0"/>
                </a:moveTo>
                <a:cubicBezTo>
                  <a:pt x="118630" y="0"/>
                  <a:pt x="152846" y="34136"/>
                  <a:pt x="152846" y="76246"/>
                </a:cubicBezTo>
                <a:cubicBezTo>
                  <a:pt x="152846" y="118356"/>
                  <a:pt x="118630" y="152492"/>
                  <a:pt x="76423" y="152492"/>
                </a:cubicBezTo>
                <a:cubicBezTo>
                  <a:pt x="34216" y="152492"/>
                  <a:pt x="0" y="118356"/>
                  <a:pt x="0" y="76246"/>
                </a:cubicBezTo>
                <a:cubicBezTo>
                  <a:pt x="0" y="34136"/>
                  <a:pt x="34216" y="0"/>
                  <a:pt x="76423" y="0"/>
                </a:cubicBezTo>
              </a:path>
            </a:pathLst>
          </a:custGeom>
          <a:solidFill>
            <a:srgbClr val="C00000"/>
          </a:solidFill>
          <a:ln w="57150" cap="rnd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3598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A541AE-4E98-613A-A413-C9B1890DA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665" y="-436704"/>
            <a:ext cx="3853092" cy="38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2_空页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1_空页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3.xml><?xml version="1.0" encoding="utf-8"?>
<a:theme xmlns:a="http://schemas.openxmlformats.org/drawingml/2006/main" name="封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目录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16665</TotalTime>
  <Words>1248</Words>
  <Application>Microsoft Office PowerPoint</Application>
  <PresentationFormat>宽屏</PresentationFormat>
  <Paragraphs>207</Paragraphs>
  <Slides>24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Alibaba PuHuiTi B</vt:lpstr>
      <vt:lpstr>阿里巴巴普惠体 Heavy</vt:lpstr>
      <vt:lpstr>阿里巴巴普惠体 Medium</vt:lpstr>
      <vt:lpstr>等线</vt:lpstr>
      <vt:lpstr>荆南波波黑</vt:lpstr>
      <vt:lpstr>楷体</vt:lpstr>
      <vt:lpstr>Arial</vt:lpstr>
      <vt:lpstr>Calisto MT</vt:lpstr>
      <vt:lpstr>Source Code Pro</vt:lpstr>
      <vt:lpstr>Wingdings</vt:lpstr>
      <vt:lpstr>2_空页面</vt:lpstr>
      <vt:lpstr>1_空页面</vt:lpstr>
      <vt:lpstr>封面</vt:lpstr>
      <vt:lpstr>章节目录模板</vt:lpstr>
      <vt:lpstr>小结思考模板2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AI大模型开发</vt:lpstr>
      <vt:lpstr>Python+AI</vt:lpstr>
      <vt:lpstr>课程内容</vt:lpstr>
      <vt:lpstr>课程特色</vt:lpstr>
      <vt:lpstr>PowerPoint 演示文稿</vt:lpstr>
      <vt:lpstr>课程特色</vt:lpstr>
      <vt:lpstr>PowerPoint 演示文稿</vt:lpstr>
      <vt:lpstr>PowerPoint 演示文稿</vt:lpstr>
      <vt:lpstr>PowerPoint 演示文稿</vt:lpstr>
      <vt:lpstr>课程特色</vt:lpstr>
      <vt:lpstr>PowerPoint 演示文稿</vt:lpstr>
      <vt:lpstr>课程特色</vt:lpstr>
      <vt:lpstr>课程收获</vt:lpstr>
      <vt:lpstr>适用人群</vt:lpstr>
      <vt:lpstr>学习方法</vt:lpstr>
      <vt:lpstr>Python启航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changtao deng</cp:lastModifiedBy>
  <cp:revision>1941</cp:revision>
  <cp:lastPrinted>2022-05-29T16:00:00Z</cp:lastPrinted>
  <dcterms:created xsi:type="dcterms:W3CDTF">2022-05-29T16:00:00Z</dcterms:created>
  <dcterms:modified xsi:type="dcterms:W3CDTF">2025-11-20T13:19:49Z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