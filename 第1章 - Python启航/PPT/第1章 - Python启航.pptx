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media/image12.jpg" ContentType="image/jpeg"/>
  <Override PartName="/ppt/media/image5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41"/>
  </p:notesMasterIdLst>
  <p:handoutMasterIdLst>
    <p:handoutMasterId r:id="rId42"/>
  </p:handoutMasterIdLst>
  <p:sldIdLst>
    <p:sldId id="280" r:id="rId5"/>
    <p:sldId id="304" r:id="rId6"/>
    <p:sldId id="307" r:id="rId7"/>
    <p:sldId id="332" r:id="rId8"/>
    <p:sldId id="305" r:id="rId9"/>
    <p:sldId id="306" r:id="rId10"/>
    <p:sldId id="310" r:id="rId11"/>
    <p:sldId id="309" r:id="rId12"/>
    <p:sldId id="311" r:id="rId13"/>
    <p:sldId id="313" r:id="rId14"/>
    <p:sldId id="314" r:id="rId15"/>
    <p:sldId id="315" r:id="rId16"/>
    <p:sldId id="316" r:id="rId17"/>
    <p:sldId id="317" r:id="rId18"/>
    <p:sldId id="318" r:id="rId19"/>
    <p:sldId id="339" r:id="rId20"/>
    <p:sldId id="340" r:id="rId21"/>
    <p:sldId id="319" r:id="rId22"/>
    <p:sldId id="320" r:id="rId23"/>
    <p:sldId id="321" r:id="rId24"/>
    <p:sldId id="324" r:id="rId25"/>
    <p:sldId id="323" r:id="rId26"/>
    <p:sldId id="322" r:id="rId27"/>
    <p:sldId id="337" r:id="rId28"/>
    <p:sldId id="325" r:id="rId29"/>
    <p:sldId id="326" r:id="rId30"/>
    <p:sldId id="327" r:id="rId31"/>
    <p:sldId id="328" r:id="rId32"/>
    <p:sldId id="330" r:id="rId33"/>
    <p:sldId id="329" r:id="rId34"/>
    <p:sldId id="331" r:id="rId35"/>
    <p:sldId id="334" r:id="rId36"/>
    <p:sldId id="335" r:id="rId37"/>
    <p:sldId id="341" r:id="rId38"/>
    <p:sldId id="288" r:id="rId39"/>
    <p:sldId id="336" r:id="rId40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C00000"/>
    <a:srgbClr val="000000"/>
    <a:srgbClr val="AD2B26"/>
    <a:srgbClr val="1B1E1D"/>
    <a:srgbClr val="82868C"/>
    <a:srgbClr val="CC3300"/>
    <a:srgbClr val="3674A4"/>
    <a:srgbClr val="FFD343"/>
    <a:srgbClr val="FFC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8" autoAdjust="0"/>
    <p:restoredTop sz="96233" autoAdjust="0"/>
  </p:normalViewPr>
  <p:slideViewPr>
    <p:cSldViewPr snapToGrid="0" showGuides="1">
      <p:cViewPr varScale="1">
        <p:scale>
          <a:sx n="54" d="100"/>
          <a:sy n="54" d="100"/>
        </p:scale>
        <p:origin x="7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jetbrains.com/pycharm/download/?section=window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启航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F0CF2-2304-E595-E82E-3CF1050D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初识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276A22-F3BD-A5FD-4A1D-8274555CE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224506" cy="90149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 </a:t>
            </a:r>
            <a:r>
              <a:rPr lang="zh-CN" altLang="en-US"/>
              <a:t>是荷兰计算机科学家吉多</a:t>
            </a:r>
            <a:r>
              <a:rPr lang="en-US" altLang="zh-CN"/>
              <a:t>·</a:t>
            </a:r>
            <a:r>
              <a:rPr lang="zh-CN" altLang="en-US"/>
              <a:t>范罗苏姆（</a:t>
            </a:r>
            <a:r>
              <a:rPr lang="en-US" altLang="zh-CN"/>
              <a:t>Guido van Rossum</a:t>
            </a:r>
            <a:r>
              <a:rPr lang="zh-CN" altLang="en-US"/>
              <a:t>，龟叔）在</a:t>
            </a:r>
            <a:r>
              <a:rPr lang="en-US" altLang="zh-CN"/>
              <a:t>1991</a:t>
            </a:r>
            <a:r>
              <a:rPr lang="zh-CN" altLang="en-US"/>
              <a:t>发布的一门语法简单、容易上手的编程语言。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999E01-1B5B-4133-5E68-0DF08AA88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9403202" y="2873402"/>
            <a:ext cx="1610779" cy="16034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D6DC67-7885-B992-20E9-B8CD842F0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16" b="26998"/>
          <a:stretch>
            <a:fillRect/>
          </a:stretch>
        </p:blipFill>
        <p:spPr>
          <a:xfrm>
            <a:off x="1656804" y="2321781"/>
            <a:ext cx="3013225" cy="306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1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0562-5C9F-C560-9E0E-75E75262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88DE7-719A-83C8-B55E-6EBAE3D4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初识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3B45E-2B07-42E9-C731-7D267D2BC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224506" cy="5265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 </a:t>
            </a:r>
            <a:r>
              <a:rPr lang="zh-CN" altLang="en-US"/>
              <a:t>是荷兰计算机科学家吉多</a:t>
            </a:r>
            <a:r>
              <a:rPr lang="en-US" altLang="zh-CN"/>
              <a:t>·</a:t>
            </a:r>
            <a:r>
              <a:rPr lang="zh-CN" altLang="en-US"/>
              <a:t>范罗苏姆（</a:t>
            </a:r>
            <a:r>
              <a:rPr lang="en-US" altLang="zh-CN"/>
              <a:t>Guido van Rossum</a:t>
            </a:r>
            <a:r>
              <a:rPr lang="zh-CN" altLang="en-US"/>
              <a:t>，龟叔）在</a:t>
            </a:r>
            <a:r>
              <a:rPr lang="en-US" altLang="zh-CN"/>
              <a:t>1991</a:t>
            </a:r>
            <a:r>
              <a:rPr lang="zh-CN" altLang="en-US"/>
              <a:t>发布的一门语法简单、容易上手的</a:t>
            </a:r>
            <a:r>
              <a:rPr lang="zh-CN" altLang="en-US" b="1">
                <a:solidFill>
                  <a:srgbClr val="C00000"/>
                </a:solidFill>
              </a:rPr>
              <a:t>编程语言</a:t>
            </a:r>
            <a:r>
              <a:rPr lang="zh-CN" altLang="en-US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85B813-1DCD-000F-477D-57D21BD24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10960705" y="1448823"/>
            <a:ext cx="725975" cy="722655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CCFE3C6-CA57-FED2-AD16-88356EC5D1A2}"/>
              </a:ext>
            </a:extLst>
          </p:cNvPr>
          <p:cNvSpPr txBox="1">
            <a:spLocks/>
          </p:cNvSpPr>
          <p:nvPr/>
        </p:nvSpPr>
        <p:spPr>
          <a:xfrm>
            <a:off x="576628" y="1698163"/>
            <a:ext cx="11224506" cy="5265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语言：是人类进行沟通交流的主要表达方式。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4E741A8-04FE-B06E-54F7-124BC3B5D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61" y="3160227"/>
            <a:ext cx="1597177" cy="15971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5D53EE3-3755-205B-58F8-974E817B8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528" y="3381438"/>
            <a:ext cx="1373908" cy="1373908"/>
          </a:xfrm>
          <a:prstGeom prst="rect">
            <a:avLst/>
          </a:prstGeom>
        </p:spPr>
      </p:pic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327B8339-BB71-E819-D207-3361AAB0BE62}"/>
              </a:ext>
            </a:extLst>
          </p:cNvPr>
          <p:cNvSpPr/>
          <p:nvPr/>
        </p:nvSpPr>
        <p:spPr>
          <a:xfrm>
            <a:off x="1830503" y="2879409"/>
            <a:ext cx="1597177" cy="304306"/>
          </a:xfrm>
          <a:prstGeom prst="wedgeRoundRectCallout">
            <a:avLst>
              <a:gd name="adj1" fmla="val -44087"/>
              <a:gd name="adj2" fmla="val 94820"/>
              <a:gd name="adj3" fmla="val 16667"/>
            </a:avLst>
          </a:prstGeom>
          <a:solidFill>
            <a:srgbClr val="FFC845">
              <a:alpha val="10196"/>
            </a:srgbClr>
          </a:solidFill>
          <a:ln w="3175">
            <a:solidFill>
              <a:srgbClr val="FFC8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chemeClr val="tx1">
                    <a:lumMod val="50000"/>
                  </a:schemeClr>
                </a:solidFill>
              </a:rPr>
              <a:t>嗨，哥们儿，最近在学什么呢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117A5F3-A770-9596-4961-010447A76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024" y="3306922"/>
            <a:ext cx="1522940" cy="1522940"/>
          </a:xfrm>
          <a:prstGeom prst="rect">
            <a:avLst/>
          </a:prstGeom>
        </p:spPr>
      </p:pic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63D36A40-E35C-1854-79EE-2FD41CC6F411}"/>
              </a:ext>
            </a:extLst>
          </p:cNvPr>
          <p:cNvSpPr/>
          <p:nvPr/>
        </p:nvSpPr>
        <p:spPr>
          <a:xfrm>
            <a:off x="2861663" y="3281812"/>
            <a:ext cx="1132034" cy="294376"/>
          </a:xfrm>
          <a:prstGeom prst="wedgeRoundRectCallout">
            <a:avLst>
              <a:gd name="adj1" fmla="val 57343"/>
              <a:gd name="adj2" fmla="val 91145"/>
              <a:gd name="adj3" fmla="val 16667"/>
            </a:avLst>
          </a:prstGeom>
          <a:solidFill>
            <a:srgbClr val="FFC845">
              <a:alpha val="10196"/>
            </a:srgbClr>
          </a:solidFill>
          <a:ln w="3175">
            <a:solidFill>
              <a:srgbClr val="FFC8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chemeClr val="tx1">
                    <a:lumMod val="50000"/>
                  </a:schemeClr>
                </a:solidFill>
              </a:rPr>
              <a:t>当然是</a:t>
            </a:r>
            <a:r>
              <a:rPr lang="en-US" altLang="zh-CN" sz="900">
                <a:solidFill>
                  <a:schemeClr val="tx1">
                    <a:lumMod val="50000"/>
                  </a:schemeClr>
                </a:solidFill>
              </a:rPr>
              <a:t>AI</a:t>
            </a:r>
            <a:r>
              <a:rPr lang="zh-CN" altLang="en-US" sz="900">
                <a:solidFill>
                  <a:schemeClr val="tx1">
                    <a:lumMod val="50000"/>
                  </a:schemeClr>
                </a:solidFill>
              </a:rPr>
              <a:t>大模型啊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DEC31ADF-992E-0101-A91E-B9D9C2D54ACD}"/>
              </a:ext>
            </a:extLst>
          </p:cNvPr>
          <p:cNvSpPr/>
          <p:nvPr/>
        </p:nvSpPr>
        <p:spPr>
          <a:xfrm>
            <a:off x="7885754" y="3002616"/>
            <a:ext cx="1003364" cy="304306"/>
          </a:xfrm>
          <a:prstGeom prst="wedgeRoundRectCallout">
            <a:avLst>
              <a:gd name="adj1" fmla="val -47547"/>
              <a:gd name="adj2" fmla="val 94820"/>
              <a:gd name="adj3" fmla="val 16667"/>
            </a:avLst>
          </a:prstGeom>
          <a:solidFill>
            <a:srgbClr val="FFC845">
              <a:alpha val="10196"/>
            </a:srgbClr>
          </a:solidFill>
          <a:ln w="3175">
            <a:solidFill>
              <a:srgbClr val="FFC8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>
                    <a:lumMod val="50000"/>
                  </a:schemeClr>
                </a:solidFill>
              </a:rPr>
              <a:t>Well done ~</a:t>
            </a:r>
            <a:endParaRPr lang="zh-CN" altLang="en-US" sz="9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对话气泡: 圆角矩形 25">
            <a:extLst>
              <a:ext uri="{FF2B5EF4-FFF2-40B4-BE49-F238E27FC236}">
                <a16:creationId xmlns:a16="http://schemas.microsoft.com/office/drawing/2014/main" id="{9D961C3F-5C37-2342-58E9-06AD87AA9FF3}"/>
              </a:ext>
            </a:extLst>
          </p:cNvPr>
          <p:cNvSpPr/>
          <p:nvPr/>
        </p:nvSpPr>
        <p:spPr>
          <a:xfrm>
            <a:off x="8603567" y="3403891"/>
            <a:ext cx="1641676" cy="294376"/>
          </a:xfrm>
          <a:prstGeom prst="wedgeRoundRectCallout">
            <a:avLst>
              <a:gd name="adj1" fmla="val 50238"/>
              <a:gd name="adj2" fmla="val 87214"/>
              <a:gd name="adj3" fmla="val 16667"/>
            </a:avLst>
          </a:prstGeom>
          <a:solidFill>
            <a:srgbClr val="FFC845">
              <a:alpha val="10196"/>
            </a:srgbClr>
          </a:solidFill>
          <a:ln w="3175">
            <a:solidFill>
              <a:srgbClr val="FFC8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>
                <a:solidFill>
                  <a:schemeClr val="tx1">
                    <a:lumMod val="50000"/>
                  </a:schemeClr>
                </a:solidFill>
              </a:rPr>
              <a:t>Thanks, I appreciate it</a:t>
            </a:r>
            <a:endParaRPr lang="zh-CN" altLang="en-US" sz="9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13A52E-7268-2F29-D338-5006461741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18" y="3285726"/>
            <a:ext cx="1469620" cy="146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84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F083-3E7A-CC69-B6A5-F5081B4D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B78BF-480D-E06B-81DE-CB3B4827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初识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13A7D-2B49-901B-279A-1C041E9D2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224506" cy="5265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 </a:t>
            </a:r>
            <a:r>
              <a:rPr lang="zh-CN" altLang="en-US"/>
              <a:t>是荷兰计算机科学家吉多</a:t>
            </a:r>
            <a:r>
              <a:rPr lang="en-US" altLang="zh-CN"/>
              <a:t>·</a:t>
            </a:r>
            <a:r>
              <a:rPr lang="zh-CN" altLang="en-US"/>
              <a:t>范罗苏姆（</a:t>
            </a:r>
            <a:r>
              <a:rPr lang="en-US" altLang="zh-CN"/>
              <a:t>Guido van Rossum</a:t>
            </a:r>
            <a:r>
              <a:rPr lang="zh-CN" altLang="en-US"/>
              <a:t>，龟叔）在</a:t>
            </a:r>
            <a:r>
              <a:rPr lang="en-US" altLang="zh-CN"/>
              <a:t>1991</a:t>
            </a:r>
            <a:r>
              <a:rPr lang="zh-CN" altLang="en-US"/>
              <a:t>发布的一门语法简单、容易上手的</a:t>
            </a:r>
            <a:r>
              <a:rPr lang="zh-CN" altLang="en-US" b="1">
                <a:solidFill>
                  <a:srgbClr val="C00000"/>
                </a:solidFill>
              </a:rPr>
              <a:t>编程语言</a:t>
            </a:r>
            <a:r>
              <a:rPr lang="zh-CN" altLang="en-US"/>
              <a:t>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EC8A227-5FB5-8C44-C36B-10DC973DAAE8}"/>
              </a:ext>
            </a:extLst>
          </p:cNvPr>
          <p:cNvSpPr txBox="1">
            <a:spLocks/>
          </p:cNvSpPr>
          <p:nvPr/>
        </p:nvSpPr>
        <p:spPr>
          <a:xfrm>
            <a:off x="576197" y="1696327"/>
            <a:ext cx="11224506" cy="4374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语言：是人类进行沟通交流的主要表达方式。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226DED6-AF02-3235-5C6F-C82C764D5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359" y="3989829"/>
            <a:ext cx="1522940" cy="152294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A0F97F4-86A6-C47F-712A-73720D2A8EAD}"/>
              </a:ext>
            </a:extLst>
          </p:cNvPr>
          <p:cNvSpPr txBox="1">
            <a:spLocks/>
          </p:cNvSpPr>
          <p:nvPr/>
        </p:nvSpPr>
        <p:spPr>
          <a:xfrm>
            <a:off x="576197" y="2134951"/>
            <a:ext cx="11224506" cy="4374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编程语言：是人类与计算机之间进行信息交流的一种特殊的语言。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44F24EB-1F96-2A32-58E4-60E9FA071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558" y="3860620"/>
            <a:ext cx="2205321" cy="178135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ACA4636-5D3A-6F7D-6D1E-730D8E9BF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899" y="3337370"/>
            <a:ext cx="1693544" cy="1129030"/>
          </a:xfrm>
          <a:prstGeom prst="flowChartDocumen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25BD18F-0974-2727-0A7E-804C761D8D19}"/>
              </a:ext>
            </a:extLst>
          </p:cNvPr>
          <p:cNvCxnSpPr>
            <a:cxnSpLocks/>
            <a:stCxn id="23" idx="1"/>
          </p:cNvCxnSpPr>
          <p:nvPr/>
        </p:nvCxnSpPr>
        <p:spPr>
          <a:xfrm>
            <a:off x="2626299" y="4751299"/>
            <a:ext cx="4393747" cy="0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0E8619D2-4B3B-528C-A680-648DB191D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10960705" y="1448823"/>
            <a:ext cx="725975" cy="7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0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15A0-D550-3107-7CDA-8216B596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DC6D17F-BCF8-EA7A-5E9F-A553623A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t="867" b="341"/>
          <a:stretch>
            <a:fillRect/>
          </a:stretch>
        </p:blipFill>
        <p:spPr>
          <a:xfrm>
            <a:off x="628944" y="1328507"/>
            <a:ext cx="7774274" cy="2663159"/>
          </a:xfrm>
          <a:prstGeom prst="roundRect">
            <a:avLst>
              <a:gd name="adj" fmla="val 2305"/>
            </a:avLst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63090D8-12A4-554F-6C87-C18B0AE1C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应用范围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6ED6CE-3069-6FCE-A0C4-E6E540041FE9}"/>
              </a:ext>
            </a:extLst>
          </p:cNvPr>
          <p:cNvSpPr txBox="1"/>
          <p:nvPr/>
        </p:nvSpPr>
        <p:spPr>
          <a:xfrm>
            <a:off x="8403218" y="1501758"/>
            <a:ext cx="982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TOP1</a:t>
            </a:r>
            <a:endParaRPr lang="zh-CN" altLang="en-US" sz="28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48076BB-9C67-F84C-F82C-E47EE9353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4172126" y="1606591"/>
            <a:ext cx="206912" cy="20596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581B438-DF99-9772-9089-C38190DE5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498" y="759015"/>
            <a:ext cx="1300167" cy="5526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AF38DE-76C3-B8D0-0D3B-DCB0255C2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45" y="4119382"/>
            <a:ext cx="7774274" cy="2552985"/>
          </a:xfrm>
          <a:prstGeom prst="roundRect">
            <a:avLst>
              <a:gd name="adj" fmla="val 2242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31980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820D-2A90-DA62-4B26-09544220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BDBDE-397F-A714-515F-F3D2347D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应用范围</a:t>
            </a: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D6C136E5-81B3-CF8C-60D0-38AF3C01A5ED}"/>
              </a:ext>
            </a:extLst>
          </p:cNvPr>
          <p:cNvGrpSpPr/>
          <p:nvPr/>
        </p:nvGrpSpPr>
        <p:grpSpPr>
          <a:xfrm>
            <a:off x="4681361" y="1611631"/>
            <a:ext cx="1376279" cy="1008385"/>
            <a:chOff x="4681361" y="1611631"/>
            <a:chExt cx="1376279" cy="1008385"/>
          </a:xfrm>
        </p:grpSpPr>
        <p:sp>
          <p:nvSpPr>
            <p:cNvPr id="23" name="ComponentBackground1">
              <a:extLst>
                <a:ext uri="{FF2B5EF4-FFF2-40B4-BE49-F238E27FC236}">
                  <a16:creationId xmlns:a16="http://schemas.microsoft.com/office/drawing/2014/main" id="{3B97DB46-6ACC-D6EB-E3DC-F003F5807FF2}"/>
                </a:ext>
              </a:extLst>
            </p:cNvPr>
            <p:cNvSpPr/>
            <p:nvPr/>
          </p:nvSpPr>
          <p:spPr>
            <a:xfrm>
              <a:off x="4681361" y="1611631"/>
              <a:ext cx="1376279" cy="1008385"/>
            </a:xfrm>
            <a:custGeom>
              <a:avLst/>
              <a:gdLst>
                <a:gd name="connsiteX0" fmla="*/ 1547527 w 1547526"/>
                <a:gd name="connsiteY0" fmla="*/ 0 h 1133856"/>
                <a:gd name="connsiteX1" fmla="*/ 1547527 w 1547526"/>
                <a:gd name="connsiteY1" fmla="*/ 697040 h 1133856"/>
                <a:gd name="connsiteX2" fmla="*/ 492919 w 1547526"/>
                <a:gd name="connsiteY2" fmla="*/ 1133856 h 1133856"/>
                <a:gd name="connsiteX3" fmla="*/ 0 w 1547526"/>
                <a:gd name="connsiteY3" fmla="*/ 640937 h 1133856"/>
                <a:gd name="connsiteX4" fmla="*/ 1547527 w 1547526"/>
                <a:gd name="connsiteY4" fmla="*/ 0 h 113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526" h="1133856">
                  <a:moveTo>
                    <a:pt x="1547527" y="0"/>
                  </a:moveTo>
                  <a:lnTo>
                    <a:pt x="1547527" y="697040"/>
                  </a:lnTo>
                  <a:cubicBezTo>
                    <a:pt x="1138523" y="705612"/>
                    <a:pt x="767905" y="870204"/>
                    <a:pt x="492919" y="1133856"/>
                  </a:cubicBezTo>
                  <a:lnTo>
                    <a:pt x="0" y="640937"/>
                  </a:lnTo>
                  <a:cubicBezTo>
                    <a:pt x="431483" y="221837"/>
                    <a:pt x="988314" y="8192"/>
                    <a:pt x="1547527" y="0"/>
                  </a:cubicBezTo>
                  <a:close/>
                </a:path>
              </a:pathLst>
            </a:custGeom>
            <a:solidFill>
              <a:srgbClr val="FFD3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200" kern="0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24" name="Number1">
              <a:extLst>
                <a:ext uri="{FF2B5EF4-FFF2-40B4-BE49-F238E27FC236}">
                  <a16:creationId xmlns:a16="http://schemas.microsoft.com/office/drawing/2014/main" id="{C220263B-9F04-E5AA-703B-EF055F6CCC57}"/>
                </a:ext>
              </a:extLst>
            </p:cNvPr>
            <p:cNvSpPr txBox="1"/>
            <p:nvPr/>
          </p:nvSpPr>
          <p:spPr>
            <a:xfrm>
              <a:off x="5245260" y="1724345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Arial"/>
                  <a:ea typeface="微软雅黑"/>
                </a:rPr>
                <a:t>8</a:t>
              </a:r>
              <a:endParaRPr lang="zh-CN" altLang="en-US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B51E5C68-5513-5554-94CD-80FB46B7CC52}"/>
              </a:ext>
            </a:extLst>
          </p:cNvPr>
          <p:cNvGrpSpPr/>
          <p:nvPr/>
        </p:nvGrpSpPr>
        <p:grpSpPr>
          <a:xfrm>
            <a:off x="4069080" y="2223828"/>
            <a:ext cx="1008470" cy="1376279"/>
            <a:chOff x="4069080" y="2223828"/>
            <a:chExt cx="1008470" cy="1376279"/>
          </a:xfrm>
        </p:grpSpPr>
        <p:sp>
          <p:nvSpPr>
            <p:cNvPr id="25" name="ComponentBackground2">
              <a:extLst>
                <a:ext uri="{FF2B5EF4-FFF2-40B4-BE49-F238E27FC236}">
                  <a16:creationId xmlns:a16="http://schemas.microsoft.com/office/drawing/2014/main" id="{F211AE82-2775-173B-94E9-8D354A705FCB}"/>
                </a:ext>
              </a:extLst>
            </p:cNvPr>
            <p:cNvSpPr/>
            <p:nvPr/>
          </p:nvSpPr>
          <p:spPr>
            <a:xfrm>
              <a:off x="4069080" y="2223828"/>
              <a:ext cx="1008470" cy="1376279"/>
            </a:xfrm>
            <a:custGeom>
              <a:avLst/>
              <a:gdLst>
                <a:gd name="connsiteX0" fmla="*/ 1133951 w 1133951"/>
                <a:gd name="connsiteY0" fmla="*/ 492919 h 1547526"/>
                <a:gd name="connsiteX1" fmla="*/ 697040 w 1133951"/>
                <a:gd name="connsiteY1" fmla="*/ 1547527 h 1547526"/>
                <a:gd name="connsiteX2" fmla="*/ 0 w 1133951"/>
                <a:gd name="connsiteY2" fmla="*/ 1547527 h 1547526"/>
                <a:gd name="connsiteX3" fmla="*/ 641033 w 1133951"/>
                <a:gd name="connsiteY3" fmla="*/ 0 h 1547526"/>
                <a:gd name="connsiteX4" fmla="*/ 1133951 w 1133951"/>
                <a:gd name="connsiteY4" fmla="*/ 492919 h 154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951" h="1547526">
                  <a:moveTo>
                    <a:pt x="1133951" y="492919"/>
                  </a:moveTo>
                  <a:cubicBezTo>
                    <a:pt x="870204" y="768001"/>
                    <a:pt x="705612" y="1138523"/>
                    <a:pt x="697040" y="1547527"/>
                  </a:cubicBezTo>
                  <a:lnTo>
                    <a:pt x="0" y="1547527"/>
                  </a:lnTo>
                  <a:cubicBezTo>
                    <a:pt x="8192" y="988219"/>
                    <a:pt x="221837" y="431483"/>
                    <a:pt x="641033" y="0"/>
                  </a:cubicBezTo>
                  <a:lnTo>
                    <a:pt x="1133951" y="492919"/>
                  </a:lnTo>
                  <a:close/>
                </a:path>
              </a:pathLst>
            </a:custGeom>
            <a:solidFill>
              <a:srgbClr val="3674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sp>
          <p:nvSpPr>
            <p:cNvPr id="26" name="Number2">
              <a:extLst>
                <a:ext uri="{FF2B5EF4-FFF2-40B4-BE49-F238E27FC236}">
                  <a16:creationId xmlns:a16="http://schemas.microsoft.com/office/drawing/2014/main" id="{3216F2FF-2584-9237-60BE-98A8E3950475}"/>
                </a:ext>
              </a:extLst>
            </p:cNvPr>
            <p:cNvSpPr txBox="1"/>
            <p:nvPr/>
          </p:nvSpPr>
          <p:spPr>
            <a:xfrm>
              <a:off x="4320898" y="2662981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Arial"/>
                  <a:ea typeface="微软雅黑"/>
                </a:rPr>
                <a:t>7</a:t>
              </a:r>
              <a:endParaRPr lang="zh-CN" altLang="en-US" dirty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0DCE6EB6-7797-C177-3653-D71211A2D7D7}"/>
              </a:ext>
            </a:extLst>
          </p:cNvPr>
          <p:cNvGrpSpPr/>
          <p:nvPr/>
        </p:nvGrpSpPr>
        <p:grpSpPr>
          <a:xfrm>
            <a:off x="4069080" y="3659827"/>
            <a:ext cx="1008470" cy="1376279"/>
            <a:chOff x="4069080" y="3659827"/>
            <a:chExt cx="1008470" cy="1376279"/>
          </a:xfrm>
        </p:grpSpPr>
        <p:sp>
          <p:nvSpPr>
            <p:cNvPr id="27" name="ComponentBackground3">
              <a:extLst>
                <a:ext uri="{FF2B5EF4-FFF2-40B4-BE49-F238E27FC236}">
                  <a16:creationId xmlns:a16="http://schemas.microsoft.com/office/drawing/2014/main" id="{A6E1B46C-662A-227F-73C7-27EB96A7193C}"/>
                </a:ext>
              </a:extLst>
            </p:cNvPr>
            <p:cNvSpPr/>
            <p:nvPr/>
          </p:nvSpPr>
          <p:spPr>
            <a:xfrm>
              <a:off x="4069080" y="3659827"/>
              <a:ext cx="1008470" cy="1376279"/>
            </a:xfrm>
            <a:custGeom>
              <a:avLst/>
              <a:gdLst>
                <a:gd name="connsiteX0" fmla="*/ 1133951 w 1133951"/>
                <a:gd name="connsiteY0" fmla="*/ 1054703 h 1547526"/>
                <a:gd name="connsiteX1" fmla="*/ 641033 w 1133951"/>
                <a:gd name="connsiteY1" fmla="*/ 1547527 h 1547526"/>
                <a:gd name="connsiteX2" fmla="*/ 0 w 1133951"/>
                <a:gd name="connsiteY2" fmla="*/ 0 h 1547526"/>
                <a:gd name="connsiteX3" fmla="*/ 697040 w 1133951"/>
                <a:gd name="connsiteY3" fmla="*/ 0 h 1547526"/>
                <a:gd name="connsiteX4" fmla="*/ 1133951 w 1133951"/>
                <a:gd name="connsiteY4" fmla="*/ 1054703 h 154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951" h="1547526">
                  <a:moveTo>
                    <a:pt x="1133951" y="1054703"/>
                  </a:moveTo>
                  <a:lnTo>
                    <a:pt x="641033" y="1547527"/>
                  </a:lnTo>
                  <a:cubicBezTo>
                    <a:pt x="221837" y="1116140"/>
                    <a:pt x="8192" y="559308"/>
                    <a:pt x="0" y="0"/>
                  </a:cubicBezTo>
                  <a:lnTo>
                    <a:pt x="697040" y="0"/>
                  </a:lnTo>
                  <a:cubicBezTo>
                    <a:pt x="705612" y="409004"/>
                    <a:pt x="870204" y="779621"/>
                    <a:pt x="1133951" y="1054703"/>
                  </a:cubicBezTo>
                  <a:close/>
                </a:path>
              </a:pathLst>
            </a:custGeom>
            <a:solidFill>
              <a:srgbClr val="FFD3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200" kern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28" name="Number3">
              <a:extLst>
                <a:ext uri="{FF2B5EF4-FFF2-40B4-BE49-F238E27FC236}">
                  <a16:creationId xmlns:a16="http://schemas.microsoft.com/office/drawing/2014/main" id="{DAB4BC45-FFE2-0B32-86C6-61F0B76338AC}"/>
                </a:ext>
              </a:extLst>
            </p:cNvPr>
            <p:cNvSpPr txBox="1"/>
            <p:nvPr/>
          </p:nvSpPr>
          <p:spPr>
            <a:xfrm>
              <a:off x="4320898" y="3980891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Arial"/>
                  <a:ea typeface="微软雅黑"/>
                </a:rPr>
                <a:t>6</a:t>
              </a:r>
              <a:endParaRPr lang="zh-CN" altLang="en-US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FBA0C98-12C7-6CC3-C213-1C3D1AA0EB43}"/>
              </a:ext>
            </a:extLst>
          </p:cNvPr>
          <p:cNvGrpSpPr/>
          <p:nvPr/>
        </p:nvGrpSpPr>
        <p:grpSpPr>
          <a:xfrm>
            <a:off x="4681447" y="4640004"/>
            <a:ext cx="1376195" cy="1008385"/>
            <a:chOff x="4681447" y="4640004"/>
            <a:chExt cx="1376195" cy="1008385"/>
          </a:xfrm>
        </p:grpSpPr>
        <p:sp>
          <p:nvSpPr>
            <p:cNvPr id="29" name="ComponentBackground4">
              <a:extLst>
                <a:ext uri="{FF2B5EF4-FFF2-40B4-BE49-F238E27FC236}">
                  <a16:creationId xmlns:a16="http://schemas.microsoft.com/office/drawing/2014/main" id="{6482BFD4-9830-9973-DDDD-F9AF4FD9F1F3}"/>
                </a:ext>
              </a:extLst>
            </p:cNvPr>
            <p:cNvSpPr/>
            <p:nvPr/>
          </p:nvSpPr>
          <p:spPr>
            <a:xfrm>
              <a:off x="4681447" y="4640004"/>
              <a:ext cx="1376195" cy="1008385"/>
            </a:xfrm>
            <a:custGeom>
              <a:avLst/>
              <a:gdLst>
                <a:gd name="connsiteX0" fmla="*/ 1547432 w 1547431"/>
                <a:gd name="connsiteY0" fmla="*/ 436816 h 1133856"/>
                <a:gd name="connsiteX1" fmla="*/ 1547432 w 1547431"/>
                <a:gd name="connsiteY1" fmla="*/ 1133856 h 1133856"/>
                <a:gd name="connsiteX2" fmla="*/ 0 w 1547431"/>
                <a:gd name="connsiteY2" fmla="*/ 492823 h 1133856"/>
                <a:gd name="connsiteX3" fmla="*/ 492823 w 1547431"/>
                <a:gd name="connsiteY3" fmla="*/ 0 h 1133856"/>
                <a:gd name="connsiteX4" fmla="*/ 1547432 w 1547431"/>
                <a:gd name="connsiteY4" fmla="*/ 436816 h 113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431" h="1133856">
                  <a:moveTo>
                    <a:pt x="1547432" y="436816"/>
                  </a:moveTo>
                  <a:lnTo>
                    <a:pt x="1547432" y="1133856"/>
                  </a:lnTo>
                  <a:cubicBezTo>
                    <a:pt x="988219" y="1125664"/>
                    <a:pt x="431387" y="912019"/>
                    <a:pt x="0" y="492823"/>
                  </a:cubicBezTo>
                  <a:lnTo>
                    <a:pt x="492823" y="0"/>
                  </a:lnTo>
                  <a:cubicBezTo>
                    <a:pt x="767810" y="263652"/>
                    <a:pt x="1138428" y="428244"/>
                    <a:pt x="1547432" y="436816"/>
                  </a:cubicBezTo>
                  <a:close/>
                </a:path>
              </a:pathLst>
            </a:custGeom>
            <a:solidFill>
              <a:srgbClr val="3674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sp>
          <p:nvSpPr>
            <p:cNvPr id="30" name="Number4">
              <a:extLst>
                <a:ext uri="{FF2B5EF4-FFF2-40B4-BE49-F238E27FC236}">
                  <a16:creationId xmlns:a16="http://schemas.microsoft.com/office/drawing/2014/main" id="{E39DFAC3-7EE8-6B7A-A10E-DCE6D32EDF4C}"/>
                </a:ext>
              </a:extLst>
            </p:cNvPr>
            <p:cNvSpPr txBox="1"/>
            <p:nvPr/>
          </p:nvSpPr>
          <p:spPr>
            <a:xfrm>
              <a:off x="5245260" y="4877780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Arial"/>
                  <a:ea typeface="微软雅黑"/>
                </a:rPr>
                <a:t>5</a:t>
              </a:r>
              <a:endParaRPr lang="zh-CN" altLang="en-US" dirty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CCC5DE47-63F8-9E14-9146-112F775F0566}"/>
              </a:ext>
            </a:extLst>
          </p:cNvPr>
          <p:cNvGrpSpPr/>
          <p:nvPr/>
        </p:nvGrpSpPr>
        <p:grpSpPr>
          <a:xfrm>
            <a:off x="6117363" y="4639920"/>
            <a:ext cx="1376279" cy="1008469"/>
            <a:chOff x="6117363" y="4639920"/>
            <a:chExt cx="1376279" cy="1008469"/>
          </a:xfrm>
        </p:grpSpPr>
        <p:sp>
          <p:nvSpPr>
            <p:cNvPr id="31" name="ComponentBackground5">
              <a:extLst>
                <a:ext uri="{FF2B5EF4-FFF2-40B4-BE49-F238E27FC236}">
                  <a16:creationId xmlns:a16="http://schemas.microsoft.com/office/drawing/2014/main" id="{CC1A7672-FEE3-70A1-8EDA-710F6A5DFE5D}"/>
                </a:ext>
              </a:extLst>
            </p:cNvPr>
            <p:cNvSpPr/>
            <p:nvPr/>
          </p:nvSpPr>
          <p:spPr>
            <a:xfrm>
              <a:off x="6117363" y="4639920"/>
              <a:ext cx="1376279" cy="1008469"/>
            </a:xfrm>
            <a:custGeom>
              <a:avLst/>
              <a:gdLst>
                <a:gd name="connsiteX0" fmla="*/ 1547527 w 1547526"/>
                <a:gd name="connsiteY0" fmla="*/ 492919 h 1133951"/>
                <a:gd name="connsiteX1" fmla="*/ 0 w 1547526"/>
                <a:gd name="connsiteY1" fmla="*/ 1133951 h 1133951"/>
                <a:gd name="connsiteX2" fmla="*/ 0 w 1547526"/>
                <a:gd name="connsiteY2" fmla="*/ 436912 h 1133951"/>
                <a:gd name="connsiteX3" fmla="*/ 1054608 w 1547526"/>
                <a:gd name="connsiteY3" fmla="*/ 0 h 1133951"/>
                <a:gd name="connsiteX4" fmla="*/ 1547527 w 1547526"/>
                <a:gd name="connsiteY4" fmla="*/ 492919 h 11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526" h="1133951">
                  <a:moveTo>
                    <a:pt x="1547527" y="492919"/>
                  </a:moveTo>
                  <a:cubicBezTo>
                    <a:pt x="1116044" y="912114"/>
                    <a:pt x="559213" y="1125760"/>
                    <a:pt x="0" y="1133951"/>
                  </a:cubicBezTo>
                  <a:lnTo>
                    <a:pt x="0" y="436912"/>
                  </a:lnTo>
                  <a:cubicBezTo>
                    <a:pt x="409003" y="428339"/>
                    <a:pt x="779621" y="263652"/>
                    <a:pt x="1054608" y="0"/>
                  </a:cubicBezTo>
                  <a:lnTo>
                    <a:pt x="1547527" y="492919"/>
                  </a:lnTo>
                  <a:close/>
                </a:path>
              </a:pathLst>
            </a:custGeom>
            <a:solidFill>
              <a:srgbClr val="FFD3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200" kern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32" name="Number5">
              <a:extLst>
                <a:ext uri="{FF2B5EF4-FFF2-40B4-BE49-F238E27FC236}">
                  <a16:creationId xmlns:a16="http://schemas.microsoft.com/office/drawing/2014/main" id="{6A2F97DC-26C7-98FB-8E16-86EA75092351}"/>
                </a:ext>
              </a:extLst>
            </p:cNvPr>
            <p:cNvSpPr txBox="1"/>
            <p:nvPr/>
          </p:nvSpPr>
          <p:spPr>
            <a:xfrm>
              <a:off x="6557020" y="4877780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Arial"/>
                  <a:ea typeface="微软雅黑"/>
                </a:rPr>
                <a:t>4</a:t>
              </a:r>
              <a:endParaRPr lang="zh-CN" altLang="en-US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7B482846-46B4-DFB5-C9CB-21DA12837FEB}"/>
              </a:ext>
            </a:extLst>
          </p:cNvPr>
          <p:cNvGrpSpPr/>
          <p:nvPr/>
        </p:nvGrpSpPr>
        <p:grpSpPr>
          <a:xfrm>
            <a:off x="7097455" y="3659827"/>
            <a:ext cx="1008385" cy="1376279"/>
            <a:chOff x="7097455" y="3659827"/>
            <a:chExt cx="1008385" cy="1376279"/>
          </a:xfrm>
        </p:grpSpPr>
        <p:sp>
          <p:nvSpPr>
            <p:cNvPr id="33" name="ComponentBackground6">
              <a:extLst>
                <a:ext uri="{FF2B5EF4-FFF2-40B4-BE49-F238E27FC236}">
                  <a16:creationId xmlns:a16="http://schemas.microsoft.com/office/drawing/2014/main" id="{0090CF74-D2CB-8CCE-2D04-7CCE64AE3248}"/>
                </a:ext>
              </a:extLst>
            </p:cNvPr>
            <p:cNvSpPr/>
            <p:nvPr/>
          </p:nvSpPr>
          <p:spPr>
            <a:xfrm>
              <a:off x="7097455" y="3659827"/>
              <a:ext cx="1008385" cy="1376279"/>
            </a:xfrm>
            <a:custGeom>
              <a:avLst/>
              <a:gdLst>
                <a:gd name="connsiteX0" fmla="*/ 1133856 w 1133856"/>
                <a:gd name="connsiteY0" fmla="*/ 0 h 1547526"/>
                <a:gd name="connsiteX1" fmla="*/ 492823 w 1133856"/>
                <a:gd name="connsiteY1" fmla="*/ 1547527 h 1547526"/>
                <a:gd name="connsiteX2" fmla="*/ 0 w 1133856"/>
                <a:gd name="connsiteY2" fmla="*/ 1054703 h 1547526"/>
                <a:gd name="connsiteX3" fmla="*/ 436816 w 1133856"/>
                <a:gd name="connsiteY3" fmla="*/ 0 h 1547526"/>
                <a:gd name="connsiteX4" fmla="*/ 1133856 w 1133856"/>
                <a:gd name="connsiteY4" fmla="*/ 0 h 154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856" h="1547526">
                  <a:moveTo>
                    <a:pt x="1133856" y="0"/>
                  </a:moveTo>
                  <a:cubicBezTo>
                    <a:pt x="1125664" y="559213"/>
                    <a:pt x="912019" y="1116044"/>
                    <a:pt x="492823" y="1547527"/>
                  </a:cubicBezTo>
                  <a:lnTo>
                    <a:pt x="0" y="1054703"/>
                  </a:lnTo>
                  <a:cubicBezTo>
                    <a:pt x="263652" y="779621"/>
                    <a:pt x="428244" y="409004"/>
                    <a:pt x="436816" y="0"/>
                  </a:cubicBezTo>
                  <a:lnTo>
                    <a:pt x="1133856" y="0"/>
                  </a:lnTo>
                  <a:close/>
                </a:path>
              </a:pathLst>
            </a:custGeom>
            <a:solidFill>
              <a:srgbClr val="3674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sp>
          <p:nvSpPr>
            <p:cNvPr id="34" name="Number6">
              <a:extLst>
                <a:ext uri="{FF2B5EF4-FFF2-40B4-BE49-F238E27FC236}">
                  <a16:creationId xmlns:a16="http://schemas.microsoft.com/office/drawing/2014/main" id="{4190F638-DCD3-6459-8C17-12BC24342200}"/>
                </a:ext>
              </a:extLst>
            </p:cNvPr>
            <p:cNvSpPr txBox="1"/>
            <p:nvPr/>
          </p:nvSpPr>
          <p:spPr>
            <a:xfrm>
              <a:off x="7445638" y="3980891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Arial"/>
                  <a:ea typeface="微软雅黑"/>
                </a:rPr>
                <a:t>3</a:t>
              </a:r>
              <a:endParaRPr lang="zh-CN" altLang="en-US" dirty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C616B52-B284-FA5F-5BF6-64C5283CA407}"/>
              </a:ext>
            </a:extLst>
          </p:cNvPr>
          <p:cNvGrpSpPr/>
          <p:nvPr/>
        </p:nvGrpSpPr>
        <p:grpSpPr>
          <a:xfrm>
            <a:off x="7097370" y="2223828"/>
            <a:ext cx="1008470" cy="1376279"/>
            <a:chOff x="7097370" y="2223828"/>
            <a:chExt cx="1008470" cy="1376279"/>
          </a:xfrm>
        </p:grpSpPr>
        <p:sp>
          <p:nvSpPr>
            <p:cNvPr id="35" name="ComponentBackground7">
              <a:extLst>
                <a:ext uri="{FF2B5EF4-FFF2-40B4-BE49-F238E27FC236}">
                  <a16:creationId xmlns:a16="http://schemas.microsoft.com/office/drawing/2014/main" id="{E8C0B925-CDBA-A664-3D63-9CC03A09D3FD}"/>
                </a:ext>
              </a:extLst>
            </p:cNvPr>
            <p:cNvSpPr/>
            <p:nvPr/>
          </p:nvSpPr>
          <p:spPr>
            <a:xfrm>
              <a:off x="7097370" y="2223828"/>
              <a:ext cx="1008470" cy="1376279"/>
            </a:xfrm>
            <a:custGeom>
              <a:avLst/>
              <a:gdLst>
                <a:gd name="connsiteX0" fmla="*/ 1133951 w 1133951"/>
                <a:gd name="connsiteY0" fmla="*/ 1547527 h 1547526"/>
                <a:gd name="connsiteX1" fmla="*/ 436912 w 1133951"/>
                <a:gd name="connsiteY1" fmla="*/ 1547527 h 1547526"/>
                <a:gd name="connsiteX2" fmla="*/ 0 w 1133951"/>
                <a:gd name="connsiteY2" fmla="*/ 492919 h 1547526"/>
                <a:gd name="connsiteX3" fmla="*/ 492919 w 1133951"/>
                <a:gd name="connsiteY3" fmla="*/ 0 h 1547526"/>
                <a:gd name="connsiteX4" fmla="*/ 1133951 w 1133951"/>
                <a:gd name="connsiteY4" fmla="*/ 1547527 h 154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951" h="1547526">
                  <a:moveTo>
                    <a:pt x="1133951" y="1547527"/>
                  </a:moveTo>
                  <a:lnTo>
                    <a:pt x="436912" y="1547527"/>
                  </a:lnTo>
                  <a:cubicBezTo>
                    <a:pt x="428339" y="1138523"/>
                    <a:pt x="263747" y="768001"/>
                    <a:pt x="0" y="492919"/>
                  </a:cubicBezTo>
                  <a:lnTo>
                    <a:pt x="492919" y="0"/>
                  </a:lnTo>
                  <a:cubicBezTo>
                    <a:pt x="912114" y="431483"/>
                    <a:pt x="1125760" y="988219"/>
                    <a:pt x="1133951" y="1547527"/>
                  </a:cubicBezTo>
                  <a:close/>
                </a:path>
              </a:pathLst>
            </a:custGeom>
            <a:solidFill>
              <a:srgbClr val="FFD34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sp>
          <p:nvSpPr>
            <p:cNvPr id="36" name="Number7">
              <a:extLst>
                <a:ext uri="{FF2B5EF4-FFF2-40B4-BE49-F238E27FC236}">
                  <a16:creationId xmlns:a16="http://schemas.microsoft.com/office/drawing/2014/main" id="{F4B71443-588B-2568-5C76-28ADF864757F}"/>
                </a:ext>
              </a:extLst>
            </p:cNvPr>
            <p:cNvSpPr txBox="1"/>
            <p:nvPr/>
          </p:nvSpPr>
          <p:spPr>
            <a:xfrm>
              <a:off x="7465696" y="2662981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rgbClr val="000000"/>
                  </a:solidFill>
                  <a:latin typeface="Arial"/>
                  <a:ea typeface="微软雅黑"/>
                </a:rPr>
                <a:t>2</a:t>
              </a:r>
              <a:endParaRPr lang="zh-CN" altLang="en-US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0040B7D-EE5B-4316-8D4E-AC4CE37170E2}"/>
              </a:ext>
            </a:extLst>
          </p:cNvPr>
          <p:cNvGrpSpPr/>
          <p:nvPr/>
        </p:nvGrpSpPr>
        <p:grpSpPr>
          <a:xfrm>
            <a:off x="6117363" y="1611631"/>
            <a:ext cx="1376279" cy="1008469"/>
            <a:chOff x="6117363" y="1611631"/>
            <a:chExt cx="1376279" cy="1008469"/>
          </a:xfrm>
        </p:grpSpPr>
        <p:sp>
          <p:nvSpPr>
            <p:cNvPr id="37" name="ComponentBackground8">
              <a:extLst>
                <a:ext uri="{FF2B5EF4-FFF2-40B4-BE49-F238E27FC236}">
                  <a16:creationId xmlns:a16="http://schemas.microsoft.com/office/drawing/2014/main" id="{8A11A5C3-6566-EFFB-389E-FFBC7C8654A4}"/>
                </a:ext>
              </a:extLst>
            </p:cNvPr>
            <p:cNvSpPr/>
            <p:nvPr/>
          </p:nvSpPr>
          <p:spPr>
            <a:xfrm>
              <a:off x="6117363" y="1611631"/>
              <a:ext cx="1376279" cy="1008469"/>
            </a:xfrm>
            <a:custGeom>
              <a:avLst/>
              <a:gdLst>
                <a:gd name="connsiteX0" fmla="*/ 1547527 w 1547526"/>
                <a:gd name="connsiteY0" fmla="*/ 641033 h 1133951"/>
                <a:gd name="connsiteX1" fmla="*/ 1054608 w 1547526"/>
                <a:gd name="connsiteY1" fmla="*/ 1133951 h 1133951"/>
                <a:gd name="connsiteX2" fmla="*/ 0 w 1547526"/>
                <a:gd name="connsiteY2" fmla="*/ 697040 h 1133951"/>
                <a:gd name="connsiteX3" fmla="*/ 0 w 1547526"/>
                <a:gd name="connsiteY3" fmla="*/ 0 h 1133951"/>
                <a:gd name="connsiteX4" fmla="*/ 1547527 w 1547526"/>
                <a:gd name="connsiteY4" fmla="*/ 641033 h 11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526" h="1133951">
                  <a:moveTo>
                    <a:pt x="1547527" y="641033"/>
                  </a:moveTo>
                  <a:lnTo>
                    <a:pt x="1054608" y="1133951"/>
                  </a:lnTo>
                  <a:cubicBezTo>
                    <a:pt x="779621" y="870299"/>
                    <a:pt x="409003" y="705612"/>
                    <a:pt x="0" y="697040"/>
                  </a:cubicBezTo>
                  <a:lnTo>
                    <a:pt x="0" y="0"/>
                  </a:lnTo>
                  <a:cubicBezTo>
                    <a:pt x="559308" y="8192"/>
                    <a:pt x="1116140" y="221837"/>
                    <a:pt x="1547527" y="641033"/>
                  </a:cubicBezTo>
                  <a:close/>
                </a:path>
              </a:pathLst>
            </a:custGeom>
            <a:solidFill>
              <a:srgbClr val="3674A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</a:endParaRPr>
            </a:p>
          </p:txBody>
        </p:sp>
        <p:sp>
          <p:nvSpPr>
            <p:cNvPr id="38" name="Number8">
              <a:extLst>
                <a:ext uri="{FF2B5EF4-FFF2-40B4-BE49-F238E27FC236}">
                  <a16:creationId xmlns:a16="http://schemas.microsoft.com/office/drawing/2014/main" id="{84DB8EDD-8F70-E49A-F4C2-549B3DF4667D}"/>
                </a:ext>
              </a:extLst>
            </p:cNvPr>
            <p:cNvSpPr txBox="1"/>
            <p:nvPr/>
          </p:nvSpPr>
          <p:spPr>
            <a:xfrm>
              <a:off x="6579610" y="1724345"/>
              <a:ext cx="338839" cy="621205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altLang="zh-CN">
                  <a:solidFill>
                    <a:srgbClr val="FFFFFF"/>
                  </a:solidFill>
                  <a:latin typeface="Arial"/>
                  <a:ea typeface="微软雅黑"/>
                </a:rPr>
                <a:t>1</a:t>
              </a:r>
              <a:endParaRPr lang="zh-CN" altLang="en-US" dirty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7606BEF3-B457-116F-9497-7E90DE4C3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5454826" y="2976029"/>
            <a:ext cx="1286807" cy="1280922"/>
          </a:xfrm>
          <a:prstGeom prst="rect">
            <a:avLst/>
          </a:pr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0236DE0B-49AC-3EB4-91E8-1406105E96E3}"/>
              </a:ext>
            </a:extLst>
          </p:cNvPr>
          <p:cNvGrpSpPr/>
          <p:nvPr/>
        </p:nvGrpSpPr>
        <p:grpSpPr>
          <a:xfrm>
            <a:off x="7333209" y="1518304"/>
            <a:ext cx="3051110" cy="378601"/>
            <a:chOff x="7242699" y="1524150"/>
            <a:chExt cx="3051110" cy="378601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3AA7F395-5D70-0BFF-D43B-79147117B059}"/>
                </a:ext>
              </a:extLst>
            </p:cNvPr>
            <p:cNvSpPr/>
            <p:nvPr/>
          </p:nvSpPr>
          <p:spPr>
            <a:xfrm>
              <a:off x="7242699" y="1524150"/>
              <a:ext cx="3051110" cy="378601"/>
            </a:xfrm>
            <a:prstGeom prst="roundRect">
              <a:avLst/>
            </a:prstGeom>
            <a:solidFill>
              <a:srgbClr val="3674A4">
                <a:alpha val="10196"/>
              </a:srgbClr>
            </a:solidFill>
            <a:ln w="6350">
              <a:solidFill>
                <a:srgbClr val="367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Ins="36000"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Python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课程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计算机二级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/ACM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竞赛等</a:t>
              </a:r>
            </a:p>
          </p:txBody>
        </p:sp>
        <p:sp>
          <p:nvSpPr>
            <p:cNvPr id="44" name="graduate-man-hand-drawn-person_57251">
              <a:extLst>
                <a:ext uri="{FF2B5EF4-FFF2-40B4-BE49-F238E27FC236}">
                  <a16:creationId xmlns:a16="http://schemas.microsoft.com/office/drawing/2014/main" id="{F001FBD7-1F6D-B1D1-77BA-FEEE6B02277E}"/>
                </a:ext>
              </a:extLst>
            </p:cNvPr>
            <p:cNvSpPr/>
            <p:nvPr/>
          </p:nvSpPr>
          <p:spPr>
            <a:xfrm>
              <a:off x="7319940" y="1547147"/>
              <a:ext cx="233425" cy="325123"/>
            </a:xfrm>
            <a:custGeom>
              <a:avLst/>
              <a:gdLst>
                <a:gd name="connsiteX0" fmla="*/ 83809 w 434872"/>
                <a:gd name="connsiteY0" fmla="*/ 581569 h 605705"/>
                <a:gd name="connsiteX1" fmla="*/ 82167 w 434872"/>
                <a:gd name="connsiteY1" fmla="*/ 583678 h 605705"/>
                <a:gd name="connsiteX2" fmla="*/ 88503 w 434872"/>
                <a:gd name="connsiteY2" fmla="*/ 584146 h 605705"/>
                <a:gd name="connsiteX3" fmla="*/ 86156 w 434872"/>
                <a:gd name="connsiteY3" fmla="*/ 581569 h 605705"/>
                <a:gd name="connsiteX4" fmla="*/ 83809 w 434872"/>
                <a:gd name="connsiteY4" fmla="*/ 581569 h 605705"/>
                <a:gd name="connsiteX5" fmla="*/ 337748 w 434872"/>
                <a:gd name="connsiteY5" fmla="*/ 504504 h 605705"/>
                <a:gd name="connsiteX6" fmla="*/ 314252 w 434872"/>
                <a:gd name="connsiteY6" fmla="*/ 509630 h 605705"/>
                <a:gd name="connsiteX7" fmla="*/ 290786 w 434872"/>
                <a:gd name="connsiteY7" fmla="*/ 521112 h 605705"/>
                <a:gd name="connsiteX8" fmla="*/ 283746 w 434872"/>
                <a:gd name="connsiteY8" fmla="*/ 528611 h 605705"/>
                <a:gd name="connsiteX9" fmla="*/ 314487 w 434872"/>
                <a:gd name="connsiteY9" fmla="*/ 529783 h 605705"/>
                <a:gd name="connsiteX10" fmla="*/ 359308 w 434872"/>
                <a:gd name="connsiteY10" fmla="*/ 510802 h 605705"/>
                <a:gd name="connsiteX11" fmla="*/ 337748 w 434872"/>
                <a:gd name="connsiteY11" fmla="*/ 504504 h 605705"/>
                <a:gd name="connsiteX12" fmla="*/ 88737 w 434872"/>
                <a:gd name="connsiteY12" fmla="*/ 451049 h 605705"/>
                <a:gd name="connsiteX13" fmla="*/ 70668 w 434872"/>
                <a:gd name="connsiteY13" fmla="*/ 462999 h 605705"/>
                <a:gd name="connsiteX14" fmla="*/ 72076 w 434872"/>
                <a:gd name="connsiteY14" fmla="*/ 462296 h 605705"/>
                <a:gd name="connsiteX15" fmla="*/ 88972 w 434872"/>
                <a:gd name="connsiteY15" fmla="*/ 451517 h 605705"/>
                <a:gd name="connsiteX16" fmla="*/ 88737 w 434872"/>
                <a:gd name="connsiteY16" fmla="*/ 451049 h 605705"/>
                <a:gd name="connsiteX17" fmla="*/ 109153 w 434872"/>
                <a:gd name="connsiteY17" fmla="*/ 408635 h 605705"/>
                <a:gd name="connsiteX18" fmla="*/ 117367 w 434872"/>
                <a:gd name="connsiteY18" fmla="*/ 409104 h 605705"/>
                <a:gd name="connsiteX19" fmla="*/ 195511 w 434872"/>
                <a:gd name="connsiteY19" fmla="*/ 466280 h 605705"/>
                <a:gd name="connsiteX20" fmla="*/ 180023 w 434872"/>
                <a:gd name="connsiteY20" fmla="*/ 430428 h 605705"/>
                <a:gd name="connsiteX21" fmla="*/ 187532 w 434872"/>
                <a:gd name="connsiteY21" fmla="*/ 413556 h 605705"/>
                <a:gd name="connsiteX22" fmla="*/ 191052 w 434872"/>
                <a:gd name="connsiteY22" fmla="*/ 413322 h 605705"/>
                <a:gd name="connsiteX23" fmla="*/ 191521 w 434872"/>
                <a:gd name="connsiteY23" fmla="*/ 412619 h 605705"/>
                <a:gd name="connsiteX24" fmla="*/ 219212 w 434872"/>
                <a:gd name="connsiteY24" fmla="*/ 410510 h 605705"/>
                <a:gd name="connsiteX25" fmla="*/ 244087 w 434872"/>
                <a:gd name="connsiteY25" fmla="*/ 410744 h 605705"/>
                <a:gd name="connsiteX26" fmla="*/ 252535 w 434872"/>
                <a:gd name="connsiteY26" fmla="*/ 421523 h 605705"/>
                <a:gd name="connsiteX27" fmla="*/ 233527 w 434872"/>
                <a:gd name="connsiteY27" fmla="*/ 464405 h 605705"/>
                <a:gd name="connsiteX28" fmla="*/ 295948 w 434872"/>
                <a:gd name="connsiteY28" fmla="*/ 417305 h 605705"/>
                <a:gd name="connsiteX29" fmla="*/ 306508 w 434872"/>
                <a:gd name="connsiteY29" fmla="*/ 412150 h 605705"/>
                <a:gd name="connsiteX30" fmla="*/ 344524 w 434872"/>
                <a:gd name="connsiteY30" fmla="*/ 416837 h 605705"/>
                <a:gd name="connsiteX31" fmla="*/ 412578 w 434872"/>
                <a:gd name="connsiteY31" fmla="*/ 445190 h 605705"/>
                <a:gd name="connsiteX32" fmla="*/ 420556 w 434872"/>
                <a:gd name="connsiteY32" fmla="*/ 591411 h 605705"/>
                <a:gd name="connsiteX33" fmla="*/ 411404 w 434872"/>
                <a:gd name="connsiteY33" fmla="*/ 600549 h 605705"/>
                <a:gd name="connsiteX34" fmla="*/ 7543 w 434872"/>
                <a:gd name="connsiteY34" fmla="*/ 592582 h 605705"/>
                <a:gd name="connsiteX35" fmla="*/ 737 w 434872"/>
                <a:gd name="connsiteY35" fmla="*/ 583678 h 605705"/>
                <a:gd name="connsiteX36" fmla="*/ 10359 w 434872"/>
                <a:gd name="connsiteY36" fmla="*/ 466514 h 605705"/>
                <a:gd name="connsiteX37" fmla="*/ 104929 w 434872"/>
                <a:gd name="connsiteY37" fmla="*/ 409104 h 605705"/>
                <a:gd name="connsiteX38" fmla="*/ 109153 w 434872"/>
                <a:gd name="connsiteY38" fmla="*/ 408635 h 605705"/>
                <a:gd name="connsiteX39" fmla="*/ 303187 w 434872"/>
                <a:gd name="connsiteY39" fmla="*/ 227980 h 605705"/>
                <a:gd name="connsiteX40" fmla="*/ 205113 w 434872"/>
                <a:gd name="connsiteY40" fmla="*/ 235947 h 605705"/>
                <a:gd name="connsiteX41" fmla="*/ 119005 w 434872"/>
                <a:gd name="connsiteY41" fmla="*/ 235244 h 605705"/>
                <a:gd name="connsiteX42" fmla="*/ 125340 w 434872"/>
                <a:gd name="connsiteY42" fmla="*/ 264531 h 605705"/>
                <a:gd name="connsiteX43" fmla="*/ 175785 w 434872"/>
                <a:gd name="connsiteY43" fmla="*/ 353097 h 605705"/>
                <a:gd name="connsiteX44" fmla="*/ 286764 w 434872"/>
                <a:gd name="connsiteY44" fmla="*/ 322872 h 605705"/>
                <a:gd name="connsiteX45" fmla="*/ 301780 w 434872"/>
                <a:gd name="connsiteY45" fmla="*/ 239461 h 605705"/>
                <a:gd name="connsiteX46" fmla="*/ 303187 w 434872"/>
                <a:gd name="connsiteY46" fmla="*/ 227980 h 605705"/>
                <a:gd name="connsiteX47" fmla="*/ 216581 w 434872"/>
                <a:gd name="connsiteY47" fmla="*/ 118943 h 605705"/>
                <a:gd name="connsiteX48" fmla="*/ 347063 w 434872"/>
                <a:gd name="connsiteY48" fmla="*/ 119968 h 605705"/>
                <a:gd name="connsiteX49" fmla="*/ 354336 w 434872"/>
                <a:gd name="connsiteY49" fmla="*/ 134729 h 605705"/>
                <a:gd name="connsiteX50" fmla="*/ 347063 w 434872"/>
                <a:gd name="connsiteY50" fmla="*/ 144335 h 605705"/>
                <a:gd name="connsiteX51" fmla="*/ 346828 w 434872"/>
                <a:gd name="connsiteY51" fmla="*/ 178074 h 605705"/>
                <a:gd name="connsiteX52" fmla="*/ 345420 w 434872"/>
                <a:gd name="connsiteY52" fmla="*/ 197287 h 605705"/>
                <a:gd name="connsiteX53" fmla="*/ 322662 w 434872"/>
                <a:gd name="connsiteY53" fmla="*/ 220014 h 605705"/>
                <a:gd name="connsiteX54" fmla="*/ 320081 w 434872"/>
                <a:gd name="connsiteY54" fmla="*/ 239461 h 605705"/>
                <a:gd name="connsiteX55" fmla="*/ 306003 w 434872"/>
                <a:gd name="connsiteY55" fmla="*/ 326152 h 605705"/>
                <a:gd name="connsiteX56" fmla="*/ 191036 w 434872"/>
                <a:gd name="connsiteY56" fmla="*/ 385196 h 605705"/>
                <a:gd name="connsiteX57" fmla="*/ 118067 w 434872"/>
                <a:gd name="connsiteY57" fmla="*/ 296162 h 605705"/>
                <a:gd name="connsiteX58" fmla="*/ 102816 w 434872"/>
                <a:gd name="connsiteY58" fmla="*/ 230323 h 605705"/>
                <a:gd name="connsiteX59" fmla="*/ 94604 w 434872"/>
                <a:gd name="connsiteY59" fmla="*/ 226106 h 605705"/>
                <a:gd name="connsiteX60" fmla="*/ 76538 w 434872"/>
                <a:gd name="connsiteY60" fmla="*/ 143867 h 605705"/>
                <a:gd name="connsiteX61" fmla="*/ 77241 w 434872"/>
                <a:gd name="connsiteY61" fmla="*/ 134026 h 605705"/>
                <a:gd name="connsiteX62" fmla="*/ 86392 w 434872"/>
                <a:gd name="connsiteY62" fmla="*/ 131683 h 605705"/>
                <a:gd name="connsiteX63" fmla="*/ 86627 w 434872"/>
                <a:gd name="connsiteY63" fmla="*/ 132152 h 605705"/>
                <a:gd name="connsiteX64" fmla="*/ 216581 w 434872"/>
                <a:gd name="connsiteY64" fmla="*/ 118943 h 605705"/>
                <a:gd name="connsiteX65" fmla="*/ 210722 w 434872"/>
                <a:gd name="connsiteY65" fmla="*/ 19876 h 605705"/>
                <a:gd name="connsiteX66" fmla="*/ 201804 w 434872"/>
                <a:gd name="connsiteY66" fmla="*/ 21048 h 605705"/>
                <a:gd name="connsiteX67" fmla="*/ 209783 w 434872"/>
                <a:gd name="connsiteY67" fmla="*/ 22454 h 605705"/>
                <a:gd name="connsiteX68" fmla="*/ 210722 w 434872"/>
                <a:gd name="connsiteY68" fmla="*/ 19876 h 605705"/>
                <a:gd name="connsiteX69" fmla="*/ 197815 w 434872"/>
                <a:gd name="connsiteY69" fmla="*/ 2064 h 605705"/>
                <a:gd name="connsiteX70" fmla="*/ 374759 w 434872"/>
                <a:gd name="connsiteY70" fmla="*/ 90186 h 605705"/>
                <a:gd name="connsiteX71" fmla="*/ 378983 w 434872"/>
                <a:gd name="connsiteY71" fmla="*/ 99795 h 605705"/>
                <a:gd name="connsiteX72" fmla="*/ 394237 w 434872"/>
                <a:gd name="connsiteY72" fmla="*/ 175260 h 605705"/>
                <a:gd name="connsiteX73" fmla="*/ 396819 w 434872"/>
                <a:gd name="connsiteY73" fmla="*/ 213696 h 605705"/>
                <a:gd name="connsiteX74" fmla="*/ 395645 w 434872"/>
                <a:gd name="connsiteY74" fmla="*/ 240648 h 605705"/>
                <a:gd name="connsiteX75" fmla="*/ 400339 w 434872"/>
                <a:gd name="connsiteY75" fmla="*/ 247210 h 605705"/>
                <a:gd name="connsiteX76" fmla="*/ 398696 w 434872"/>
                <a:gd name="connsiteY76" fmla="*/ 256351 h 605705"/>
                <a:gd name="connsiteX77" fmla="*/ 385554 w 434872"/>
                <a:gd name="connsiteY77" fmla="*/ 261741 h 605705"/>
                <a:gd name="connsiteX78" fmla="*/ 378983 w 434872"/>
                <a:gd name="connsiteY78" fmla="*/ 242757 h 605705"/>
                <a:gd name="connsiteX79" fmla="*/ 377575 w 434872"/>
                <a:gd name="connsiteY79" fmla="*/ 194478 h 605705"/>
                <a:gd name="connsiteX80" fmla="*/ 368658 w 434872"/>
                <a:gd name="connsiteY80" fmla="*/ 109638 h 605705"/>
                <a:gd name="connsiteX81" fmla="*/ 359740 w 434872"/>
                <a:gd name="connsiteY81" fmla="*/ 107763 h 605705"/>
                <a:gd name="connsiteX82" fmla="*/ 355751 w 434872"/>
                <a:gd name="connsiteY82" fmla="*/ 106826 h 605705"/>
                <a:gd name="connsiteX83" fmla="*/ 340027 w 434872"/>
                <a:gd name="connsiteY83" fmla="*/ 104482 h 605705"/>
                <a:gd name="connsiteX84" fmla="*/ 312570 w 434872"/>
                <a:gd name="connsiteY84" fmla="*/ 102607 h 605705"/>
                <a:gd name="connsiteX85" fmla="*/ 235128 w 434872"/>
                <a:gd name="connsiteY85" fmla="*/ 99795 h 605705"/>
                <a:gd name="connsiteX86" fmla="*/ 40583 w 434872"/>
                <a:gd name="connsiteY86" fmla="*/ 109404 h 605705"/>
                <a:gd name="connsiteX87" fmla="*/ 33543 w 434872"/>
                <a:gd name="connsiteY87" fmla="*/ 92998 h 605705"/>
                <a:gd name="connsiteX88" fmla="*/ 34012 w 434872"/>
                <a:gd name="connsiteY88" fmla="*/ 90654 h 605705"/>
                <a:gd name="connsiteX89" fmla="*/ 62642 w 434872"/>
                <a:gd name="connsiteY89" fmla="*/ 75421 h 605705"/>
                <a:gd name="connsiteX90" fmla="*/ 109812 w 434872"/>
                <a:gd name="connsiteY90" fmla="*/ 48000 h 605705"/>
                <a:gd name="connsiteX91" fmla="*/ 197815 w 434872"/>
                <a:gd name="connsiteY91" fmla="*/ 2064 h 60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34872" h="605705">
                  <a:moveTo>
                    <a:pt x="83809" y="581569"/>
                  </a:moveTo>
                  <a:cubicBezTo>
                    <a:pt x="83340" y="582272"/>
                    <a:pt x="82871" y="582975"/>
                    <a:pt x="82167" y="583678"/>
                  </a:cubicBezTo>
                  <a:cubicBezTo>
                    <a:pt x="84279" y="583678"/>
                    <a:pt x="86391" y="583912"/>
                    <a:pt x="88503" y="584146"/>
                  </a:cubicBezTo>
                  <a:cubicBezTo>
                    <a:pt x="87564" y="583209"/>
                    <a:pt x="86860" y="582506"/>
                    <a:pt x="86156" y="581569"/>
                  </a:cubicBezTo>
                  <a:cubicBezTo>
                    <a:pt x="85452" y="581569"/>
                    <a:pt x="84748" y="581569"/>
                    <a:pt x="83809" y="581569"/>
                  </a:cubicBezTo>
                  <a:close/>
                  <a:moveTo>
                    <a:pt x="337748" y="504504"/>
                  </a:moveTo>
                  <a:cubicBezTo>
                    <a:pt x="328860" y="505236"/>
                    <a:pt x="319649" y="507872"/>
                    <a:pt x="314252" y="509630"/>
                  </a:cubicBezTo>
                  <a:cubicBezTo>
                    <a:pt x="306039" y="512442"/>
                    <a:pt x="297826" y="515723"/>
                    <a:pt x="290786" y="521112"/>
                  </a:cubicBezTo>
                  <a:cubicBezTo>
                    <a:pt x="287735" y="523221"/>
                    <a:pt x="285623" y="526033"/>
                    <a:pt x="283746" y="528611"/>
                  </a:cubicBezTo>
                  <a:cubicBezTo>
                    <a:pt x="294071" y="527674"/>
                    <a:pt x="306039" y="529548"/>
                    <a:pt x="314487" y="529783"/>
                  </a:cubicBezTo>
                  <a:cubicBezTo>
                    <a:pt x="323404" y="530251"/>
                    <a:pt x="374796" y="532829"/>
                    <a:pt x="359308" y="510802"/>
                  </a:cubicBezTo>
                  <a:cubicBezTo>
                    <a:pt x="355201" y="504944"/>
                    <a:pt x="346636" y="503772"/>
                    <a:pt x="337748" y="504504"/>
                  </a:cubicBezTo>
                  <a:close/>
                  <a:moveTo>
                    <a:pt x="88737" y="451049"/>
                  </a:moveTo>
                  <a:cubicBezTo>
                    <a:pt x="82167" y="454798"/>
                    <a:pt x="76065" y="458547"/>
                    <a:pt x="70668" y="462999"/>
                  </a:cubicBezTo>
                  <a:cubicBezTo>
                    <a:pt x="71137" y="462765"/>
                    <a:pt x="71607" y="462531"/>
                    <a:pt x="72076" y="462296"/>
                  </a:cubicBezTo>
                  <a:cubicBezTo>
                    <a:pt x="77239" y="458313"/>
                    <a:pt x="82871" y="454798"/>
                    <a:pt x="88972" y="451517"/>
                  </a:cubicBezTo>
                  <a:cubicBezTo>
                    <a:pt x="88737" y="451517"/>
                    <a:pt x="88737" y="451283"/>
                    <a:pt x="88737" y="451049"/>
                  </a:cubicBezTo>
                  <a:close/>
                  <a:moveTo>
                    <a:pt x="109153" y="408635"/>
                  </a:moveTo>
                  <a:cubicBezTo>
                    <a:pt x="111031" y="406292"/>
                    <a:pt x="114785" y="405589"/>
                    <a:pt x="117367" y="409104"/>
                  </a:cubicBezTo>
                  <a:cubicBezTo>
                    <a:pt x="137079" y="435583"/>
                    <a:pt x="162657" y="460890"/>
                    <a:pt x="195511" y="466280"/>
                  </a:cubicBezTo>
                  <a:cubicBezTo>
                    <a:pt x="185185" y="458313"/>
                    <a:pt x="179553" y="444253"/>
                    <a:pt x="180023" y="430428"/>
                  </a:cubicBezTo>
                  <a:cubicBezTo>
                    <a:pt x="180257" y="424570"/>
                    <a:pt x="180257" y="415431"/>
                    <a:pt x="187532" y="413556"/>
                  </a:cubicBezTo>
                  <a:cubicBezTo>
                    <a:pt x="188705" y="413322"/>
                    <a:pt x="189879" y="413322"/>
                    <a:pt x="191052" y="413322"/>
                  </a:cubicBezTo>
                  <a:cubicBezTo>
                    <a:pt x="191287" y="413087"/>
                    <a:pt x="191287" y="412853"/>
                    <a:pt x="191521" y="412619"/>
                  </a:cubicBezTo>
                  <a:cubicBezTo>
                    <a:pt x="197857" y="407229"/>
                    <a:pt x="211468" y="410510"/>
                    <a:pt x="219212" y="410510"/>
                  </a:cubicBezTo>
                  <a:cubicBezTo>
                    <a:pt x="227426" y="410510"/>
                    <a:pt x="235874" y="410510"/>
                    <a:pt x="244087" y="410744"/>
                  </a:cubicBezTo>
                  <a:cubicBezTo>
                    <a:pt x="250188" y="410744"/>
                    <a:pt x="253474" y="416134"/>
                    <a:pt x="252535" y="421523"/>
                  </a:cubicBezTo>
                  <a:cubicBezTo>
                    <a:pt x="250423" y="434646"/>
                    <a:pt x="244791" y="453626"/>
                    <a:pt x="233527" y="464405"/>
                  </a:cubicBezTo>
                  <a:cubicBezTo>
                    <a:pt x="260983" y="458313"/>
                    <a:pt x="285388" y="444487"/>
                    <a:pt x="295948" y="417305"/>
                  </a:cubicBezTo>
                  <a:cubicBezTo>
                    <a:pt x="297591" y="413087"/>
                    <a:pt x="302754" y="410979"/>
                    <a:pt x="306508" y="412150"/>
                  </a:cubicBezTo>
                  <a:cubicBezTo>
                    <a:pt x="317772" y="407698"/>
                    <a:pt x="335372" y="414025"/>
                    <a:pt x="344524" y="416837"/>
                  </a:cubicBezTo>
                  <a:cubicBezTo>
                    <a:pt x="367287" y="423632"/>
                    <a:pt x="392866" y="431599"/>
                    <a:pt x="412578" y="445190"/>
                  </a:cubicBezTo>
                  <a:cubicBezTo>
                    <a:pt x="456695" y="475184"/>
                    <a:pt x="421964" y="549935"/>
                    <a:pt x="420556" y="591411"/>
                  </a:cubicBezTo>
                  <a:cubicBezTo>
                    <a:pt x="420322" y="596331"/>
                    <a:pt x="416567" y="600549"/>
                    <a:pt x="411404" y="600549"/>
                  </a:cubicBezTo>
                  <a:cubicBezTo>
                    <a:pt x="276940" y="601018"/>
                    <a:pt x="141068" y="616015"/>
                    <a:pt x="7543" y="592582"/>
                  </a:cubicBezTo>
                  <a:cubicBezTo>
                    <a:pt x="3553" y="591879"/>
                    <a:pt x="737" y="587427"/>
                    <a:pt x="737" y="583678"/>
                  </a:cubicBezTo>
                  <a:cubicBezTo>
                    <a:pt x="737" y="546185"/>
                    <a:pt x="-3956" y="502132"/>
                    <a:pt x="10359" y="466514"/>
                  </a:cubicBezTo>
                  <a:cubicBezTo>
                    <a:pt x="24908" y="430662"/>
                    <a:pt x="77239" y="429490"/>
                    <a:pt x="104929" y="409104"/>
                  </a:cubicBezTo>
                  <a:cubicBezTo>
                    <a:pt x="106103" y="408167"/>
                    <a:pt x="107745" y="408167"/>
                    <a:pt x="109153" y="408635"/>
                  </a:cubicBezTo>
                  <a:close/>
                  <a:moveTo>
                    <a:pt x="303187" y="227980"/>
                  </a:moveTo>
                  <a:cubicBezTo>
                    <a:pt x="271982" y="237352"/>
                    <a:pt x="237023" y="235009"/>
                    <a:pt x="205113" y="235947"/>
                  </a:cubicBezTo>
                  <a:cubicBezTo>
                    <a:pt x="180008" y="236649"/>
                    <a:pt x="146691" y="241101"/>
                    <a:pt x="119005" y="235244"/>
                  </a:cubicBezTo>
                  <a:cubicBezTo>
                    <a:pt x="119474" y="245319"/>
                    <a:pt x="122055" y="255159"/>
                    <a:pt x="125340" y="264531"/>
                  </a:cubicBezTo>
                  <a:cubicBezTo>
                    <a:pt x="136133" y="295927"/>
                    <a:pt x="151618" y="329901"/>
                    <a:pt x="175785" y="353097"/>
                  </a:cubicBezTo>
                  <a:cubicBezTo>
                    <a:pt x="210510" y="386133"/>
                    <a:pt x="265882" y="361297"/>
                    <a:pt x="286764" y="322872"/>
                  </a:cubicBezTo>
                  <a:cubicBezTo>
                    <a:pt x="301310" y="296396"/>
                    <a:pt x="300841" y="268749"/>
                    <a:pt x="301780" y="239461"/>
                  </a:cubicBezTo>
                  <a:cubicBezTo>
                    <a:pt x="301780" y="235947"/>
                    <a:pt x="302484" y="231963"/>
                    <a:pt x="303187" y="227980"/>
                  </a:cubicBezTo>
                  <a:close/>
                  <a:moveTo>
                    <a:pt x="216581" y="118943"/>
                  </a:moveTo>
                  <a:cubicBezTo>
                    <a:pt x="260485" y="117098"/>
                    <a:pt x="304478" y="117625"/>
                    <a:pt x="347063" y="119968"/>
                  </a:cubicBezTo>
                  <a:cubicBezTo>
                    <a:pt x="355275" y="120437"/>
                    <a:pt x="357621" y="129574"/>
                    <a:pt x="354336" y="134729"/>
                  </a:cubicBezTo>
                  <a:cubicBezTo>
                    <a:pt x="355275" y="139181"/>
                    <a:pt x="352225" y="144569"/>
                    <a:pt x="347063" y="144335"/>
                  </a:cubicBezTo>
                  <a:cubicBezTo>
                    <a:pt x="354336" y="144804"/>
                    <a:pt x="346828" y="169405"/>
                    <a:pt x="346828" y="178074"/>
                  </a:cubicBezTo>
                  <a:cubicBezTo>
                    <a:pt x="346828" y="184635"/>
                    <a:pt x="347063" y="190961"/>
                    <a:pt x="345420" y="197287"/>
                  </a:cubicBezTo>
                  <a:cubicBezTo>
                    <a:pt x="343074" y="207128"/>
                    <a:pt x="332281" y="214859"/>
                    <a:pt x="322662" y="220014"/>
                  </a:cubicBezTo>
                  <a:cubicBezTo>
                    <a:pt x="321723" y="227512"/>
                    <a:pt x="320315" y="234775"/>
                    <a:pt x="320081" y="239461"/>
                  </a:cubicBezTo>
                  <a:cubicBezTo>
                    <a:pt x="320081" y="268280"/>
                    <a:pt x="320315" y="300145"/>
                    <a:pt x="306003" y="326152"/>
                  </a:cubicBezTo>
                  <a:cubicBezTo>
                    <a:pt x="286998" y="361297"/>
                    <a:pt x="234442" y="403471"/>
                    <a:pt x="191036" y="385196"/>
                  </a:cubicBezTo>
                  <a:cubicBezTo>
                    <a:pt x="154903" y="370200"/>
                    <a:pt x="133083" y="330369"/>
                    <a:pt x="118067" y="296162"/>
                  </a:cubicBezTo>
                  <a:cubicBezTo>
                    <a:pt x="110559" y="279058"/>
                    <a:pt x="99062" y="251879"/>
                    <a:pt x="102816" y="230323"/>
                  </a:cubicBezTo>
                  <a:cubicBezTo>
                    <a:pt x="100000" y="228917"/>
                    <a:pt x="97185" y="227746"/>
                    <a:pt x="94604" y="226106"/>
                  </a:cubicBezTo>
                  <a:cubicBezTo>
                    <a:pt x="68091" y="210408"/>
                    <a:pt x="74191" y="172451"/>
                    <a:pt x="76538" y="143867"/>
                  </a:cubicBezTo>
                  <a:cubicBezTo>
                    <a:pt x="73018" y="141289"/>
                    <a:pt x="72549" y="135432"/>
                    <a:pt x="77241" y="134026"/>
                  </a:cubicBezTo>
                  <a:cubicBezTo>
                    <a:pt x="77476" y="129574"/>
                    <a:pt x="84046" y="126997"/>
                    <a:pt x="86392" y="131683"/>
                  </a:cubicBezTo>
                  <a:cubicBezTo>
                    <a:pt x="86392" y="131917"/>
                    <a:pt x="86627" y="131917"/>
                    <a:pt x="86627" y="132152"/>
                  </a:cubicBezTo>
                  <a:cubicBezTo>
                    <a:pt x="128860" y="125006"/>
                    <a:pt x="172676" y="120788"/>
                    <a:pt x="216581" y="118943"/>
                  </a:cubicBezTo>
                  <a:close/>
                  <a:moveTo>
                    <a:pt x="210722" y="19876"/>
                  </a:moveTo>
                  <a:cubicBezTo>
                    <a:pt x="207671" y="20110"/>
                    <a:pt x="204855" y="20579"/>
                    <a:pt x="201804" y="21048"/>
                  </a:cubicBezTo>
                  <a:cubicBezTo>
                    <a:pt x="204620" y="21517"/>
                    <a:pt x="207202" y="21985"/>
                    <a:pt x="209783" y="22454"/>
                  </a:cubicBezTo>
                  <a:cubicBezTo>
                    <a:pt x="210018" y="21517"/>
                    <a:pt x="210252" y="20579"/>
                    <a:pt x="210722" y="19876"/>
                  </a:cubicBezTo>
                  <a:close/>
                  <a:moveTo>
                    <a:pt x="197815" y="2064"/>
                  </a:moveTo>
                  <a:cubicBezTo>
                    <a:pt x="266809" y="-12935"/>
                    <a:pt x="322427" y="57609"/>
                    <a:pt x="374759" y="90186"/>
                  </a:cubicBezTo>
                  <a:cubicBezTo>
                    <a:pt x="378749" y="92764"/>
                    <a:pt x="379687" y="96513"/>
                    <a:pt x="378983" y="99795"/>
                  </a:cubicBezTo>
                  <a:cubicBezTo>
                    <a:pt x="387901" y="123934"/>
                    <a:pt x="392125" y="149714"/>
                    <a:pt x="394237" y="175260"/>
                  </a:cubicBezTo>
                  <a:cubicBezTo>
                    <a:pt x="395410" y="188150"/>
                    <a:pt x="396349" y="201040"/>
                    <a:pt x="396819" y="213696"/>
                  </a:cubicBezTo>
                  <a:cubicBezTo>
                    <a:pt x="396819" y="216743"/>
                    <a:pt x="395645" y="231742"/>
                    <a:pt x="395645" y="240648"/>
                  </a:cubicBezTo>
                  <a:cubicBezTo>
                    <a:pt x="398461" y="241585"/>
                    <a:pt x="400808" y="243695"/>
                    <a:pt x="400339" y="247210"/>
                  </a:cubicBezTo>
                  <a:cubicBezTo>
                    <a:pt x="400104" y="250491"/>
                    <a:pt x="399635" y="253069"/>
                    <a:pt x="398696" y="256351"/>
                  </a:cubicBezTo>
                  <a:cubicBezTo>
                    <a:pt x="397288" y="261507"/>
                    <a:pt x="390482" y="265022"/>
                    <a:pt x="385554" y="261741"/>
                  </a:cubicBezTo>
                  <a:cubicBezTo>
                    <a:pt x="377810" y="256351"/>
                    <a:pt x="378983" y="252132"/>
                    <a:pt x="378983" y="242757"/>
                  </a:cubicBezTo>
                  <a:cubicBezTo>
                    <a:pt x="378749" y="226586"/>
                    <a:pt x="378514" y="210649"/>
                    <a:pt x="377575" y="194478"/>
                  </a:cubicBezTo>
                  <a:cubicBezTo>
                    <a:pt x="375933" y="166120"/>
                    <a:pt x="371474" y="137762"/>
                    <a:pt x="368658" y="109638"/>
                  </a:cubicBezTo>
                  <a:cubicBezTo>
                    <a:pt x="365607" y="111279"/>
                    <a:pt x="361852" y="110341"/>
                    <a:pt x="359740" y="107763"/>
                  </a:cubicBezTo>
                  <a:cubicBezTo>
                    <a:pt x="359036" y="107529"/>
                    <a:pt x="357863" y="107294"/>
                    <a:pt x="355751" y="106826"/>
                  </a:cubicBezTo>
                  <a:cubicBezTo>
                    <a:pt x="350588" y="105888"/>
                    <a:pt x="345190" y="104951"/>
                    <a:pt x="340027" y="104482"/>
                  </a:cubicBezTo>
                  <a:cubicBezTo>
                    <a:pt x="330875" y="103544"/>
                    <a:pt x="321723" y="103076"/>
                    <a:pt x="312570" y="102607"/>
                  </a:cubicBezTo>
                  <a:cubicBezTo>
                    <a:pt x="286756" y="101670"/>
                    <a:pt x="260942" y="99795"/>
                    <a:pt x="235128" y="99795"/>
                  </a:cubicBezTo>
                  <a:cubicBezTo>
                    <a:pt x="170592" y="99326"/>
                    <a:pt x="104649" y="97685"/>
                    <a:pt x="40583" y="109404"/>
                  </a:cubicBezTo>
                  <a:cubicBezTo>
                    <a:pt x="30257" y="111279"/>
                    <a:pt x="25329" y="96982"/>
                    <a:pt x="33543" y="92998"/>
                  </a:cubicBezTo>
                  <a:cubicBezTo>
                    <a:pt x="33543" y="92061"/>
                    <a:pt x="33543" y="91357"/>
                    <a:pt x="34012" y="90654"/>
                  </a:cubicBezTo>
                  <a:cubicBezTo>
                    <a:pt x="40583" y="81749"/>
                    <a:pt x="53255" y="80342"/>
                    <a:pt x="62642" y="75421"/>
                  </a:cubicBezTo>
                  <a:cubicBezTo>
                    <a:pt x="78835" y="66983"/>
                    <a:pt x="94323" y="57375"/>
                    <a:pt x="109812" y="48000"/>
                  </a:cubicBezTo>
                  <a:cubicBezTo>
                    <a:pt x="136565" y="31594"/>
                    <a:pt x="166603" y="8861"/>
                    <a:pt x="197815" y="2064"/>
                  </a:cubicBezTo>
                  <a:close/>
                </a:path>
              </a:pathLst>
            </a:custGeom>
            <a:solidFill>
              <a:srgbClr val="367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2165567-BBF6-B282-B52A-1EBDD48C2A2B}"/>
              </a:ext>
            </a:extLst>
          </p:cNvPr>
          <p:cNvGrpSpPr/>
          <p:nvPr/>
        </p:nvGrpSpPr>
        <p:grpSpPr>
          <a:xfrm>
            <a:off x="8105840" y="2764513"/>
            <a:ext cx="3051110" cy="378601"/>
            <a:chOff x="8105840" y="2681900"/>
            <a:chExt cx="3051110" cy="37860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913A277-221F-AAEE-44D7-B25566A7A268}"/>
                </a:ext>
              </a:extLst>
            </p:cNvPr>
            <p:cNvSpPr/>
            <p:nvPr/>
          </p:nvSpPr>
          <p:spPr>
            <a:xfrm>
              <a:off x="8105840" y="2681900"/>
              <a:ext cx="3051110" cy="378601"/>
            </a:xfrm>
            <a:prstGeom prst="roundRect">
              <a:avLst/>
            </a:prstGeom>
            <a:solidFill>
              <a:srgbClr val="FFD343">
                <a:alpha val="20000"/>
              </a:srgbClr>
            </a:solidFill>
            <a:ln w="6350">
              <a:solidFill>
                <a:srgbClr val="FFD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办公自动化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(Excel/Word/PDF...)</a:t>
              </a:r>
              <a:endParaRPr lang="zh-CN" altLang="en-US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" name="iconfont-11253-5321591">
              <a:extLst>
                <a:ext uri="{FF2B5EF4-FFF2-40B4-BE49-F238E27FC236}">
                  <a16:creationId xmlns:a16="http://schemas.microsoft.com/office/drawing/2014/main" id="{A929A117-F4BA-DBCE-3132-8B3BD229D282}"/>
                </a:ext>
              </a:extLst>
            </p:cNvPr>
            <p:cNvSpPr/>
            <p:nvPr/>
          </p:nvSpPr>
          <p:spPr>
            <a:xfrm>
              <a:off x="8147732" y="2740521"/>
              <a:ext cx="260519" cy="260519"/>
            </a:xfrm>
            <a:custGeom>
              <a:avLst/>
              <a:gdLst>
                <a:gd name="T0" fmla="*/ 7307 w 9982"/>
                <a:gd name="T1" fmla="*/ 3294 h 9981"/>
                <a:gd name="T2" fmla="*/ 8904 w 9982"/>
                <a:gd name="T3" fmla="*/ 4272 h 9981"/>
                <a:gd name="T4" fmla="*/ 8904 w 9982"/>
                <a:gd name="T5" fmla="*/ 4551 h 9981"/>
                <a:gd name="T6" fmla="*/ 7307 w 9982"/>
                <a:gd name="T7" fmla="*/ 5550 h 9981"/>
                <a:gd name="T8" fmla="*/ 8904 w 9982"/>
                <a:gd name="T9" fmla="*/ 4551 h 9981"/>
                <a:gd name="T10" fmla="*/ 7307 w 9982"/>
                <a:gd name="T11" fmla="*/ 2035 h 9981"/>
                <a:gd name="T12" fmla="*/ 8904 w 9982"/>
                <a:gd name="T13" fmla="*/ 3013 h 9981"/>
                <a:gd name="T14" fmla="*/ 8904 w 9982"/>
                <a:gd name="T15" fmla="*/ 7006 h 9981"/>
                <a:gd name="T16" fmla="*/ 7307 w 9982"/>
                <a:gd name="T17" fmla="*/ 8005 h 9981"/>
                <a:gd name="T18" fmla="*/ 8904 w 9982"/>
                <a:gd name="T19" fmla="*/ 7006 h 9981"/>
                <a:gd name="T20" fmla="*/ 5810 w 9982"/>
                <a:gd name="T21" fmla="*/ 1037 h 9981"/>
                <a:gd name="T22" fmla="*/ 5690 w 9982"/>
                <a:gd name="T23" fmla="*/ 0 h 9981"/>
                <a:gd name="T24" fmla="*/ 0 w 9982"/>
                <a:gd name="T25" fmla="*/ 8864 h 9981"/>
                <a:gd name="T26" fmla="*/ 5670 w 9982"/>
                <a:gd name="T27" fmla="*/ 8964 h 9981"/>
                <a:gd name="T28" fmla="*/ 9623 w 9982"/>
                <a:gd name="T29" fmla="*/ 8984 h 9981"/>
                <a:gd name="T30" fmla="*/ 9963 w 9982"/>
                <a:gd name="T31" fmla="*/ 1396 h 9981"/>
                <a:gd name="T32" fmla="*/ 3834 w 9982"/>
                <a:gd name="T33" fmla="*/ 6647 h 9981"/>
                <a:gd name="T34" fmla="*/ 2637 w 9982"/>
                <a:gd name="T35" fmla="*/ 5310 h 9981"/>
                <a:gd name="T36" fmla="*/ 1439 w 9982"/>
                <a:gd name="T37" fmla="*/ 6487 h 9981"/>
                <a:gd name="T38" fmla="*/ 1519 w 9982"/>
                <a:gd name="T39" fmla="*/ 3392 h 9981"/>
                <a:gd name="T40" fmla="*/ 2597 w 9982"/>
                <a:gd name="T41" fmla="*/ 4570 h 9981"/>
                <a:gd name="T42" fmla="*/ 3155 w 9982"/>
                <a:gd name="T43" fmla="*/ 3272 h 9981"/>
                <a:gd name="T44" fmla="*/ 2975 w 9982"/>
                <a:gd name="T45" fmla="*/ 4949 h 9981"/>
                <a:gd name="T46" fmla="*/ 9543 w 9982"/>
                <a:gd name="T47" fmla="*/ 8544 h 9981"/>
                <a:gd name="T48" fmla="*/ 5670 w 9982"/>
                <a:gd name="T49" fmla="*/ 8005 h 9981"/>
                <a:gd name="T50" fmla="*/ 6968 w 9982"/>
                <a:gd name="T51" fmla="*/ 7006 h 9981"/>
                <a:gd name="T52" fmla="*/ 5670 w 9982"/>
                <a:gd name="T53" fmla="*/ 6786 h 9981"/>
                <a:gd name="T54" fmla="*/ 6968 w 9982"/>
                <a:gd name="T55" fmla="*/ 5807 h 9981"/>
                <a:gd name="T56" fmla="*/ 5670 w 9982"/>
                <a:gd name="T57" fmla="*/ 5547 h 9981"/>
                <a:gd name="T58" fmla="*/ 6968 w 9982"/>
                <a:gd name="T59" fmla="*/ 4549 h 9981"/>
                <a:gd name="T60" fmla="*/ 5670 w 9982"/>
                <a:gd name="T61" fmla="*/ 4269 h 9981"/>
                <a:gd name="T62" fmla="*/ 6968 w 9982"/>
                <a:gd name="T63" fmla="*/ 3290 h 9981"/>
                <a:gd name="T64" fmla="*/ 5670 w 9982"/>
                <a:gd name="T65" fmla="*/ 3030 h 9981"/>
                <a:gd name="T66" fmla="*/ 6968 w 9982"/>
                <a:gd name="T67" fmla="*/ 2051 h 9981"/>
                <a:gd name="T68" fmla="*/ 5670 w 9982"/>
                <a:gd name="T69" fmla="*/ 1492 h 9981"/>
                <a:gd name="T70" fmla="*/ 9543 w 9982"/>
                <a:gd name="T71" fmla="*/ 8544 h 9981"/>
                <a:gd name="T72" fmla="*/ 7307 w 9982"/>
                <a:gd name="T73" fmla="*/ 5809 h 9981"/>
                <a:gd name="T74" fmla="*/ 8904 w 9982"/>
                <a:gd name="T75" fmla="*/ 6787 h 9981"/>
                <a:gd name="T76" fmla="*/ 8904 w 9982"/>
                <a:gd name="T77" fmla="*/ 5809 h 9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82" h="9981">
                  <a:moveTo>
                    <a:pt x="8904" y="3294"/>
                  </a:moveTo>
                  <a:lnTo>
                    <a:pt x="7307" y="3294"/>
                  </a:lnTo>
                  <a:lnTo>
                    <a:pt x="7307" y="4272"/>
                  </a:lnTo>
                  <a:lnTo>
                    <a:pt x="8904" y="4272"/>
                  </a:lnTo>
                  <a:lnTo>
                    <a:pt x="8904" y="3294"/>
                  </a:lnTo>
                  <a:close/>
                  <a:moveTo>
                    <a:pt x="8904" y="4551"/>
                  </a:moveTo>
                  <a:lnTo>
                    <a:pt x="7307" y="4551"/>
                  </a:lnTo>
                  <a:lnTo>
                    <a:pt x="7307" y="5550"/>
                  </a:lnTo>
                  <a:lnTo>
                    <a:pt x="8904" y="5550"/>
                  </a:lnTo>
                  <a:lnTo>
                    <a:pt x="8904" y="4551"/>
                  </a:lnTo>
                  <a:close/>
                  <a:moveTo>
                    <a:pt x="8904" y="2035"/>
                  </a:moveTo>
                  <a:lnTo>
                    <a:pt x="7307" y="2035"/>
                  </a:lnTo>
                  <a:lnTo>
                    <a:pt x="7307" y="3013"/>
                  </a:lnTo>
                  <a:lnTo>
                    <a:pt x="8904" y="3013"/>
                  </a:lnTo>
                  <a:lnTo>
                    <a:pt x="8904" y="2035"/>
                  </a:lnTo>
                  <a:close/>
                  <a:moveTo>
                    <a:pt x="8904" y="7006"/>
                  </a:moveTo>
                  <a:lnTo>
                    <a:pt x="7307" y="7006"/>
                  </a:lnTo>
                  <a:lnTo>
                    <a:pt x="7307" y="8005"/>
                  </a:lnTo>
                  <a:lnTo>
                    <a:pt x="8904" y="8005"/>
                  </a:lnTo>
                  <a:lnTo>
                    <a:pt x="8904" y="7006"/>
                  </a:lnTo>
                  <a:close/>
                  <a:moveTo>
                    <a:pt x="9643" y="1037"/>
                  </a:moveTo>
                  <a:lnTo>
                    <a:pt x="5810" y="1037"/>
                  </a:lnTo>
                  <a:cubicBezTo>
                    <a:pt x="5770" y="1037"/>
                    <a:pt x="5730" y="1037"/>
                    <a:pt x="5690" y="1057"/>
                  </a:cubicBezTo>
                  <a:lnTo>
                    <a:pt x="5690" y="0"/>
                  </a:lnTo>
                  <a:lnTo>
                    <a:pt x="0" y="1137"/>
                  </a:lnTo>
                  <a:lnTo>
                    <a:pt x="0" y="8864"/>
                  </a:lnTo>
                  <a:lnTo>
                    <a:pt x="5670" y="9981"/>
                  </a:lnTo>
                  <a:lnTo>
                    <a:pt x="5670" y="8964"/>
                  </a:lnTo>
                  <a:cubicBezTo>
                    <a:pt x="5710" y="8984"/>
                    <a:pt x="5750" y="8984"/>
                    <a:pt x="5790" y="8984"/>
                  </a:cubicBezTo>
                  <a:lnTo>
                    <a:pt x="9623" y="8984"/>
                  </a:lnTo>
                  <a:cubicBezTo>
                    <a:pt x="9823" y="8984"/>
                    <a:pt x="9963" y="8824"/>
                    <a:pt x="9963" y="8625"/>
                  </a:cubicBezTo>
                  <a:lnTo>
                    <a:pt x="9963" y="1396"/>
                  </a:lnTo>
                  <a:cubicBezTo>
                    <a:pt x="9982" y="1197"/>
                    <a:pt x="9823" y="1037"/>
                    <a:pt x="9643" y="1037"/>
                  </a:cubicBezTo>
                  <a:close/>
                  <a:moveTo>
                    <a:pt x="3834" y="6647"/>
                  </a:moveTo>
                  <a:lnTo>
                    <a:pt x="3155" y="6607"/>
                  </a:lnTo>
                  <a:lnTo>
                    <a:pt x="2637" y="5310"/>
                  </a:lnTo>
                  <a:lnTo>
                    <a:pt x="2078" y="6527"/>
                  </a:lnTo>
                  <a:lnTo>
                    <a:pt x="1439" y="6487"/>
                  </a:lnTo>
                  <a:lnTo>
                    <a:pt x="2258" y="5010"/>
                  </a:lnTo>
                  <a:lnTo>
                    <a:pt x="1519" y="3392"/>
                  </a:lnTo>
                  <a:lnTo>
                    <a:pt x="2158" y="3352"/>
                  </a:lnTo>
                  <a:lnTo>
                    <a:pt x="2597" y="4570"/>
                  </a:lnTo>
                  <a:lnTo>
                    <a:pt x="2676" y="4570"/>
                  </a:lnTo>
                  <a:lnTo>
                    <a:pt x="3155" y="3272"/>
                  </a:lnTo>
                  <a:lnTo>
                    <a:pt x="3834" y="3232"/>
                  </a:lnTo>
                  <a:lnTo>
                    <a:pt x="2975" y="4949"/>
                  </a:lnTo>
                  <a:lnTo>
                    <a:pt x="3834" y="6647"/>
                  </a:lnTo>
                  <a:close/>
                  <a:moveTo>
                    <a:pt x="9543" y="8544"/>
                  </a:moveTo>
                  <a:lnTo>
                    <a:pt x="5670" y="8544"/>
                  </a:lnTo>
                  <a:lnTo>
                    <a:pt x="5670" y="8005"/>
                  </a:lnTo>
                  <a:lnTo>
                    <a:pt x="6968" y="8005"/>
                  </a:lnTo>
                  <a:lnTo>
                    <a:pt x="6968" y="7006"/>
                  </a:lnTo>
                  <a:lnTo>
                    <a:pt x="5670" y="7006"/>
                  </a:lnTo>
                  <a:lnTo>
                    <a:pt x="5670" y="6786"/>
                  </a:lnTo>
                  <a:lnTo>
                    <a:pt x="6968" y="6786"/>
                  </a:lnTo>
                  <a:lnTo>
                    <a:pt x="6968" y="5807"/>
                  </a:lnTo>
                  <a:lnTo>
                    <a:pt x="5670" y="5807"/>
                  </a:lnTo>
                  <a:lnTo>
                    <a:pt x="5670" y="5547"/>
                  </a:lnTo>
                  <a:lnTo>
                    <a:pt x="6968" y="5547"/>
                  </a:lnTo>
                  <a:lnTo>
                    <a:pt x="6968" y="4549"/>
                  </a:lnTo>
                  <a:lnTo>
                    <a:pt x="5670" y="4549"/>
                  </a:lnTo>
                  <a:lnTo>
                    <a:pt x="5670" y="4269"/>
                  </a:lnTo>
                  <a:lnTo>
                    <a:pt x="6968" y="4269"/>
                  </a:lnTo>
                  <a:lnTo>
                    <a:pt x="6968" y="3290"/>
                  </a:lnTo>
                  <a:lnTo>
                    <a:pt x="5670" y="3290"/>
                  </a:lnTo>
                  <a:lnTo>
                    <a:pt x="5670" y="3030"/>
                  </a:lnTo>
                  <a:lnTo>
                    <a:pt x="6968" y="3030"/>
                  </a:lnTo>
                  <a:lnTo>
                    <a:pt x="6968" y="2051"/>
                  </a:lnTo>
                  <a:lnTo>
                    <a:pt x="5670" y="2051"/>
                  </a:lnTo>
                  <a:lnTo>
                    <a:pt x="5670" y="1492"/>
                  </a:lnTo>
                  <a:lnTo>
                    <a:pt x="9543" y="1492"/>
                  </a:lnTo>
                  <a:lnTo>
                    <a:pt x="9543" y="8544"/>
                  </a:lnTo>
                  <a:close/>
                  <a:moveTo>
                    <a:pt x="8904" y="5809"/>
                  </a:moveTo>
                  <a:lnTo>
                    <a:pt x="7307" y="5809"/>
                  </a:lnTo>
                  <a:lnTo>
                    <a:pt x="7307" y="6787"/>
                  </a:lnTo>
                  <a:lnTo>
                    <a:pt x="8904" y="6787"/>
                  </a:lnTo>
                  <a:lnTo>
                    <a:pt x="8904" y="5809"/>
                  </a:lnTo>
                  <a:close/>
                  <a:moveTo>
                    <a:pt x="8904" y="5809"/>
                  </a:move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444C005-7182-A1D6-E57A-70DA2C206828}"/>
              </a:ext>
            </a:extLst>
          </p:cNvPr>
          <p:cNvGrpSpPr/>
          <p:nvPr/>
        </p:nvGrpSpPr>
        <p:grpSpPr>
          <a:xfrm>
            <a:off x="8105840" y="4104274"/>
            <a:ext cx="3051109" cy="378601"/>
            <a:chOff x="8105840" y="4189660"/>
            <a:chExt cx="3051109" cy="378601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904268CA-1F03-C4B6-9AAF-3797EBECC9F2}"/>
                </a:ext>
              </a:extLst>
            </p:cNvPr>
            <p:cNvSpPr/>
            <p:nvPr/>
          </p:nvSpPr>
          <p:spPr>
            <a:xfrm>
              <a:off x="8105840" y="4189660"/>
              <a:ext cx="3051109" cy="378601"/>
            </a:xfrm>
            <a:prstGeom prst="roundRect">
              <a:avLst/>
            </a:prstGeom>
            <a:solidFill>
              <a:srgbClr val="3674A4">
                <a:alpha val="10196"/>
              </a:srgbClr>
            </a:solidFill>
            <a:ln w="6350">
              <a:solidFill>
                <a:srgbClr val="367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网络爬虫程序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数据采集程序开发</a:t>
              </a:r>
            </a:p>
          </p:txBody>
        </p:sp>
        <p:sp>
          <p:nvSpPr>
            <p:cNvPr id="46" name="bug_31850">
              <a:extLst>
                <a:ext uri="{FF2B5EF4-FFF2-40B4-BE49-F238E27FC236}">
                  <a16:creationId xmlns:a16="http://schemas.microsoft.com/office/drawing/2014/main" id="{34A4F75B-97CF-EB26-ED47-E97682C499B6}"/>
                </a:ext>
              </a:extLst>
            </p:cNvPr>
            <p:cNvSpPr/>
            <p:nvPr/>
          </p:nvSpPr>
          <p:spPr>
            <a:xfrm>
              <a:off x="8150584" y="4256674"/>
              <a:ext cx="271845" cy="245476"/>
            </a:xfrm>
            <a:custGeom>
              <a:avLst/>
              <a:gdLst>
                <a:gd name="T0" fmla="*/ 3580 w 4842"/>
                <a:gd name="T1" fmla="*/ 917 h 4379"/>
                <a:gd name="T2" fmla="*/ 4331 w 4842"/>
                <a:gd name="T3" fmla="*/ 216 h 4379"/>
                <a:gd name="T4" fmla="*/ 3613 w 4842"/>
                <a:gd name="T5" fmla="*/ 1121 h 4379"/>
                <a:gd name="T6" fmla="*/ 3495 w 4842"/>
                <a:gd name="T7" fmla="*/ 1036 h 4379"/>
                <a:gd name="T8" fmla="*/ 1222 w 4842"/>
                <a:gd name="T9" fmla="*/ 1122 h 4379"/>
                <a:gd name="T10" fmla="*/ 1238 w 4842"/>
                <a:gd name="T11" fmla="*/ 917 h 4379"/>
                <a:gd name="T12" fmla="*/ 487 w 4842"/>
                <a:gd name="T13" fmla="*/ 216 h 4379"/>
                <a:gd name="T14" fmla="*/ 1206 w 4842"/>
                <a:gd name="T15" fmla="*/ 1121 h 4379"/>
                <a:gd name="T16" fmla="*/ 3965 w 4842"/>
                <a:gd name="T17" fmla="*/ 1905 h 4379"/>
                <a:gd name="T18" fmla="*/ 3857 w 4842"/>
                <a:gd name="T19" fmla="*/ 2003 h 4379"/>
                <a:gd name="T20" fmla="*/ 3956 w 4842"/>
                <a:gd name="T21" fmla="*/ 2110 h 4379"/>
                <a:gd name="T22" fmla="*/ 4735 w 4842"/>
                <a:gd name="T23" fmla="*/ 2632 h 4379"/>
                <a:gd name="T24" fmla="*/ 4824 w 4842"/>
                <a:gd name="T25" fmla="*/ 2582 h 4379"/>
                <a:gd name="T26" fmla="*/ 985 w 4842"/>
                <a:gd name="T27" fmla="*/ 2003 h 4379"/>
                <a:gd name="T28" fmla="*/ 878 w 4842"/>
                <a:gd name="T29" fmla="*/ 1904 h 4379"/>
                <a:gd name="T30" fmla="*/ 19 w 4842"/>
                <a:gd name="T31" fmla="*/ 2582 h 4379"/>
                <a:gd name="T32" fmla="*/ 107 w 4842"/>
                <a:gd name="T33" fmla="*/ 2632 h 4379"/>
                <a:gd name="T34" fmla="*/ 887 w 4842"/>
                <a:gd name="T35" fmla="*/ 2110 h 4379"/>
                <a:gd name="T36" fmla="*/ 1244 w 4842"/>
                <a:gd name="T37" fmla="*/ 1196 h 4379"/>
                <a:gd name="T38" fmla="*/ 1263 w 4842"/>
                <a:gd name="T39" fmla="*/ 1254 h 4379"/>
                <a:gd name="T40" fmla="*/ 2539 w 4842"/>
                <a:gd name="T41" fmla="*/ 1541 h 4379"/>
                <a:gd name="T42" fmla="*/ 3623 w 4842"/>
                <a:gd name="T43" fmla="*/ 1274 h 4379"/>
                <a:gd name="T44" fmla="*/ 2893 w 4842"/>
                <a:gd name="T45" fmla="*/ 545 h 4379"/>
                <a:gd name="T46" fmla="*/ 2413 w 4842"/>
                <a:gd name="T47" fmla="*/ 0 h 4379"/>
                <a:gd name="T48" fmla="*/ 1932 w 4842"/>
                <a:gd name="T49" fmla="*/ 545 h 4379"/>
                <a:gd name="T50" fmla="*/ 3675 w 4842"/>
                <a:gd name="T51" fmla="*/ 1391 h 4379"/>
                <a:gd name="T52" fmla="*/ 3618 w 4842"/>
                <a:gd name="T53" fmla="*/ 1370 h 4379"/>
                <a:gd name="T54" fmla="*/ 2593 w 4842"/>
                <a:gd name="T55" fmla="*/ 1615 h 4379"/>
                <a:gd name="T56" fmla="*/ 2423 w 4842"/>
                <a:gd name="T57" fmla="*/ 2735 h 4379"/>
                <a:gd name="T58" fmla="*/ 2271 w 4842"/>
                <a:gd name="T59" fmla="*/ 1647 h 4379"/>
                <a:gd name="T60" fmla="*/ 1224 w 4842"/>
                <a:gd name="T61" fmla="*/ 1326 h 4379"/>
                <a:gd name="T62" fmla="*/ 1169 w 4842"/>
                <a:gd name="T63" fmla="*/ 1347 h 4379"/>
                <a:gd name="T64" fmla="*/ 2413 w 4842"/>
                <a:gd name="T65" fmla="*/ 3901 h 4379"/>
                <a:gd name="T66" fmla="*/ 3675 w 4842"/>
                <a:gd name="T67" fmla="*/ 1391 h 4379"/>
                <a:gd name="T68" fmla="*/ 1269 w 4842"/>
                <a:gd name="T69" fmla="*/ 3456 h 4379"/>
                <a:gd name="T70" fmla="*/ 579 w 4842"/>
                <a:gd name="T71" fmla="*/ 4378 h 4379"/>
                <a:gd name="T72" fmla="*/ 696 w 4842"/>
                <a:gd name="T73" fmla="*/ 4291 h 4379"/>
                <a:gd name="T74" fmla="*/ 1394 w 4842"/>
                <a:gd name="T75" fmla="*/ 3531 h 4379"/>
                <a:gd name="T76" fmla="*/ 3573 w 4842"/>
                <a:gd name="T77" fmla="*/ 3456 h 4379"/>
                <a:gd name="T78" fmla="*/ 3460 w 4842"/>
                <a:gd name="T79" fmla="*/ 3608 h 4379"/>
                <a:gd name="T80" fmla="*/ 4146 w 4842"/>
                <a:gd name="T81" fmla="*/ 4291 h 4379"/>
                <a:gd name="T82" fmla="*/ 4263 w 4842"/>
                <a:gd name="T83" fmla="*/ 4378 h 4379"/>
                <a:gd name="T84" fmla="*/ 3573 w 4842"/>
                <a:gd name="T85" fmla="*/ 3456 h 4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2" h="4379">
                  <a:moveTo>
                    <a:pt x="3495" y="1036"/>
                  </a:moveTo>
                  <a:cubicBezTo>
                    <a:pt x="3486" y="980"/>
                    <a:pt x="3524" y="927"/>
                    <a:pt x="3580" y="917"/>
                  </a:cubicBezTo>
                  <a:cubicBezTo>
                    <a:pt x="3605" y="913"/>
                    <a:pt x="4186" y="813"/>
                    <a:pt x="4221" y="312"/>
                  </a:cubicBezTo>
                  <a:cubicBezTo>
                    <a:pt x="4225" y="256"/>
                    <a:pt x="4273" y="213"/>
                    <a:pt x="4331" y="216"/>
                  </a:cubicBezTo>
                  <a:cubicBezTo>
                    <a:pt x="4388" y="221"/>
                    <a:pt x="4430" y="270"/>
                    <a:pt x="4426" y="326"/>
                  </a:cubicBezTo>
                  <a:cubicBezTo>
                    <a:pt x="4380" y="992"/>
                    <a:pt x="3620" y="1120"/>
                    <a:pt x="3613" y="1121"/>
                  </a:cubicBezTo>
                  <a:cubicBezTo>
                    <a:pt x="3607" y="1122"/>
                    <a:pt x="3602" y="1122"/>
                    <a:pt x="3596" y="1122"/>
                  </a:cubicBezTo>
                  <a:cubicBezTo>
                    <a:pt x="3546" y="1122"/>
                    <a:pt x="3503" y="1086"/>
                    <a:pt x="3495" y="1036"/>
                  </a:cubicBezTo>
                  <a:close/>
                  <a:moveTo>
                    <a:pt x="1206" y="1121"/>
                  </a:moveTo>
                  <a:cubicBezTo>
                    <a:pt x="1211" y="1122"/>
                    <a:pt x="1217" y="1122"/>
                    <a:pt x="1222" y="1122"/>
                  </a:cubicBezTo>
                  <a:cubicBezTo>
                    <a:pt x="1273" y="1122"/>
                    <a:pt x="1316" y="1086"/>
                    <a:pt x="1324" y="1035"/>
                  </a:cubicBezTo>
                  <a:cubicBezTo>
                    <a:pt x="1333" y="980"/>
                    <a:pt x="1294" y="927"/>
                    <a:pt x="1238" y="917"/>
                  </a:cubicBezTo>
                  <a:cubicBezTo>
                    <a:pt x="1214" y="913"/>
                    <a:pt x="632" y="813"/>
                    <a:pt x="597" y="312"/>
                  </a:cubicBezTo>
                  <a:cubicBezTo>
                    <a:pt x="593" y="256"/>
                    <a:pt x="546" y="212"/>
                    <a:pt x="487" y="216"/>
                  </a:cubicBezTo>
                  <a:cubicBezTo>
                    <a:pt x="431" y="220"/>
                    <a:pt x="388" y="270"/>
                    <a:pt x="392" y="326"/>
                  </a:cubicBezTo>
                  <a:cubicBezTo>
                    <a:pt x="438" y="992"/>
                    <a:pt x="1198" y="1120"/>
                    <a:pt x="1206" y="1121"/>
                  </a:cubicBezTo>
                  <a:close/>
                  <a:moveTo>
                    <a:pt x="4835" y="2504"/>
                  </a:moveTo>
                  <a:cubicBezTo>
                    <a:pt x="4695" y="1941"/>
                    <a:pt x="3994" y="1906"/>
                    <a:pt x="3965" y="1905"/>
                  </a:cubicBezTo>
                  <a:lnTo>
                    <a:pt x="3959" y="1904"/>
                  </a:lnTo>
                  <a:cubicBezTo>
                    <a:pt x="3904" y="1904"/>
                    <a:pt x="3860" y="1948"/>
                    <a:pt x="3857" y="2003"/>
                  </a:cubicBezTo>
                  <a:cubicBezTo>
                    <a:pt x="3856" y="2030"/>
                    <a:pt x="3866" y="2057"/>
                    <a:pt x="3884" y="2077"/>
                  </a:cubicBezTo>
                  <a:cubicBezTo>
                    <a:pt x="3903" y="2097"/>
                    <a:pt x="3928" y="2109"/>
                    <a:pt x="3956" y="2110"/>
                  </a:cubicBezTo>
                  <a:cubicBezTo>
                    <a:pt x="3961" y="2110"/>
                    <a:pt x="4533" y="2142"/>
                    <a:pt x="4636" y="2554"/>
                  </a:cubicBezTo>
                  <a:cubicBezTo>
                    <a:pt x="4647" y="2600"/>
                    <a:pt x="4688" y="2632"/>
                    <a:pt x="4735" y="2632"/>
                  </a:cubicBezTo>
                  <a:cubicBezTo>
                    <a:pt x="4744" y="2632"/>
                    <a:pt x="4752" y="2631"/>
                    <a:pt x="4760" y="2629"/>
                  </a:cubicBezTo>
                  <a:cubicBezTo>
                    <a:pt x="4787" y="2622"/>
                    <a:pt x="4810" y="2605"/>
                    <a:pt x="4824" y="2582"/>
                  </a:cubicBezTo>
                  <a:cubicBezTo>
                    <a:pt x="4838" y="2558"/>
                    <a:pt x="4842" y="2531"/>
                    <a:pt x="4835" y="2504"/>
                  </a:cubicBezTo>
                  <a:close/>
                  <a:moveTo>
                    <a:pt x="985" y="2003"/>
                  </a:moveTo>
                  <a:cubicBezTo>
                    <a:pt x="983" y="1948"/>
                    <a:pt x="938" y="1904"/>
                    <a:pt x="882" y="1904"/>
                  </a:cubicBezTo>
                  <a:lnTo>
                    <a:pt x="878" y="1904"/>
                  </a:lnTo>
                  <a:cubicBezTo>
                    <a:pt x="848" y="1906"/>
                    <a:pt x="148" y="1941"/>
                    <a:pt x="7" y="2504"/>
                  </a:cubicBezTo>
                  <a:cubicBezTo>
                    <a:pt x="0" y="2531"/>
                    <a:pt x="5" y="2558"/>
                    <a:pt x="19" y="2582"/>
                  </a:cubicBezTo>
                  <a:cubicBezTo>
                    <a:pt x="33" y="2605"/>
                    <a:pt x="55" y="2622"/>
                    <a:pt x="82" y="2629"/>
                  </a:cubicBezTo>
                  <a:cubicBezTo>
                    <a:pt x="90" y="2631"/>
                    <a:pt x="99" y="2632"/>
                    <a:pt x="107" y="2632"/>
                  </a:cubicBezTo>
                  <a:cubicBezTo>
                    <a:pt x="154" y="2632"/>
                    <a:pt x="195" y="2600"/>
                    <a:pt x="207" y="2554"/>
                  </a:cubicBezTo>
                  <a:cubicBezTo>
                    <a:pt x="309" y="2143"/>
                    <a:pt x="881" y="2110"/>
                    <a:pt x="887" y="2110"/>
                  </a:cubicBezTo>
                  <a:cubicBezTo>
                    <a:pt x="944" y="2108"/>
                    <a:pt x="988" y="2059"/>
                    <a:pt x="985" y="2003"/>
                  </a:cubicBezTo>
                  <a:close/>
                  <a:moveTo>
                    <a:pt x="1244" y="1196"/>
                  </a:moveTo>
                  <a:lnTo>
                    <a:pt x="1223" y="1235"/>
                  </a:lnTo>
                  <a:lnTo>
                    <a:pt x="1263" y="1254"/>
                  </a:lnTo>
                  <a:cubicBezTo>
                    <a:pt x="1499" y="1361"/>
                    <a:pt x="1978" y="1541"/>
                    <a:pt x="2539" y="1541"/>
                  </a:cubicBezTo>
                  <a:lnTo>
                    <a:pt x="2539" y="1541"/>
                  </a:lnTo>
                  <a:cubicBezTo>
                    <a:pt x="2918" y="1541"/>
                    <a:pt x="3270" y="1458"/>
                    <a:pt x="3586" y="1293"/>
                  </a:cubicBezTo>
                  <a:lnTo>
                    <a:pt x="3623" y="1274"/>
                  </a:lnTo>
                  <a:lnTo>
                    <a:pt x="3603" y="1238"/>
                  </a:lnTo>
                  <a:cubicBezTo>
                    <a:pt x="3435" y="918"/>
                    <a:pt x="3184" y="674"/>
                    <a:pt x="2893" y="545"/>
                  </a:cubicBezTo>
                  <a:cubicBezTo>
                    <a:pt x="2896" y="525"/>
                    <a:pt x="2897" y="504"/>
                    <a:pt x="2897" y="484"/>
                  </a:cubicBezTo>
                  <a:cubicBezTo>
                    <a:pt x="2897" y="217"/>
                    <a:pt x="2680" y="0"/>
                    <a:pt x="2413" y="0"/>
                  </a:cubicBezTo>
                  <a:cubicBezTo>
                    <a:pt x="2146" y="0"/>
                    <a:pt x="1928" y="217"/>
                    <a:pt x="1928" y="484"/>
                  </a:cubicBezTo>
                  <a:cubicBezTo>
                    <a:pt x="1928" y="504"/>
                    <a:pt x="1930" y="525"/>
                    <a:pt x="1932" y="545"/>
                  </a:cubicBezTo>
                  <a:cubicBezTo>
                    <a:pt x="1655" y="668"/>
                    <a:pt x="1412" y="897"/>
                    <a:pt x="1244" y="1196"/>
                  </a:cubicBezTo>
                  <a:close/>
                  <a:moveTo>
                    <a:pt x="3675" y="1391"/>
                  </a:moveTo>
                  <a:lnTo>
                    <a:pt x="3658" y="1349"/>
                  </a:lnTo>
                  <a:lnTo>
                    <a:pt x="3618" y="1370"/>
                  </a:lnTo>
                  <a:cubicBezTo>
                    <a:pt x="3356" y="1505"/>
                    <a:pt x="2932" y="1584"/>
                    <a:pt x="2622" y="1612"/>
                  </a:cubicBezTo>
                  <a:lnTo>
                    <a:pt x="2593" y="1615"/>
                  </a:lnTo>
                  <a:lnTo>
                    <a:pt x="2586" y="1643"/>
                  </a:lnTo>
                  <a:cubicBezTo>
                    <a:pt x="2502" y="1968"/>
                    <a:pt x="2452" y="2366"/>
                    <a:pt x="2423" y="2735"/>
                  </a:cubicBezTo>
                  <a:cubicBezTo>
                    <a:pt x="2377" y="2148"/>
                    <a:pt x="2309" y="1650"/>
                    <a:pt x="2308" y="1642"/>
                  </a:cubicBezTo>
                  <a:lnTo>
                    <a:pt x="2271" y="1647"/>
                  </a:lnTo>
                  <a:lnTo>
                    <a:pt x="2273" y="1607"/>
                  </a:lnTo>
                  <a:cubicBezTo>
                    <a:pt x="1734" y="1549"/>
                    <a:pt x="1304" y="1362"/>
                    <a:pt x="1224" y="1326"/>
                  </a:cubicBezTo>
                  <a:lnTo>
                    <a:pt x="1186" y="1309"/>
                  </a:lnTo>
                  <a:lnTo>
                    <a:pt x="1169" y="1347"/>
                  </a:lnTo>
                  <a:cubicBezTo>
                    <a:pt x="1057" y="1598"/>
                    <a:pt x="997" y="1884"/>
                    <a:pt x="997" y="2172"/>
                  </a:cubicBezTo>
                  <a:cubicBezTo>
                    <a:pt x="997" y="3125"/>
                    <a:pt x="1632" y="3901"/>
                    <a:pt x="2413" y="3901"/>
                  </a:cubicBezTo>
                  <a:cubicBezTo>
                    <a:pt x="3193" y="3901"/>
                    <a:pt x="3828" y="3126"/>
                    <a:pt x="3828" y="2172"/>
                  </a:cubicBezTo>
                  <a:cubicBezTo>
                    <a:pt x="3828" y="1897"/>
                    <a:pt x="3777" y="1634"/>
                    <a:pt x="3675" y="1391"/>
                  </a:cubicBezTo>
                  <a:close/>
                  <a:moveTo>
                    <a:pt x="1294" y="3452"/>
                  </a:moveTo>
                  <a:cubicBezTo>
                    <a:pt x="1286" y="3452"/>
                    <a:pt x="1277" y="3453"/>
                    <a:pt x="1269" y="3456"/>
                  </a:cubicBezTo>
                  <a:cubicBezTo>
                    <a:pt x="1241" y="3463"/>
                    <a:pt x="584" y="3634"/>
                    <a:pt x="492" y="4261"/>
                  </a:cubicBezTo>
                  <a:cubicBezTo>
                    <a:pt x="484" y="4317"/>
                    <a:pt x="523" y="4370"/>
                    <a:pt x="579" y="4378"/>
                  </a:cubicBezTo>
                  <a:cubicBezTo>
                    <a:pt x="584" y="4379"/>
                    <a:pt x="589" y="4379"/>
                    <a:pt x="594" y="4379"/>
                  </a:cubicBezTo>
                  <a:cubicBezTo>
                    <a:pt x="645" y="4379"/>
                    <a:pt x="689" y="4341"/>
                    <a:pt x="696" y="4291"/>
                  </a:cubicBezTo>
                  <a:cubicBezTo>
                    <a:pt x="767" y="3804"/>
                    <a:pt x="1314" y="3657"/>
                    <a:pt x="1319" y="3655"/>
                  </a:cubicBezTo>
                  <a:cubicBezTo>
                    <a:pt x="1374" y="3642"/>
                    <a:pt x="1408" y="3586"/>
                    <a:pt x="1394" y="3531"/>
                  </a:cubicBezTo>
                  <a:cubicBezTo>
                    <a:pt x="1382" y="3485"/>
                    <a:pt x="1341" y="3452"/>
                    <a:pt x="1294" y="3452"/>
                  </a:cubicBezTo>
                  <a:close/>
                  <a:moveTo>
                    <a:pt x="3573" y="3456"/>
                  </a:moveTo>
                  <a:cubicBezTo>
                    <a:pt x="3519" y="3442"/>
                    <a:pt x="3462" y="3476"/>
                    <a:pt x="3448" y="3530"/>
                  </a:cubicBezTo>
                  <a:cubicBezTo>
                    <a:pt x="3442" y="3557"/>
                    <a:pt x="3446" y="3585"/>
                    <a:pt x="3460" y="3608"/>
                  </a:cubicBezTo>
                  <a:cubicBezTo>
                    <a:pt x="3474" y="3632"/>
                    <a:pt x="3497" y="3649"/>
                    <a:pt x="3523" y="3655"/>
                  </a:cubicBezTo>
                  <a:cubicBezTo>
                    <a:pt x="3529" y="3657"/>
                    <a:pt x="4075" y="3802"/>
                    <a:pt x="4146" y="4291"/>
                  </a:cubicBezTo>
                  <a:cubicBezTo>
                    <a:pt x="4154" y="4341"/>
                    <a:pt x="4197" y="4379"/>
                    <a:pt x="4248" y="4379"/>
                  </a:cubicBezTo>
                  <a:cubicBezTo>
                    <a:pt x="4253" y="4379"/>
                    <a:pt x="4258" y="4379"/>
                    <a:pt x="4263" y="4378"/>
                  </a:cubicBezTo>
                  <a:cubicBezTo>
                    <a:pt x="4319" y="4370"/>
                    <a:pt x="4358" y="4317"/>
                    <a:pt x="4350" y="4261"/>
                  </a:cubicBezTo>
                  <a:cubicBezTo>
                    <a:pt x="4259" y="3634"/>
                    <a:pt x="3601" y="3462"/>
                    <a:pt x="3573" y="3456"/>
                  </a:cubicBezTo>
                  <a:close/>
                </a:path>
              </a:pathLst>
            </a:custGeom>
            <a:solidFill>
              <a:srgbClr val="367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2DE528B-DC1F-9BEC-D1A3-50E1496D8268}"/>
              </a:ext>
            </a:extLst>
          </p:cNvPr>
          <p:cNvGrpSpPr/>
          <p:nvPr/>
        </p:nvGrpSpPr>
        <p:grpSpPr>
          <a:xfrm>
            <a:off x="7333210" y="5425508"/>
            <a:ext cx="3051109" cy="378601"/>
            <a:chOff x="7097369" y="5471193"/>
            <a:chExt cx="3051109" cy="378601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DF8B121F-A1FB-47A0-50F4-9BDED263029B}"/>
                </a:ext>
              </a:extLst>
            </p:cNvPr>
            <p:cNvSpPr/>
            <p:nvPr/>
          </p:nvSpPr>
          <p:spPr>
            <a:xfrm>
              <a:off x="7097369" y="5471193"/>
              <a:ext cx="3051109" cy="378601"/>
            </a:xfrm>
            <a:prstGeom prst="roundRect">
              <a:avLst/>
            </a:prstGeom>
            <a:solidFill>
              <a:srgbClr val="FFD343">
                <a:alpha val="20000"/>
              </a:srgbClr>
            </a:solidFill>
            <a:ln w="6350">
              <a:solidFill>
                <a:srgbClr val="FFD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ctr"/>
            <a:lstStyle/>
            <a:p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 Web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应用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网站服务端程序开发</a:t>
              </a:r>
            </a:p>
          </p:txBody>
        </p:sp>
        <p:sp>
          <p:nvSpPr>
            <p:cNvPr id="64" name="world-wide-black-symbol_20155">
              <a:extLst>
                <a:ext uri="{FF2B5EF4-FFF2-40B4-BE49-F238E27FC236}">
                  <a16:creationId xmlns:a16="http://schemas.microsoft.com/office/drawing/2014/main" id="{0F9C9919-56CF-CDFD-EBD9-9689BCCE6169}"/>
                </a:ext>
              </a:extLst>
            </p:cNvPr>
            <p:cNvSpPr/>
            <p:nvPr/>
          </p:nvSpPr>
          <p:spPr>
            <a:xfrm>
              <a:off x="7152393" y="5505240"/>
              <a:ext cx="313303" cy="310506"/>
            </a:xfrm>
            <a:custGeom>
              <a:avLst/>
              <a:gdLst>
                <a:gd name="connsiteX0" fmla="*/ 453594 w 608697"/>
                <a:gd name="connsiteY0" fmla="*/ 454582 h 603263"/>
                <a:gd name="connsiteX1" fmla="*/ 525289 w 608697"/>
                <a:gd name="connsiteY1" fmla="*/ 510235 h 603263"/>
                <a:gd name="connsiteX2" fmla="*/ 330387 w 608697"/>
                <a:gd name="connsiteY2" fmla="*/ 603263 h 603263"/>
                <a:gd name="connsiteX3" fmla="*/ 453594 w 608697"/>
                <a:gd name="connsiteY3" fmla="*/ 454582 h 603263"/>
                <a:gd name="connsiteX4" fmla="*/ 155235 w 608697"/>
                <a:gd name="connsiteY4" fmla="*/ 454582 h 603263"/>
                <a:gd name="connsiteX5" fmla="*/ 278309 w 608697"/>
                <a:gd name="connsiteY5" fmla="*/ 603263 h 603263"/>
                <a:gd name="connsiteX6" fmla="*/ 83549 w 608697"/>
                <a:gd name="connsiteY6" fmla="*/ 510235 h 603263"/>
                <a:gd name="connsiteX7" fmla="*/ 155235 w 608697"/>
                <a:gd name="connsiteY7" fmla="*/ 454582 h 603263"/>
                <a:gd name="connsiteX8" fmla="*/ 315145 w 608697"/>
                <a:gd name="connsiteY8" fmla="*/ 416194 h 603263"/>
                <a:gd name="connsiteX9" fmla="*/ 437011 w 608697"/>
                <a:gd name="connsiteY9" fmla="*/ 445826 h 603263"/>
                <a:gd name="connsiteX10" fmla="*/ 315145 w 608697"/>
                <a:gd name="connsiteY10" fmla="*/ 591055 h 603263"/>
                <a:gd name="connsiteX11" fmla="*/ 293693 w 608697"/>
                <a:gd name="connsiteY11" fmla="*/ 416194 h 603263"/>
                <a:gd name="connsiteX12" fmla="*/ 293693 w 608697"/>
                <a:gd name="connsiteY12" fmla="*/ 591055 h 603263"/>
                <a:gd name="connsiteX13" fmla="*/ 171756 w 608697"/>
                <a:gd name="connsiteY13" fmla="*/ 445826 h 603263"/>
                <a:gd name="connsiteX14" fmla="*/ 293693 w 608697"/>
                <a:gd name="connsiteY14" fmla="*/ 416194 h 603263"/>
                <a:gd name="connsiteX15" fmla="*/ 485247 w 608697"/>
                <a:gd name="connsiteY15" fmla="*/ 310981 h 603263"/>
                <a:gd name="connsiteX16" fmla="*/ 608697 w 608697"/>
                <a:gd name="connsiteY16" fmla="*/ 310981 h 603263"/>
                <a:gd name="connsiteX17" fmla="*/ 537936 w 608697"/>
                <a:gd name="connsiteY17" fmla="*/ 496144 h 603263"/>
                <a:gd name="connsiteX18" fmla="*/ 460721 w 608697"/>
                <a:gd name="connsiteY18" fmla="*/ 437000 h 603263"/>
                <a:gd name="connsiteX19" fmla="*/ 485247 w 608697"/>
                <a:gd name="connsiteY19" fmla="*/ 310981 h 603263"/>
                <a:gd name="connsiteX20" fmla="*/ 315145 w 608697"/>
                <a:gd name="connsiteY20" fmla="*/ 310981 h 603263"/>
                <a:gd name="connsiteX21" fmla="*/ 466578 w 608697"/>
                <a:gd name="connsiteY21" fmla="*/ 310981 h 603263"/>
                <a:gd name="connsiteX22" fmla="*/ 443939 w 608697"/>
                <a:gd name="connsiteY22" fmla="*/ 428472 h 603263"/>
                <a:gd name="connsiteX23" fmla="*/ 315145 w 608697"/>
                <a:gd name="connsiteY23" fmla="*/ 397430 h 603263"/>
                <a:gd name="connsiteX24" fmla="*/ 142189 w 608697"/>
                <a:gd name="connsiteY24" fmla="*/ 310981 h 603263"/>
                <a:gd name="connsiteX25" fmla="*/ 293693 w 608697"/>
                <a:gd name="connsiteY25" fmla="*/ 310981 h 603263"/>
                <a:gd name="connsiteX26" fmla="*/ 293693 w 608697"/>
                <a:gd name="connsiteY26" fmla="*/ 397448 h 603263"/>
                <a:gd name="connsiteX27" fmla="*/ 164721 w 608697"/>
                <a:gd name="connsiteY27" fmla="*/ 428613 h 603263"/>
                <a:gd name="connsiteX28" fmla="*/ 142189 w 608697"/>
                <a:gd name="connsiteY28" fmla="*/ 310981 h 603263"/>
                <a:gd name="connsiteX29" fmla="*/ 0 w 608697"/>
                <a:gd name="connsiteY29" fmla="*/ 310981 h 603263"/>
                <a:gd name="connsiteX30" fmla="*/ 123528 w 608697"/>
                <a:gd name="connsiteY30" fmla="*/ 310981 h 603263"/>
                <a:gd name="connsiteX31" fmla="*/ 148046 w 608697"/>
                <a:gd name="connsiteY31" fmla="*/ 437000 h 603263"/>
                <a:gd name="connsiteX32" fmla="*/ 70856 w 608697"/>
                <a:gd name="connsiteY32" fmla="*/ 496144 h 603263"/>
                <a:gd name="connsiteX33" fmla="*/ 0 w 608697"/>
                <a:gd name="connsiteY33" fmla="*/ 310981 h 603263"/>
                <a:gd name="connsiteX34" fmla="*/ 443939 w 608697"/>
                <a:gd name="connsiteY34" fmla="*/ 174720 h 603263"/>
                <a:gd name="connsiteX35" fmla="*/ 466578 w 608697"/>
                <a:gd name="connsiteY35" fmla="*/ 292352 h 603263"/>
                <a:gd name="connsiteX36" fmla="*/ 315145 w 608697"/>
                <a:gd name="connsiteY36" fmla="*/ 292352 h 603263"/>
                <a:gd name="connsiteX37" fmla="*/ 315145 w 608697"/>
                <a:gd name="connsiteY37" fmla="*/ 205768 h 603263"/>
                <a:gd name="connsiteX38" fmla="*/ 443939 w 608697"/>
                <a:gd name="connsiteY38" fmla="*/ 174720 h 603263"/>
                <a:gd name="connsiteX39" fmla="*/ 164721 w 608697"/>
                <a:gd name="connsiteY39" fmla="*/ 174720 h 603263"/>
                <a:gd name="connsiteX40" fmla="*/ 293693 w 608697"/>
                <a:gd name="connsiteY40" fmla="*/ 205768 h 603263"/>
                <a:gd name="connsiteX41" fmla="*/ 293693 w 608697"/>
                <a:gd name="connsiteY41" fmla="*/ 292352 h 603263"/>
                <a:gd name="connsiteX42" fmla="*/ 142189 w 608697"/>
                <a:gd name="connsiteY42" fmla="*/ 292352 h 603263"/>
                <a:gd name="connsiteX43" fmla="*/ 164721 w 608697"/>
                <a:gd name="connsiteY43" fmla="*/ 174720 h 603263"/>
                <a:gd name="connsiteX44" fmla="*/ 537819 w 608697"/>
                <a:gd name="connsiteY44" fmla="*/ 107118 h 603263"/>
                <a:gd name="connsiteX45" fmla="*/ 608697 w 608697"/>
                <a:gd name="connsiteY45" fmla="*/ 292352 h 603263"/>
                <a:gd name="connsiteX46" fmla="*/ 485247 w 608697"/>
                <a:gd name="connsiteY46" fmla="*/ 292352 h 603263"/>
                <a:gd name="connsiteX47" fmla="*/ 460721 w 608697"/>
                <a:gd name="connsiteY47" fmla="*/ 166168 h 603263"/>
                <a:gd name="connsiteX48" fmla="*/ 537819 w 608697"/>
                <a:gd name="connsiteY48" fmla="*/ 107118 h 603263"/>
                <a:gd name="connsiteX49" fmla="*/ 70856 w 608697"/>
                <a:gd name="connsiteY49" fmla="*/ 107118 h 603263"/>
                <a:gd name="connsiteX50" fmla="*/ 148046 w 608697"/>
                <a:gd name="connsiteY50" fmla="*/ 166168 h 603263"/>
                <a:gd name="connsiteX51" fmla="*/ 123528 w 608697"/>
                <a:gd name="connsiteY51" fmla="*/ 292352 h 603263"/>
                <a:gd name="connsiteX52" fmla="*/ 0 w 608697"/>
                <a:gd name="connsiteY52" fmla="*/ 292352 h 603263"/>
                <a:gd name="connsiteX53" fmla="*/ 70856 w 608697"/>
                <a:gd name="connsiteY53" fmla="*/ 107118 h 603263"/>
                <a:gd name="connsiteX54" fmla="*/ 315145 w 608697"/>
                <a:gd name="connsiteY54" fmla="*/ 12278 h 603263"/>
                <a:gd name="connsiteX55" fmla="*/ 437011 w 608697"/>
                <a:gd name="connsiteY55" fmla="*/ 157390 h 603263"/>
                <a:gd name="connsiteX56" fmla="*/ 315145 w 608697"/>
                <a:gd name="connsiteY56" fmla="*/ 187139 h 603263"/>
                <a:gd name="connsiteX57" fmla="*/ 293693 w 608697"/>
                <a:gd name="connsiteY57" fmla="*/ 12278 h 603263"/>
                <a:gd name="connsiteX58" fmla="*/ 293693 w 608697"/>
                <a:gd name="connsiteY58" fmla="*/ 187139 h 603263"/>
                <a:gd name="connsiteX59" fmla="*/ 171756 w 608697"/>
                <a:gd name="connsiteY59" fmla="*/ 157390 h 603263"/>
                <a:gd name="connsiteX60" fmla="*/ 293693 w 608697"/>
                <a:gd name="connsiteY60" fmla="*/ 12278 h 603263"/>
                <a:gd name="connsiteX61" fmla="*/ 330387 w 608697"/>
                <a:gd name="connsiteY61" fmla="*/ 0 h 603263"/>
                <a:gd name="connsiteX62" fmla="*/ 525289 w 608697"/>
                <a:gd name="connsiteY62" fmla="*/ 93101 h 603263"/>
                <a:gd name="connsiteX63" fmla="*/ 453594 w 608697"/>
                <a:gd name="connsiteY63" fmla="*/ 148611 h 603263"/>
                <a:gd name="connsiteX64" fmla="*/ 330387 w 608697"/>
                <a:gd name="connsiteY64" fmla="*/ 0 h 603263"/>
                <a:gd name="connsiteX65" fmla="*/ 278309 w 608697"/>
                <a:gd name="connsiteY65" fmla="*/ 0 h 603263"/>
                <a:gd name="connsiteX66" fmla="*/ 155235 w 608697"/>
                <a:gd name="connsiteY66" fmla="*/ 148611 h 603263"/>
                <a:gd name="connsiteX67" fmla="*/ 83549 w 608697"/>
                <a:gd name="connsiteY67" fmla="*/ 93101 h 603263"/>
                <a:gd name="connsiteX68" fmla="*/ 278309 w 608697"/>
                <a:gd name="connsiteY68" fmla="*/ 0 h 60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8697" h="603263">
                  <a:moveTo>
                    <a:pt x="453594" y="454582"/>
                  </a:moveTo>
                  <a:cubicBezTo>
                    <a:pt x="480230" y="469579"/>
                    <a:pt x="504285" y="488091"/>
                    <a:pt x="525289" y="510235"/>
                  </a:cubicBezTo>
                  <a:cubicBezTo>
                    <a:pt x="473894" y="564130"/>
                    <a:pt x="404311" y="597288"/>
                    <a:pt x="330387" y="603263"/>
                  </a:cubicBezTo>
                  <a:cubicBezTo>
                    <a:pt x="383542" y="567880"/>
                    <a:pt x="426489" y="516093"/>
                    <a:pt x="453594" y="454582"/>
                  </a:cubicBezTo>
                  <a:close/>
                  <a:moveTo>
                    <a:pt x="155235" y="454582"/>
                  </a:moveTo>
                  <a:cubicBezTo>
                    <a:pt x="182220" y="516093"/>
                    <a:pt x="225278" y="567880"/>
                    <a:pt x="278309" y="603263"/>
                  </a:cubicBezTo>
                  <a:cubicBezTo>
                    <a:pt x="204511" y="597288"/>
                    <a:pt x="134937" y="564130"/>
                    <a:pt x="83549" y="510235"/>
                  </a:cubicBezTo>
                  <a:cubicBezTo>
                    <a:pt x="104550" y="488091"/>
                    <a:pt x="128602" y="469462"/>
                    <a:pt x="155235" y="454582"/>
                  </a:cubicBezTo>
                  <a:close/>
                  <a:moveTo>
                    <a:pt x="315145" y="416194"/>
                  </a:moveTo>
                  <a:cubicBezTo>
                    <a:pt x="357722" y="417365"/>
                    <a:pt x="398657" y="427438"/>
                    <a:pt x="437011" y="445826"/>
                  </a:cubicBezTo>
                  <a:cubicBezTo>
                    <a:pt x="410620" y="506494"/>
                    <a:pt x="367926" y="557324"/>
                    <a:pt x="315145" y="591055"/>
                  </a:cubicBezTo>
                  <a:close/>
                  <a:moveTo>
                    <a:pt x="293693" y="416194"/>
                  </a:moveTo>
                  <a:lnTo>
                    <a:pt x="293693" y="591055"/>
                  </a:lnTo>
                  <a:cubicBezTo>
                    <a:pt x="240881" y="557324"/>
                    <a:pt x="198162" y="506494"/>
                    <a:pt x="171756" y="445826"/>
                  </a:cubicBezTo>
                  <a:cubicBezTo>
                    <a:pt x="210133" y="427438"/>
                    <a:pt x="250974" y="417365"/>
                    <a:pt x="293693" y="416194"/>
                  </a:cubicBezTo>
                  <a:close/>
                  <a:moveTo>
                    <a:pt x="485247" y="310981"/>
                  </a:moveTo>
                  <a:lnTo>
                    <a:pt x="608697" y="310981"/>
                  </a:lnTo>
                  <a:cubicBezTo>
                    <a:pt x="606702" y="379026"/>
                    <a:pt x="581707" y="444027"/>
                    <a:pt x="537936" y="496144"/>
                  </a:cubicBezTo>
                  <a:cubicBezTo>
                    <a:pt x="515288" y="472603"/>
                    <a:pt x="489354" y="452811"/>
                    <a:pt x="460721" y="437000"/>
                  </a:cubicBezTo>
                  <a:cubicBezTo>
                    <a:pt x="475976" y="396828"/>
                    <a:pt x="484191" y="354549"/>
                    <a:pt x="485247" y="310981"/>
                  </a:cubicBezTo>
                  <a:close/>
                  <a:moveTo>
                    <a:pt x="315145" y="310981"/>
                  </a:moveTo>
                  <a:lnTo>
                    <a:pt x="466578" y="310981"/>
                  </a:lnTo>
                  <a:cubicBezTo>
                    <a:pt x="465522" y="351628"/>
                    <a:pt x="458015" y="390987"/>
                    <a:pt x="443939" y="428472"/>
                  </a:cubicBezTo>
                  <a:cubicBezTo>
                    <a:pt x="403354" y="409144"/>
                    <a:pt x="360188" y="398719"/>
                    <a:pt x="315145" y="397430"/>
                  </a:cubicBezTo>
                  <a:close/>
                  <a:moveTo>
                    <a:pt x="142189" y="310981"/>
                  </a:moveTo>
                  <a:lnTo>
                    <a:pt x="293693" y="310981"/>
                  </a:lnTo>
                  <a:lnTo>
                    <a:pt x="293693" y="397448"/>
                  </a:lnTo>
                  <a:cubicBezTo>
                    <a:pt x="248629" y="398736"/>
                    <a:pt x="205325" y="409164"/>
                    <a:pt x="164721" y="428613"/>
                  </a:cubicBezTo>
                  <a:cubicBezTo>
                    <a:pt x="150756" y="391004"/>
                    <a:pt x="143128" y="351637"/>
                    <a:pt x="142189" y="310981"/>
                  </a:cubicBezTo>
                  <a:close/>
                  <a:moveTo>
                    <a:pt x="0" y="310981"/>
                  </a:moveTo>
                  <a:lnTo>
                    <a:pt x="123528" y="310981"/>
                  </a:lnTo>
                  <a:cubicBezTo>
                    <a:pt x="124466" y="354549"/>
                    <a:pt x="132796" y="396828"/>
                    <a:pt x="148046" y="437000"/>
                  </a:cubicBezTo>
                  <a:cubicBezTo>
                    <a:pt x="119305" y="452811"/>
                    <a:pt x="93496" y="472603"/>
                    <a:pt x="70856" y="496144"/>
                  </a:cubicBezTo>
                  <a:cubicBezTo>
                    <a:pt x="26981" y="444027"/>
                    <a:pt x="2112" y="379026"/>
                    <a:pt x="0" y="310981"/>
                  </a:cubicBezTo>
                  <a:close/>
                  <a:moveTo>
                    <a:pt x="443939" y="174720"/>
                  </a:moveTo>
                  <a:cubicBezTo>
                    <a:pt x="458015" y="212212"/>
                    <a:pt x="465522" y="251696"/>
                    <a:pt x="466578" y="292352"/>
                  </a:cubicBezTo>
                  <a:lnTo>
                    <a:pt x="315145" y="292352"/>
                  </a:lnTo>
                  <a:lnTo>
                    <a:pt x="315145" y="205768"/>
                  </a:lnTo>
                  <a:cubicBezTo>
                    <a:pt x="360188" y="204479"/>
                    <a:pt x="403354" y="194052"/>
                    <a:pt x="443939" y="174720"/>
                  </a:cubicBezTo>
                  <a:close/>
                  <a:moveTo>
                    <a:pt x="164721" y="174720"/>
                  </a:moveTo>
                  <a:cubicBezTo>
                    <a:pt x="205325" y="194052"/>
                    <a:pt x="248629" y="204479"/>
                    <a:pt x="293693" y="205768"/>
                  </a:cubicBezTo>
                  <a:lnTo>
                    <a:pt x="293693" y="292352"/>
                  </a:lnTo>
                  <a:lnTo>
                    <a:pt x="142189" y="292352"/>
                  </a:lnTo>
                  <a:cubicBezTo>
                    <a:pt x="143128" y="251696"/>
                    <a:pt x="150756" y="212212"/>
                    <a:pt x="164721" y="174720"/>
                  </a:cubicBezTo>
                  <a:close/>
                  <a:moveTo>
                    <a:pt x="537819" y="107118"/>
                  </a:moveTo>
                  <a:cubicBezTo>
                    <a:pt x="581707" y="159255"/>
                    <a:pt x="606702" y="224280"/>
                    <a:pt x="608697" y="292352"/>
                  </a:cubicBezTo>
                  <a:lnTo>
                    <a:pt x="485247" y="292352"/>
                  </a:lnTo>
                  <a:cubicBezTo>
                    <a:pt x="484191" y="248767"/>
                    <a:pt x="475976" y="206355"/>
                    <a:pt x="460721" y="166168"/>
                  </a:cubicBezTo>
                  <a:cubicBezTo>
                    <a:pt x="489354" y="150468"/>
                    <a:pt x="515288" y="130668"/>
                    <a:pt x="537819" y="107118"/>
                  </a:cubicBezTo>
                  <a:close/>
                  <a:moveTo>
                    <a:pt x="70856" y="107118"/>
                  </a:moveTo>
                  <a:cubicBezTo>
                    <a:pt x="93496" y="130668"/>
                    <a:pt x="119305" y="150468"/>
                    <a:pt x="148046" y="166168"/>
                  </a:cubicBezTo>
                  <a:cubicBezTo>
                    <a:pt x="132796" y="206355"/>
                    <a:pt x="124466" y="248767"/>
                    <a:pt x="123528" y="292352"/>
                  </a:cubicBezTo>
                  <a:lnTo>
                    <a:pt x="0" y="292352"/>
                  </a:lnTo>
                  <a:cubicBezTo>
                    <a:pt x="2112" y="224280"/>
                    <a:pt x="26981" y="159138"/>
                    <a:pt x="70856" y="107118"/>
                  </a:cubicBezTo>
                  <a:close/>
                  <a:moveTo>
                    <a:pt x="315145" y="12278"/>
                  </a:moveTo>
                  <a:cubicBezTo>
                    <a:pt x="367926" y="45892"/>
                    <a:pt x="410620" y="96722"/>
                    <a:pt x="437011" y="157390"/>
                  </a:cubicBezTo>
                  <a:cubicBezTo>
                    <a:pt x="398657" y="175895"/>
                    <a:pt x="357722" y="185851"/>
                    <a:pt x="315145" y="187139"/>
                  </a:cubicBezTo>
                  <a:close/>
                  <a:moveTo>
                    <a:pt x="293693" y="12278"/>
                  </a:moveTo>
                  <a:lnTo>
                    <a:pt x="293693" y="187139"/>
                  </a:lnTo>
                  <a:cubicBezTo>
                    <a:pt x="250974" y="185851"/>
                    <a:pt x="210133" y="175895"/>
                    <a:pt x="171756" y="157390"/>
                  </a:cubicBezTo>
                  <a:cubicBezTo>
                    <a:pt x="198162" y="96722"/>
                    <a:pt x="240881" y="45892"/>
                    <a:pt x="293693" y="12278"/>
                  </a:cubicBezTo>
                  <a:close/>
                  <a:moveTo>
                    <a:pt x="330387" y="0"/>
                  </a:moveTo>
                  <a:cubicBezTo>
                    <a:pt x="404311" y="6090"/>
                    <a:pt x="473777" y="39231"/>
                    <a:pt x="525289" y="93101"/>
                  </a:cubicBezTo>
                  <a:cubicBezTo>
                    <a:pt x="504285" y="115118"/>
                    <a:pt x="480230" y="133738"/>
                    <a:pt x="453594" y="148611"/>
                  </a:cubicBezTo>
                  <a:cubicBezTo>
                    <a:pt x="426489" y="87246"/>
                    <a:pt x="383542" y="35367"/>
                    <a:pt x="330387" y="0"/>
                  </a:cubicBezTo>
                  <a:close/>
                  <a:moveTo>
                    <a:pt x="278309" y="0"/>
                  </a:moveTo>
                  <a:cubicBezTo>
                    <a:pt x="225278" y="35367"/>
                    <a:pt x="182220" y="87246"/>
                    <a:pt x="155235" y="148611"/>
                  </a:cubicBezTo>
                  <a:cubicBezTo>
                    <a:pt x="128602" y="133738"/>
                    <a:pt x="104550" y="115118"/>
                    <a:pt x="83549" y="93101"/>
                  </a:cubicBezTo>
                  <a:cubicBezTo>
                    <a:pt x="134937" y="39231"/>
                    <a:pt x="204394" y="6090"/>
                    <a:pt x="278309" y="0"/>
                  </a:cubicBezTo>
                  <a:close/>
                </a:path>
              </a:pathLst>
            </a:custGeom>
            <a:solidFill>
              <a:srgbClr val="FFD3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9AEC9E7-1DE3-BDB2-5833-1DD141A067A8}"/>
              </a:ext>
            </a:extLst>
          </p:cNvPr>
          <p:cNvGrpSpPr/>
          <p:nvPr/>
        </p:nvGrpSpPr>
        <p:grpSpPr>
          <a:xfrm>
            <a:off x="1431244" y="4104274"/>
            <a:ext cx="2637836" cy="378601"/>
            <a:chOff x="1431244" y="4256674"/>
            <a:chExt cx="2637836" cy="378601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D7772C4B-CAF3-5FCE-8DBB-B8A9FAD25C2B}"/>
                </a:ext>
              </a:extLst>
            </p:cNvPr>
            <p:cNvSpPr/>
            <p:nvPr/>
          </p:nvSpPr>
          <p:spPr>
            <a:xfrm>
              <a:off x="1431244" y="4256674"/>
              <a:ext cx="2637836" cy="378601"/>
            </a:xfrm>
            <a:prstGeom prst="roundRect">
              <a:avLst/>
            </a:prstGeom>
            <a:solidFill>
              <a:srgbClr val="FFD343">
                <a:alpha val="20000"/>
              </a:srgbClr>
            </a:solidFill>
            <a:ln w="6350">
              <a:solidFill>
                <a:srgbClr val="FFD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rtlCol="0" anchor="ctr"/>
            <a:lstStyle/>
            <a:p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 大数据开发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分布式计算开发</a:t>
              </a:r>
            </a:p>
          </p:txBody>
        </p:sp>
        <p:sp>
          <p:nvSpPr>
            <p:cNvPr id="53" name="servers_87161">
              <a:extLst>
                <a:ext uri="{FF2B5EF4-FFF2-40B4-BE49-F238E27FC236}">
                  <a16:creationId xmlns:a16="http://schemas.microsoft.com/office/drawing/2014/main" id="{E2A9E5F8-FD08-3278-7E8E-902D9CF7D901}"/>
                </a:ext>
              </a:extLst>
            </p:cNvPr>
            <p:cNvSpPr/>
            <p:nvPr/>
          </p:nvSpPr>
          <p:spPr>
            <a:xfrm>
              <a:off x="1491752" y="4323688"/>
              <a:ext cx="410887" cy="245476"/>
            </a:xfrm>
            <a:custGeom>
              <a:avLst/>
              <a:gdLst>
                <a:gd name="connsiteX0" fmla="*/ 206878 w 607939"/>
                <a:gd name="connsiteY0" fmla="*/ 290826 h 363200"/>
                <a:gd name="connsiteX1" fmla="*/ 206878 w 607939"/>
                <a:gd name="connsiteY1" fmla="*/ 316727 h 363200"/>
                <a:gd name="connsiteX2" fmla="*/ 233806 w 607939"/>
                <a:gd name="connsiteY2" fmla="*/ 330235 h 363200"/>
                <a:gd name="connsiteX3" fmla="*/ 303422 w 607939"/>
                <a:gd name="connsiteY3" fmla="*/ 338414 h 363200"/>
                <a:gd name="connsiteX4" fmla="*/ 373038 w 607939"/>
                <a:gd name="connsiteY4" fmla="*/ 330235 h 363200"/>
                <a:gd name="connsiteX5" fmla="*/ 400090 w 607939"/>
                <a:gd name="connsiteY5" fmla="*/ 316727 h 363200"/>
                <a:gd name="connsiteX6" fmla="*/ 400090 w 607939"/>
                <a:gd name="connsiteY6" fmla="*/ 291074 h 363200"/>
                <a:gd name="connsiteX7" fmla="*/ 384579 w 607939"/>
                <a:gd name="connsiteY7" fmla="*/ 297022 h 363200"/>
                <a:gd name="connsiteX8" fmla="*/ 303794 w 607939"/>
                <a:gd name="connsiteY8" fmla="*/ 307432 h 363200"/>
                <a:gd name="connsiteX9" fmla="*/ 223010 w 607939"/>
                <a:gd name="connsiteY9" fmla="*/ 297022 h 363200"/>
                <a:gd name="connsiteX10" fmla="*/ 206878 w 607939"/>
                <a:gd name="connsiteY10" fmla="*/ 290826 h 363200"/>
                <a:gd name="connsiteX11" fmla="*/ 206878 w 607939"/>
                <a:gd name="connsiteY11" fmla="*/ 228985 h 363200"/>
                <a:gd name="connsiteX12" fmla="*/ 206878 w 607939"/>
                <a:gd name="connsiteY12" fmla="*/ 261331 h 363200"/>
                <a:gd name="connsiteX13" fmla="*/ 207126 w 607939"/>
                <a:gd name="connsiteY13" fmla="*/ 261331 h 363200"/>
                <a:gd name="connsiteX14" fmla="*/ 207126 w 607939"/>
                <a:gd name="connsiteY14" fmla="*/ 260835 h 363200"/>
                <a:gd name="connsiteX15" fmla="*/ 234178 w 607939"/>
                <a:gd name="connsiteY15" fmla="*/ 274467 h 363200"/>
                <a:gd name="connsiteX16" fmla="*/ 303794 w 607939"/>
                <a:gd name="connsiteY16" fmla="*/ 282647 h 363200"/>
                <a:gd name="connsiteX17" fmla="*/ 373410 w 607939"/>
                <a:gd name="connsiteY17" fmla="*/ 274467 h 363200"/>
                <a:gd name="connsiteX18" fmla="*/ 400090 w 607939"/>
                <a:gd name="connsiteY18" fmla="*/ 261579 h 363200"/>
                <a:gd name="connsiteX19" fmla="*/ 400090 w 607939"/>
                <a:gd name="connsiteY19" fmla="*/ 228985 h 363200"/>
                <a:gd name="connsiteX20" fmla="*/ 384206 w 607939"/>
                <a:gd name="connsiteY20" fmla="*/ 235058 h 363200"/>
                <a:gd name="connsiteX21" fmla="*/ 303422 w 607939"/>
                <a:gd name="connsiteY21" fmla="*/ 245468 h 363200"/>
                <a:gd name="connsiteX22" fmla="*/ 222637 w 607939"/>
                <a:gd name="connsiteY22" fmla="*/ 235058 h 363200"/>
                <a:gd name="connsiteX23" fmla="*/ 206878 w 607939"/>
                <a:gd name="connsiteY23" fmla="*/ 228985 h 363200"/>
                <a:gd name="connsiteX24" fmla="*/ 206878 w 607939"/>
                <a:gd name="connsiteY24" fmla="*/ 170119 h 363200"/>
                <a:gd name="connsiteX25" fmla="*/ 206878 w 607939"/>
                <a:gd name="connsiteY25" fmla="*/ 198995 h 363200"/>
                <a:gd name="connsiteX26" fmla="*/ 233806 w 607939"/>
                <a:gd name="connsiteY26" fmla="*/ 212503 h 363200"/>
                <a:gd name="connsiteX27" fmla="*/ 303422 w 607939"/>
                <a:gd name="connsiteY27" fmla="*/ 220682 h 363200"/>
                <a:gd name="connsiteX28" fmla="*/ 373038 w 607939"/>
                <a:gd name="connsiteY28" fmla="*/ 212503 h 363200"/>
                <a:gd name="connsiteX29" fmla="*/ 400090 w 607939"/>
                <a:gd name="connsiteY29" fmla="*/ 198995 h 363200"/>
                <a:gd name="connsiteX30" fmla="*/ 400090 w 607939"/>
                <a:gd name="connsiteY30" fmla="*/ 170119 h 363200"/>
                <a:gd name="connsiteX31" fmla="*/ 384206 w 607939"/>
                <a:gd name="connsiteY31" fmla="*/ 176192 h 363200"/>
                <a:gd name="connsiteX32" fmla="*/ 303422 w 607939"/>
                <a:gd name="connsiteY32" fmla="*/ 186602 h 363200"/>
                <a:gd name="connsiteX33" fmla="*/ 222637 w 607939"/>
                <a:gd name="connsiteY33" fmla="*/ 176192 h 363200"/>
                <a:gd name="connsiteX34" fmla="*/ 206878 w 607939"/>
                <a:gd name="connsiteY34" fmla="*/ 170119 h 363200"/>
                <a:gd name="connsiteX35" fmla="*/ 303422 w 607939"/>
                <a:gd name="connsiteY35" fmla="*/ 119061 h 363200"/>
                <a:gd name="connsiteX36" fmla="*/ 233806 w 607939"/>
                <a:gd name="connsiteY36" fmla="*/ 127240 h 363200"/>
                <a:gd name="connsiteX37" fmla="*/ 207002 w 607939"/>
                <a:gd name="connsiteY37" fmla="*/ 140377 h 363200"/>
                <a:gd name="connsiteX38" fmla="*/ 233806 w 607939"/>
                <a:gd name="connsiteY38" fmla="*/ 153637 h 363200"/>
                <a:gd name="connsiteX39" fmla="*/ 303422 w 607939"/>
                <a:gd name="connsiteY39" fmla="*/ 161816 h 363200"/>
                <a:gd name="connsiteX40" fmla="*/ 373038 w 607939"/>
                <a:gd name="connsiteY40" fmla="*/ 153637 h 363200"/>
                <a:gd name="connsiteX41" fmla="*/ 399842 w 607939"/>
                <a:gd name="connsiteY41" fmla="*/ 140377 h 363200"/>
                <a:gd name="connsiteX42" fmla="*/ 373038 w 607939"/>
                <a:gd name="connsiteY42" fmla="*/ 127240 h 363200"/>
                <a:gd name="connsiteX43" fmla="*/ 303422 w 607939"/>
                <a:gd name="connsiteY43" fmla="*/ 119061 h 363200"/>
                <a:gd name="connsiteX44" fmla="*/ 303422 w 607939"/>
                <a:gd name="connsiteY44" fmla="*/ 94275 h 363200"/>
                <a:gd name="connsiteX45" fmla="*/ 384206 w 607939"/>
                <a:gd name="connsiteY45" fmla="*/ 104685 h 363200"/>
                <a:gd name="connsiteX46" fmla="*/ 424909 w 607939"/>
                <a:gd name="connsiteY46" fmla="*/ 140377 h 363200"/>
                <a:gd name="connsiteX47" fmla="*/ 424909 w 607939"/>
                <a:gd name="connsiteY47" fmla="*/ 261331 h 363200"/>
                <a:gd name="connsiteX48" fmla="*/ 425157 w 607939"/>
                <a:gd name="connsiteY48" fmla="*/ 261331 h 363200"/>
                <a:gd name="connsiteX49" fmla="*/ 424909 w 607939"/>
                <a:gd name="connsiteY49" fmla="*/ 265297 h 363200"/>
                <a:gd name="connsiteX50" fmla="*/ 424909 w 607939"/>
                <a:gd name="connsiteY50" fmla="*/ 317099 h 363200"/>
                <a:gd name="connsiteX51" fmla="*/ 384206 w 607939"/>
                <a:gd name="connsiteY51" fmla="*/ 352790 h 363200"/>
                <a:gd name="connsiteX52" fmla="*/ 303422 w 607939"/>
                <a:gd name="connsiteY52" fmla="*/ 363200 h 363200"/>
                <a:gd name="connsiteX53" fmla="*/ 222637 w 607939"/>
                <a:gd name="connsiteY53" fmla="*/ 352790 h 363200"/>
                <a:gd name="connsiteX54" fmla="*/ 182059 w 607939"/>
                <a:gd name="connsiteY54" fmla="*/ 317099 h 363200"/>
                <a:gd name="connsiteX55" fmla="*/ 182059 w 607939"/>
                <a:gd name="connsiteY55" fmla="*/ 140377 h 363200"/>
                <a:gd name="connsiteX56" fmla="*/ 222637 w 607939"/>
                <a:gd name="connsiteY56" fmla="*/ 104685 h 363200"/>
                <a:gd name="connsiteX57" fmla="*/ 303422 w 607939"/>
                <a:gd name="connsiteY57" fmla="*/ 94275 h 363200"/>
                <a:gd name="connsiteX58" fmla="*/ 486584 w 607939"/>
                <a:gd name="connsiteY58" fmla="*/ 24781 h 363200"/>
                <a:gd name="connsiteX59" fmla="*/ 416972 w 607939"/>
                <a:gd name="connsiteY59" fmla="*/ 32959 h 363200"/>
                <a:gd name="connsiteX60" fmla="*/ 390170 w 607939"/>
                <a:gd name="connsiteY60" fmla="*/ 46216 h 363200"/>
                <a:gd name="connsiteX61" fmla="*/ 416972 w 607939"/>
                <a:gd name="connsiteY61" fmla="*/ 59350 h 363200"/>
                <a:gd name="connsiteX62" fmla="*/ 486584 w 607939"/>
                <a:gd name="connsiteY62" fmla="*/ 67528 h 363200"/>
                <a:gd name="connsiteX63" fmla="*/ 556195 w 607939"/>
                <a:gd name="connsiteY63" fmla="*/ 59350 h 363200"/>
                <a:gd name="connsiteX64" fmla="*/ 582997 w 607939"/>
                <a:gd name="connsiteY64" fmla="*/ 46216 h 363200"/>
                <a:gd name="connsiteX65" fmla="*/ 556195 w 607939"/>
                <a:gd name="connsiteY65" fmla="*/ 32959 h 363200"/>
                <a:gd name="connsiteX66" fmla="*/ 486584 w 607939"/>
                <a:gd name="connsiteY66" fmla="*/ 24781 h 363200"/>
                <a:gd name="connsiteX67" fmla="*/ 121505 w 607939"/>
                <a:gd name="connsiteY67" fmla="*/ 24781 h 363200"/>
                <a:gd name="connsiteX68" fmla="*/ 51879 w 607939"/>
                <a:gd name="connsiteY68" fmla="*/ 32959 h 363200"/>
                <a:gd name="connsiteX69" fmla="*/ 24946 w 607939"/>
                <a:gd name="connsiteY69" fmla="*/ 46216 h 363200"/>
                <a:gd name="connsiteX70" fmla="*/ 51879 w 607939"/>
                <a:gd name="connsiteY70" fmla="*/ 59350 h 363200"/>
                <a:gd name="connsiteX71" fmla="*/ 121505 w 607939"/>
                <a:gd name="connsiteY71" fmla="*/ 67528 h 363200"/>
                <a:gd name="connsiteX72" fmla="*/ 191007 w 607939"/>
                <a:gd name="connsiteY72" fmla="*/ 59350 h 363200"/>
                <a:gd name="connsiteX73" fmla="*/ 217940 w 607939"/>
                <a:gd name="connsiteY73" fmla="*/ 46216 h 363200"/>
                <a:gd name="connsiteX74" fmla="*/ 191007 w 607939"/>
                <a:gd name="connsiteY74" fmla="*/ 32959 h 363200"/>
                <a:gd name="connsiteX75" fmla="*/ 121505 w 607939"/>
                <a:gd name="connsiteY75" fmla="*/ 24781 h 363200"/>
                <a:gd name="connsiteX76" fmla="*/ 486584 w 607939"/>
                <a:gd name="connsiteY76" fmla="*/ 0 h 363200"/>
                <a:gd name="connsiteX77" fmla="*/ 567362 w 607939"/>
                <a:gd name="connsiteY77" fmla="*/ 10532 h 363200"/>
                <a:gd name="connsiteX78" fmla="*/ 607938 w 607939"/>
                <a:gd name="connsiteY78" fmla="*/ 46216 h 363200"/>
                <a:gd name="connsiteX79" fmla="*/ 607938 w 607939"/>
                <a:gd name="connsiteY79" fmla="*/ 222779 h 363200"/>
                <a:gd name="connsiteX80" fmla="*/ 567362 w 607939"/>
                <a:gd name="connsiteY80" fmla="*/ 258463 h 363200"/>
                <a:gd name="connsiteX81" fmla="*/ 486584 w 607939"/>
                <a:gd name="connsiteY81" fmla="*/ 268995 h 363200"/>
                <a:gd name="connsiteX82" fmla="*/ 451592 w 607939"/>
                <a:gd name="connsiteY82" fmla="*/ 267260 h 363200"/>
                <a:gd name="connsiteX83" fmla="*/ 440548 w 607939"/>
                <a:gd name="connsiteY83" fmla="*/ 253631 h 363200"/>
                <a:gd name="connsiteX84" fmla="*/ 454073 w 607939"/>
                <a:gd name="connsiteY84" fmla="*/ 242604 h 363200"/>
                <a:gd name="connsiteX85" fmla="*/ 486584 w 607939"/>
                <a:gd name="connsiteY85" fmla="*/ 244214 h 363200"/>
                <a:gd name="connsiteX86" fmla="*/ 583121 w 607939"/>
                <a:gd name="connsiteY86" fmla="*/ 222531 h 363200"/>
                <a:gd name="connsiteX87" fmla="*/ 583121 w 607939"/>
                <a:gd name="connsiteY87" fmla="*/ 196511 h 363200"/>
                <a:gd name="connsiteX88" fmla="*/ 566990 w 607939"/>
                <a:gd name="connsiteY88" fmla="*/ 202707 h 363200"/>
                <a:gd name="connsiteX89" fmla="*/ 486211 w 607939"/>
                <a:gd name="connsiteY89" fmla="*/ 213238 h 363200"/>
                <a:gd name="connsiteX90" fmla="*/ 452833 w 607939"/>
                <a:gd name="connsiteY90" fmla="*/ 211628 h 363200"/>
                <a:gd name="connsiteX91" fmla="*/ 441665 w 607939"/>
                <a:gd name="connsiteY91" fmla="*/ 198122 h 363200"/>
                <a:gd name="connsiteX92" fmla="*/ 455190 w 607939"/>
                <a:gd name="connsiteY92" fmla="*/ 186971 h 363200"/>
                <a:gd name="connsiteX93" fmla="*/ 486211 w 607939"/>
                <a:gd name="connsiteY93" fmla="*/ 188458 h 363200"/>
                <a:gd name="connsiteX94" fmla="*/ 582873 w 607939"/>
                <a:gd name="connsiteY94" fmla="*/ 166775 h 363200"/>
                <a:gd name="connsiteX95" fmla="*/ 583121 w 607939"/>
                <a:gd name="connsiteY95" fmla="*/ 164173 h 363200"/>
                <a:gd name="connsiteX96" fmla="*/ 583121 w 607939"/>
                <a:gd name="connsiteY96" fmla="*/ 134683 h 363200"/>
                <a:gd name="connsiteX97" fmla="*/ 567362 w 607939"/>
                <a:gd name="connsiteY97" fmla="*/ 140755 h 363200"/>
                <a:gd name="connsiteX98" fmla="*/ 486584 w 607939"/>
                <a:gd name="connsiteY98" fmla="*/ 151287 h 363200"/>
                <a:gd name="connsiteX99" fmla="*/ 451592 w 607939"/>
                <a:gd name="connsiteY99" fmla="*/ 149552 h 363200"/>
                <a:gd name="connsiteX100" fmla="*/ 440548 w 607939"/>
                <a:gd name="connsiteY100" fmla="*/ 135923 h 363200"/>
                <a:gd name="connsiteX101" fmla="*/ 454073 w 607939"/>
                <a:gd name="connsiteY101" fmla="*/ 124895 h 363200"/>
                <a:gd name="connsiteX102" fmla="*/ 486584 w 607939"/>
                <a:gd name="connsiteY102" fmla="*/ 126506 h 363200"/>
                <a:gd name="connsiteX103" fmla="*/ 583245 w 607939"/>
                <a:gd name="connsiteY103" fmla="*/ 104823 h 363200"/>
                <a:gd name="connsiteX104" fmla="*/ 583245 w 607939"/>
                <a:gd name="connsiteY104" fmla="*/ 75829 h 363200"/>
                <a:gd name="connsiteX105" fmla="*/ 567362 w 607939"/>
                <a:gd name="connsiteY105" fmla="*/ 81900 h 363200"/>
                <a:gd name="connsiteX106" fmla="*/ 486584 w 607939"/>
                <a:gd name="connsiteY106" fmla="*/ 92308 h 363200"/>
                <a:gd name="connsiteX107" fmla="*/ 405805 w 607939"/>
                <a:gd name="connsiteY107" fmla="*/ 81900 h 363200"/>
                <a:gd name="connsiteX108" fmla="*/ 365105 w 607939"/>
                <a:gd name="connsiteY108" fmla="*/ 46216 h 363200"/>
                <a:gd name="connsiteX109" fmla="*/ 405805 w 607939"/>
                <a:gd name="connsiteY109" fmla="*/ 10532 h 363200"/>
                <a:gd name="connsiteX110" fmla="*/ 486584 w 607939"/>
                <a:gd name="connsiteY110" fmla="*/ 0 h 363200"/>
                <a:gd name="connsiteX111" fmla="*/ 121381 w 607939"/>
                <a:gd name="connsiteY111" fmla="*/ 0 h 363200"/>
                <a:gd name="connsiteX112" fmla="*/ 202177 w 607939"/>
                <a:gd name="connsiteY112" fmla="*/ 10532 h 363200"/>
                <a:gd name="connsiteX113" fmla="*/ 242886 w 607939"/>
                <a:gd name="connsiteY113" fmla="*/ 46216 h 363200"/>
                <a:gd name="connsiteX114" fmla="*/ 202177 w 607939"/>
                <a:gd name="connsiteY114" fmla="*/ 81900 h 363200"/>
                <a:gd name="connsiteX115" fmla="*/ 121381 w 607939"/>
                <a:gd name="connsiteY115" fmla="*/ 92308 h 363200"/>
                <a:gd name="connsiteX116" fmla="*/ 40709 w 607939"/>
                <a:gd name="connsiteY116" fmla="*/ 81900 h 363200"/>
                <a:gd name="connsiteX117" fmla="*/ 24822 w 607939"/>
                <a:gd name="connsiteY117" fmla="*/ 75829 h 363200"/>
                <a:gd name="connsiteX118" fmla="*/ 24822 w 607939"/>
                <a:gd name="connsiteY118" fmla="*/ 104823 h 363200"/>
                <a:gd name="connsiteX119" fmla="*/ 121505 w 607939"/>
                <a:gd name="connsiteY119" fmla="*/ 126506 h 363200"/>
                <a:gd name="connsiteX120" fmla="*/ 153898 w 607939"/>
                <a:gd name="connsiteY120" fmla="*/ 124895 h 363200"/>
                <a:gd name="connsiteX121" fmla="*/ 167550 w 607939"/>
                <a:gd name="connsiteY121" fmla="*/ 135923 h 363200"/>
                <a:gd name="connsiteX122" fmla="*/ 156380 w 607939"/>
                <a:gd name="connsiteY122" fmla="*/ 149552 h 363200"/>
                <a:gd name="connsiteX123" fmla="*/ 121505 w 607939"/>
                <a:gd name="connsiteY123" fmla="*/ 151287 h 363200"/>
                <a:gd name="connsiteX124" fmla="*/ 40709 w 607939"/>
                <a:gd name="connsiteY124" fmla="*/ 140755 h 363200"/>
                <a:gd name="connsiteX125" fmla="*/ 24822 w 607939"/>
                <a:gd name="connsiteY125" fmla="*/ 134683 h 363200"/>
                <a:gd name="connsiteX126" fmla="*/ 24822 w 607939"/>
                <a:gd name="connsiteY126" fmla="*/ 164049 h 363200"/>
                <a:gd name="connsiteX127" fmla="*/ 25195 w 607939"/>
                <a:gd name="connsiteY127" fmla="*/ 166775 h 363200"/>
                <a:gd name="connsiteX128" fmla="*/ 121753 w 607939"/>
                <a:gd name="connsiteY128" fmla="*/ 188458 h 363200"/>
                <a:gd name="connsiteX129" fmla="*/ 152781 w 607939"/>
                <a:gd name="connsiteY129" fmla="*/ 186971 h 363200"/>
                <a:gd name="connsiteX130" fmla="*/ 166309 w 607939"/>
                <a:gd name="connsiteY130" fmla="*/ 198122 h 363200"/>
                <a:gd name="connsiteX131" fmla="*/ 155139 w 607939"/>
                <a:gd name="connsiteY131" fmla="*/ 211628 h 363200"/>
                <a:gd name="connsiteX132" fmla="*/ 121753 w 607939"/>
                <a:gd name="connsiteY132" fmla="*/ 213238 h 363200"/>
                <a:gd name="connsiteX133" fmla="*/ 41081 w 607939"/>
                <a:gd name="connsiteY133" fmla="*/ 202707 h 363200"/>
                <a:gd name="connsiteX134" fmla="*/ 24822 w 607939"/>
                <a:gd name="connsiteY134" fmla="*/ 196511 h 363200"/>
                <a:gd name="connsiteX135" fmla="*/ 24822 w 607939"/>
                <a:gd name="connsiteY135" fmla="*/ 222531 h 363200"/>
                <a:gd name="connsiteX136" fmla="*/ 121505 w 607939"/>
                <a:gd name="connsiteY136" fmla="*/ 244214 h 363200"/>
                <a:gd name="connsiteX137" fmla="*/ 153898 w 607939"/>
                <a:gd name="connsiteY137" fmla="*/ 242604 h 363200"/>
                <a:gd name="connsiteX138" fmla="*/ 167550 w 607939"/>
                <a:gd name="connsiteY138" fmla="*/ 253631 h 363200"/>
                <a:gd name="connsiteX139" fmla="*/ 156380 w 607939"/>
                <a:gd name="connsiteY139" fmla="*/ 267260 h 363200"/>
                <a:gd name="connsiteX140" fmla="*/ 121505 w 607939"/>
                <a:gd name="connsiteY140" fmla="*/ 268995 h 363200"/>
                <a:gd name="connsiteX141" fmla="*/ 40709 w 607939"/>
                <a:gd name="connsiteY141" fmla="*/ 258463 h 363200"/>
                <a:gd name="connsiteX142" fmla="*/ 0 w 607939"/>
                <a:gd name="connsiteY142" fmla="*/ 222779 h 363200"/>
                <a:gd name="connsiteX143" fmla="*/ 0 w 607939"/>
                <a:gd name="connsiteY143" fmla="*/ 46216 h 363200"/>
                <a:gd name="connsiteX144" fmla="*/ 40709 w 607939"/>
                <a:gd name="connsiteY144" fmla="*/ 10532 h 363200"/>
                <a:gd name="connsiteX145" fmla="*/ 121381 w 607939"/>
                <a:gd name="connsiteY145" fmla="*/ 0 h 36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607939" h="363200">
                  <a:moveTo>
                    <a:pt x="206878" y="290826"/>
                  </a:moveTo>
                  <a:lnTo>
                    <a:pt x="206878" y="316727"/>
                  </a:lnTo>
                  <a:cubicBezTo>
                    <a:pt x="207622" y="318586"/>
                    <a:pt x="214075" y="324782"/>
                    <a:pt x="233806" y="330235"/>
                  </a:cubicBezTo>
                  <a:cubicBezTo>
                    <a:pt x="252792" y="335564"/>
                    <a:pt x="277486" y="338414"/>
                    <a:pt x="303422" y="338414"/>
                  </a:cubicBezTo>
                  <a:cubicBezTo>
                    <a:pt x="329357" y="338414"/>
                    <a:pt x="354052" y="335564"/>
                    <a:pt x="373038" y="330235"/>
                  </a:cubicBezTo>
                  <a:cubicBezTo>
                    <a:pt x="392769" y="324782"/>
                    <a:pt x="399222" y="318586"/>
                    <a:pt x="400090" y="316727"/>
                  </a:cubicBezTo>
                  <a:lnTo>
                    <a:pt x="400090" y="291074"/>
                  </a:lnTo>
                  <a:cubicBezTo>
                    <a:pt x="395623" y="293180"/>
                    <a:pt x="390535" y="295163"/>
                    <a:pt x="384579" y="297022"/>
                  </a:cubicBezTo>
                  <a:cubicBezTo>
                    <a:pt x="362862" y="303714"/>
                    <a:pt x="334073" y="307432"/>
                    <a:pt x="303794" y="307432"/>
                  </a:cubicBezTo>
                  <a:cubicBezTo>
                    <a:pt x="273391" y="307432"/>
                    <a:pt x="244726" y="303714"/>
                    <a:pt x="223010" y="297022"/>
                  </a:cubicBezTo>
                  <a:cubicBezTo>
                    <a:pt x="216681" y="295039"/>
                    <a:pt x="211345" y="292933"/>
                    <a:pt x="206878" y="290826"/>
                  </a:cubicBezTo>
                  <a:close/>
                  <a:moveTo>
                    <a:pt x="206878" y="228985"/>
                  </a:moveTo>
                  <a:lnTo>
                    <a:pt x="206878" y="261331"/>
                  </a:lnTo>
                  <a:lnTo>
                    <a:pt x="207126" y="261331"/>
                  </a:lnTo>
                  <a:cubicBezTo>
                    <a:pt x="207126" y="261083"/>
                    <a:pt x="207126" y="260959"/>
                    <a:pt x="207126" y="260835"/>
                  </a:cubicBezTo>
                  <a:cubicBezTo>
                    <a:pt x="207746" y="262570"/>
                    <a:pt x="214075" y="268890"/>
                    <a:pt x="234178" y="274467"/>
                  </a:cubicBezTo>
                  <a:cubicBezTo>
                    <a:pt x="253164" y="279796"/>
                    <a:pt x="277859" y="282647"/>
                    <a:pt x="303794" y="282647"/>
                  </a:cubicBezTo>
                  <a:cubicBezTo>
                    <a:pt x="329730" y="282647"/>
                    <a:pt x="354424" y="279796"/>
                    <a:pt x="373410" y="274467"/>
                  </a:cubicBezTo>
                  <a:cubicBezTo>
                    <a:pt x="391404" y="269386"/>
                    <a:pt x="398353" y="263933"/>
                    <a:pt x="400090" y="261579"/>
                  </a:cubicBezTo>
                  <a:lnTo>
                    <a:pt x="400090" y="228985"/>
                  </a:lnTo>
                  <a:cubicBezTo>
                    <a:pt x="395499" y="231092"/>
                    <a:pt x="390287" y="233199"/>
                    <a:pt x="384206" y="235058"/>
                  </a:cubicBezTo>
                  <a:cubicBezTo>
                    <a:pt x="362490" y="241750"/>
                    <a:pt x="333825" y="245468"/>
                    <a:pt x="303422" y="245468"/>
                  </a:cubicBezTo>
                  <a:cubicBezTo>
                    <a:pt x="273143" y="245468"/>
                    <a:pt x="244478" y="241750"/>
                    <a:pt x="222637" y="235058"/>
                  </a:cubicBezTo>
                  <a:cubicBezTo>
                    <a:pt x="216557" y="233199"/>
                    <a:pt x="211345" y="231092"/>
                    <a:pt x="206878" y="228985"/>
                  </a:cubicBezTo>
                  <a:close/>
                  <a:moveTo>
                    <a:pt x="206878" y="170119"/>
                  </a:moveTo>
                  <a:lnTo>
                    <a:pt x="206878" y="198995"/>
                  </a:lnTo>
                  <a:cubicBezTo>
                    <a:pt x="207622" y="200854"/>
                    <a:pt x="214075" y="207050"/>
                    <a:pt x="233806" y="212503"/>
                  </a:cubicBezTo>
                  <a:cubicBezTo>
                    <a:pt x="252792" y="217832"/>
                    <a:pt x="277486" y="220682"/>
                    <a:pt x="303422" y="220682"/>
                  </a:cubicBezTo>
                  <a:cubicBezTo>
                    <a:pt x="329357" y="220682"/>
                    <a:pt x="354052" y="217832"/>
                    <a:pt x="373038" y="212503"/>
                  </a:cubicBezTo>
                  <a:cubicBezTo>
                    <a:pt x="392769" y="207050"/>
                    <a:pt x="399222" y="200854"/>
                    <a:pt x="400090" y="198995"/>
                  </a:cubicBezTo>
                  <a:lnTo>
                    <a:pt x="400090" y="170119"/>
                  </a:lnTo>
                  <a:cubicBezTo>
                    <a:pt x="395499" y="172226"/>
                    <a:pt x="390287" y="174209"/>
                    <a:pt x="384206" y="176192"/>
                  </a:cubicBezTo>
                  <a:cubicBezTo>
                    <a:pt x="362490" y="182884"/>
                    <a:pt x="333825" y="186602"/>
                    <a:pt x="303422" y="186602"/>
                  </a:cubicBezTo>
                  <a:cubicBezTo>
                    <a:pt x="273143" y="186602"/>
                    <a:pt x="244478" y="182884"/>
                    <a:pt x="222637" y="176192"/>
                  </a:cubicBezTo>
                  <a:cubicBezTo>
                    <a:pt x="216557" y="174209"/>
                    <a:pt x="211345" y="172226"/>
                    <a:pt x="206878" y="170119"/>
                  </a:cubicBezTo>
                  <a:close/>
                  <a:moveTo>
                    <a:pt x="303422" y="119061"/>
                  </a:moveTo>
                  <a:cubicBezTo>
                    <a:pt x="277486" y="119061"/>
                    <a:pt x="252792" y="121911"/>
                    <a:pt x="233806" y="127240"/>
                  </a:cubicBezTo>
                  <a:cubicBezTo>
                    <a:pt x="215068" y="132445"/>
                    <a:pt x="208243" y="138270"/>
                    <a:pt x="207002" y="140377"/>
                  </a:cubicBezTo>
                  <a:cubicBezTo>
                    <a:pt x="208243" y="142607"/>
                    <a:pt x="215068" y="148308"/>
                    <a:pt x="233806" y="153637"/>
                  </a:cubicBezTo>
                  <a:cubicBezTo>
                    <a:pt x="252792" y="158842"/>
                    <a:pt x="277486" y="161816"/>
                    <a:pt x="303422" y="161816"/>
                  </a:cubicBezTo>
                  <a:cubicBezTo>
                    <a:pt x="329357" y="161816"/>
                    <a:pt x="354052" y="158842"/>
                    <a:pt x="373038" y="153637"/>
                  </a:cubicBezTo>
                  <a:cubicBezTo>
                    <a:pt x="391776" y="148308"/>
                    <a:pt x="398601" y="142607"/>
                    <a:pt x="399842" y="140377"/>
                  </a:cubicBezTo>
                  <a:cubicBezTo>
                    <a:pt x="398601" y="138270"/>
                    <a:pt x="391776" y="132445"/>
                    <a:pt x="373038" y="127240"/>
                  </a:cubicBezTo>
                  <a:cubicBezTo>
                    <a:pt x="354052" y="121911"/>
                    <a:pt x="329357" y="119061"/>
                    <a:pt x="303422" y="119061"/>
                  </a:cubicBezTo>
                  <a:close/>
                  <a:moveTo>
                    <a:pt x="303422" y="94275"/>
                  </a:moveTo>
                  <a:cubicBezTo>
                    <a:pt x="333825" y="94275"/>
                    <a:pt x="362490" y="97993"/>
                    <a:pt x="384206" y="104685"/>
                  </a:cubicBezTo>
                  <a:cubicBezTo>
                    <a:pt x="417836" y="115095"/>
                    <a:pt x="424909" y="129843"/>
                    <a:pt x="424909" y="140377"/>
                  </a:cubicBezTo>
                  <a:lnTo>
                    <a:pt x="424909" y="261331"/>
                  </a:lnTo>
                  <a:lnTo>
                    <a:pt x="425157" y="261331"/>
                  </a:lnTo>
                  <a:cubicBezTo>
                    <a:pt x="425157" y="262570"/>
                    <a:pt x="425157" y="263933"/>
                    <a:pt x="424909" y="265297"/>
                  </a:cubicBezTo>
                  <a:lnTo>
                    <a:pt x="424909" y="317099"/>
                  </a:lnTo>
                  <a:cubicBezTo>
                    <a:pt x="424909" y="327633"/>
                    <a:pt x="417836" y="342380"/>
                    <a:pt x="384206" y="352790"/>
                  </a:cubicBezTo>
                  <a:cubicBezTo>
                    <a:pt x="362490" y="359482"/>
                    <a:pt x="333825" y="363200"/>
                    <a:pt x="303422" y="363200"/>
                  </a:cubicBezTo>
                  <a:cubicBezTo>
                    <a:pt x="273143" y="363200"/>
                    <a:pt x="244478" y="359482"/>
                    <a:pt x="222637" y="352790"/>
                  </a:cubicBezTo>
                  <a:cubicBezTo>
                    <a:pt x="189008" y="342380"/>
                    <a:pt x="182059" y="327633"/>
                    <a:pt x="182059" y="317099"/>
                  </a:cubicBezTo>
                  <a:lnTo>
                    <a:pt x="182059" y="140377"/>
                  </a:lnTo>
                  <a:cubicBezTo>
                    <a:pt x="182059" y="129843"/>
                    <a:pt x="189008" y="115095"/>
                    <a:pt x="222637" y="104685"/>
                  </a:cubicBezTo>
                  <a:cubicBezTo>
                    <a:pt x="244478" y="97993"/>
                    <a:pt x="273143" y="94275"/>
                    <a:pt x="303422" y="94275"/>
                  </a:cubicBezTo>
                  <a:close/>
                  <a:moveTo>
                    <a:pt x="486584" y="24781"/>
                  </a:moveTo>
                  <a:cubicBezTo>
                    <a:pt x="460650" y="24781"/>
                    <a:pt x="435957" y="27755"/>
                    <a:pt x="416972" y="32959"/>
                  </a:cubicBezTo>
                  <a:cubicBezTo>
                    <a:pt x="398236" y="38286"/>
                    <a:pt x="391411" y="43986"/>
                    <a:pt x="390170" y="46216"/>
                  </a:cubicBezTo>
                  <a:cubicBezTo>
                    <a:pt x="391411" y="48323"/>
                    <a:pt x="398236" y="54146"/>
                    <a:pt x="416972" y="59350"/>
                  </a:cubicBezTo>
                  <a:cubicBezTo>
                    <a:pt x="435957" y="64678"/>
                    <a:pt x="460650" y="67528"/>
                    <a:pt x="486584" y="67528"/>
                  </a:cubicBezTo>
                  <a:cubicBezTo>
                    <a:pt x="512517" y="67528"/>
                    <a:pt x="537210" y="64678"/>
                    <a:pt x="556195" y="59350"/>
                  </a:cubicBezTo>
                  <a:cubicBezTo>
                    <a:pt x="574932" y="54146"/>
                    <a:pt x="581756" y="48323"/>
                    <a:pt x="582997" y="46216"/>
                  </a:cubicBezTo>
                  <a:cubicBezTo>
                    <a:pt x="581756" y="43986"/>
                    <a:pt x="574932" y="38286"/>
                    <a:pt x="556195" y="32959"/>
                  </a:cubicBezTo>
                  <a:cubicBezTo>
                    <a:pt x="537210" y="27755"/>
                    <a:pt x="512517" y="24781"/>
                    <a:pt x="486584" y="24781"/>
                  </a:cubicBezTo>
                  <a:close/>
                  <a:moveTo>
                    <a:pt x="121505" y="24781"/>
                  </a:moveTo>
                  <a:cubicBezTo>
                    <a:pt x="95566" y="24781"/>
                    <a:pt x="70868" y="27755"/>
                    <a:pt x="51879" y="32959"/>
                  </a:cubicBezTo>
                  <a:cubicBezTo>
                    <a:pt x="33014" y="38286"/>
                    <a:pt x="26312" y="43986"/>
                    <a:pt x="24946" y="46216"/>
                  </a:cubicBezTo>
                  <a:cubicBezTo>
                    <a:pt x="26312" y="48323"/>
                    <a:pt x="33014" y="54146"/>
                    <a:pt x="51879" y="59350"/>
                  </a:cubicBezTo>
                  <a:cubicBezTo>
                    <a:pt x="70868" y="64678"/>
                    <a:pt x="95566" y="67528"/>
                    <a:pt x="121505" y="67528"/>
                  </a:cubicBezTo>
                  <a:cubicBezTo>
                    <a:pt x="147320" y="67528"/>
                    <a:pt x="172018" y="64678"/>
                    <a:pt x="191007" y="59350"/>
                  </a:cubicBezTo>
                  <a:cubicBezTo>
                    <a:pt x="209872" y="54146"/>
                    <a:pt x="216574" y="48323"/>
                    <a:pt x="217940" y="46216"/>
                  </a:cubicBezTo>
                  <a:cubicBezTo>
                    <a:pt x="216574" y="43986"/>
                    <a:pt x="209872" y="38286"/>
                    <a:pt x="191007" y="32959"/>
                  </a:cubicBezTo>
                  <a:cubicBezTo>
                    <a:pt x="172018" y="27755"/>
                    <a:pt x="147320" y="24781"/>
                    <a:pt x="121505" y="24781"/>
                  </a:cubicBezTo>
                  <a:close/>
                  <a:moveTo>
                    <a:pt x="486584" y="0"/>
                  </a:moveTo>
                  <a:cubicBezTo>
                    <a:pt x="516860" y="0"/>
                    <a:pt x="545648" y="3717"/>
                    <a:pt x="567362" y="10532"/>
                  </a:cubicBezTo>
                  <a:cubicBezTo>
                    <a:pt x="600989" y="20940"/>
                    <a:pt x="608062" y="35684"/>
                    <a:pt x="607938" y="46216"/>
                  </a:cubicBezTo>
                  <a:lnTo>
                    <a:pt x="607938" y="222779"/>
                  </a:lnTo>
                  <a:cubicBezTo>
                    <a:pt x="607938" y="241860"/>
                    <a:pt x="585851" y="252764"/>
                    <a:pt x="567362" y="258463"/>
                  </a:cubicBezTo>
                  <a:cubicBezTo>
                    <a:pt x="545648" y="265278"/>
                    <a:pt x="516860" y="268995"/>
                    <a:pt x="486584" y="268995"/>
                  </a:cubicBezTo>
                  <a:cubicBezTo>
                    <a:pt x="474671" y="268995"/>
                    <a:pt x="462883" y="268376"/>
                    <a:pt x="451592" y="267260"/>
                  </a:cubicBezTo>
                  <a:cubicBezTo>
                    <a:pt x="444767" y="266517"/>
                    <a:pt x="439804" y="260446"/>
                    <a:pt x="440548" y="253631"/>
                  </a:cubicBezTo>
                  <a:cubicBezTo>
                    <a:pt x="441169" y="246940"/>
                    <a:pt x="447249" y="241860"/>
                    <a:pt x="454073" y="242604"/>
                  </a:cubicBezTo>
                  <a:cubicBezTo>
                    <a:pt x="464497" y="243719"/>
                    <a:pt x="475416" y="244214"/>
                    <a:pt x="486584" y="244214"/>
                  </a:cubicBezTo>
                  <a:cubicBezTo>
                    <a:pt x="548502" y="244214"/>
                    <a:pt x="580515" y="228850"/>
                    <a:pt x="583121" y="222531"/>
                  </a:cubicBezTo>
                  <a:lnTo>
                    <a:pt x="583121" y="196511"/>
                  </a:lnTo>
                  <a:cubicBezTo>
                    <a:pt x="577910" y="198990"/>
                    <a:pt x="572326" y="201096"/>
                    <a:pt x="566990" y="202707"/>
                  </a:cubicBezTo>
                  <a:cubicBezTo>
                    <a:pt x="545275" y="209521"/>
                    <a:pt x="516612" y="213238"/>
                    <a:pt x="486211" y="213238"/>
                  </a:cubicBezTo>
                  <a:cubicBezTo>
                    <a:pt x="474920" y="213238"/>
                    <a:pt x="463628" y="212743"/>
                    <a:pt x="452833" y="211628"/>
                  </a:cubicBezTo>
                  <a:cubicBezTo>
                    <a:pt x="446008" y="211008"/>
                    <a:pt x="441045" y="204937"/>
                    <a:pt x="441665" y="198122"/>
                  </a:cubicBezTo>
                  <a:cubicBezTo>
                    <a:pt x="442410" y="191307"/>
                    <a:pt x="448490" y="186351"/>
                    <a:pt x="455190" y="186971"/>
                  </a:cubicBezTo>
                  <a:cubicBezTo>
                    <a:pt x="465241" y="187962"/>
                    <a:pt x="475664" y="188458"/>
                    <a:pt x="486211" y="188458"/>
                  </a:cubicBezTo>
                  <a:cubicBezTo>
                    <a:pt x="548129" y="188458"/>
                    <a:pt x="580143" y="173094"/>
                    <a:pt x="582873" y="166775"/>
                  </a:cubicBezTo>
                  <a:cubicBezTo>
                    <a:pt x="582873" y="165907"/>
                    <a:pt x="582997" y="164916"/>
                    <a:pt x="583121" y="164173"/>
                  </a:cubicBezTo>
                  <a:lnTo>
                    <a:pt x="583121" y="134683"/>
                  </a:lnTo>
                  <a:cubicBezTo>
                    <a:pt x="578034" y="137162"/>
                    <a:pt x="572574" y="139144"/>
                    <a:pt x="567362" y="140755"/>
                  </a:cubicBezTo>
                  <a:cubicBezTo>
                    <a:pt x="545648" y="147569"/>
                    <a:pt x="516860" y="151287"/>
                    <a:pt x="486584" y="151287"/>
                  </a:cubicBezTo>
                  <a:cubicBezTo>
                    <a:pt x="474671" y="151287"/>
                    <a:pt x="462883" y="150667"/>
                    <a:pt x="451592" y="149552"/>
                  </a:cubicBezTo>
                  <a:cubicBezTo>
                    <a:pt x="444767" y="148809"/>
                    <a:pt x="439804" y="142737"/>
                    <a:pt x="440548" y="135923"/>
                  </a:cubicBezTo>
                  <a:cubicBezTo>
                    <a:pt x="441169" y="129108"/>
                    <a:pt x="447249" y="124152"/>
                    <a:pt x="454073" y="124895"/>
                  </a:cubicBezTo>
                  <a:cubicBezTo>
                    <a:pt x="464497" y="125886"/>
                    <a:pt x="475416" y="126506"/>
                    <a:pt x="486584" y="126506"/>
                  </a:cubicBezTo>
                  <a:cubicBezTo>
                    <a:pt x="548502" y="126506"/>
                    <a:pt x="580515" y="111142"/>
                    <a:pt x="583245" y="104823"/>
                  </a:cubicBezTo>
                  <a:lnTo>
                    <a:pt x="583245" y="75829"/>
                  </a:lnTo>
                  <a:cubicBezTo>
                    <a:pt x="578654" y="77936"/>
                    <a:pt x="573443" y="80042"/>
                    <a:pt x="567362" y="81900"/>
                  </a:cubicBezTo>
                  <a:cubicBezTo>
                    <a:pt x="545648" y="88715"/>
                    <a:pt x="516860" y="92308"/>
                    <a:pt x="486584" y="92308"/>
                  </a:cubicBezTo>
                  <a:cubicBezTo>
                    <a:pt x="456307" y="92308"/>
                    <a:pt x="427519" y="88715"/>
                    <a:pt x="405805" y="81900"/>
                  </a:cubicBezTo>
                  <a:cubicBezTo>
                    <a:pt x="372178" y="71493"/>
                    <a:pt x="365105" y="56748"/>
                    <a:pt x="365105" y="46216"/>
                  </a:cubicBezTo>
                  <a:cubicBezTo>
                    <a:pt x="365105" y="35684"/>
                    <a:pt x="372178" y="20940"/>
                    <a:pt x="405805" y="10532"/>
                  </a:cubicBezTo>
                  <a:cubicBezTo>
                    <a:pt x="427519" y="3717"/>
                    <a:pt x="456307" y="0"/>
                    <a:pt x="486584" y="0"/>
                  </a:cubicBezTo>
                  <a:close/>
                  <a:moveTo>
                    <a:pt x="121381" y="0"/>
                  </a:moveTo>
                  <a:cubicBezTo>
                    <a:pt x="151788" y="0"/>
                    <a:pt x="180458" y="3717"/>
                    <a:pt x="202177" y="10532"/>
                  </a:cubicBezTo>
                  <a:cubicBezTo>
                    <a:pt x="235812" y="20940"/>
                    <a:pt x="242886" y="35684"/>
                    <a:pt x="242886" y="46216"/>
                  </a:cubicBezTo>
                  <a:cubicBezTo>
                    <a:pt x="242886" y="56748"/>
                    <a:pt x="235812" y="71493"/>
                    <a:pt x="202177" y="81900"/>
                  </a:cubicBezTo>
                  <a:cubicBezTo>
                    <a:pt x="180458" y="88715"/>
                    <a:pt x="151788" y="92308"/>
                    <a:pt x="121381" y="92308"/>
                  </a:cubicBezTo>
                  <a:cubicBezTo>
                    <a:pt x="91098" y="92308"/>
                    <a:pt x="62428" y="88715"/>
                    <a:pt x="40709" y="81900"/>
                  </a:cubicBezTo>
                  <a:cubicBezTo>
                    <a:pt x="34503" y="80042"/>
                    <a:pt x="29290" y="77936"/>
                    <a:pt x="24822" y="75829"/>
                  </a:cubicBezTo>
                  <a:lnTo>
                    <a:pt x="24822" y="104823"/>
                  </a:lnTo>
                  <a:cubicBezTo>
                    <a:pt x="27429" y="111142"/>
                    <a:pt x="59449" y="126506"/>
                    <a:pt x="121505" y="126506"/>
                  </a:cubicBezTo>
                  <a:cubicBezTo>
                    <a:pt x="132551" y="126506"/>
                    <a:pt x="143473" y="125886"/>
                    <a:pt x="153898" y="124895"/>
                  </a:cubicBezTo>
                  <a:cubicBezTo>
                    <a:pt x="160724" y="124152"/>
                    <a:pt x="166806" y="129108"/>
                    <a:pt x="167550" y="135923"/>
                  </a:cubicBezTo>
                  <a:cubicBezTo>
                    <a:pt x="168171" y="142737"/>
                    <a:pt x="163207" y="148809"/>
                    <a:pt x="156380" y="149552"/>
                  </a:cubicBezTo>
                  <a:cubicBezTo>
                    <a:pt x="145210" y="150667"/>
                    <a:pt x="133420" y="151287"/>
                    <a:pt x="121505" y="151287"/>
                  </a:cubicBezTo>
                  <a:cubicBezTo>
                    <a:pt x="91098" y="151287"/>
                    <a:pt x="62428" y="147569"/>
                    <a:pt x="40709" y="140755"/>
                  </a:cubicBezTo>
                  <a:cubicBezTo>
                    <a:pt x="35496" y="139144"/>
                    <a:pt x="30035" y="137162"/>
                    <a:pt x="24822" y="134683"/>
                  </a:cubicBezTo>
                  <a:lnTo>
                    <a:pt x="24822" y="164049"/>
                  </a:lnTo>
                  <a:cubicBezTo>
                    <a:pt x="25071" y="164916"/>
                    <a:pt x="25195" y="165907"/>
                    <a:pt x="25195" y="166775"/>
                  </a:cubicBezTo>
                  <a:cubicBezTo>
                    <a:pt x="27801" y="173094"/>
                    <a:pt x="59822" y="188458"/>
                    <a:pt x="121753" y="188458"/>
                  </a:cubicBezTo>
                  <a:cubicBezTo>
                    <a:pt x="132427" y="188458"/>
                    <a:pt x="142852" y="187962"/>
                    <a:pt x="152781" y="186971"/>
                  </a:cubicBezTo>
                  <a:cubicBezTo>
                    <a:pt x="159607" y="186351"/>
                    <a:pt x="165689" y="191307"/>
                    <a:pt x="166309" y="198122"/>
                  </a:cubicBezTo>
                  <a:cubicBezTo>
                    <a:pt x="166930" y="204937"/>
                    <a:pt x="161965" y="211008"/>
                    <a:pt x="155139" y="211628"/>
                  </a:cubicBezTo>
                  <a:cubicBezTo>
                    <a:pt x="144342" y="212743"/>
                    <a:pt x="133172" y="213238"/>
                    <a:pt x="121753" y="213238"/>
                  </a:cubicBezTo>
                  <a:cubicBezTo>
                    <a:pt x="91470" y="213238"/>
                    <a:pt x="62800" y="209521"/>
                    <a:pt x="41081" y="202707"/>
                  </a:cubicBezTo>
                  <a:cubicBezTo>
                    <a:pt x="35744" y="201096"/>
                    <a:pt x="30159" y="198990"/>
                    <a:pt x="24822" y="196511"/>
                  </a:cubicBezTo>
                  <a:lnTo>
                    <a:pt x="24822" y="222531"/>
                  </a:lnTo>
                  <a:cubicBezTo>
                    <a:pt x="27429" y="228850"/>
                    <a:pt x="59449" y="244214"/>
                    <a:pt x="121505" y="244214"/>
                  </a:cubicBezTo>
                  <a:cubicBezTo>
                    <a:pt x="132551" y="244214"/>
                    <a:pt x="143473" y="243595"/>
                    <a:pt x="153898" y="242604"/>
                  </a:cubicBezTo>
                  <a:cubicBezTo>
                    <a:pt x="160724" y="241860"/>
                    <a:pt x="166806" y="246816"/>
                    <a:pt x="167550" y="253631"/>
                  </a:cubicBezTo>
                  <a:cubicBezTo>
                    <a:pt x="168171" y="260446"/>
                    <a:pt x="163207" y="266517"/>
                    <a:pt x="156380" y="267260"/>
                  </a:cubicBezTo>
                  <a:cubicBezTo>
                    <a:pt x="145210" y="268376"/>
                    <a:pt x="133420" y="268995"/>
                    <a:pt x="121505" y="268995"/>
                  </a:cubicBezTo>
                  <a:cubicBezTo>
                    <a:pt x="91098" y="268995"/>
                    <a:pt x="62428" y="265278"/>
                    <a:pt x="40709" y="258463"/>
                  </a:cubicBezTo>
                  <a:cubicBezTo>
                    <a:pt x="22092" y="252764"/>
                    <a:pt x="0" y="241860"/>
                    <a:pt x="0" y="222779"/>
                  </a:cubicBezTo>
                  <a:lnTo>
                    <a:pt x="0" y="46216"/>
                  </a:lnTo>
                  <a:cubicBezTo>
                    <a:pt x="0" y="35684"/>
                    <a:pt x="7074" y="20940"/>
                    <a:pt x="40709" y="10532"/>
                  </a:cubicBezTo>
                  <a:cubicBezTo>
                    <a:pt x="62428" y="3717"/>
                    <a:pt x="91098" y="0"/>
                    <a:pt x="121381" y="0"/>
                  </a:cubicBezTo>
                  <a:close/>
                </a:path>
              </a:pathLst>
            </a:custGeom>
            <a:solidFill>
              <a:srgbClr val="FFD3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272E41A4-7A55-2839-63E8-3994DB28F00D}"/>
              </a:ext>
            </a:extLst>
          </p:cNvPr>
          <p:cNvGrpSpPr/>
          <p:nvPr/>
        </p:nvGrpSpPr>
        <p:grpSpPr>
          <a:xfrm>
            <a:off x="2220956" y="5419159"/>
            <a:ext cx="2637837" cy="378601"/>
            <a:chOff x="2220956" y="5419159"/>
            <a:chExt cx="2637837" cy="378601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2BCAC8CB-8A8B-A82A-6D87-531E29284019}"/>
                </a:ext>
              </a:extLst>
            </p:cNvPr>
            <p:cNvSpPr/>
            <p:nvPr/>
          </p:nvSpPr>
          <p:spPr>
            <a:xfrm>
              <a:off x="2220956" y="5419159"/>
              <a:ext cx="2637837" cy="378601"/>
            </a:xfrm>
            <a:prstGeom prst="roundRect">
              <a:avLst/>
            </a:prstGeom>
            <a:solidFill>
              <a:srgbClr val="3674A4">
                <a:alpha val="10196"/>
              </a:srgbClr>
            </a:solidFill>
            <a:ln w="6350">
              <a:solidFill>
                <a:srgbClr val="367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Ins="108000" rtlCol="0" anchor="ctr"/>
            <a:lstStyle/>
            <a:p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 数据分析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可视化图表制作</a:t>
              </a:r>
            </a:p>
          </p:txBody>
        </p:sp>
        <p:sp>
          <p:nvSpPr>
            <p:cNvPr id="48" name="person-in-data-analytics-presentation-with-a-graphic-on-a-screen_38919">
              <a:extLst>
                <a:ext uri="{FF2B5EF4-FFF2-40B4-BE49-F238E27FC236}">
                  <a16:creationId xmlns:a16="http://schemas.microsoft.com/office/drawing/2014/main" id="{18C3DCA1-1AC4-2EBE-718F-B04006C0DD9E}"/>
                </a:ext>
              </a:extLst>
            </p:cNvPr>
            <p:cNvSpPr/>
            <p:nvPr/>
          </p:nvSpPr>
          <p:spPr>
            <a:xfrm>
              <a:off x="2294357" y="5489145"/>
              <a:ext cx="283559" cy="251328"/>
            </a:xfrm>
            <a:custGeom>
              <a:avLst/>
              <a:gdLst>
                <a:gd name="connsiteX0" fmla="*/ 364476 w 590823"/>
                <a:gd name="connsiteY0" fmla="*/ 230016 h 523666"/>
                <a:gd name="connsiteX1" fmla="*/ 358022 w 590823"/>
                <a:gd name="connsiteY1" fmla="*/ 236463 h 523666"/>
                <a:gd name="connsiteX2" fmla="*/ 364476 w 590823"/>
                <a:gd name="connsiteY2" fmla="*/ 242911 h 523666"/>
                <a:gd name="connsiteX3" fmla="*/ 370930 w 590823"/>
                <a:gd name="connsiteY3" fmla="*/ 236463 h 523666"/>
                <a:gd name="connsiteX4" fmla="*/ 364476 w 590823"/>
                <a:gd name="connsiteY4" fmla="*/ 230016 h 523666"/>
                <a:gd name="connsiteX5" fmla="*/ 463309 w 590823"/>
                <a:gd name="connsiteY5" fmla="*/ 212688 h 523666"/>
                <a:gd name="connsiteX6" fmla="*/ 456854 w 590823"/>
                <a:gd name="connsiteY6" fmla="*/ 219136 h 523666"/>
                <a:gd name="connsiteX7" fmla="*/ 463309 w 590823"/>
                <a:gd name="connsiteY7" fmla="*/ 225583 h 523666"/>
                <a:gd name="connsiteX8" fmla="*/ 469763 w 590823"/>
                <a:gd name="connsiteY8" fmla="*/ 219136 h 523666"/>
                <a:gd name="connsiteX9" fmla="*/ 463309 w 590823"/>
                <a:gd name="connsiteY9" fmla="*/ 212688 h 523666"/>
                <a:gd name="connsiteX10" fmla="*/ 412077 w 590823"/>
                <a:gd name="connsiteY10" fmla="*/ 188511 h 523666"/>
                <a:gd name="connsiteX11" fmla="*/ 405623 w 590823"/>
                <a:gd name="connsiteY11" fmla="*/ 194958 h 523666"/>
                <a:gd name="connsiteX12" fmla="*/ 412077 w 590823"/>
                <a:gd name="connsiteY12" fmla="*/ 201405 h 523666"/>
                <a:gd name="connsiteX13" fmla="*/ 418531 w 590823"/>
                <a:gd name="connsiteY13" fmla="*/ 194958 h 523666"/>
                <a:gd name="connsiteX14" fmla="*/ 412077 w 590823"/>
                <a:gd name="connsiteY14" fmla="*/ 188511 h 523666"/>
                <a:gd name="connsiteX15" fmla="*/ 239422 w 590823"/>
                <a:gd name="connsiteY15" fmla="*/ 187302 h 523666"/>
                <a:gd name="connsiteX16" fmla="*/ 232968 w 590823"/>
                <a:gd name="connsiteY16" fmla="*/ 193749 h 523666"/>
                <a:gd name="connsiteX17" fmla="*/ 239422 w 590823"/>
                <a:gd name="connsiteY17" fmla="*/ 200196 h 523666"/>
                <a:gd name="connsiteX18" fmla="*/ 245877 w 590823"/>
                <a:gd name="connsiteY18" fmla="*/ 193749 h 523666"/>
                <a:gd name="connsiteX19" fmla="*/ 239422 w 590823"/>
                <a:gd name="connsiteY19" fmla="*/ 187302 h 523666"/>
                <a:gd name="connsiteX20" fmla="*/ 309210 w 590823"/>
                <a:gd name="connsiteY20" fmla="*/ 182063 h 523666"/>
                <a:gd name="connsiteX21" fmla="*/ 302756 w 590823"/>
                <a:gd name="connsiteY21" fmla="*/ 188511 h 523666"/>
                <a:gd name="connsiteX22" fmla="*/ 309210 w 590823"/>
                <a:gd name="connsiteY22" fmla="*/ 194958 h 523666"/>
                <a:gd name="connsiteX23" fmla="*/ 315665 w 590823"/>
                <a:gd name="connsiteY23" fmla="*/ 188511 h 523666"/>
                <a:gd name="connsiteX24" fmla="*/ 309210 w 590823"/>
                <a:gd name="connsiteY24" fmla="*/ 182063 h 523666"/>
                <a:gd name="connsiteX25" fmla="*/ 504859 w 590823"/>
                <a:gd name="connsiteY25" fmla="*/ 162721 h 523666"/>
                <a:gd name="connsiteX26" fmla="*/ 498404 w 590823"/>
                <a:gd name="connsiteY26" fmla="*/ 169168 h 523666"/>
                <a:gd name="connsiteX27" fmla="*/ 504859 w 590823"/>
                <a:gd name="connsiteY27" fmla="*/ 175616 h 523666"/>
                <a:gd name="connsiteX28" fmla="*/ 511313 w 590823"/>
                <a:gd name="connsiteY28" fmla="*/ 169168 h 523666"/>
                <a:gd name="connsiteX29" fmla="*/ 504859 w 590823"/>
                <a:gd name="connsiteY29" fmla="*/ 162721 h 523666"/>
                <a:gd name="connsiteX30" fmla="*/ 504859 w 590823"/>
                <a:gd name="connsiteY30" fmla="*/ 157079 h 523666"/>
                <a:gd name="connsiteX31" fmla="*/ 517364 w 590823"/>
                <a:gd name="connsiteY31" fmla="*/ 169168 h 523666"/>
                <a:gd name="connsiteX32" fmla="*/ 504859 w 590823"/>
                <a:gd name="connsiteY32" fmla="*/ 181660 h 523666"/>
                <a:gd name="connsiteX33" fmla="*/ 502438 w 590823"/>
                <a:gd name="connsiteY33" fmla="*/ 181257 h 523666"/>
                <a:gd name="connsiteX34" fmla="*/ 475007 w 590823"/>
                <a:gd name="connsiteY34" fmla="*/ 214703 h 523666"/>
                <a:gd name="connsiteX35" fmla="*/ 475411 w 590823"/>
                <a:gd name="connsiteY35" fmla="*/ 219136 h 523666"/>
                <a:gd name="connsiteX36" fmla="*/ 463309 w 590823"/>
                <a:gd name="connsiteY36" fmla="*/ 231628 h 523666"/>
                <a:gd name="connsiteX37" fmla="*/ 450803 w 590823"/>
                <a:gd name="connsiteY37" fmla="*/ 220345 h 523666"/>
                <a:gd name="connsiteX38" fmla="*/ 419742 w 590823"/>
                <a:gd name="connsiteY38" fmla="*/ 204629 h 523666"/>
                <a:gd name="connsiteX39" fmla="*/ 412077 w 590823"/>
                <a:gd name="connsiteY39" fmla="*/ 207450 h 523666"/>
                <a:gd name="connsiteX40" fmla="*/ 407236 w 590823"/>
                <a:gd name="connsiteY40" fmla="*/ 206644 h 523666"/>
                <a:gd name="connsiteX41" fmla="*/ 376578 w 590823"/>
                <a:gd name="connsiteY41" fmla="*/ 234449 h 523666"/>
                <a:gd name="connsiteX42" fmla="*/ 376981 w 590823"/>
                <a:gd name="connsiteY42" fmla="*/ 236463 h 523666"/>
                <a:gd name="connsiteX43" fmla="*/ 364476 w 590823"/>
                <a:gd name="connsiteY43" fmla="*/ 248955 h 523666"/>
                <a:gd name="connsiteX44" fmla="*/ 351971 w 590823"/>
                <a:gd name="connsiteY44" fmla="*/ 236463 h 523666"/>
                <a:gd name="connsiteX45" fmla="*/ 352374 w 590823"/>
                <a:gd name="connsiteY45" fmla="*/ 234851 h 523666"/>
                <a:gd name="connsiteX46" fmla="*/ 314051 w 590823"/>
                <a:gd name="connsiteY46" fmla="*/ 200196 h 523666"/>
                <a:gd name="connsiteX47" fmla="*/ 309210 w 590823"/>
                <a:gd name="connsiteY47" fmla="*/ 201002 h 523666"/>
                <a:gd name="connsiteX48" fmla="*/ 298722 w 590823"/>
                <a:gd name="connsiteY48" fmla="*/ 195361 h 523666"/>
                <a:gd name="connsiteX49" fmla="*/ 250718 w 590823"/>
                <a:gd name="connsiteY49" fmla="*/ 198988 h 523666"/>
                <a:gd name="connsiteX50" fmla="*/ 239422 w 590823"/>
                <a:gd name="connsiteY50" fmla="*/ 206241 h 523666"/>
                <a:gd name="connsiteX51" fmla="*/ 226917 w 590823"/>
                <a:gd name="connsiteY51" fmla="*/ 193749 h 523666"/>
                <a:gd name="connsiteX52" fmla="*/ 239422 w 590823"/>
                <a:gd name="connsiteY52" fmla="*/ 181257 h 523666"/>
                <a:gd name="connsiteX53" fmla="*/ 249911 w 590823"/>
                <a:gd name="connsiteY53" fmla="*/ 186899 h 523666"/>
                <a:gd name="connsiteX54" fmla="*/ 298319 w 590823"/>
                <a:gd name="connsiteY54" fmla="*/ 183272 h 523666"/>
                <a:gd name="connsiteX55" fmla="*/ 309210 w 590823"/>
                <a:gd name="connsiteY55" fmla="*/ 176422 h 523666"/>
                <a:gd name="connsiteX56" fmla="*/ 321716 w 590823"/>
                <a:gd name="connsiteY56" fmla="*/ 188511 h 523666"/>
                <a:gd name="connsiteX57" fmla="*/ 321312 w 590823"/>
                <a:gd name="connsiteY57" fmla="*/ 190928 h 523666"/>
                <a:gd name="connsiteX58" fmla="*/ 359232 w 590823"/>
                <a:gd name="connsiteY58" fmla="*/ 225180 h 523666"/>
                <a:gd name="connsiteX59" fmla="*/ 364476 w 590823"/>
                <a:gd name="connsiteY59" fmla="*/ 223971 h 523666"/>
                <a:gd name="connsiteX60" fmla="*/ 369317 w 590823"/>
                <a:gd name="connsiteY60" fmla="*/ 224777 h 523666"/>
                <a:gd name="connsiteX61" fmla="*/ 399572 w 590823"/>
                <a:gd name="connsiteY61" fmla="*/ 197376 h 523666"/>
                <a:gd name="connsiteX62" fmla="*/ 399572 w 590823"/>
                <a:gd name="connsiteY62" fmla="*/ 194958 h 523666"/>
                <a:gd name="connsiteX63" fmla="*/ 412077 w 590823"/>
                <a:gd name="connsiteY63" fmla="*/ 182869 h 523666"/>
                <a:gd name="connsiteX64" fmla="*/ 424179 w 590823"/>
                <a:gd name="connsiteY64" fmla="*/ 193749 h 523666"/>
                <a:gd name="connsiteX65" fmla="*/ 455644 w 590823"/>
                <a:gd name="connsiteY65" fmla="*/ 209465 h 523666"/>
                <a:gd name="connsiteX66" fmla="*/ 463309 w 590823"/>
                <a:gd name="connsiteY66" fmla="*/ 206644 h 523666"/>
                <a:gd name="connsiteX67" fmla="*/ 465729 w 590823"/>
                <a:gd name="connsiteY67" fmla="*/ 207047 h 523666"/>
                <a:gd name="connsiteX68" fmla="*/ 493160 w 590823"/>
                <a:gd name="connsiteY68" fmla="*/ 173601 h 523666"/>
                <a:gd name="connsiteX69" fmla="*/ 492757 w 590823"/>
                <a:gd name="connsiteY69" fmla="*/ 169168 h 523666"/>
                <a:gd name="connsiteX70" fmla="*/ 504859 w 590823"/>
                <a:gd name="connsiteY70" fmla="*/ 157079 h 523666"/>
                <a:gd name="connsiteX71" fmla="*/ 229743 w 590823"/>
                <a:gd name="connsiteY71" fmla="*/ 102882 h 523666"/>
                <a:gd name="connsiteX72" fmla="*/ 234225 w 590823"/>
                <a:gd name="connsiteY72" fmla="*/ 141399 h 523666"/>
                <a:gd name="connsiteX73" fmla="*/ 116025 w 590823"/>
                <a:gd name="connsiteY73" fmla="*/ 171608 h 523666"/>
                <a:gd name="connsiteX74" fmla="*/ 116025 w 590823"/>
                <a:gd name="connsiteY74" fmla="*/ 275124 h 523666"/>
                <a:gd name="connsiteX75" fmla="*/ 114815 w 590823"/>
                <a:gd name="connsiteY75" fmla="*/ 283985 h 523666"/>
                <a:gd name="connsiteX76" fmla="*/ 141440 w 590823"/>
                <a:gd name="connsiteY76" fmla="*/ 443891 h 523666"/>
                <a:gd name="connsiteX77" fmla="*/ 98275 w 590823"/>
                <a:gd name="connsiteY77" fmla="*/ 443891 h 523666"/>
                <a:gd name="connsiteX78" fmla="*/ 78104 w 590823"/>
                <a:gd name="connsiteY78" fmla="*/ 309763 h 523666"/>
                <a:gd name="connsiteX79" fmla="*/ 76491 w 590823"/>
                <a:gd name="connsiteY79" fmla="*/ 309763 h 523666"/>
                <a:gd name="connsiteX80" fmla="*/ 40587 w 590823"/>
                <a:gd name="connsiteY80" fmla="*/ 487392 h 523666"/>
                <a:gd name="connsiteX81" fmla="*/ 3473 w 590823"/>
                <a:gd name="connsiteY81" fmla="*/ 465641 h 523666"/>
                <a:gd name="connsiteX82" fmla="*/ 32519 w 590823"/>
                <a:gd name="connsiteY82" fmla="*/ 298082 h 523666"/>
                <a:gd name="connsiteX83" fmla="*/ 23644 w 590823"/>
                <a:gd name="connsiteY83" fmla="*/ 275124 h 523666"/>
                <a:gd name="connsiteX84" fmla="*/ 23644 w 590823"/>
                <a:gd name="connsiteY84" fmla="*/ 145829 h 523666"/>
                <a:gd name="connsiteX85" fmla="*/ 58337 w 590823"/>
                <a:gd name="connsiteY85" fmla="*/ 111190 h 523666"/>
                <a:gd name="connsiteX86" fmla="*/ 81332 w 590823"/>
                <a:gd name="connsiteY86" fmla="*/ 111190 h 523666"/>
                <a:gd name="connsiteX87" fmla="*/ 111184 w 590823"/>
                <a:gd name="connsiteY87" fmla="*/ 128510 h 523666"/>
                <a:gd name="connsiteX88" fmla="*/ 212440 w 590823"/>
                <a:gd name="connsiteY88" fmla="*/ 104342 h 523666"/>
                <a:gd name="connsiteX89" fmla="*/ 229743 w 590823"/>
                <a:gd name="connsiteY89" fmla="*/ 102882 h 523666"/>
                <a:gd name="connsiteX90" fmla="*/ 365732 w 590823"/>
                <a:gd name="connsiteY90" fmla="*/ 36271 h 523666"/>
                <a:gd name="connsiteX91" fmla="*/ 372186 w 590823"/>
                <a:gd name="connsiteY91" fmla="*/ 42716 h 523666"/>
                <a:gd name="connsiteX92" fmla="*/ 372186 w 590823"/>
                <a:gd name="connsiteY92" fmla="*/ 54397 h 523666"/>
                <a:gd name="connsiteX93" fmla="*/ 537979 w 590823"/>
                <a:gd name="connsiteY93" fmla="*/ 54397 h 523666"/>
                <a:gd name="connsiteX94" fmla="*/ 577915 w 590823"/>
                <a:gd name="connsiteY94" fmla="*/ 54397 h 523666"/>
                <a:gd name="connsiteX95" fmla="*/ 590823 w 590823"/>
                <a:gd name="connsiteY95" fmla="*/ 67287 h 523666"/>
                <a:gd name="connsiteX96" fmla="*/ 577915 w 590823"/>
                <a:gd name="connsiteY96" fmla="*/ 80177 h 523666"/>
                <a:gd name="connsiteX97" fmla="*/ 550887 w 590823"/>
                <a:gd name="connsiteY97" fmla="*/ 80177 h 523666"/>
                <a:gd name="connsiteX98" fmla="*/ 550887 w 590823"/>
                <a:gd name="connsiteY98" fmla="*/ 331125 h 523666"/>
                <a:gd name="connsiteX99" fmla="*/ 577915 w 590823"/>
                <a:gd name="connsiteY99" fmla="*/ 331125 h 523666"/>
                <a:gd name="connsiteX100" fmla="*/ 590823 w 590823"/>
                <a:gd name="connsiteY100" fmla="*/ 344015 h 523666"/>
                <a:gd name="connsiteX101" fmla="*/ 577915 w 590823"/>
                <a:gd name="connsiteY101" fmla="*/ 356905 h 523666"/>
                <a:gd name="connsiteX102" fmla="*/ 537979 w 590823"/>
                <a:gd name="connsiteY102" fmla="*/ 356905 h 523666"/>
                <a:gd name="connsiteX103" fmla="*/ 386304 w 590823"/>
                <a:gd name="connsiteY103" fmla="*/ 356905 h 523666"/>
                <a:gd name="connsiteX104" fmla="*/ 387515 w 590823"/>
                <a:gd name="connsiteY104" fmla="*/ 357710 h 523666"/>
                <a:gd name="connsiteX105" fmla="*/ 388321 w 590823"/>
                <a:gd name="connsiteY105" fmla="*/ 358113 h 523666"/>
                <a:gd name="connsiteX106" fmla="*/ 389532 w 590823"/>
                <a:gd name="connsiteY106" fmla="*/ 359321 h 523666"/>
                <a:gd name="connsiteX107" fmla="*/ 389532 w 590823"/>
                <a:gd name="connsiteY107" fmla="*/ 359724 h 523666"/>
                <a:gd name="connsiteX108" fmla="*/ 459721 w 590823"/>
                <a:gd name="connsiteY108" fmla="*/ 457606 h 523666"/>
                <a:gd name="connsiteX109" fmla="*/ 457301 w 590823"/>
                <a:gd name="connsiteY109" fmla="*/ 472510 h 523666"/>
                <a:gd name="connsiteX110" fmla="*/ 451250 w 590823"/>
                <a:gd name="connsiteY110" fmla="*/ 474524 h 523666"/>
                <a:gd name="connsiteX111" fmla="*/ 442376 w 590823"/>
                <a:gd name="connsiteY111" fmla="*/ 470093 h 523666"/>
                <a:gd name="connsiteX112" fmla="*/ 391549 w 590823"/>
                <a:gd name="connsiteY112" fmla="*/ 399199 h 523666"/>
                <a:gd name="connsiteX113" fmla="*/ 391549 w 590823"/>
                <a:gd name="connsiteY113" fmla="*/ 513193 h 523666"/>
                <a:gd name="connsiteX114" fmla="*/ 381060 w 590823"/>
                <a:gd name="connsiteY114" fmla="*/ 523666 h 523666"/>
                <a:gd name="connsiteX115" fmla="*/ 370169 w 590823"/>
                <a:gd name="connsiteY115" fmla="*/ 513193 h 523666"/>
                <a:gd name="connsiteX116" fmla="*/ 370169 w 590823"/>
                <a:gd name="connsiteY116" fmla="*/ 399199 h 523666"/>
                <a:gd name="connsiteX117" fmla="*/ 319745 w 590823"/>
                <a:gd name="connsiteY117" fmla="*/ 470093 h 523666"/>
                <a:gd name="connsiteX118" fmla="*/ 304820 w 590823"/>
                <a:gd name="connsiteY118" fmla="*/ 472510 h 523666"/>
                <a:gd name="connsiteX119" fmla="*/ 301996 w 590823"/>
                <a:gd name="connsiteY119" fmla="*/ 457606 h 523666"/>
                <a:gd name="connsiteX120" fmla="*/ 372186 w 590823"/>
                <a:gd name="connsiteY120" fmla="*/ 359724 h 523666"/>
                <a:gd name="connsiteX121" fmla="*/ 372589 w 590823"/>
                <a:gd name="connsiteY121" fmla="*/ 359321 h 523666"/>
                <a:gd name="connsiteX122" fmla="*/ 373799 w 590823"/>
                <a:gd name="connsiteY122" fmla="*/ 358113 h 523666"/>
                <a:gd name="connsiteX123" fmla="*/ 374606 w 590823"/>
                <a:gd name="connsiteY123" fmla="*/ 357710 h 523666"/>
                <a:gd name="connsiteX124" fmla="*/ 375413 w 590823"/>
                <a:gd name="connsiteY124" fmla="*/ 356905 h 523666"/>
                <a:gd name="connsiteX125" fmla="*/ 206796 w 590823"/>
                <a:gd name="connsiteY125" fmla="*/ 356905 h 523666"/>
                <a:gd name="connsiteX126" fmla="*/ 166457 w 590823"/>
                <a:gd name="connsiteY126" fmla="*/ 356905 h 523666"/>
                <a:gd name="connsiteX127" fmla="*/ 153952 w 590823"/>
                <a:gd name="connsiteY127" fmla="*/ 344015 h 523666"/>
                <a:gd name="connsiteX128" fmla="*/ 166457 w 590823"/>
                <a:gd name="connsiteY128" fmla="*/ 331125 h 523666"/>
                <a:gd name="connsiteX129" fmla="*/ 193888 w 590823"/>
                <a:gd name="connsiteY129" fmla="*/ 331125 h 523666"/>
                <a:gd name="connsiteX130" fmla="*/ 193888 w 590823"/>
                <a:gd name="connsiteY130" fmla="*/ 177656 h 523666"/>
                <a:gd name="connsiteX131" fmla="*/ 210023 w 590823"/>
                <a:gd name="connsiteY131" fmla="*/ 170808 h 523666"/>
                <a:gd name="connsiteX132" fmla="*/ 210023 w 590823"/>
                <a:gd name="connsiteY132" fmla="*/ 331125 h 523666"/>
                <a:gd name="connsiteX133" fmla="*/ 534348 w 590823"/>
                <a:gd name="connsiteY133" fmla="*/ 331125 h 523666"/>
                <a:gd name="connsiteX134" fmla="*/ 534348 w 590823"/>
                <a:gd name="connsiteY134" fmla="*/ 80177 h 523666"/>
                <a:gd name="connsiteX135" fmla="*/ 210023 w 590823"/>
                <a:gd name="connsiteY135" fmla="*/ 80177 h 523666"/>
                <a:gd name="connsiteX136" fmla="*/ 210023 w 590823"/>
                <a:gd name="connsiteY136" fmla="*/ 96692 h 523666"/>
                <a:gd name="connsiteX137" fmla="*/ 202359 w 590823"/>
                <a:gd name="connsiteY137" fmla="*/ 95484 h 523666"/>
                <a:gd name="connsiteX138" fmla="*/ 193888 w 590823"/>
                <a:gd name="connsiteY138" fmla="*/ 96692 h 523666"/>
                <a:gd name="connsiteX139" fmla="*/ 193888 w 590823"/>
                <a:gd name="connsiteY139" fmla="*/ 80177 h 523666"/>
                <a:gd name="connsiteX140" fmla="*/ 166457 w 590823"/>
                <a:gd name="connsiteY140" fmla="*/ 80177 h 523666"/>
                <a:gd name="connsiteX141" fmla="*/ 153952 w 590823"/>
                <a:gd name="connsiteY141" fmla="*/ 67287 h 523666"/>
                <a:gd name="connsiteX142" fmla="*/ 166457 w 590823"/>
                <a:gd name="connsiteY142" fmla="*/ 54397 h 523666"/>
                <a:gd name="connsiteX143" fmla="*/ 206796 w 590823"/>
                <a:gd name="connsiteY143" fmla="*/ 54397 h 523666"/>
                <a:gd name="connsiteX144" fmla="*/ 359681 w 590823"/>
                <a:gd name="connsiteY144" fmla="*/ 54397 h 523666"/>
                <a:gd name="connsiteX145" fmla="*/ 359681 w 590823"/>
                <a:gd name="connsiteY145" fmla="*/ 42716 h 523666"/>
                <a:gd name="connsiteX146" fmla="*/ 365732 w 590823"/>
                <a:gd name="connsiteY146" fmla="*/ 36271 h 523666"/>
                <a:gd name="connsiteX147" fmla="*/ 69803 w 590823"/>
                <a:gd name="connsiteY147" fmla="*/ 0 h 523666"/>
                <a:gd name="connsiteX148" fmla="*/ 115988 w 590823"/>
                <a:gd name="connsiteY148" fmla="*/ 46115 h 523666"/>
                <a:gd name="connsiteX149" fmla="*/ 69803 w 590823"/>
                <a:gd name="connsiteY149" fmla="*/ 92230 h 523666"/>
                <a:gd name="connsiteX150" fmla="*/ 23618 w 590823"/>
                <a:gd name="connsiteY150" fmla="*/ 46115 h 523666"/>
                <a:gd name="connsiteX151" fmla="*/ 69803 w 590823"/>
                <a:gd name="connsiteY151" fmla="*/ 0 h 52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590823" h="523666">
                  <a:moveTo>
                    <a:pt x="364476" y="230016"/>
                  </a:moveTo>
                  <a:cubicBezTo>
                    <a:pt x="360845" y="230016"/>
                    <a:pt x="358022" y="232837"/>
                    <a:pt x="358022" y="236463"/>
                  </a:cubicBezTo>
                  <a:cubicBezTo>
                    <a:pt x="358022" y="240090"/>
                    <a:pt x="360845" y="242911"/>
                    <a:pt x="364476" y="242911"/>
                  </a:cubicBezTo>
                  <a:cubicBezTo>
                    <a:pt x="368107" y="242911"/>
                    <a:pt x="370930" y="240090"/>
                    <a:pt x="370930" y="236463"/>
                  </a:cubicBezTo>
                  <a:cubicBezTo>
                    <a:pt x="370930" y="232837"/>
                    <a:pt x="368107" y="230016"/>
                    <a:pt x="364476" y="230016"/>
                  </a:cubicBezTo>
                  <a:close/>
                  <a:moveTo>
                    <a:pt x="463309" y="212688"/>
                  </a:moveTo>
                  <a:cubicBezTo>
                    <a:pt x="459678" y="212688"/>
                    <a:pt x="456854" y="215509"/>
                    <a:pt x="456854" y="219136"/>
                  </a:cubicBezTo>
                  <a:cubicBezTo>
                    <a:pt x="456854" y="222763"/>
                    <a:pt x="459678" y="225583"/>
                    <a:pt x="463309" y="225583"/>
                  </a:cubicBezTo>
                  <a:cubicBezTo>
                    <a:pt x="466536" y="225583"/>
                    <a:pt x="469763" y="222763"/>
                    <a:pt x="469763" y="219136"/>
                  </a:cubicBezTo>
                  <a:cubicBezTo>
                    <a:pt x="469763" y="215509"/>
                    <a:pt x="466536" y="212688"/>
                    <a:pt x="463309" y="212688"/>
                  </a:cubicBezTo>
                  <a:close/>
                  <a:moveTo>
                    <a:pt x="412077" y="188511"/>
                  </a:moveTo>
                  <a:cubicBezTo>
                    <a:pt x="408446" y="188511"/>
                    <a:pt x="405623" y="191734"/>
                    <a:pt x="405623" y="194958"/>
                  </a:cubicBezTo>
                  <a:cubicBezTo>
                    <a:pt x="405623" y="198585"/>
                    <a:pt x="408446" y="201405"/>
                    <a:pt x="412077" y="201405"/>
                  </a:cubicBezTo>
                  <a:cubicBezTo>
                    <a:pt x="415304" y="201405"/>
                    <a:pt x="418531" y="198585"/>
                    <a:pt x="418531" y="194958"/>
                  </a:cubicBezTo>
                  <a:cubicBezTo>
                    <a:pt x="418531" y="191734"/>
                    <a:pt x="415304" y="188511"/>
                    <a:pt x="412077" y="188511"/>
                  </a:cubicBezTo>
                  <a:close/>
                  <a:moveTo>
                    <a:pt x="239422" y="187302"/>
                  </a:moveTo>
                  <a:cubicBezTo>
                    <a:pt x="235792" y="187302"/>
                    <a:pt x="232968" y="190122"/>
                    <a:pt x="232968" y="193749"/>
                  </a:cubicBezTo>
                  <a:cubicBezTo>
                    <a:pt x="232968" y="197376"/>
                    <a:pt x="235792" y="200196"/>
                    <a:pt x="239422" y="200196"/>
                  </a:cubicBezTo>
                  <a:cubicBezTo>
                    <a:pt x="243053" y="200196"/>
                    <a:pt x="245877" y="197376"/>
                    <a:pt x="245877" y="193749"/>
                  </a:cubicBezTo>
                  <a:cubicBezTo>
                    <a:pt x="245877" y="190122"/>
                    <a:pt x="243053" y="187302"/>
                    <a:pt x="239422" y="187302"/>
                  </a:cubicBezTo>
                  <a:close/>
                  <a:moveTo>
                    <a:pt x="309210" y="182063"/>
                  </a:moveTo>
                  <a:cubicBezTo>
                    <a:pt x="305580" y="182063"/>
                    <a:pt x="302756" y="185287"/>
                    <a:pt x="302756" y="188511"/>
                  </a:cubicBezTo>
                  <a:cubicBezTo>
                    <a:pt x="302756" y="192137"/>
                    <a:pt x="305580" y="194958"/>
                    <a:pt x="309210" y="194958"/>
                  </a:cubicBezTo>
                  <a:cubicBezTo>
                    <a:pt x="312841" y="194958"/>
                    <a:pt x="315665" y="192137"/>
                    <a:pt x="315665" y="188511"/>
                  </a:cubicBezTo>
                  <a:cubicBezTo>
                    <a:pt x="315665" y="185287"/>
                    <a:pt x="312841" y="182063"/>
                    <a:pt x="309210" y="182063"/>
                  </a:cubicBezTo>
                  <a:close/>
                  <a:moveTo>
                    <a:pt x="504859" y="162721"/>
                  </a:moveTo>
                  <a:cubicBezTo>
                    <a:pt x="501631" y="162721"/>
                    <a:pt x="498404" y="165944"/>
                    <a:pt x="498404" y="169168"/>
                  </a:cubicBezTo>
                  <a:cubicBezTo>
                    <a:pt x="498404" y="172795"/>
                    <a:pt x="501631" y="175616"/>
                    <a:pt x="504859" y="175616"/>
                  </a:cubicBezTo>
                  <a:cubicBezTo>
                    <a:pt x="508489" y="175616"/>
                    <a:pt x="511313" y="172795"/>
                    <a:pt x="511313" y="169168"/>
                  </a:cubicBezTo>
                  <a:cubicBezTo>
                    <a:pt x="511313" y="165944"/>
                    <a:pt x="508489" y="162721"/>
                    <a:pt x="504859" y="162721"/>
                  </a:cubicBezTo>
                  <a:close/>
                  <a:moveTo>
                    <a:pt x="504859" y="157079"/>
                  </a:moveTo>
                  <a:cubicBezTo>
                    <a:pt x="511716" y="157079"/>
                    <a:pt x="517364" y="162318"/>
                    <a:pt x="517364" y="169168"/>
                  </a:cubicBezTo>
                  <a:cubicBezTo>
                    <a:pt x="517364" y="176019"/>
                    <a:pt x="511716" y="181660"/>
                    <a:pt x="504859" y="181660"/>
                  </a:cubicBezTo>
                  <a:cubicBezTo>
                    <a:pt x="504052" y="181660"/>
                    <a:pt x="503245" y="181660"/>
                    <a:pt x="502438" y="181257"/>
                  </a:cubicBezTo>
                  <a:lnTo>
                    <a:pt x="475007" y="214703"/>
                  </a:lnTo>
                  <a:cubicBezTo>
                    <a:pt x="475411" y="216315"/>
                    <a:pt x="475411" y="217524"/>
                    <a:pt x="475411" y="219136"/>
                  </a:cubicBezTo>
                  <a:cubicBezTo>
                    <a:pt x="475411" y="225986"/>
                    <a:pt x="470166" y="231628"/>
                    <a:pt x="463309" y="231628"/>
                  </a:cubicBezTo>
                  <a:cubicBezTo>
                    <a:pt x="456854" y="231628"/>
                    <a:pt x="451610" y="226389"/>
                    <a:pt x="450803" y="220345"/>
                  </a:cubicBezTo>
                  <a:lnTo>
                    <a:pt x="419742" y="204629"/>
                  </a:lnTo>
                  <a:cubicBezTo>
                    <a:pt x="417725" y="206644"/>
                    <a:pt x="414901" y="207450"/>
                    <a:pt x="412077" y="207450"/>
                  </a:cubicBezTo>
                  <a:cubicBezTo>
                    <a:pt x="410463" y="207450"/>
                    <a:pt x="408850" y="207047"/>
                    <a:pt x="407236" y="206644"/>
                  </a:cubicBezTo>
                  <a:lnTo>
                    <a:pt x="376578" y="234449"/>
                  </a:lnTo>
                  <a:cubicBezTo>
                    <a:pt x="376981" y="234851"/>
                    <a:pt x="376981" y="235657"/>
                    <a:pt x="376981" y="236463"/>
                  </a:cubicBezTo>
                  <a:cubicBezTo>
                    <a:pt x="376981" y="243314"/>
                    <a:pt x="371334" y="248955"/>
                    <a:pt x="364476" y="248955"/>
                  </a:cubicBezTo>
                  <a:cubicBezTo>
                    <a:pt x="357618" y="248955"/>
                    <a:pt x="351971" y="243314"/>
                    <a:pt x="351971" y="236463"/>
                  </a:cubicBezTo>
                  <a:cubicBezTo>
                    <a:pt x="351971" y="236060"/>
                    <a:pt x="351971" y="235254"/>
                    <a:pt x="352374" y="234851"/>
                  </a:cubicBezTo>
                  <a:lnTo>
                    <a:pt x="314051" y="200196"/>
                  </a:lnTo>
                  <a:cubicBezTo>
                    <a:pt x="312438" y="200599"/>
                    <a:pt x="310824" y="201002"/>
                    <a:pt x="309210" y="201002"/>
                  </a:cubicBezTo>
                  <a:cubicBezTo>
                    <a:pt x="304773" y="201002"/>
                    <a:pt x="301142" y="198585"/>
                    <a:pt x="298722" y="195361"/>
                  </a:cubicBezTo>
                  <a:lnTo>
                    <a:pt x="250718" y="198988"/>
                  </a:lnTo>
                  <a:cubicBezTo>
                    <a:pt x="248701" y="203017"/>
                    <a:pt x="244263" y="206241"/>
                    <a:pt x="239422" y="206241"/>
                  </a:cubicBezTo>
                  <a:cubicBezTo>
                    <a:pt x="232565" y="206241"/>
                    <a:pt x="226917" y="200599"/>
                    <a:pt x="226917" y="193749"/>
                  </a:cubicBezTo>
                  <a:cubicBezTo>
                    <a:pt x="226917" y="186899"/>
                    <a:pt x="232565" y="181257"/>
                    <a:pt x="239422" y="181257"/>
                  </a:cubicBezTo>
                  <a:cubicBezTo>
                    <a:pt x="243860" y="181257"/>
                    <a:pt x="247894" y="183675"/>
                    <a:pt x="249911" y="186899"/>
                  </a:cubicBezTo>
                  <a:lnTo>
                    <a:pt x="298319" y="183272"/>
                  </a:lnTo>
                  <a:cubicBezTo>
                    <a:pt x="300336" y="179242"/>
                    <a:pt x="304370" y="176422"/>
                    <a:pt x="309210" y="176422"/>
                  </a:cubicBezTo>
                  <a:cubicBezTo>
                    <a:pt x="316068" y="176422"/>
                    <a:pt x="321716" y="181660"/>
                    <a:pt x="321716" y="188511"/>
                  </a:cubicBezTo>
                  <a:cubicBezTo>
                    <a:pt x="321716" y="189316"/>
                    <a:pt x="321716" y="190122"/>
                    <a:pt x="321312" y="190928"/>
                  </a:cubicBezTo>
                  <a:lnTo>
                    <a:pt x="359232" y="225180"/>
                  </a:lnTo>
                  <a:cubicBezTo>
                    <a:pt x="360845" y="224374"/>
                    <a:pt x="362459" y="223971"/>
                    <a:pt x="364476" y="223971"/>
                  </a:cubicBezTo>
                  <a:cubicBezTo>
                    <a:pt x="366090" y="223971"/>
                    <a:pt x="367703" y="224374"/>
                    <a:pt x="369317" y="224777"/>
                  </a:cubicBezTo>
                  <a:lnTo>
                    <a:pt x="399572" y="197376"/>
                  </a:lnTo>
                  <a:cubicBezTo>
                    <a:pt x="399572" y="196570"/>
                    <a:pt x="399572" y="195764"/>
                    <a:pt x="399572" y="194958"/>
                  </a:cubicBezTo>
                  <a:cubicBezTo>
                    <a:pt x="399572" y="188108"/>
                    <a:pt x="405219" y="182869"/>
                    <a:pt x="412077" y="182869"/>
                  </a:cubicBezTo>
                  <a:cubicBezTo>
                    <a:pt x="418128" y="182869"/>
                    <a:pt x="423372" y="187302"/>
                    <a:pt x="424179" y="193749"/>
                  </a:cubicBezTo>
                  <a:lnTo>
                    <a:pt x="455644" y="209465"/>
                  </a:lnTo>
                  <a:cubicBezTo>
                    <a:pt x="457661" y="207450"/>
                    <a:pt x="460485" y="206644"/>
                    <a:pt x="463309" y="206644"/>
                  </a:cubicBezTo>
                  <a:cubicBezTo>
                    <a:pt x="464115" y="206644"/>
                    <a:pt x="464922" y="206644"/>
                    <a:pt x="465729" y="207047"/>
                  </a:cubicBezTo>
                  <a:lnTo>
                    <a:pt x="493160" y="173601"/>
                  </a:lnTo>
                  <a:cubicBezTo>
                    <a:pt x="492757" y="172392"/>
                    <a:pt x="492757" y="170780"/>
                    <a:pt x="492757" y="169168"/>
                  </a:cubicBezTo>
                  <a:cubicBezTo>
                    <a:pt x="492757" y="162318"/>
                    <a:pt x="498001" y="157079"/>
                    <a:pt x="504859" y="157079"/>
                  </a:cubicBezTo>
                  <a:close/>
                  <a:moveTo>
                    <a:pt x="229743" y="102882"/>
                  </a:moveTo>
                  <a:cubicBezTo>
                    <a:pt x="245192" y="108471"/>
                    <a:pt x="252983" y="131732"/>
                    <a:pt x="234225" y="141399"/>
                  </a:cubicBezTo>
                  <a:cubicBezTo>
                    <a:pt x="197111" y="160732"/>
                    <a:pt x="157173" y="170399"/>
                    <a:pt x="116025" y="171608"/>
                  </a:cubicBezTo>
                  <a:lnTo>
                    <a:pt x="116025" y="275124"/>
                  </a:lnTo>
                  <a:cubicBezTo>
                    <a:pt x="116025" y="278346"/>
                    <a:pt x="115622" y="281165"/>
                    <a:pt x="114815" y="283985"/>
                  </a:cubicBezTo>
                  <a:cubicBezTo>
                    <a:pt x="133372" y="335541"/>
                    <a:pt x="141036" y="389112"/>
                    <a:pt x="141440" y="443891"/>
                  </a:cubicBezTo>
                  <a:cubicBezTo>
                    <a:pt x="141843" y="471683"/>
                    <a:pt x="98678" y="471683"/>
                    <a:pt x="98275" y="443891"/>
                  </a:cubicBezTo>
                  <a:cubicBezTo>
                    <a:pt x="97871" y="397570"/>
                    <a:pt x="91820" y="353264"/>
                    <a:pt x="78104" y="309763"/>
                  </a:cubicBezTo>
                  <a:lnTo>
                    <a:pt x="76491" y="309763"/>
                  </a:lnTo>
                  <a:cubicBezTo>
                    <a:pt x="80525" y="371792"/>
                    <a:pt x="74877" y="433016"/>
                    <a:pt x="40587" y="487392"/>
                  </a:cubicBezTo>
                  <a:cubicBezTo>
                    <a:pt x="25661" y="510753"/>
                    <a:pt x="-11453" y="489003"/>
                    <a:pt x="3473" y="465641"/>
                  </a:cubicBezTo>
                  <a:cubicBezTo>
                    <a:pt x="35746" y="414085"/>
                    <a:pt x="37763" y="356486"/>
                    <a:pt x="32519" y="298082"/>
                  </a:cubicBezTo>
                  <a:cubicBezTo>
                    <a:pt x="27275" y="292041"/>
                    <a:pt x="23644" y="283985"/>
                    <a:pt x="23644" y="275124"/>
                  </a:cubicBezTo>
                  <a:lnTo>
                    <a:pt x="23644" y="145829"/>
                  </a:lnTo>
                  <a:cubicBezTo>
                    <a:pt x="23644" y="126898"/>
                    <a:pt x="39377" y="111190"/>
                    <a:pt x="58337" y="111190"/>
                  </a:cubicBezTo>
                  <a:lnTo>
                    <a:pt x="81332" y="111190"/>
                  </a:lnTo>
                  <a:cubicBezTo>
                    <a:pt x="94241" y="111190"/>
                    <a:pt x="105536" y="118440"/>
                    <a:pt x="111184" y="128510"/>
                  </a:cubicBezTo>
                  <a:cubicBezTo>
                    <a:pt x="146684" y="128107"/>
                    <a:pt x="180571" y="120857"/>
                    <a:pt x="212440" y="104342"/>
                  </a:cubicBezTo>
                  <a:cubicBezTo>
                    <a:pt x="218592" y="101120"/>
                    <a:pt x="224593" y="101019"/>
                    <a:pt x="229743" y="102882"/>
                  </a:cubicBezTo>
                  <a:close/>
                  <a:moveTo>
                    <a:pt x="365732" y="36271"/>
                  </a:moveTo>
                  <a:cubicBezTo>
                    <a:pt x="369362" y="36271"/>
                    <a:pt x="372186" y="39090"/>
                    <a:pt x="372186" y="42716"/>
                  </a:cubicBezTo>
                  <a:lnTo>
                    <a:pt x="372186" y="54397"/>
                  </a:lnTo>
                  <a:lnTo>
                    <a:pt x="537979" y="54397"/>
                  </a:lnTo>
                  <a:lnTo>
                    <a:pt x="577915" y="54397"/>
                  </a:lnTo>
                  <a:cubicBezTo>
                    <a:pt x="585176" y="54397"/>
                    <a:pt x="590823" y="60439"/>
                    <a:pt x="590823" y="67287"/>
                  </a:cubicBezTo>
                  <a:cubicBezTo>
                    <a:pt x="590823" y="74537"/>
                    <a:pt x="585176" y="80177"/>
                    <a:pt x="577915" y="80177"/>
                  </a:cubicBezTo>
                  <a:lnTo>
                    <a:pt x="550887" y="80177"/>
                  </a:lnTo>
                  <a:lnTo>
                    <a:pt x="550887" y="331125"/>
                  </a:lnTo>
                  <a:lnTo>
                    <a:pt x="577915" y="331125"/>
                  </a:lnTo>
                  <a:cubicBezTo>
                    <a:pt x="585176" y="331125"/>
                    <a:pt x="590823" y="336764"/>
                    <a:pt x="590823" y="344015"/>
                  </a:cubicBezTo>
                  <a:cubicBezTo>
                    <a:pt x="590823" y="351265"/>
                    <a:pt x="584772" y="356905"/>
                    <a:pt x="577915" y="356905"/>
                  </a:cubicBezTo>
                  <a:lnTo>
                    <a:pt x="537979" y="356905"/>
                  </a:lnTo>
                  <a:lnTo>
                    <a:pt x="386304" y="356905"/>
                  </a:lnTo>
                  <a:cubicBezTo>
                    <a:pt x="386708" y="356905"/>
                    <a:pt x="387111" y="357307"/>
                    <a:pt x="387515" y="357710"/>
                  </a:cubicBezTo>
                  <a:cubicBezTo>
                    <a:pt x="387918" y="357710"/>
                    <a:pt x="387918" y="358113"/>
                    <a:pt x="388321" y="358113"/>
                  </a:cubicBezTo>
                  <a:cubicBezTo>
                    <a:pt x="388725" y="358516"/>
                    <a:pt x="389128" y="358919"/>
                    <a:pt x="389532" y="359321"/>
                  </a:cubicBezTo>
                  <a:cubicBezTo>
                    <a:pt x="389532" y="359724"/>
                    <a:pt x="389532" y="359724"/>
                    <a:pt x="389532" y="359724"/>
                  </a:cubicBezTo>
                  <a:lnTo>
                    <a:pt x="459721" y="457606"/>
                  </a:lnTo>
                  <a:cubicBezTo>
                    <a:pt x="463352" y="462440"/>
                    <a:pt x="462142" y="468885"/>
                    <a:pt x="457301" y="472510"/>
                  </a:cubicBezTo>
                  <a:cubicBezTo>
                    <a:pt x="455284" y="473718"/>
                    <a:pt x="453267" y="474524"/>
                    <a:pt x="451250" y="474524"/>
                  </a:cubicBezTo>
                  <a:cubicBezTo>
                    <a:pt x="447620" y="474524"/>
                    <a:pt x="444393" y="472913"/>
                    <a:pt x="442376" y="470093"/>
                  </a:cubicBezTo>
                  <a:lnTo>
                    <a:pt x="391549" y="399199"/>
                  </a:lnTo>
                  <a:lnTo>
                    <a:pt x="391549" y="513193"/>
                  </a:lnTo>
                  <a:cubicBezTo>
                    <a:pt x="391549" y="518833"/>
                    <a:pt x="387111" y="523666"/>
                    <a:pt x="381060" y="523666"/>
                  </a:cubicBezTo>
                  <a:cubicBezTo>
                    <a:pt x="375010" y="523666"/>
                    <a:pt x="370169" y="518833"/>
                    <a:pt x="370169" y="513193"/>
                  </a:cubicBezTo>
                  <a:lnTo>
                    <a:pt x="370169" y="399199"/>
                  </a:lnTo>
                  <a:lnTo>
                    <a:pt x="319745" y="470093"/>
                  </a:lnTo>
                  <a:cubicBezTo>
                    <a:pt x="316115" y="474927"/>
                    <a:pt x="309660" y="475732"/>
                    <a:pt x="304820" y="472510"/>
                  </a:cubicBezTo>
                  <a:cubicBezTo>
                    <a:pt x="299979" y="468885"/>
                    <a:pt x="298769" y="462440"/>
                    <a:pt x="301996" y="457606"/>
                  </a:cubicBezTo>
                  <a:lnTo>
                    <a:pt x="372186" y="359724"/>
                  </a:lnTo>
                  <a:cubicBezTo>
                    <a:pt x="372589" y="359724"/>
                    <a:pt x="372589" y="359724"/>
                    <a:pt x="372589" y="359321"/>
                  </a:cubicBezTo>
                  <a:cubicBezTo>
                    <a:pt x="372993" y="358919"/>
                    <a:pt x="373396" y="358516"/>
                    <a:pt x="373799" y="358113"/>
                  </a:cubicBezTo>
                  <a:cubicBezTo>
                    <a:pt x="373799" y="358113"/>
                    <a:pt x="374203" y="357710"/>
                    <a:pt x="374606" y="357710"/>
                  </a:cubicBezTo>
                  <a:cubicBezTo>
                    <a:pt x="374606" y="357307"/>
                    <a:pt x="375010" y="356905"/>
                    <a:pt x="375413" y="356905"/>
                  </a:cubicBezTo>
                  <a:lnTo>
                    <a:pt x="206796" y="356905"/>
                  </a:lnTo>
                  <a:lnTo>
                    <a:pt x="166457" y="356905"/>
                  </a:lnTo>
                  <a:cubicBezTo>
                    <a:pt x="159599" y="356905"/>
                    <a:pt x="153952" y="351265"/>
                    <a:pt x="153952" y="344015"/>
                  </a:cubicBezTo>
                  <a:cubicBezTo>
                    <a:pt x="153952" y="336764"/>
                    <a:pt x="159599" y="331125"/>
                    <a:pt x="166457" y="331125"/>
                  </a:cubicBezTo>
                  <a:lnTo>
                    <a:pt x="193888" y="331125"/>
                  </a:lnTo>
                  <a:lnTo>
                    <a:pt x="193888" y="177656"/>
                  </a:lnTo>
                  <a:cubicBezTo>
                    <a:pt x="199132" y="175642"/>
                    <a:pt x="204779" y="173225"/>
                    <a:pt x="210023" y="170808"/>
                  </a:cubicBezTo>
                  <a:lnTo>
                    <a:pt x="210023" y="331125"/>
                  </a:lnTo>
                  <a:lnTo>
                    <a:pt x="534348" y="331125"/>
                  </a:lnTo>
                  <a:lnTo>
                    <a:pt x="534348" y="80177"/>
                  </a:lnTo>
                  <a:lnTo>
                    <a:pt x="210023" y="80177"/>
                  </a:lnTo>
                  <a:lnTo>
                    <a:pt x="210023" y="96692"/>
                  </a:lnTo>
                  <a:cubicBezTo>
                    <a:pt x="207603" y="95887"/>
                    <a:pt x="205182" y="95484"/>
                    <a:pt x="202359" y="95484"/>
                  </a:cubicBezTo>
                  <a:cubicBezTo>
                    <a:pt x="199535" y="95484"/>
                    <a:pt x="196711" y="95887"/>
                    <a:pt x="193888" y="96692"/>
                  </a:cubicBezTo>
                  <a:lnTo>
                    <a:pt x="193888" y="80177"/>
                  </a:lnTo>
                  <a:lnTo>
                    <a:pt x="166457" y="80177"/>
                  </a:lnTo>
                  <a:cubicBezTo>
                    <a:pt x="159599" y="80177"/>
                    <a:pt x="153952" y="74537"/>
                    <a:pt x="153952" y="67287"/>
                  </a:cubicBezTo>
                  <a:cubicBezTo>
                    <a:pt x="153952" y="60439"/>
                    <a:pt x="159599" y="54397"/>
                    <a:pt x="166457" y="54397"/>
                  </a:cubicBezTo>
                  <a:lnTo>
                    <a:pt x="206796" y="54397"/>
                  </a:lnTo>
                  <a:lnTo>
                    <a:pt x="359681" y="54397"/>
                  </a:lnTo>
                  <a:lnTo>
                    <a:pt x="359681" y="42716"/>
                  </a:lnTo>
                  <a:cubicBezTo>
                    <a:pt x="359681" y="39090"/>
                    <a:pt x="362504" y="36271"/>
                    <a:pt x="365732" y="36271"/>
                  </a:cubicBezTo>
                  <a:close/>
                  <a:moveTo>
                    <a:pt x="69803" y="0"/>
                  </a:moveTo>
                  <a:cubicBezTo>
                    <a:pt x="95310" y="0"/>
                    <a:pt x="115988" y="20646"/>
                    <a:pt x="115988" y="46115"/>
                  </a:cubicBezTo>
                  <a:cubicBezTo>
                    <a:pt x="115988" y="71584"/>
                    <a:pt x="95310" y="92230"/>
                    <a:pt x="69803" y="92230"/>
                  </a:cubicBezTo>
                  <a:cubicBezTo>
                    <a:pt x="44296" y="92230"/>
                    <a:pt x="23618" y="71584"/>
                    <a:pt x="23618" y="46115"/>
                  </a:cubicBezTo>
                  <a:cubicBezTo>
                    <a:pt x="23618" y="20646"/>
                    <a:pt x="44296" y="0"/>
                    <a:pt x="69803" y="0"/>
                  </a:cubicBezTo>
                  <a:close/>
                </a:path>
              </a:pathLst>
            </a:custGeom>
            <a:solidFill>
              <a:srgbClr val="367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1DFC2E8-D973-3B9F-EA38-28D44813F4E5}"/>
              </a:ext>
            </a:extLst>
          </p:cNvPr>
          <p:cNvGrpSpPr/>
          <p:nvPr/>
        </p:nvGrpSpPr>
        <p:grpSpPr>
          <a:xfrm>
            <a:off x="1347136" y="2764581"/>
            <a:ext cx="2721944" cy="378601"/>
            <a:chOff x="1347136" y="2662981"/>
            <a:chExt cx="2721944" cy="37860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5FB7CD12-5932-C986-F532-B5639DC74944}"/>
                </a:ext>
              </a:extLst>
            </p:cNvPr>
            <p:cNvSpPr/>
            <p:nvPr/>
          </p:nvSpPr>
          <p:spPr>
            <a:xfrm>
              <a:off x="1347136" y="2662981"/>
              <a:ext cx="2721944" cy="378601"/>
            </a:xfrm>
            <a:prstGeom prst="roundRect">
              <a:avLst/>
            </a:prstGeom>
            <a:solidFill>
              <a:srgbClr val="3674A4">
                <a:alpha val="10196"/>
              </a:srgbClr>
            </a:solidFill>
            <a:ln w="6350">
              <a:solidFill>
                <a:srgbClr val="367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Ins="36000" rtlCol="0" anchor="ctr"/>
            <a:lstStyle/>
            <a:p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自动化测试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测试开发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运维开发</a:t>
              </a:r>
            </a:p>
          </p:txBody>
        </p:sp>
        <p:sp>
          <p:nvSpPr>
            <p:cNvPr id="57" name="iconfont-11442-3457012">
              <a:extLst>
                <a:ext uri="{FF2B5EF4-FFF2-40B4-BE49-F238E27FC236}">
                  <a16:creationId xmlns:a16="http://schemas.microsoft.com/office/drawing/2014/main" id="{7A1C4BAA-D753-46BD-5A4F-99A81E012B7A}"/>
                </a:ext>
              </a:extLst>
            </p:cNvPr>
            <p:cNvSpPr/>
            <p:nvPr/>
          </p:nvSpPr>
          <p:spPr>
            <a:xfrm>
              <a:off x="1402755" y="2707430"/>
              <a:ext cx="242623" cy="283068"/>
            </a:xfrm>
            <a:custGeom>
              <a:avLst/>
              <a:gdLst>
                <a:gd name="T0" fmla="*/ 1385 w 10972"/>
                <a:gd name="T1" fmla="*/ 8278 h 12800"/>
                <a:gd name="T2" fmla="*/ 3279 w 10972"/>
                <a:gd name="T3" fmla="*/ 7491 h 12800"/>
                <a:gd name="T4" fmla="*/ 4233 w 10972"/>
                <a:gd name="T5" fmla="*/ 6789 h 12800"/>
                <a:gd name="T6" fmla="*/ 4377 w 10972"/>
                <a:gd name="T7" fmla="*/ 6492 h 12800"/>
                <a:gd name="T8" fmla="*/ 4439 w 10972"/>
                <a:gd name="T9" fmla="*/ 6258 h 12800"/>
                <a:gd name="T10" fmla="*/ 4425 w 10972"/>
                <a:gd name="T11" fmla="*/ 6155 h 12800"/>
                <a:gd name="T12" fmla="*/ 4396 w 10972"/>
                <a:gd name="T13" fmla="*/ 6070 h 12800"/>
                <a:gd name="T14" fmla="*/ 3470 w 10972"/>
                <a:gd name="T15" fmla="*/ 3733 h 12800"/>
                <a:gd name="T16" fmla="*/ 5390 w 10972"/>
                <a:gd name="T17" fmla="*/ 892 h 12800"/>
                <a:gd name="T18" fmla="*/ 6893 w 10972"/>
                <a:gd name="T19" fmla="*/ 5344 h 12800"/>
                <a:gd name="T20" fmla="*/ 6340 w 10972"/>
                <a:gd name="T21" fmla="*/ 6254 h 12800"/>
                <a:gd name="T22" fmla="*/ 6344 w 10972"/>
                <a:gd name="T23" fmla="*/ 6323 h 12800"/>
                <a:gd name="T24" fmla="*/ 6359 w 10972"/>
                <a:gd name="T25" fmla="*/ 6389 h 12800"/>
                <a:gd name="T26" fmla="*/ 6957 w 10972"/>
                <a:gd name="T27" fmla="*/ 7317 h 12800"/>
                <a:gd name="T28" fmla="*/ 8305 w 10972"/>
                <a:gd name="T29" fmla="*/ 7831 h 12800"/>
                <a:gd name="T30" fmla="*/ 9050 w 10972"/>
                <a:gd name="T31" fmla="*/ 8150 h 12800"/>
                <a:gd name="T32" fmla="*/ 9971 w 10972"/>
                <a:gd name="T33" fmla="*/ 9047 h 12800"/>
                <a:gd name="T34" fmla="*/ 10960 w 10972"/>
                <a:gd name="T35" fmla="*/ 9026 h 12800"/>
                <a:gd name="T36" fmla="*/ 9783 w 10972"/>
                <a:gd name="T37" fmla="*/ 7435 h 12800"/>
                <a:gd name="T38" fmla="*/ 8828 w 10972"/>
                <a:gd name="T39" fmla="*/ 7044 h 12800"/>
                <a:gd name="T40" fmla="*/ 7536 w 10972"/>
                <a:gd name="T41" fmla="*/ 6550 h 12800"/>
                <a:gd name="T42" fmla="*/ 8298 w 10972"/>
                <a:gd name="T43" fmla="*/ 3733 h 12800"/>
                <a:gd name="T44" fmla="*/ 5486 w 10972"/>
                <a:gd name="T45" fmla="*/ 0 h 12800"/>
                <a:gd name="T46" fmla="*/ 2678 w 10972"/>
                <a:gd name="T47" fmla="*/ 3909 h 12800"/>
                <a:gd name="T48" fmla="*/ 2900 w 10972"/>
                <a:gd name="T49" fmla="*/ 5091 h 12800"/>
                <a:gd name="T50" fmla="*/ 3563 w 10972"/>
                <a:gd name="T51" fmla="*/ 6329 h 12800"/>
                <a:gd name="T52" fmla="*/ 3519 w 10972"/>
                <a:gd name="T53" fmla="*/ 6413 h 12800"/>
                <a:gd name="T54" fmla="*/ 3469 w 10972"/>
                <a:gd name="T55" fmla="*/ 6500 h 12800"/>
                <a:gd name="T56" fmla="*/ 3437 w 10972"/>
                <a:gd name="T57" fmla="*/ 6550 h 12800"/>
                <a:gd name="T58" fmla="*/ 2089 w 10972"/>
                <a:gd name="T59" fmla="*/ 7067 h 12800"/>
                <a:gd name="T60" fmla="*/ 47 w 10972"/>
                <a:gd name="T61" fmla="*/ 8343 h 12800"/>
                <a:gd name="T62" fmla="*/ 0 w 10972"/>
                <a:gd name="T63" fmla="*/ 12800 h 12800"/>
                <a:gd name="T64" fmla="*/ 8535 w 10972"/>
                <a:gd name="T65" fmla="*/ 11325 h 12800"/>
                <a:gd name="T66" fmla="*/ 7769 w 10972"/>
                <a:gd name="T67" fmla="*/ 10663 h 12800"/>
                <a:gd name="T68" fmla="*/ 9254 w 10972"/>
                <a:gd name="T69" fmla="*/ 10000 h 12800"/>
                <a:gd name="T70" fmla="*/ 7433 w 10972"/>
                <a:gd name="T71" fmla="*/ 9391 h 12800"/>
                <a:gd name="T72" fmla="*/ 5189 w 10972"/>
                <a:gd name="T73" fmla="*/ 10138 h 12800"/>
                <a:gd name="T74" fmla="*/ 3539 w 10972"/>
                <a:gd name="T75" fmla="*/ 9391 h 12800"/>
                <a:gd name="T76" fmla="*/ 1718 w 10972"/>
                <a:gd name="T77" fmla="*/ 10000 h 12800"/>
                <a:gd name="T78" fmla="*/ 3203 w 10972"/>
                <a:gd name="T79" fmla="*/ 10663 h 12800"/>
                <a:gd name="T80" fmla="*/ 1718 w 10972"/>
                <a:gd name="T81" fmla="*/ 11325 h 12800"/>
                <a:gd name="T82" fmla="*/ 3539 w 10972"/>
                <a:gd name="T83" fmla="*/ 11934 h 12800"/>
                <a:gd name="T84" fmla="*/ 7433 w 10972"/>
                <a:gd name="T85" fmla="*/ 11934 h 12800"/>
                <a:gd name="T86" fmla="*/ 9220 w 10972"/>
                <a:gd name="T87" fmla="*/ 11376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72" h="12800">
                  <a:moveTo>
                    <a:pt x="808" y="9047"/>
                  </a:moveTo>
                  <a:cubicBezTo>
                    <a:pt x="812" y="8871"/>
                    <a:pt x="816" y="8709"/>
                    <a:pt x="818" y="8583"/>
                  </a:cubicBezTo>
                  <a:cubicBezTo>
                    <a:pt x="891" y="8461"/>
                    <a:pt x="1065" y="8389"/>
                    <a:pt x="1385" y="8278"/>
                  </a:cubicBezTo>
                  <a:cubicBezTo>
                    <a:pt x="1497" y="8239"/>
                    <a:pt x="1613" y="8199"/>
                    <a:pt x="1730" y="8150"/>
                  </a:cubicBezTo>
                  <a:cubicBezTo>
                    <a:pt x="1928" y="8066"/>
                    <a:pt x="2136" y="7977"/>
                    <a:pt x="2345" y="7887"/>
                  </a:cubicBezTo>
                  <a:cubicBezTo>
                    <a:pt x="2657" y="7753"/>
                    <a:pt x="2980" y="7614"/>
                    <a:pt x="3279" y="7491"/>
                  </a:cubicBezTo>
                  <a:lnTo>
                    <a:pt x="3687" y="7380"/>
                  </a:lnTo>
                  <a:cubicBezTo>
                    <a:pt x="3735" y="7367"/>
                    <a:pt x="3781" y="7345"/>
                    <a:pt x="3822" y="7317"/>
                  </a:cubicBezTo>
                  <a:cubicBezTo>
                    <a:pt x="3988" y="7203"/>
                    <a:pt x="4116" y="7011"/>
                    <a:pt x="4233" y="6789"/>
                  </a:cubicBezTo>
                  <a:cubicBezTo>
                    <a:pt x="4243" y="6770"/>
                    <a:pt x="4253" y="6749"/>
                    <a:pt x="4263" y="6729"/>
                  </a:cubicBezTo>
                  <a:cubicBezTo>
                    <a:pt x="4268" y="6718"/>
                    <a:pt x="4274" y="6708"/>
                    <a:pt x="4279" y="6697"/>
                  </a:cubicBezTo>
                  <a:cubicBezTo>
                    <a:pt x="4313" y="6629"/>
                    <a:pt x="4346" y="6561"/>
                    <a:pt x="4377" y="6492"/>
                  </a:cubicBezTo>
                  <a:lnTo>
                    <a:pt x="4397" y="6449"/>
                  </a:lnTo>
                  <a:cubicBezTo>
                    <a:pt x="4425" y="6389"/>
                    <a:pt x="4439" y="6326"/>
                    <a:pt x="4439" y="6262"/>
                  </a:cubicBezTo>
                  <a:cubicBezTo>
                    <a:pt x="4439" y="6261"/>
                    <a:pt x="4439" y="6260"/>
                    <a:pt x="4439" y="6258"/>
                  </a:cubicBezTo>
                  <a:cubicBezTo>
                    <a:pt x="4439" y="6242"/>
                    <a:pt x="4437" y="6225"/>
                    <a:pt x="4435" y="6208"/>
                  </a:cubicBezTo>
                  <a:cubicBezTo>
                    <a:pt x="4435" y="6203"/>
                    <a:pt x="4435" y="6199"/>
                    <a:pt x="4434" y="6194"/>
                  </a:cubicBezTo>
                  <a:cubicBezTo>
                    <a:pt x="4432" y="6181"/>
                    <a:pt x="4428" y="6168"/>
                    <a:pt x="4425" y="6155"/>
                  </a:cubicBezTo>
                  <a:cubicBezTo>
                    <a:pt x="4423" y="6147"/>
                    <a:pt x="4422" y="6139"/>
                    <a:pt x="4419" y="6131"/>
                  </a:cubicBezTo>
                  <a:cubicBezTo>
                    <a:pt x="4415" y="6117"/>
                    <a:pt x="4409" y="6103"/>
                    <a:pt x="4403" y="6089"/>
                  </a:cubicBezTo>
                  <a:cubicBezTo>
                    <a:pt x="4401" y="6083"/>
                    <a:pt x="4399" y="6076"/>
                    <a:pt x="4396" y="6070"/>
                  </a:cubicBezTo>
                  <a:cubicBezTo>
                    <a:pt x="4377" y="6030"/>
                    <a:pt x="4352" y="5993"/>
                    <a:pt x="4323" y="5961"/>
                  </a:cubicBezTo>
                  <a:cubicBezTo>
                    <a:pt x="3855" y="5448"/>
                    <a:pt x="3553" y="4747"/>
                    <a:pt x="3485" y="4037"/>
                  </a:cubicBezTo>
                  <a:cubicBezTo>
                    <a:pt x="3475" y="3936"/>
                    <a:pt x="3470" y="3835"/>
                    <a:pt x="3470" y="3733"/>
                  </a:cubicBezTo>
                  <a:cubicBezTo>
                    <a:pt x="3470" y="3494"/>
                    <a:pt x="3480" y="3275"/>
                    <a:pt x="3498" y="3075"/>
                  </a:cubicBezTo>
                  <a:cubicBezTo>
                    <a:pt x="3625" y="1669"/>
                    <a:pt x="4168" y="1155"/>
                    <a:pt x="4742" y="978"/>
                  </a:cubicBezTo>
                  <a:cubicBezTo>
                    <a:pt x="4961" y="911"/>
                    <a:pt x="5184" y="892"/>
                    <a:pt x="5390" y="892"/>
                  </a:cubicBezTo>
                  <a:cubicBezTo>
                    <a:pt x="5673" y="892"/>
                    <a:pt x="5988" y="927"/>
                    <a:pt x="6280" y="1076"/>
                  </a:cubicBezTo>
                  <a:cubicBezTo>
                    <a:pt x="6837" y="1361"/>
                    <a:pt x="7309" y="2062"/>
                    <a:pt x="7309" y="3733"/>
                  </a:cubicBezTo>
                  <a:cubicBezTo>
                    <a:pt x="7309" y="4288"/>
                    <a:pt x="7159" y="4854"/>
                    <a:pt x="6893" y="5344"/>
                  </a:cubicBezTo>
                  <a:cubicBezTo>
                    <a:pt x="6771" y="5568"/>
                    <a:pt x="6624" y="5777"/>
                    <a:pt x="6457" y="5961"/>
                  </a:cubicBezTo>
                  <a:cubicBezTo>
                    <a:pt x="6427" y="5993"/>
                    <a:pt x="6402" y="6030"/>
                    <a:pt x="6383" y="6070"/>
                  </a:cubicBezTo>
                  <a:cubicBezTo>
                    <a:pt x="6356" y="6128"/>
                    <a:pt x="6341" y="6191"/>
                    <a:pt x="6340" y="6254"/>
                  </a:cubicBezTo>
                  <a:cubicBezTo>
                    <a:pt x="6340" y="6256"/>
                    <a:pt x="6340" y="6257"/>
                    <a:pt x="6340" y="6258"/>
                  </a:cubicBezTo>
                  <a:cubicBezTo>
                    <a:pt x="6340" y="6272"/>
                    <a:pt x="6342" y="6285"/>
                    <a:pt x="6343" y="6299"/>
                  </a:cubicBezTo>
                  <a:cubicBezTo>
                    <a:pt x="6343" y="6307"/>
                    <a:pt x="6343" y="6315"/>
                    <a:pt x="6344" y="6323"/>
                  </a:cubicBezTo>
                  <a:cubicBezTo>
                    <a:pt x="6345" y="6330"/>
                    <a:pt x="6348" y="6336"/>
                    <a:pt x="6349" y="6343"/>
                  </a:cubicBezTo>
                  <a:cubicBezTo>
                    <a:pt x="6352" y="6358"/>
                    <a:pt x="6354" y="6373"/>
                    <a:pt x="6358" y="6387"/>
                  </a:cubicBezTo>
                  <a:cubicBezTo>
                    <a:pt x="6359" y="6388"/>
                    <a:pt x="6359" y="6389"/>
                    <a:pt x="6359" y="6389"/>
                  </a:cubicBezTo>
                  <a:cubicBezTo>
                    <a:pt x="6365" y="6410"/>
                    <a:pt x="6373" y="6430"/>
                    <a:pt x="6382" y="6449"/>
                  </a:cubicBezTo>
                  <a:lnTo>
                    <a:pt x="6402" y="6492"/>
                  </a:lnTo>
                  <a:cubicBezTo>
                    <a:pt x="6559" y="6834"/>
                    <a:pt x="6721" y="7154"/>
                    <a:pt x="6957" y="7317"/>
                  </a:cubicBezTo>
                  <a:cubicBezTo>
                    <a:pt x="6998" y="7345"/>
                    <a:pt x="7044" y="7367"/>
                    <a:pt x="7092" y="7380"/>
                  </a:cubicBezTo>
                  <a:lnTo>
                    <a:pt x="7500" y="7491"/>
                  </a:lnTo>
                  <a:cubicBezTo>
                    <a:pt x="7758" y="7597"/>
                    <a:pt x="8033" y="7715"/>
                    <a:pt x="8305" y="7831"/>
                  </a:cubicBezTo>
                  <a:cubicBezTo>
                    <a:pt x="8348" y="7850"/>
                    <a:pt x="8392" y="7869"/>
                    <a:pt x="8436" y="7888"/>
                  </a:cubicBezTo>
                  <a:lnTo>
                    <a:pt x="8436" y="7888"/>
                  </a:lnTo>
                  <a:cubicBezTo>
                    <a:pt x="8644" y="7978"/>
                    <a:pt x="8851" y="8066"/>
                    <a:pt x="9050" y="8150"/>
                  </a:cubicBezTo>
                  <a:cubicBezTo>
                    <a:pt x="9166" y="8199"/>
                    <a:pt x="9282" y="8239"/>
                    <a:pt x="9394" y="8278"/>
                  </a:cubicBezTo>
                  <a:cubicBezTo>
                    <a:pt x="9714" y="8389"/>
                    <a:pt x="9888" y="8461"/>
                    <a:pt x="9962" y="8583"/>
                  </a:cubicBezTo>
                  <a:cubicBezTo>
                    <a:pt x="9963" y="8709"/>
                    <a:pt x="9967" y="8871"/>
                    <a:pt x="9971" y="9047"/>
                  </a:cubicBezTo>
                  <a:cubicBezTo>
                    <a:pt x="9974" y="9149"/>
                    <a:pt x="9976" y="11135"/>
                    <a:pt x="9978" y="12800"/>
                  </a:cubicBezTo>
                  <a:lnTo>
                    <a:pt x="10972" y="12800"/>
                  </a:lnTo>
                  <a:cubicBezTo>
                    <a:pt x="10969" y="11106"/>
                    <a:pt x="10964" y="9218"/>
                    <a:pt x="10960" y="9026"/>
                  </a:cubicBezTo>
                  <a:cubicBezTo>
                    <a:pt x="10954" y="8811"/>
                    <a:pt x="10950" y="8616"/>
                    <a:pt x="10950" y="8489"/>
                  </a:cubicBezTo>
                  <a:cubicBezTo>
                    <a:pt x="10950" y="8439"/>
                    <a:pt x="10941" y="8390"/>
                    <a:pt x="10925" y="8343"/>
                  </a:cubicBezTo>
                  <a:cubicBezTo>
                    <a:pt x="10724" y="7762"/>
                    <a:pt x="10202" y="7581"/>
                    <a:pt x="9783" y="7435"/>
                  </a:cubicBezTo>
                  <a:cubicBezTo>
                    <a:pt x="9680" y="7400"/>
                    <a:pt x="9582" y="7366"/>
                    <a:pt x="9493" y="7328"/>
                  </a:cubicBezTo>
                  <a:cubicBezTo>
                    <a:pt x="9296" y="7245"/>
                    <a:pt x="9090" y="7156"/>
                    <a:pt x="8883" y="7067"/>
                  </a:cubicBezTo>
                  <a:cubicBezTo>
                    <a:pt x="8865" y="7060"/>
                    <a:pt x="8846" y="7052"/>
                    <a:pt x="8828" y="7044"/>
                  </a:cubicBezTo>
                  <a:cubicBezTo>
                    <a:pt x="8520" y="6912"/>
                    <a:pt x="8206" y="6776"/>
                    <a:pt x="7910" y="6655"/>
                  </a:cubicBezTo>
                  <a:cubicBezTo>
                    <a:pt x="7893" y="6648"/>
                    <a:pt x="7876" y="6642"/>
                    <a:pt x="7858" y="6638"/>
                  </a:cubicBezTo>
                  <a:lnTo>
                    <a:pt x="7536" y="6550"/>
                  </a:lnTo>
                  <a:cubicBezTo>
                    <a:pt x="7497" y="6496"/>
                    <a:pt x="7451" y="6412"/>
                    <a:pt x="7409" y="6329"/>
                  </a:cubicBezTo>
                  <a:cubicBezTo>
                    <a:pt x="7498" y="6214"/>
                    <a:pt x="7581" y="6094"/>
                    <a:pt x="7657" y="5971"/>
                  </a:cubicBezTo>
                  <a:cubicBezTo>
                    <a:pt x="8069" y="5307"/>
                    <a:pt x="8298" y="4523"/>
                    <a:pt x="8298" y="3733"/>
                  </a:cubicBezTo>
                  <a:cubicBezTo>
                    <a:pt x="8298" y="2190"/>
                    <a:pt x="7916" y="1257"/>
                    <a:pt x="7373" y="710"/>
                  </a:cubicBezTo>
                  <a:cubicBezTo>
                    <a:pt x="6830" y="162"/>
                    <a:pt x="6127" y="0"/>
                    <a:pt x="5486" y="0"/>
                  </a:cubicBezTo>
                  <a:lnTo>
                    <a:pt x="5486" y="0"/>
                  </a:lnTo>
                  <a:cubicBezTo>
                    <a:pt x="4323" y="0"/>
                    <a:pt x="2959" y="532"/>
                    <a:pt x="2713" y="2928"/>
                  </a:cubicBezTo>
                  <a:cubicBezTo>
                    <a:pt x="2688" y="3176"/>
                    <a:pt x="2674" y="3444"/>
                    <a:pt x="2674" y="3733"/>
                  </a:cubicBezTo>
                  <a:cubicBezTo>
                    <a:pt x="2674" y="3792"/>
                    <a:pt x="2676" y="3850"/>
                    <a:pt x="2678" y="3909"/>
                  </a:cubicBezTo>
                  <a:cubicBezTo>
                    <a:pt x="2683" y="4036"/>
                    <a:pt x="2695" y="4162"/>
                    <a:pt x="2712" y="4288"/>
                  </a:cubicBezTo>
                  <a:cubicBezTo>
                    <a:pt x="2734" y="4452"/>
                    <a:pt x="2765" y="4615"/>
                    <a:pt x="2806" y="4774"/>
                  </a:cubicBezTo>
                  <a:cubicBezTo>
                    <a:pt x="2833" y="4881"/>
                    <a:pt x="2865" y="4986"/>
                    <a:pt x="2900" y="5091"/>
                  </a:cubicBezTo>
                  <a:cubicBezTo>
                    <a:pt x="2902" y="5097"/>
                    <a:pt x="2904" y="5103"/>
                    <a:pt x="2906" y="5109"/>
                  </a:cubicBezTo>
                  <a:cubicBezTo>
                    <a:pt x="2912" y="5126"/>
                    <a:pt x="2918" y="5143"/>
                    <a:pt x="2924" y="5160"/>
                  </a:cubicBezTo>
                  <a:cubicBezTo>
                    <a:pt x="3075" y="5582"/>
                    <a:pt x="3290" y="5979"/>
                    <a:pt x="3563" y="6329"/>
                  </a:cubicBezTo>
                  <a:cubicBezTo>
                    <a:pt x="3559" y="6337"/>
                    <a:pt x="3555" y="6344"/>
                    <a:pt x="3551" y="6352"/>
                  </a:cubicBezTo>
                  <a:cubicBezTo>
                    <a:pt x="3543" y="6367"/>
                    <a:pt x="3536" y="6381"/>
                    <a:pt x="3529" y="6395"/>
                  </a:cubicBezTo>
                  <a:cubicBezTo>
                    <a:pt x="3525" y="6401"/>
                    <a:pt x="3522" y="6407"/>
                    <a:pt x="3519" y="6413"/>
                  </a:cubicBezTo>
                  <a:cubicBezTo>
                    <a:pt x="3510" y="6429"/>
                    <a:pt x="3501" y="6446"/>
                    <a:pt x="3492" y="6461"/>
                  </a:cubicBezTo>
                  <a:cubicBezTo>
                    <a:pt x="3486" y="6471"/>
                    <a:pt x="3480" y="6481"/>
                    <a:pt x="3475" y="6491"/>
                  </a:cubicBezTo>
                  <a:cubicBezTo>
                    <a:pt x="3473" y="6494"/>
                    <a:pt x="3471" y="6497"/>
                    <a:pt x="3469" y="6500"/>
                  </a:cubicBezTo>
                  <a:cubicBezTo>
                    <a:pt x="3460" y="6514"/>
                    <a:pt x="3451" y="6529"/>
                    <a:pt x="3441" y="6543"/>
                  </a:cubicBezTo>
                  <a:lnTo>
                    <a:pt x="3441" y="6543"/>
                  </a:lnTo>
                  <a:cubicBezTo>
                    <a:pt x="3440" y="6545"/>
                    <a:pt x="3438" y="6548"/>
                    <a:pt x="3437" y="6550"/>
                  </a:cubicBezTo>
                  <a:lnTo>
                    <a:pt x="3114" y="6638"/>
                  </a:lnTo>
                  <a:cubicBezTo>
                    <a:pt x="3097" y="6642"/>
                    <a:pt x="3079" y="6648"/>
                    <a:pt x="3062" y="6655"/>
                  </a:cubicBezTo>
                  <a:cubicBezTo>
                    <a:pt x="2749" y="6784"/>
                    <a:pt x="2414" y="6928"/>
                    <a:pt x="2089" y="7067"/>
                  </a:cubicBezTo>
                  <a:cubicBezTo>
                    <a:pt x="1882" y="7156"/>
                    <a:pt x="1676" y="7245"/>
                    <a:pt x="1479" y="7328"/>
                  </a:cubicBezTo>
                  <a:cubicBezTo>
                    <a:pt x="1390" y="7366"/>
                    <a:pt x="1292" y="7400"/>
                    <a:pt x="1189" y="7435"/>
                  </a:cubicBezTo>
                  <a:cubicBezTo>
                    <a:pt x="770" y="7581"/>
                    <a:pt x="248" y="7762"/>
                    <a:pt x="47" y="8343"/>
                  </a:cubicBezTo>
                  <a:cubicBezTo>
                    <a:pt x="31" y="8390"/>
                    <a:pt x="22" y="8439"/>
                    <a:pt x="22" y="8489"/>
                  </a:cubicBezTo>
                  <a:cubicBezTo>
                    <a:pt x="22" y="8616"/>
                    <a:pt x="18" y="8811"/>
                    <a:pt x="12" y="9026"/>
                  </a:cubicBezTo>
                  <a:cubicBezTo>
                    <a:pt x="8" y="9218"/>
                    <a:pt x="3" y="11106"/>
                    <a:pt x="0" y="12800"/>
                  </a:cubicBezTo>
                  <a:lnTo>
                    <a:pt x="801" y="12800"/>
                  </a:lnTo>
                  <a:cubicBezTo>
                    <a:pt x="803" y="11135"/>
                    <a:pt x="806" y="9149"/>
                    <a:pt x="808" y="9047"/>
                  </a:cubicBezTo>
                  <a:close/>
                  <a:moveTo>
                    <a:pt x="8535" y="11325"/>
                  </a:moveTo>
                  <a:lnTo>
                    <a:pt x="8152" y="11325"/>
                  </a:lnTo>
                  <a:lnTo>
                    <a:pt x="7961" y="10994"/>
                  </a:lnTo>
                  <a:lnTo>
                    <a:pt x="7769" y="10663"/>
                  </a:lnTo>
                  <a:lnTo>
                    <a:pt x="7961" y="10331"/>
                  </a:lnTo>
                  <a:lnTo>
                    <a:pt x="8152" y="10000"/>
                  </a:lnTo>
                  <a:lnTo>
                    <a:pt x="9254" y="10000"/>
                  </a:lnTo>
                  <a:cubicBezTo>
                    <a:pt x="9243" y="9983"/>
                    <a:pt x="9232" y="9966"/>
                    <a:pt x="9220" y="9949"/>
                  </a:cubicBezTo>
                  <a:cubicBezTo>
                    <a:pt x="8992" y="9612"/>
                    <a:pt x="8606" y="9391"/>
                    <a:pt x="8169" y="9391"/>
                  </a:cubicBezTo>
                  <a:lnTo>
                    <a:pt x="7433" y="9391"/>
                  </a:lnTo>
                  <a:lnTo>
                    <a:pt x="7002" y="10138"/>
                  </a:lnTo>
                  <a:lnTo>
                    <a:pt x="6931" y="10138"/>
                  </a:lnTo>
                  <a:lnTo>
                    <a:pt x="5189" y="10138"/>
                  </a:lnTo>
                  <a:lnTo>
                    <a:pt x="5031" y="10138"/>
                  </a:lnTo>
                  <a:lnTo>
                    <a:pt x="3970" y="10138"/>
                  </a:lnTo>
                  <a:lnTo>
                    <a:pt x="3539" y="9391"/>
                  </a:lnTo>
                  <a:lnTo>
                    <a:pt x="2803" y="9391"/>
                  </a:lnTo>
                  <a:cubicBezTo>
                    <a:pt x="2363" y="9391"/>
                    <a:pt x="1975" y="9615"/>
                    <a:pt x="1747" y="9955"/>
                  </a:cubicBezTo>
                  <a:cubicBezTo>
                    <a:pt x="1737" y="9970"/>
                    <a:pt x="1728" y="9985"/>
                    <a:pt x="1718" y="10000"/>
                  </a:cubicBezTo>
                  <a:lnTo>
                    <a:pt x="2820" y="10000"/>
                  </a:lnTo>
                  <a:lnTo>
                    <a:pt x="3011" y="10331"/>
                  </a:lnTo>
                  <a:lnTo>
                    <a:pt x="3203" y="10663"/>
                  </a:lnTo>
                  <a:lnTo>
                    <a:pt x="3011" y="10994"/>
                  </a:lnTo>
                  <a:lnTo>
                    <a:pt x="2820" y="11325"/>
                  </a:lnTo>
                  <a:lnTo>
                    <a:pt x="1718" y="11325"/>
                  </a:lnTo>
                  <a:cubicBezTo>
                    <a:pt x="1731" y="11346"/>
                    <a:pt x="1744" y="11367"/>
                    <a:pt x="1758" y="11387"/>
                  </a:cubicBezTo>
                  <a:cubicBezTo>
                    <a:pt x="1988" y="11717"/>
                    <a:pt x="2370" y="11934"/>
                    <a:pt x="2803" y="11934"/>
                  </a:cubicBezTo>
                  <a:lnTo>
                    <a:pt x="3539" y="11934"/>
                  </a:lnTo>
                  <a:lnTo>
                    <a:pt x="3970" y="11188"/>
                  </a:lnTo>
                  <a:lnTo>
                    <a:pt x="7002" y="11188"/>
                  </a:lnTo>
                  <a:lnTo>
                    <a:pt x="7433" y="11934"/>
                  </a:lnTo>
                  <a:lnTo>
                    <a:pt x="8169" y="11934"/>
                  </a:lnTo>
                  <a:lnTo>
                    <a:pt x="8169" y="11934"/>
                  </a:lnTo>
                  <a:cubicBezTo>
                    <a:pt x="8606" y="11934"/>
                    <a:pt x="8992" y="11713"/>
                    <a:pt x="9220" y="11376"/>
                  </a:cubicBezTo>
                  <a:cubicBezTo>
                    <a:pt x="9232" y="11360"/>
                    <a:pt x="9243" y="11343"/>
                    <a:pt x="9254" y="11325"/>
                  </a:cubicBezTo>
                  <a:lnTo>
                    <a:pt x="8535" y="11325"/>
                  </a:lnTo>
                  <a:close/>
                </a:path>
              </a:pathLst>
            </a:custGeom>
            <a:solidFill>
              <a:srgbClr val="367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E3A2441-E7D5-80DC-4C8E-4D179C1040FD}"/>
              </a:ext>
            </a:extLst>
          </p:cNvPr>
          <p:cNvGrpSpPr/>
          <p:nvPr/>
        </p:nvGrpSpPr>
        <p:grpSpPr>
          <a:xfrm>
            <a:off x="2136849" y="1518304"/>
            <a:ext cx="2721944" cy="378601"/>
            <a:chOff x="2136849" y="1518304"/>
            <a:chExt cx="2721944" cy="378601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1F1B3964-CBDA-EC4A-018A-B4D8B6722F1B}"/>
                </a:ext>
              </a:extLst>
            </p:cNvPr>
            <p:cNvSpPr/>
            <p:nvPr/>
          </p:nvSpPr>
          <p:spPr>
            <a:xfrm>
              <a:off x="2136849" y="1518304"/>
              <a:ext cx="2721944" cy="378601"/>
            </a:xfrm>
            <a:prstGeom prst="roundRect">
              <a:avLst/>
            </a:prstGeom>
            <a:solidFill>
              <a:srgbClr val="FFD343">
                <a:alpha val="20000"/>
              </a:srgbClr>
            </a:solidFill>
            <a:ln w="6350">
              <a:solidFill>
                <a:srgbClr val="FFD3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rtlCol="0" anchor="ctr"/>
            <a:lstStyle/>
            <a:p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AI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大模型开发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机器学习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/</a:t>
              </a:r>
              <a:r>
                <a:rPr lang="zh-CN" altLang="en-US" sz="1200">
                  <a:solidFill>
                    <a:schemeClr val="tx1">
                      <a:lumMod val="50000"/>
                    </a:schemeClr>
                  </a:solidFill>
                </a:rPr>
                <a:t>深度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…</a:t>
              </a:r>
              <a:endParaRPr lang="zh-CN" altLang="en-US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" name="iconfont-10459-4807117">
              <a:extLst>
                <a:ext uri="{FF2B5EF4-FFF2-40B4-BE49-F238E27FC236}">
                  <a16:creationId xmlns:a16="http://schemas.microsoft.com/office/drawing/2014/main" id="{3D2B5748-FA77-FF53-A35B-E77FC0AD167C}"/>
                </a:ext>
              </a:extLst>
            </p:cNvPr>
            <p:cNvSpPr/>
            <p:nvPr/>
          </p:nvSpPr>
          <p:spPr>
            <a:xfrm>
              <a:off x="2227028" y="1571137"/>
              <a:ext cx="289496" cy="289496"/>
            </a:xfrm>
            <a:custGeom>
              <a:avLst/>
              <a:gdLst>
                <a:gd name="T0" fmla="*/ 5547 w 12800"/>
                <a:gd name="T1" fmla="*/ 10240 h 12800"/>
                <a:gd name="T2" fmla="*/ 2133 w 12800"/>
                <a:gd name="T3" fmla="*/ 11947 h 12800"/>
                <a:gd name="T4" fmla="*/ 10667 w 12800"/>
                <a:gd name="T5" fmla="*/ 10240 h 12800"/>
                <a:gd name="T6" fmla="*/ 7680 w 12800"/>
                <a:gd name="T7" fmla="*/ 9387 h 12800"/>
                <a:gd name="T8" fmla="*/ 11520 w 12800"/>
                <a:gd name="T9" fmla="*/ 10240 h 12800"/>
                <a:gd name="T10" fmla="*/ 10667 w 12800"/>
                <a:gd name="T11" fmla="*/ 12800 h 12800"/>
                <a:gd name="T12" fmla="*/ 1280 w 12800"/>
                <a:gd name="T13" fmla="*/ 11947 h 12800"/>
                <a:gd name="T14" fmla="*/ 2133 w 12800"/>
                <a:gd name="T15" fmla="*/ 9387 h 12800"/>
                <a:gd name="T16" fmla="*/ 3413 w 12800"/>
                <a:gd name="T17" fmla="*/ 853 h 12800"/>
                <a:gd name="T18" fmla="*/ 10240 w 12800"/>
                <a:gd name="T19" fmla="*/ 1707 h 12800"/>
                <a:gd name="T20" fmla="*/ 9387 w 12800"/>
                <a:gd name="T21" fmla="*/ 8533 h 12800"/>
                <a:gd name="T22" fmla="*/ 2560 w 12800"/>
                <a:gd name="T23" fmla="*/ 7680 h 12800"/>
                <a:gd name="T24" fmla="*/ 3413 w 12800"/>
                <a:gd name="T25" fmla="*/ 853 h 12800"/>
                <a:gd name="T26" fmla="*/ 3413 w 12800"/>
                <a:gd name="T27" fmla="*/ 7680 h 12800"/>
                <a:gd name="T28" fmla="*/ 9387 w 12800"/>
                <a:gd name="T29" fmla="*/ 1707 h 12800"/>
                <a:gd name="T30" fmla="*/ 11093 w 12800"/>
                <a:gd name="T31" fmla="*/ 2987 h 12800"/>
                <a:gd name="T32" fmla="*/ 11520 w 12800"/>
                <a:gd name="T33" fmla="*/ 5973 h 12800"/>
                <a:gd name="T34" fmla="*/ 10667 w 12800"/>
                <a:gd name="T35" fmla="*/ 5973 h 12800"/>
                <a:gd name="T36" fmla="*/ 11093 w 12800"/>
                <a:gd name="T37" fmla="*/ 2987 h 12800"/>
                <a:gd name="T38" fmla="*/ 2133 w 12800"/>
                <a:gd name="T39" fmla="*/ 3413 h 12800"/>
                <a:gd name="T40" fmla="*/ 1707 w 12800"/>
                <a:gd name="T41" fmla="*/ 6400 h 12800"/>
                <a:gd name="T42" fmla="*/ 1280 w 12800"/>
                <a:gd name="T43" fmla="*/ 3413 h 12800"/>
                <a:gd name="T44" fmla="*/ 12373 w 12800"/>
                <a:gd name="T45" fmla="*/ 3840 h 12800"/>
                <a:gd name="T46" fmla="*/ 12800 w 12800"/>
                <a:gd name="T47" fmla="*/ 5120 h 12800"/>
                <a:gd name="T48" fmla="*/ 11947 w 12800"/>
                <a:gd name="T49" fmla="*/ 5120 h 12800"/>
                <a:gd name="T50" fmla="*/ 12373 w 12800"/>
                <a:gd name="T51" fmla="*/ 3840 h 12800"/>
                <a:gd name="T52" fmla="*/ 853 w 12800"/>
                <a:gd name="T53" fmla="*/ 4267 h 12800"/>
                <a:gd name="T54" fmla="*/ 427 w 12800"/>
                <a:gd name="T55" fmla="*/ 5547 h 12800"/>
                <a:gd name="T56" fmla="*/ 0 w 12800"/>
                <a:gd name="T57" fmla="*/ 4267 h 12800"/>
                <a:gd name="T58" fmla="*/ 4693 w 12800"/>
                <a:gd name="T59" fmla="*/ 5120 h 12800"/>
                <a:gd name="T60" fmla="*/ 4693 w 12800"/>
                <a:gd name="T61" fmla="*/ 3840 h 12800"/>
                <a:gd name="T62" fmla="*/ 4693 w 12800"/>
                <a:gd name="T63" fmla="*/ 5120 h 12800"/>
                <a:gd name="T64" fmla="*/ 8747 w 12800"/>
                <a:gd name="T65" fmla="*/ 4480 h 12800"/>
                <a:gd name="T66" fmla="*/ 7467 w 12800"/>
                <a:gd name="T67" fmla="*/ 4480 h 12800"/>
                <a:gd name="T68" fmla="*/ 6400 w 12800"/>
                <a:gd name="T69" fmla="*/ 0 h 12800"/>
                <a:gd name="T70" fmla="*/ 6827 w 12800"/>
                <a:gd name="T71" fmla="*/ 1280 h 12800"/>
                <a:gd name="T72" fmla="*/ 5973 w 12800"/>
                <a:gd name="T73" fmla="*/ 1280 h 12800"/>
                <a:gd name="T74" fmla="*/ 6400 w 12800"/>
                <a:gd name="T75" fmla="*/ 0 h 12800"/>
                <a:gd name="T76" fmla="*/ 5973 w 12800"/>
                <a:gd name="T77" fmla="*/ 8107 h 12800"/>
                <a:gd name="T78" fmla="*/ 5547 w 12800"/>
                <a:gd name="T79" fmla="*/ 10240 h 12800"/>
                <a:gd name="T80" fmla="*/ 5120 w 12800"/>
                <a:gd name="T81" fmla="*/ 8107 h 12800"/>
                <a:gd name="T82" fmla="*/ 7253 w 12800"/>
                <a:gd name="T83" fmla="*/ 7680 h 12800"/>
                <a:gd name="T84" fmla="*/ 7680 w 12800"/>
                <a:gd name="T85" fmla="*/ 9813 h 12800"/>
                <a:gd name="T86" fmla="*/ 6827 w 12800"/>
                <a:gd name="T87" fmla="*/ 9813 h 12800"/>
                <a:gd name="T88" fmla="*/ 7253 w 12800"/>
                <a:gd name="T89" fmla="*/ 768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800" h="12800">
                  <a:moveTo>
                    <a:pt x="5120" y="9387"/>
                  </a:moveTo>
                  <a:lnTo>
                    <a:pt x="5547" y="10240"/>
                  </a:lnTo>
                  <a:lnTo>
                    <a:pt x="2133" y="10240"/>
                  </a:lnTo>
                  <a:lnTo>
                    <a:pt x="2133" y="11947"/>
                  </a:lnTo>
                  <a:lnTo>
                    <a:pt x="10667" y="11947"/>
                  </a:lnTo>
                  <a:lnTo>
                    <a:pt x="10667" y="10240"/>
                  </a:lnTo>
                  <a:lnTo>
                    <a:pt x="7253" y="10240"/>
                  </a:lnTo>
                  <a:lnTo>
                    <a:pt x="7680" y="9387"/>
                  </a:lnTo>
                  <a:lnTo>
                    <a:pt x="10667" y="9387"/>
                  </a:lnTo>
                  <a:cubicBezTo>
                    <a:pt x="11138" y="9387"/>
                    <a:pt x="11520" y="9769"/>
                    <a:pt x="11520" y="10240"/>
                  </a:cubicBezTo>
                  <a:lnTo>
                    <a:pt x="11520" y="11947"/>
                  </a:lnTo>
                  <a:cubicBezTo>
                    <a:pt x="11520" y="12418"/>
                    <a:pt x="11138" y="12800"/>
                    <a:pt x="10667" y="12800"/>
                  </a:cubicBezTo>
                  <a:lnTo>
                    <a:pt x="2133" y="12800"/>
                  </a:lnTo>
                  <a:cubicBezTo>
                    <a:pt x="1662" y="12800"/>
                    <a:pt x="1280" y="12418"/>
                    <a:pt x="1280" y="11947"/>
                  </a:cubicBezTo>
                  <a:lnTo>
                    <a:pt x="1280" y="10240"/>
                  </a:lnTo>
                  <a:cubicBezTo>
                    <a:pt x="1280" y="9769"/>
                    <a:pt x="1662" y="9387"/>
                    <a:pt x="2133" y="9387"/>
                  </a:cubicBezTo>
                  <a:lnTo>
                    <a:pt x="5120" y="9387"/>
                  </a:lnTo>
                  <a:close/>
                  <a:moveTo>
                    <a:pt x="3413" y="853"/>
                  </a:moveTo>
                  <a:lnTo>
                    <a:pt x="9387" y="853"/>
                  </a:lnTo>
                  <a:cubicBezTo>
                    <a:pt x="9858" y="853"/>
                    <a:pt x="10240" y="1235"/>
                    <a:pt x="10240" y="1707"/>
                  </a:cubicBezTo>
                  <a:lnTo>
                    <a:pt x="10240" y="7680"/>
                  </a:lnTo>
                  <a:cubicBezTo>
                    <a:pt x="10240" y="8151"/>
                    <a:pt x="9858" y="8533"/>
                    <a:pt x="9387" y="8533"/>
                  </a:cubicBezTo>
                  <a:lnTo>
                    <a:pt x="3413" y="8533"/>
                  </a:lnTo>
                  <a:cubicBezTo>
                    <a:pt x="2942" y="8533"/>
                    <a:pt x="2560" y="8151"/>
                    <a:pt x="2560" y="7680"/>
                  </a:cubicBezTo>
                  <a:lnTo>
                    <a:pt x="2560" y="1707"/>
                  </a:lnTo>
                  <a:cubicBezTo>
                    <a:pt x="2560" y="1235"/>
                    <a:pt x="2942" y="853"/>
                    <a:pt x="3413" y="853"/>
                  </a:cubicBezTo>
                  <a:close/>
                  <a:moveTo>
                    <a:pt x="3413" y="1707"/>
                  </a:moveTo>
                  <a:lnTo>
                    <a:pt x="3413" y="7680"/>
                  </a:lnTo>
                  <a:lnTo>
                    <a:pt x="9387" y="7680"/>
                  </a:lnTo>
                  <a:lnTo>
                    <a:pt x="9387" y="1707"/>
                  </a:lnTo>
                  <a:lnTo>
                    <a:pt x="3413" y="1707"/>
                  </a:lnTo>
                  <a:close/>
                  <a:moveTo>
                    <a:pt x="11093" y="2987"/>
                  </a:moveTo>
                  <a:cubicBezTo>
                    <a:pt x="11329" y="2987"/>
                    <a:pt x="11520" y="3178"/>
                    <a:pt x="11520" y="3413"/>
                  </a:cubicBezTo>
                  <a:lnTo>
                    <a:pt x="11520" y="5973"/>
                  </a:lnTo>
                  <a:cubicBezTo>
                    <a:pt x="11520" y="6209"/>
                    <a:pt x="11329" y="6400"/>
                    <a:pt x="11093" y="6400"/>
                  </a:cubicBezTo>
                  <a:cubicBezTo>
                    <a:pt x="10858" y="6400"/>
                    <a:pt x="10667" y="6209"/>
                    <a:pt x="10667" y="5973"/>
                  </a:cubicBezTo>
                  <a:lnTo>
                    <a:pt x="10667" y="3413"/>
                  </a:lnTo>
                  <a:cubicBezTo>
                    <a:pt x="10667" y="3178"/>
                    <a:pt x="10858" y="2987"/>
                    <a:pt x="11093" y="2987"/>
                  </a:cubicBezTo>
                  <a:close/>
                  <a:moveTo>
                    <a:pt x="1707" y="2987"/>
                  </a:moveTo>
                  <a:cubicBezTo>
                    <a:pt x="1942" y="2987"/>
                    <a:pt x="2133" y="3178"/>
                    <a:pt x="2133" y="3413"/>
                  </a:cubicBezTo>
                  <a:lnTo>
                    <a:pt x="2133" y="5973"/>
                  </a:lnTo>
                  <a:cubicBezTo>
                    <a:pt x="2133" y="6209"/>
                    <a:pt x="1942" y="6400"/>
                    <a:pt x="1707" y="6400"/>
                  </a:cubicBezTo>
                  <a:cubicBezTo>
                    <a:pt x="1471" y="6400"/>
                    <a:pt x="1280" y="6209"/>
                    <a:pt x="1280" y="5973"/>
                  </a:cubicBezTo>
                  <a:lnTo>
                    <a:pt x="1280" y="3413"/>
                  </a:lnTo>
                  <a:cubicBezTo>
                    <a:pt x="1280" y="3178"/>
                    <a:pt x="1471" y="2987"/>
                    <a:pt x="1707" y="2987"/>
                  </a:cubicBezTo>
                  <a:close/>
                  <a:moveTo>
                    <a:pt x="12373" y="3840"/>
                  </a:moveTo>
                  <a:cubicBezTo>
                    <a:pt x="12609" y="3840"/>
                    <a:pt x="12800" y="4031"/>
                    <a:pt x="12800" y="4267"/>
                  </a:cubicBezTo>
                  <a:lnTo>
                    <a:pt x="12800" y="5120"/>
                  </a:lnTo>
                  <a:cubicBezTo>
                    <a:pt x="12800" y="5356"/>
                    <a:pt x="12609" y="5547"/>
                    <a:pt x="12373" y="5547"/>
                  </a:cubicBezTo>
                  <a:cubicBezTo>
                    <a:pt x="12138" y="5547"/>
                    <a:pt x="11947" y="5356"/>
                    <a:pt x="11947" y="5120"/>
                  </a:cubicBezTo>
                  <a:lnTo>
                    <a:pt x="11947" y="4267"/>
                  </a:lnTo>
                  <a:cubicBezTo>
                    <a:pt x="11947" y="4031"/>
                    <a:pt x="12138" y="3840"/>
                    <a:pt x="12373" y="3840"/>
                  </a:cubicBezTo>
                  <a:close/>
                  <a:moveTo>
                    <a:pt x="427" y="3840"/>
                  </a:moveTo>
                  <a:cubicBezTo>
                    <a:pt x="662" y="3840"/>
                    <a:pt x="853" y="4031"/>
                    <a:pt x="853" y="4267"/>
                  </a:cubicBezTo>
                  <a:lnTo>
                    <a:pt x="853" y="5120"/>
                  </a:lnTo>
                  <a:cubicBezTo>
                    <a:pt x="853" y="5356"/>
                    <a:pt x="662" y="5547"/>
                    <a:pt x="427" y="5547"/>
                  </a:cubicBezTo>
                  <a:cubicBezTo>
                    <a:pt x="191" y="5547"/>
                    <a:pt x="0" y="5356"/>
                    <a:pt x="0" y="5120"/>
                  </a:cubicBezTo>
                  <a:lnTo>
                    <a:pt x="0" y="4267"/>
                  </a:lnTo>
                  <a:cubicBezTo>
                    <a:pt x="0" y="4031"/>
                    <a:pt x="191" y="3840"/>
                    <a:pt x="427" y="3840"/>
                  </a:cubicBezTo>
                  <a:close/>
                  <a:moveTo>
                    <a:pt x="4693" y="5120"/>
                  </a:moveTo>
                  <a:cubicBezTo>
                    <a:pt x="5047" y="5120"/>
                    <a:pt x="5333" y="4833"/>
                    <a:pt x="5333" y="4480"/>
                  </a:cubicBezTo>
                  <a:cubicBezTo>
                    <a:pt x="5333" y="4127"/>
                    <a:pt x="5047" y="3840"/>
                    <a:pt x="4693" y="3840"/>
                  </a:cubicBezTo>
                  <a:cubicBezTo>
                    <a:pt x="4340" y="3840"/>
                    <a:pt x="4053" y="4127"/>
                    <a:pt x="4053" y="4480"/>
                  </a:cubicBezTo>
                  <a:cubicBezTo>
                    <a:pt x="4053" y="4833"/>
                    <a:pt x="4340" y="5120"/>
                    <a:pt x="4693" y="5120"/>
                  </a:cubicBezTo>
                  <a:close/>
                  <a:moveTo>
                    <a:pt x="8107" y="5120"/>
                  </a:moveTo>
                  <a:cubicBezTo>
                    <a:pt x="8460" y="5120"/>
                    <a:pt x="8747" y="4833"/>
                    <a:pt x="8747" y="4480"/>
                  </a:cubicBezTo>
                  <a:cubicBezTo>
                    <a:pt x="8747" y="4127"/>
                    <a:pt x="8460" y="3840"/>
                    <a:pt x="8107" y="3840"/>
                  </a:cubicBezTo>
                  <a:cubicBezTo>
                    <a:pt x="7753" y="3840"/>
                    <a:pt x="7467" y="4127"/>
                    <a:pt x="7467" y="4480"/>
                  </a:cubicBezTo>
                  <a:cubicBezTo>
                    <a:pt x="7467" y="4833"/>
                    <a:pt x="7753" y="5120"/>
                    <a:pt x="8107" y="5120"/>
                  </a:cubicBezTo>
                  <a:close/>
                  <a:moveTo>
                    <a:pt x="6400" y="0"/>
                  </a:moveTo>
                  <a:cubicBezTo>
                    <a:pt x="6636" y="0"/>
                    <a:pt x="6827" y="191"/>
                    <a:pt x="6827" y="427"/>
                  </a:cubicBezTo>
                  <a:lnTo>
                    <a:pt x="6827" y="1280"/>
                  </a:lnTo>
                  <a:cubicBezTo>
                    <a:pt x="6827" y="1516"/>
                    <a:pt x="6636" y="1707"/>
                    <a:pt x="6400" y="1707"/>
                  </a:cubicBezTo>
                  <a:cubicBezTo>
                    <a:pt x="6164" y="1707"/>
                    <a:pt x="5973" y="1516"/>
                    <a:pt x="5973" y="1280"/>
                  </a:cubicBezTo>
                  <a:lnTo>
                    <a:pt x="5973" y="427"/>
                  </a:lnTo>
                  <a:cubicBezTo>
                    <a:pt x="5973" y="191"/>
                    <a:pt x="6164" y="0"/>
                    <a:pt x="6400" y="0"/>
                  </a:cubicBezTo>
                  <a:close/>
                  <a:moveTo>
                    <a:pt x="5547" y="7680"/>
                  </a:moveTo>
                  <a:cubicBezTo>
                    <a:pt x="5782" y="7680"/>
                    <a:pt x="5973" y="7871"/>
                    <a:pt x="5973" y="8107"/>
                  </a:cubicBezTo>
                  <a:lnTo>
                    <a:pt x="5973" y="9813"/>
                  </a:lnTo>
                  <a:cubicBezTo>
                    <a:pt x="5973" y="10049"/>
                    <a:pt x="5782" y="10240"/>
                    <a:pt x="5547" y="10240"/>
                  </a:cubicBezTo>
                  <a:cubicBezTo>
                    <a:pt x="5311" y="10240"/>
                    <a:pt x="5120" y="10049"/>
                    <a:pt x="5120" y="9813"/>
                  </a:cubicBezTo>
                  <a:lnTo>
                    <a:pt x="5120" y="8107"/>
                  </a:lnTo>
                  <a:cubicBezTo>
                    <a:pt x="5120" y="7871"/>
                    <a:pt x="5311" y="7680"/>
                    <a:pt x="5547" y="7680"/>
                  </a:cubicBezTo>
                  <a:close/>
                  <a:moveTo>
                    <a:pt x="7253" y="7680"/>
                  </a:moveTo>
                  <a:cubicBezTo>
                    <a:pt x="7489" y="7680"/>
                    <a:pt x="7680" y="7871"/>
                    <a:pt x="7680" y="8107"/>
                  </a:cubicBezTo>
                  <a:lnTo>
                    <a:pt x="7680" y="9813"/>
                  </a:lnTo>
                  <a:cubicBezTo>
                    <a:pt x="7680" y="10049"/>
                    <a:pt x="7489" y="10240"/>
                    <a:pt x="7253" y="10240"/>
                  </a:cubicBezTo>
                  <a:cubicBezTo>
                    <a:pt x="7018" y="10240"/>
                    <a:pt x="6827" y="10049"/>
                    <a:pt x="6827" y="9813"/>
                  </a:cubicBezTo>
                  <a:lnTo>
                    <a:pt x="6827" y="8107"/>
                  </a:lnTo>
                  <a:cubicBezTo>
                    <a:pt x="6827" y="7871"/>
                    <a:pt x="7018" y="7680"/>
                    <a:pt x="7253" y="768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2" name="图片 91">
            <a:extLst>
              <a:ext uri="{FF2B5EF4-FFF2-40B4-BE49-F238E27FC236}">
                <a16:creationId xmlns:a16="http://schemas.microsoft.com/office/drawing/2014/main" id="{B708D655-3978-0DC5-52C7-D15EE2102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33" y="1516179"/>
            <a:ext cx="360608" cy="360608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7EB7100D-EE65-0CF4-A7C1-8DA06944D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707" y="1518304"/>
            <a:ext cx="360608" cy="360608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E2AA36CE-0C06-4715-3822-4BC80AF44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70" y="1518304"/>
            <a:ext cx="360608" cy="3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0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D41EA-8321-AF94-4A2B-A284CEB14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51" y="2690447"/>
            <a:ext cx="10747497" cy="1786958"/>
          </a:xfrm>
        </p:spPr>
        <p:txBody>
          <a:bodyPr/>
          <a:lstStyle/>
          <a:p>
            <a:pPr algn="ctr"/>
            <a:r>
              <a:rPr lang="en-US" altLang="zh-CN" sz="3600" b="1">
                <a:solidFill>
                  <a:srgbClr val="C00000"/>
                </a:solidFill>
              </a:rPr>
              <a:t>Python</a:t>
            </a:r>
            <a:r>
              <a:rPr lang="zh-CN" altLang="en-US" sz="3600" b="1"/>
              <a:t>是一门语法简单、容易上手且应用非常广泛的</a:t>
            </a:r>
            <a:r>
              <a:rPr lang="zh-CN" altLang="en-US" sz="3600" b="1">
                <a:solidFill>
                  <a:srgbClr val="C00000"/>
                </a:solidFill>
              </a:rPr>
              <a:t>编程语言</a:t>
            </a:r>
            <a:r>
              <a:rPr lang="zh-CN" altLang="en-US" sz="3600" b="1"/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52A8A7-92ED-17E7-1D35-384A6261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初识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7EFDB7-FEF4-1244-F456-721C459BB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86" r="31479" b="34638"/>
          <a:stretch>
            <a:fillRect/>
          </a:stretch>
        </p:blipFill>
        <p:spPr>
          <a:xfrm>
            <a:off x="5206345" y="1439131"/>
            <a:ext cx="1257070" cy="1251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F9C37AA-9A18-E5CA-0FEF-42F4E3E35F76}"/>
              </a:ext>
            </a:extLst>
          </p:cNvPr>
          <p:cNvSpPr txBox="1"/>
          <p:nvPr/>
        </p:nvSpPr>
        <p:spPr>
          <a:xfrm>
            <a:off x="8976160" y="1877464"/>
            <a:ext cx="2293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3674A4"/>
                </a:solidFill>
              </a:rPr>
              <a:t>吉多</a:t>
            </a:r>
            <a:r>
              <a:rPr lang="en-US" altLang="zh-CN" b="1">
                <a:solidFill>
                  <a:srgbClr val="3674A4"/>
                </a:solidFill>
              </a:rPr>
              <a:t>·</a:t>
            </a:r>
            <a:r>
              <a:rPr lang="zh-CN" altLang="en-US" b="1">
                <a:solidFill>
                  <a:srgbClr val="3674A4"/>
                </a:solidFill>
              </a:rPr>
              <a:t>范罗苏姆</a:t>
            </a:r>
            <a:r>
              <a:rPr lang="en-US" altLang="zh-CN" b="1">
                <a:solidFill>
                  <a:srgbClr val="3674A4"/>
                </a:solidFill>
              </a:rPr>
              <a:t>(</a:t>
            </a:r>
            <a:r>
              <a:rPr lang="zh-CN" altLang="en-US" b="1">
                <a:solidFill>
                  <a:srgbClr val="3674A4"/>
                </a:solidFill>
              </a:rPr>
              <a:t>龟叔</a:t>
            </a:r>
            <a:r>
              <a:rPr lang="en-US" altLang="zh-CN" b="1">
                <a:solidFill>
                  <a:srgbClr val="3674A4"/>
                </a:solidFill>
              </a:rPr>
              <a:t>)</a:t>
            </a:r>
            <a:endParaRPr lang="zh-CN" altLang="en-US" b="1">
              <a:solidFill>
                <a:srgbClr val="3674A4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B7A626-E35F-7404-510E-83419254B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16" b="26998"/>
          <a:stretch>
            <a:fillRect/>
          </a:stretch>
        </p:blipFill>
        <p:spPr>
          <a:xfrm>
            <a:off x="7865081" y="1309442"/>
            <a:ext cx="1257071" cy="12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0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538DCE-92EF-63E5-7EC1-FFD08B370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/>
              <a:t>Python</a:t>
            </a:r>
            <a:r>
              <a:rPr lang="zh-CN" altLang="en-US"/>
              <a:t>入门程序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7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023A93-FBB4-1484-CE01-060547709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编程语言：是人类与计算机之间进行信息交流的一种特殊的语言。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25FBD4-620C-46F0-C692-2D42BB11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36399"/>
            <a:ext cx="3101282" cy="474415"/>
          </a:xfrm>
        </p:spPr>
        <p:txBody>
          <a:bodyPr/>
          <a:lstStyle/>
          <a:p>
            <a:r>
              <a:rPr lang="en-US" altLang="zh-CN"/>
              <a:t>Python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F3737C-2952-89D4-D1B6-B0BF61734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13319" y="3156452"/>
            <a:ext cx="1522940" cy="15229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DB317B-5C89-47E4-F1C4-D9D060583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3" t="7253" r="5815" b="7253"/>
          <a:stretch>
            <a:fillRect/>
          </a:stretch>
        </p:blipFill>
        <p:spPr>
          <a:xfrm>
            <a:off x="9167150" y="3156452"/>
            <a:ext cx="1961909" cy="152294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93460E2-F6FD-9893-4FB0-5743263FE1CA}"/>
              </a:ext>
            </a:extLst>
          </p:cNvPr>
          <p:cNvCxnSpPr>
            <a:cxnSpLocks/>
            <a:stCxn id="5" idx="1"/>
            <a:endCxn id="6" idx="1"/>
          </p:cNvCxnSpPr>
          <p:nvPr/>
        </p:nvCxnSpPr>
        <p:spPr>
          <a:xfrm>
            <a:off x="2736259" y="3917922"/>
            <a:ext cx="6430891" cy="0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76C2A2A0-5C28-129B-71DC-A72E9C408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384" y="2192128"/>
            <a:ext cx="1693545" cy="1134632"/>
          </a:xfrm>
          <a:prstGeom prst="flowChartDocumen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D139813-1B92-F4A1-FFDF-236B780591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69" b="13918"/>
          <a:stretch>
            <a:fillRect/>
          </a:stretch>
        </p:blipFill>
        <p:spPr>
          <a:xfrm>
            <a:off x="7069627" y="2197916"/>
            <a:ext cx="1693544" cy="1123242"/>
          </a:xfrm>
          <a:prstGeom prst="flowChartDocumen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Shape4">
            <a:extLst>
              <a:ext uri="{FF2B5EF4-FFF2-40B4-BE49-F238E27FC236}">
                <a16:creationId xmlns:a16="http://schemas.microsoft.com/office/drawing/2014/main" id="{0C60F413-30F1-E94D-385B-B3B9BBBDA29D}"/>
              </a:ext>
            </a:extLst>
          </p:cNvPr>
          <p:cNvSpPr/>
          <p:nvPr/>
        </p:nvSpPr>
        <p:spPr>
          <a:xfrm>
            <a:off x="9426579" y="4786263"/>
            <a:ext cx="2153892" cy="257795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15A0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 计算机只认识二进制</a:t>
            </a:r>
            <a:r>
              <a:rPr lang="en-US" altLang="zh-CN" sz="1000"/>
              <a:t>0/1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89227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037E-6794-E97F-7855-4C5B2E88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ACBFDD-138D-15A3-3705-C1AC107E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编程语言：是人类与计算机之间进行信息交流的一种特殊的语言。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B151FCA-7602-ADD6-FEB1-40D84BA5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468448-60DC-431D-ED7D-13E9D2DF1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0869" y="3156452"/>
            <a:ext cx="1522940" cy="15229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83EF1B-5DCE-C0B0-CC6D-FEE867A8D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3" t="7253" r="5815" b="7253"/>
          <a:stretch>
            <a:fillRect/>
          </a:stretch>
        </p:blipFill>
        <p:spPr>
          <a:xfrm>
            <a:off x="9570747" y="3156452"/>
            <a:ext cx="1961909" cy="152294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CC6E5E-1CDC-D521-B7AA-4584E87BE324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2303809" y="3917922"/>
            <a:ext cx="2804219" cy="0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411ED4C5-A256-6931-BF99-64F58E9A7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227" y="2743475"/>
            <a:ext cx="1590366" cy="1054806"/>
          </a:xfrm>
          <a:prstGeom prst="flowChartDocumen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D7783A-2AD5-1731-C02E-E0C76B7218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969" b="13918"/>
          <a:stretch>
            <a:fillRect/>
          </a:stretch>
        </p:blipFill>
        <p:spPr>
          <a:xfrm>
            <a:off x="7080933" y="2714365"/>
            <a:ext cx="1590366" cy="1054809"/>
          </a:xfrm>
          <a:prstGeom prst="flowChartDocumen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Shape4">
            <a:extLst>
              <a:ext uri="{FF2B5EF4-FFF2-40B4-BE49-F238E27FC236}">
                <a16:creationId xmlns:a16="http://schemas.microsoft.com/office/drawing/2014/main" id="{51A1360D-D794-EE5F-94D2-7CBC3FA0377B}"/>
              </a:ext>
            </a:extLst>
          </p:cNvPr>
          <p:cNvSpPr/>
          <p:nvPr/>
        </p:nvSpPr>
        <p:spPr>
          <a:xfrm>
            <a:off x="9426579" y="4786263"/>
            <a:ext cx="2153892" cy="257795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15A0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 计算机只认识二进制</a:t>
            </a:r>
            <a:r>
              <a:rPr lang="en-US" altLang="zh-CN" sz="1000"/>
              <a:t>0/1</a:t>
            </a:r>
            <a:endParaRPr lang="zh-CN" altLang="en-US" sz="100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BD95E19-981F-A766-0F9B-1A137C46159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213533" y="3869113"/>
            <a:ext cx="3357214" cy="48809"/>
          </a:xfrm>
          <a:prstGeom prst="straightConnector1">
            <a:avLst/>
          </a:prstGeom>
          <a:ln w="12700">
            <a:solidFill>
              <a:schemeClr val="tx1">
                <a:lumMod val="75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CDBB2D-6DFA-5FF0-5D29-7ADA0D6B1F76}"/>
              </a:ext>
            </a:extLst>
          </p:cNvPr>
          <p:cNvGrpSpPr/>
          <p:nvPr/>
        </p:nvGrpSpPr>
        <p:grpSpPr>
          <a:xfrm>
            <a:off x="5106650" y="3531241"/>
            <a:ext cx="1245174" cy="1023961"/>
            <a:chOff x="5106650" y="3531241"/>
            <a:chExt cx="1245174" cy="1023961"/>
          </a:xfrm>
        </p:grpSpPr>
        <p:sp>
          <p:nvSpPr>
            <p:cNvPr id="10" name="binary-code_103084">
              <a:extLst>
                <a:ext uri="{FF2B5EF4-FFF2-40B4-BE49-F238E27FC236}">
                  <a16:creationId xmlns:a16="http://schemas.microsoft.com/office/drawing/2014/main" id="{10A64B16-D3B7-7657-2283-5B59C440EB5B}"/>
                </a:ext>
              </a:extLst>
            </p:cNvPr>
            <p:cNvSpPr/>
            <p:nvPr/>
          </p:nvSpPr>
          <p:spPr>
            <a:xfrm>
              <a:off x="5206076" y="3531241"/>
              <a:ext cx="939243" cy="670106"/>
            </a:xfrm>
            <a:custGeom>
              <a:avLst/>
              <a:gdLst>
                <a:gd name="connsiteX0" fmla="*/ 483555 w 606368"/>
                <a:gd name="connsiteY0" fmla="*/ 302153 h 472788"/>
                <a:gd name="connsiteX1" fmla="*/ 463981 w 606368"/>
                <a:gd name="connsiteY1" fmla="*/ 321705 h 472788"/>
                <a:gd name="connsiteX2" fmla="*/ 463981 w 606368"/>
                <a:gd name="connsiteY2" fmla="*/ 378585 h 472788"/>
                <a:gd name="connsiteX3" fmla="*/ 483555 w 606368"/>
                <a:gd name="connsiteY3" fmla="*/ 398137 h 472788"/>
                <a:gd name="connsiteX4" fmla="*/ 502596 w 606368"/>
                <a:gd name="connsiteY4" fmla="*/ 398137 h 472788"/>
                <a:gd name="connsiteX5" fmla="*/ 522171 w 606368"/>
                <a:gd name="connsiteY5" fmla="*/ 378585 h 472788"/>
                <a:gd name="connsiteX6" fmla="*/ 522171 w 606368"/>
                <a:gd name="connsiteY6" fmla="*/ 321705 h 472788"/>
                <a:gd name="connsiteX7" fmla="*/ 502596 w 606368"/>
                <a:gd name="connsiteY7" fmla="*/ 302153 h 472788"/>
                <a:gd name="connsiteX8" fmla="*/ 293742 w 606368"/>
                <a:gd name="connsiteY8" fmla="*/ 302153 h 472788"/>
                <a:gd name="connsiteX9" fmla="*/ 274163 w 606368"/>
                <a:gd name="connsiteY9" fmla="*/ 321705 h 472788"/>
                <a:gd name="connsiteX10" fmla="*/ 274163 w 606368"/>
                <a:gd name="connsiteY10" fmla="*/ 378585 h 472788"/>
                <a:gd name="connsiteX11" fmla="*/ 293742 w 606368"/>
                <a:gd name="connsiteY11" fmla="*/ 398137 h 472788"/>
                <a:gd name="connsiteX12" fmla="*/ 312698 w 606368"/>
                <a:gd name="connsiteY12" fmla="*/ 398137 h 472788"/>
                <a:gd name="connsiteX13" fmla="*/ 332276 w 606368"/>
                <a:gd name="connsiteY13" fmla="*/ 378585 h 472788"/>
                <a:gd name="connsiteX14" fmla="*/ 332276 w 606368"/>
                <a:gd name="connsiteY14" fmla="*/ 321705 h 472788"/>
                <a:gd name="connsiteX15" fmla="*/ 312698 w 606368"/>
                <a:gd name="connsiteY15" fmla="*/ 302153 h 472788"/>
                <a:gd name="connsiteX16" fmla="*/ 179779 w 606368"/>
                <a:gd name="connsiteY16" fmla="*/ 302153 h 472788"/>
                <a:gd name="connsiteX17" fmla="*/ 160200 w 606368"/>
                <a:gd name="connsiteY17" fmla="*/ 321705 h 472788"/>
                <a:gd name="connsiteX18" fmla="*/ 160200 w 606368"/>
                <a:gd name="connsiteY18" fmla="*/ 378585 h 472788"/>
                <a:gd name="connsiteX19" fmla="*/ 179779 w 606368"/>
                <a:gd name="connsiteY19" fmla="*/ 398137 h 472788"/>
                <a:gd name="connsiteX20" fmla="*/ 198735 w 606368"/>
                <a:gd name="connsiteY20" fmla="*/ 398137 h 472788"/>
                <a:gd name="connsiteX21" fmla="*/ 218313 w 606368"/>
                <a:gd name="connsiteY21" fmla="*/ 378585 h 472788"/>
                <a:gd name="connsiteX22" fmla="*/ 218313 w 606368"/>
                <a:gd name="connsiteY22" fmla="*/ 321705 h 472788"/>
                <a:gd name="connsiteX23" fmla="*/ 198735 w 606368"/>
                <a:gd name="connsiteY23" fmla="*/ 302153 h 472788"/>
                <a:gd name="connsiteX24" fmla="*/ 483555 w 606368"/>
                <a:gd name="connsiteY24" fmla="*/ 284378 h 472788"/>
                <a:gd name="connsiteX25" fmla="*/ 502596 w 606368"/>
                <a:gd name="connsiteY25" fmla="*/ 284378 h 472788"/>
                <a:gd name="connsiteX26" fmla="*/ 539966 w 606368"/>
                <a:gd name="connsiteY26" fmla="*/ 321705 h 472788"/>
                <a:gd name="connsiteX27" fmla="*/ 539966 w 606368"/>
                <a:gd name="connsiteY27" fmla="*/ 378585 h 472788"/>
                <a:gd name="connsiteX28" fmla="*/ 502596 w 606368"/>
                <a:gd name="connsiteY28" fmla="*/ 415912 h 472788"/>
                <a:gd name="connsiteX29" fmla="*/ 483555 w 606368"/>
                <a:gd name="connsiteY29" fmla="*/ 415912 h 472788"/>
                <a:gd name="connsiteX30" fmla="*/ 446185 w 606368"/>
                <a:gd name="connsiteY30" fmla="*/ 378585 h 472788"/>
                <a:gd name="connsiteX31" fmla="*/ 446185 w 606368"/>
                <a:gd name="connsiteY31" fmla="*/ 321705 h 472788"/>
                <a:gd name="connsiteX32" fmla="*/ 483555 w 606368"/>
                <a:gd name="connsiteY32" fmla="*/ 284378 h 472788"/>
                <a:gd name="connsiteX33" fmla="*/ 398120 w 606368"/>
                <a:gd name="connsiteY33" fmla="*/ 284378 h 472788"/>
                <a:gd name="connsiteX34" fmla="*/ 407022 w 606368"/>
                <a:gd name="connsiteY34" fmla="*/ 293265 h 472788"/>
                <a:gd name="connsiteX35" fmla="*/ 407022 w 606368"/>
                <a:gd name="connsiteY35" fmla="*/ 398137 h 472788"/>
                <a:gd name="connsiteX36" fmla="*/ 417171 w 606368"/>
                <a:gd name="connsiteY36" fmla="*/ 398137 h 472788"/>
                <a:gd name="connsiteX37" fmla="*/ 426073 w 606368"/>
                <a:gd name="connsiteY37" fmla="*/ 407025 h 472788"/>
                <a:gd name="connsiteX38" fmla="*/ 417171 w 606368"/>
                <a:gd name="connsiteY38" fmla="*/ 415912 h 472788"/>
                <a:gd name="connsiteX39" fmla="*/ 379158 w 606368"/>
                <a:gd name="connsiteY39" fmla="*/ 415912 h 472788"/>
                <a:gd name="connsiteX40" fmla="*/ 370256 w 606368"/>
                <a:gd name="connsiteY40" fmla="*/ 407025 h 472788"/>
                <a:gd name="connsiteX41" fmla="*/ 379158 w 606368"/>
                <a:gd name="connsiteY41" fmla="*/ 398137 h 472788"/>
                <a:gd name="connsiteX42" fmla="*/ 389218 w 606368"/>
                <a:gd name="connsiteY42" fmla="*/ 398137 h 472788"/>
                <a:gd name="connsiteX43" fmla="*/ 389218 w 606368"/>
                <a:gd name="connsiteY43" fmla="*/ 321083 h 472788"/>
                <a:gd name="connsiteX44" fmla="*/ 379158 w 606368"/>
                <a:gd name="connsiteY44" fmla="*/ 321083 h 472788"/>
                <a:gd name="connsiteX45" fmla="*/ 370256 w 606368"/>
                <a:gd name="connsiteY45" fmla="*/ 312196 h 472788"/>
                <a:gd name="connsiteX46" fmla="*/ 379158 w 606368"/>
                <a:gd name="connsiteY46" fmla="*/ 303308 h 472788"/>
                <a:gd name="connsiteX47" fmla="*/ 389218 w 606368"/>
                <a:gd name="connsiteY47" fmla="*/ 303308 h 472788"/>
                <a:gd name="connsiteX48" fmla="*/ 389218 w 606368"/>
                <a:gd name="connsiteY48" fmla="*/ 293265 h 472788"/>
                <a:gd name="connsiteX49" fmla="*/ 398120 w 606368"/>
                <a:gd name="connsiteY49" fmla="*/ 284378 h 472788"/>
                <a:gd name="connsiteX50" fmla="*/ 293742 w 606368"/>
                <a:gd name="connsiteY50" fmla="*/ 284378 h 472788"/>
                <a:gd name="connsiteX51" fmla="*/ 312698 w 606368"/>
                <a:gd name="connsiteY51" fmla="*/ 284378 h 472788"/>
                <a:gd name="connsiteX52" fmla="*/ 350075 w 606368"/>
                <a:gd name="connsiteY52" fmla="*/ 321705 h 472788"/>
                <a:gd name="connsiteX53" fmla="*/ 350075 w 606368"/>
                <a:gd name="connsiteY53" fmla="*/ 378585 h 472788"/>
                <a:gd name="connsiteX54" fmla="*/ 312698 w 606368"/>
                <a:gd name="connsiteY54" fmla="*/ 415912 h 472788"/>
                <a:gd name="connsiteX55" fmla="*/ 293742 w 606368"/>
                <a:gd name="connsiteY55" fmla="*/ 415912 h 472788"/>
                <a:gd name="connsiteX56" fmla="*/ 256364 w 606368"/>
                <a:gd name="connsiteY56" fmla="*/ 378585 h 472788"/>
                <a:gd name="connsiteX57" fmla="*/ 256364 w 606368"/>
                <a:gd name="connsiteY57" fmla="*/ 321705 h 472788"/>
                <a:gd name="connsiteX58" fmla="*/ 293742 w 606368"/>
                <a:gd name="connsiteY58" fmla="*/ 284378 h 472788"/>
                <a:gd name="connsiteX59" fmla="*/ 179779 w 606368"/>
                <a:gd name="connsiteY59" fmla="*/ 284378 h 472788"/>
                <a:gd name="connsiteX60" fmla="*/ 198735 w 606368"/>
                <a:gd name="connsiteY60" fmla="*/ 284378 h 472788"/>
                <a:gd name="connsiteX61" fmla="*/ 236112 w 606368"/>
                <a:gd name="connsiteY61" fmla="*/ 321705 h 472788"/>
                <a:gd name="connsiteX62" fmla="*/ 236112 w 606368"/>
                <a:gd name="connsiteY62" fmla="*/ 378585 h 472788"/>
                <a:gd name="connsiteX63" fmla="*/ 198735 w 606368"/>
                <a:gd name="connsiteY63" fmla="*/ 415912 h 472788"/>
                <a:gd name="connsiteX64" fmla="*/ 179779 w 606368"/>
                <a:gd name="connsiteY64" fmla="*/ 415912 h 472788"/>
                <a:gd name="connsiteX65" fmla="*/ 142401 w 606368"/>
                <a:gd name="connsiteY65" fmla="*/ 378585 h 472788"/>
                <a:gd name="connsiteX66" fmla="*/ 142401 w 606368"/>
                <a:gd name="connsiteY66" fmla="*/ 321705 h 472788"/>
                <a:gd name="connsiteX67" fmla="*/ 179779 w 606368"/>
                <a:gd name="connsiteY67" fmla="*/ 284378 h 472788"/>
                <a:gd name="connsiteX68" fmla="*/ 94347 w 606368"/>
                <a:gd name="connsiteY68" fmla="*/ 284378 h 472788"/>
                <a:gd name="connsiteX69" fmla="*/ 103252 w 606368"/>
                <a:gd name="connsiteY69" fmla="*/ 293265 h 472788"/>
                <a:gd name="connsiteX70" fmla="*/ 103252 w 606368"/>
                <a:gd name="connsiteY70" fmla="*/ 398137 h 472788"/>
                <a:gd name="connsiteX71" fmla="*/ 113315 w 606368"/>
                <a:gd name="connsiteY71" fmla="*/ 398137 h 472788"/>
                <a:gd name="connsiteX72" fmla="*/ 122220 w 606368"/>
                <a:gd name="connsiteY72" fmla="*/ 407025 h 472788"/>
                <a:gd name="connsiteX73" fmla="*/ 113315 w 606368"/>
                <a:gd name="connsiteY73" fmla="*/ 415912 h 472788"/>
                <a:gd name="connsiteX74" fmla="*/ 75379 w 606368"/>
                <a:gd name="connsiteY74" fmla="*/ 415912 h 472788"/>
                <a:gd name="connsiteX75" fmla="*/ 66473 w 606368"/>
                <a:gd name="connsiteY75" fmla="*/ 407025 h 472788"/>
                <a:gd name="connsiteX76" fmla="*/ 75379 w 606368"/>
                <a:gd name="connsiteY76" fmla="*/ 398137 h 472788"/>
                <a:gd name="connsiteX77" fmla="*/ 85441 w 606368"/>
                <a:gd name="connsiteY77" fmla="*/ 398137 h 472788"/>
                <a:gd name="connsiteX78" fmla="*/ 85441 w 606368"/>
                <a:gd name="connsiteY78" fmla="*/ 321083 h 472788"/>
                <a:gd name="connsiteX79" fmla="*/ 75379 w 606368"/>
                <a:gd name="connsiteY79" fmla="*/ 321083 h 472788"/>
                <a:gd name="connsiteX80" fmla="*/ 66473 w 606368"/>
                <a:gd name="connsiteY80" fmla="*/ 312196 h 472788"/>
                <a:gd name="connsiteX81" fmla="*/ 75379 w 606368"/>
                <a:gd name="connsiteY81" fmla="*/ 303308 h 472788"/>
                <a:gd name="connsiteX82" fmla="*/ 85441 w 606368"/>
                <a:gd name="connsiteY82" fmla="*/ 303308 h 472788"/>
                <a:gd name="connsiteX83" fmla="*/ 85441 w 606368"/>
                <a:gd name="connsiteY83" fmla="*/ 293265 h 472788"/>
                <a:gd name="connsiteX84" fmla="*/ 94347 w 606368"/>
                <a:gd name="connsiteY84" fmla="*/ 284378 h 472788"/>
                <a:gd name="connsiteX85" fmla="*/ 350688 w 606368"/>
                <a:gd name="connsiteY85" fmla="*/ 150438 h 472788"/>
                <a:gd name="connsiteX86" fmla="*/ 331109 w 606368"/>
                <a:gd name="connsiteY86" fmla="*/ 169990 h 472788"/>
                <a:gd name="connsiteX87" fmla="*/ 331109 w 606368"/>
                <a:gd name="connsiteY87" fmla="*/ 226870 h 472788"/>
                <a:gd name="connsiteX88" fmla="*/ 350688 w 606368"/>
                <a:gd name="connsiteY88" fmla="*/ 246422 h 472788"/>
                <a:gd name="connsiteX89" fmla="*/ 369644 w 606368"/>
                <a:gd name="connsiteY89" fmla="*/ 246422 h 472788"/>
                <a:gd name="connsiteX90" fmla="*/ 389222 w 606368"/>
                <a:gd name="connsiteY90" fmla="*/ 226870 h 472788"/>
                <a:gd name="connsiteX91" fmla="*/ 389222 w 606368"/>
                <a:gd name="connsiteY91" fmla="*/ 169990 h 472788"/>
                <a:gd name="connsiteX92" fmla="*/ 369644 w 606368"/>
                <a:gd name="connsiteY92" fmla="*/ 150438 h 472788"/>
                <a:gd name="connsiteX93" fmla="*/ 84819 w 606368"/>
                <a:gd name="connsiteY93" fmla="*/ 150438 h 472788"/>
                <a:gd name="connsiteX94" fmla="*/ 65229 w 606368"/>
                <a:gd name="connsiteY94" fmla="*/ 169990 h 472788"/>
                <a:gd name="connsiteX95" fmla="*/ 65229 w 606368"/>
                <a:gd name="connsiteY95" fmla="*/ 226870 h 472788"/>
                <a:gd name="connsiteX96" fmla="*/ 84819 w 606368"/>
                <a:gd name="connsiteY96" fmla="*/ 246422 h 472788"/>
                <a:gd name="connsiteX97" fmla="*/ 103874 w 606368"/>
                <a:gd name="connsiteY97" fmla="*/ 246422 h 472788"/>
                <a:gd name="connsiteX98" fmla="*/ 123464 w 606368"/>
                <a:gd name="connsiteY98" fmla="*/ 226870 h 472788"/>
                <a:gd name="connsiteX99" fmla="*/ 123464 w 606368"/>
                <a:gd name="connsiteY99" fmla="*/ 169990 h 472788"/>
                <a:gd name="connsiteX100" fmla="*/ 103874 w 606368"/>
                <a:gd name="connsiteY100" fmla="*/ 150438 h 472788"/>
                <a:gd name="connsiteX101" fmla="*/ 531084 w 606368"/>
                <a:gd name="connsiteY101" fmla="*/ 132663 h 472788"/>
                <a:gd name="connsiteX102" fmla="*/ 539986 w 606368"/>
                <a:gd name="connsiteY102" fmla="*/ 141550 h 472788"/>
                <a:gd name="connsiteX103" fmla="*/ 539986 w 606368"/>
                <a:gd name="connsiteY103" fmla="*/ 246422 h 472788"/>
                <a:gd name="connsiteX104" fmla="*/ 550046 w 606368"/>
                <a:gd name="connsiteY104" fmla="*/ 246422 h 472788"/>
                <a:gd name="connsiteX105" fmla="*/ 558948 w 606368"/>
                <a:gd name="connsiteY105" fmla="*/ 255310 h 472788"/>
                <a:gd name="connsiteX106" fmla="*/ 550046 w 606368"/>
                <a:gd name="connsiteY106" fmla="*/ 264197 h 472788"/>
                <a:gd name="connsiteX107" fmla="*/ 512033 w 606368"/>
                <a:gd name="connsiteY107" fmla="*/ 264197 h 472788"/>
                <a:gd name="connsiteX108" fmla="*/ 503131 w 606368"/>
                <a:gd name="connsiteY108" fmla="*/ 255310 h 472788"/>
                <a:gd name="connsiteX109" fmla="*/ 512033 w 606368"/>
                <a:gd name="connsiteY109" fmla="*/ 246422 h 472788"/>
                <a:gd name="connsiteX110" fmla="*/ 522182 w 606368"/>
                <a:gd name="connsiteY110" fmla="*/ 246422 h 472788"/>
                <a:gd name="connsiteX111" fmla="*/ 522182 w 606368"/>
                <a:gd name="connsiteY111" fmla="*/ 169368 h 472788"/>
                <a:gd name="connsiteX112" fmla="*/ 512033 w 606368"/>
                <a:gd name="connsiteY112" fmla="*/ 169368 h 472788"/>
                <a:gd name="connsiteX113" fmla="*/ 503131 w 606368"/>
                <a:gd name="connsiteY113" fmla="*/ 160481 h 472788"/>
                <a:gd name="connsiteX114" fmla="*/ 512033 w 606368"/>
                <a:gd name="connsiteY114" fmla="*/ 151593 h 472788"/>
                <a:gd name="connsiteX115" fmla="*/ 522182 w 606368"/>
                <a:gd name="connsiteY115" fmla="*/ 151593 h 472788"/>
                <a:gd name="connsiteX116" fmla="*/ 522182 w 606368"/>
                <a:gd name="connsiteY116" fmla="*/ 141550 h 472788"/>
                <a:gd name="connsiteX117" fmla="*/ 531084 w 606368"/>
                <a:gd name="connsiteY117" fmla="*/ 132663 h 472788"/>
                <a:gd name="connsiteX118" fmla="*/ 455067 w 606368"/>
                <a:gd name="connsiteY118" fmla="*/ 132663 h 472788"/>
                <a:gd name="connsiteX119" fmla="*/ 463969 w 606368"/>
                <a:gd name="connsiteY119" fmla="*/ 141550 h 472788"/>
                <a:gd name="connsiteX120" fmla="*/ 463969 w 606368"/>
                <a:gd name="connsiteY120" fmla="*/ 246422 h 472788"/>
                <a:gd name="connsiteX121" fmla="*/ 474118 w 606368"/>
                <a:gd name="connsiteY121" fmla="*/ 246422 h 472788"/>
                <a:gd name="connsiteX122" fmla="*/ 483020 w 606368"/>
                <a:gd name="connsiteY122" fmla="*/ 255310 h 472788"/>
                <a:gd name="connsiteX123" fmla="*/ 474118 w 606368"/>
                <a:gd name="connsiteY123" fmla="*/ 264197 h 472788"/>
                <a:gd name="connsiteX124" fmla="*/ 436105 w 606368"/>
                <a:gd name="connsiteY124" fmla="*/ 264197 h 472788"/>
                <a:gd name="connsiteX125" fmla="*/ 427203 w 606368"/>
                <a:gd name="connsiteY125" fmla="*/ 255310 h 472788"/>
                <a:gd name="connsiteX126" fmla="*/ 436105 w 606368"/>
                <a:gd name="connsiteY126" fmla="*/ 246422 h 472788"/>
                <a:gd name="connsiteX127" fmla="*/ 446165 w 606368"/>
                <a:gd name="connsiteY127" fmla="*/ 246422 h 472788"/>
                <a:gd name="connsiteX128" fmla="*/ 446165 w 606368"/>
                <a:gd name="connsiteY128" fmla="*/ 169368 h 472788"/>
                <a:gd name="connsiteX129" fmla="*/ 436105 w 606368"/>
                <a:gd name="connsiteY129" fmla="*/ 169368 h 472788"/>
                <a:gd name="connsiteX130" fmla="*/ 427203 w 606368"/>
                <a:gd name="connsiteY130" fmla="*/ 160481 h 472788"/>
                <a:gd name="connsiteX131" fmla="*/ 436105 w 606368"/>
                <a:gd name="connsiteY131" fmla="*/ 151593 h 472788"/>
                <a:gd name="connsiteX132" fmla="*/ 446165 w 606368"/>
                <a:gd name="connsiteY132" fmla="*/ 151593 h 472788"/>
                <a:gd name="connsiteX133" fmla="*/ 446165 w 606368"/>
                <a:gd name="connsiteY133" fmla="*/ 141550 h 472788"/>
                <a:gd name="connsiteX134" fmla="*/ 455067 w 606368"/>
                <a:gd name="connsiteY134" fmla="*/ 132663 h 472788"/>
                <a:gd name="connsiteX135" fmla="*/ 350688 w 606368"/>
                <a:gd name="connsiteY135" fmla="*/ 132663 h 472788"/>
                <a:gd name="connsiteX136" fmla="*/ 369644 w 606368"/>
                <a:gd name="connsiteY136" fmla="*/ 132663 h 472788"/>
                <a:gd name="connsiteX137" fmla="*/ 407021 w 606368"/>
                <a:gd name="connsiteY137" fmla="*/ 169990 h 472788"/>
                <a:gd name="connsiteX138" fmla="*/ 407021 w 606368"/>
                <a:gd name="connsiteY138" fmla="*/ 226870 h 472788"/>
                <a:gd name="connsiteX139" fmla="*/ 369644 w 606368"/>
                <a:gd name="connsiteY139" fmla="*/ 264197 h 472788"/>
                <a:gd name="connsiteX140" fmla="*/ 350688 w 606368"/>
                <a:gd name="connsiteY140" fmla="*/ 264197 h 472788"/>
                <a:gd name="connsiteX141" fmla="*/ 313310 w 606368"/>
                <a:gd name="connsiteY141" fmla="*/ 226870 h 472788"/>
                <a:gd name="connsiteX142" fmla="*/ 313310 w 606368"/>
                <a:gd name="connsiteY142" fmla="*/ 169990 h 472788"/>
                <a:gd name="connsiteX143" fmla="*/ 350688 w 606368"/>
                <a:gd name="connsiteY143" fmla="*/ 132663 h 472788"/>
                <a:gd name="connsiteX144" fmla="*/ 265220 w 606368"/>
                <a:gd name="connsiteY144" fmla="*/ 132663 h 472788"/>
                <a:gd name="connsiteX145" fmla="*/ 274114 w 606368"/>
                <a:gd name="connsiteY145" fmla="*/ 141550 h 472788"/>
                <a:gd name="connsiteX146" fmla="*/ 274114 w 606368"/>
                <a:gd name="connsiteY146" fmla="*/ 246422 h 472788"/>
                <a:gd name="connsiteX147" fmla="*/ 284164 w 606368"/>
                <a:gd name="connsiteY147" fmla="*/ 246422 h 472788"/>
                <a:gd name="connsiteX148" fmla="*/ 293058 w 606368"/>
                <a:gd name="connsiteY148" fmla="*/ 255310 h 472788"/>
                <a:gd name="connsiteX149" fmla="*/ 284164 w 606368"/>
                <a:gd name="connsiteY149" fmla="*/ 264197 h 472788"/>
                <a:gd name="connsiteX150" fmla="*/ 246276 w 606368"/>
                <a:gd name="connsiteY150" fmla="*/ 264197 h 472788"/>
                <a:gd name="connsiteX151" fmla="*/ 237382 w 606368"/>
                <a:gd name="connsiteY151" fmla="*/ 255310 h 472788"/>
                <a:gd name="connsiteX152" fmla="*/ 246276 w 606368"/>
                <a:gd name="connsiteY152" fmla="*/ 246422 h 472788"/>
                <a:gd name="connsiteX153" fmla="*/ 256326 w 606368"/>
                <a:gd name="connsiteY153" fmla="*/ 246422 h 472788"/>
                <a:gd name="connsiteX154" fmla="*/ 256326 w 606368"/>
                <a:gd name="connsiteY154" fmla="*/ 169368 h 472788"/>
                <a:gd name="connsiteX155" fmla="*/ 246276 w 606368"/>
                <a:gd name="connsiteY155" fmla="*/ 169368 h 472788"/>
                <a:gd name="connsiteX156" fmla="*/ 237382 w 606368"/>
                <a:gd name="connsiteY156" fmla="*/ 160481 h 472788"/>
                <a:gd name="connsiteX157" fmla="*/ 246276 w 606368"/>
                <a:gd name="connsiteY157" fmla="*/ 151593 h 472788"/>
                <a:gd name="connsiteX158" fmla="*/ 256326 w 606368"/>
                <a:gd name="connsiteY158" fmla="*/ 151593 h 472788"/>
                <a:gd name="connsiteX159" fmla="*/ 256326 w 606368"/>
                <a:gd name="connsiteY159" fmla="*/ 141550 h 472788"/>
                <a:gd name="connsiteX160" fmla="*/ 265220 w 606368"/>
                <a:gd name="connsiteY160" fmla="*/ 132663 h 472788"/>
                <a:gd name="connsiteX161" fmla="*/ 189336 w 606368"/>
                <a:gd name="connsiteY161" fmla="*/ 132663 h 472788"/>
                <a:gd name="connsiteX162" fmla="*/ 198238 w 606368"/>
                <a:gd name="connsiteY162" fmla="*/ 141550 h 472788"/>
                <a:gd name="connsiteX163" fmla="*/ 198238 w 606368"/>
                <a:gd name="connsiteY163" fmla="*/ 246422 h 472788"/>
                <a:gd name="connsiteX164" fmla="*/ 208298 w 606368"/>
                <a:gd name="connsiteY164" fmla="*/ 246422 h 472788"/>
                <a:gd name="connsiteX165" fmla="*/ 217200 w 606368"/>
                <a:gd name="connsiteY165" fmla="*/ 255310 h 472788"/>
                <a:gd name="connsiteX166" fmla="*/ 208298 w 606368"/>
                <a:gd name="connsiteY166" fmla="*/ 264197 h 472788"/>
                <a:gd name="connsiteX167" fmla="*/ 170285 w 606368"/>
                <a:gd name="connsiteY167" fmla="*/ 264197 h 472788"/>
                <a:gd name="connsiteX168" fmla="*/ 161383 w 606368"/>
                <a:gd name="connsiteY168" fmla="*/ 255310 h 472788"/>
                <a:gd name="connsiteX169" fmla="*/ 170285 w 606368"/>
                <a:gd name="connsiteY169" fmla="*/ 246422 h 472788"/>
                <a:gd name="connsiteX170" fmla="*/ 180434 w 606368"/>
                <a:gd name="connsiteY170" fmla="*/ 246422 h 472788"/>
                <a:gd name="connsiteX171" fmla="*/ 180434 w 606368"/>
                <a:gd name="connsiteY171" fmla="*/ 169368 h 472788"/>
                <a:gd name="connsiteX172" fmla="*/ 170285 w 606368"/>
                <a:gd name="connsiteY172" fmla="*/ 169368 h 472788"/>
                <a:gd name="connsiteX173" fmla="*/ 161383 w 606368"/>
                <a:gd name="connsiteY173" fmla="*/ 160481 h 472788"/>
                <a:gd name="connsiteX174" fmla="*/ 170285 w 606368"/>
                <a:gd name="connsiteY174" fmla="*/ 151593 h 472788"/>
                <a:gd name="connsiteX175" fmla="*/ 180434 w 606368"/>
                <a:gd name="connsiteY175" fmla="*/ 151593 h 472788"/>
                <a:gd name="connsiteX176" fmla="*/ 180434 w 606368"/>
                <a:gd name="connsiteY176" fmla="*/ 141550 h 472788"/>
                <a:gd name="connsiteX177" fmla="*/ 189336 w 606368"/>
                <a:gd name="connsiteY177" fmla="*/ 132663 h 472788"/>
                <a:gd name="connsiteX178" fmla="*/ 84819 w 606368"/>
                <a:gd name="connsiteY178" fmla="*/ 132663 h 472788"/>
                <a:gd name="connsiteX179" fmla="*/ 103874 w 606368"/>
                <a:gd name="connsiteY179" fmla="*/ 132663 h 472788"/>
                <a:gd name="connsiteX180" fmla="*/ 141272 w 606368"/>
                <a:gd name="connsiteY180" fmla="*/ 169990 h 472788"/>
                <a:gd name="connsiteX181" fmla="*/ 141272 w 606368"/>
                <a:gd name="connsiteY181" fmla="*/ 226870 h 472788"/>
                <a:gd name="connsiteX182" fmla="*/ 103874 w 606368"/>
                <a:gd name="connsiteY182" fmla="*/ 264197 h 472788"/>
                <a:gd name="connsiteX183" fmla="*/ 84819 w 606368"/>
                <a:gd name="connsiteY183" fmla="*/ 264197 h 472788"/>
                <a:gd name="connsiteX184" fmla="*/ 47420 w 606368"/>
                <a:gd name="connsiteY184" fmla="*/ 226870 h 472788"/>
                <a:gd name="connsiteX185" fmla="*/ 47420 w 606368"/>
                <a:gd name="connsiteY185" fmla="*/ 169990 h 472788"/>
                <a:gd name="connsiteX186" fmla="*/ 84819 w 606368"/>
                <a:gd name="connsiteY186" fmla="*/ 132663 h 472788"/>
                <a:gd name="connsiteX187" fmla="*/ 17801 w 606368"/>
                <a:gd name="connsiteY187" fmla="*/ 93580 h 472788"/>
                <a:gd name="connsiteX188" fmla="*/ 17801 w 606368"/>
                <a:gd name="connsiteY188" fmla="*/ 425954 h 472788"/>
                <a:gd name="connsiteX189" fmla="*/ 46904 w 606368"/>
                <a:gd name="connsiteY189" fmla="*/ 455014 h 472788"/>
                <a:gd name="connsiteX190" fmla="*/ 559553 w 606368"/>
                <a:gd name="connsiteY190" fmla="*/ 455014 h 472788"/>
                <a:gd name="connsiteX191" fmla="*/ 588568 w 606368"/>
                <a:gd name="connsiteY191" fmla="*/ 425954 h 472788"/>
                <a:gd name="connsiteX192" fmla="*/ 588568 w 606368"/>
                <a:gd name="connsiteY192" fmla="*/ 93580 h 472788"/>
                <a:gd name="connsiteX193" fmla="*/ 540537 w 606368"/>
                <a:gd name="connsiteY193" fmla="*/ 37823 h 472788"/>
                <a:gd name="connsiteX194" fmla="*/ 559577 w 606368"/>
                <a:gd name="connsiteY194" fmla="*/ 37823 h 472788"/>
                <a:gd name="connsiteX195" fmla="*/ 568474 w 606368"/>
                <a:gd name="connsiteY195" fmla="*/ 46714 h 472788"/>
                <a:gd name="connsiteX196" fmla="*/ 559577 w 606368"/>
                <a:gd name="connsiteY196" fmla="*/ 55605 h 472788"/>
                <a:gd name="connsiteX197" fmla="*/ 540537 w 606368"/>
                <a:gd name="connsiteY197" fmla="*/ 55605 h 472788"/>
                <a:gd name="connsiteX198" fmla="*/ 531639 w 606368"/>
                <a:gd name="connsiteY198" fmla="*/ 46714 h 472788"/>
                <a:gd name="connsiteX199" fmla="*/ 540537 w 606368"/>
                <a:gd name="connsiteY199" fmla="*/ 37823 h 472788"/>
                <a:gd name="connsiteX200" fmla="*/ 141776 w 606368"/>
                <a:gd name="connsiteY200" fmla="*/ 37823 h 472788"/>
                <a:gd name="connsiteX201" fmla="*/ 502628 w 606368"/>
                <a:gd name="connsiteY201" fmla="*/ 37823 h 472788"/>
                <a:gd name="connsiteX202" fmla="*/ 511529 w 606368"/>
                <a:gd name="connsiteY202" fmla="*/ 46714 h 472788"/>
                <a:gd name="connsiteX203" fmla="*/ 502628 w 606368"/>
                <a:gd name="connsiteY203" fmla="*/ 55605 h 472788"/>
                <a:gd name="connsiteX204" fmla="*/ 141776 w 606368"/>
                <a:gd name="connsiteY204" fmla="*/ 55605 h 472788"/>
                <a:gd name="connsiteX205" fmla="*/ 132875 w 606368"/>
                <a:gd name="connsiteY205" fmla="*/ 46714 h 472788"/>
                <a:gd name="connsiteX206" fmla="*/ 141776 w 606368"/>
                <a:gd name="connsiteY206" fmla="*/ 37823 h 472788"/>
                <a:gd name="connsiteX207" fmla="*/ 103872 w 606368"/>
                <a:gd name="connsiteY207" fmla="*/ 37823 h 472788"/>
                <a:gd name="connsiteX208" fmla="*/ 110096 w 606368"/>
                <a:gd name="connsiteY208" fmla="*/ 40490 h 472788"/>
                <a:gd name="connsiteX209" fmla="*/ 112763 w 606368"/>
                <a:gd name="connsiteY209" fmla="*/ 46714 h 472788"/>
                <a:gd name="connsiteX210" fmla="*/ 110096 w 606368"/>
                <a:gd name="connsiteY210" fmla="*/ 53027 h 472788"/>
                <a:gd name="connsiteX211" fmla="*/ 103872 w 606368"/>
                <a:gd name="connsiteY211" fmla="*/ 55605 h 472788"/>
                <a:gd name="connsiteX212" fmla="*/ 97560 w 606368"/>
                <a:gd name="connsiteY212" fmla="*/ 53027 h 472788"/>
                <a:gd name="connsiteX213" fmla="*/ 94981 w 606368"/>
                <a:gd name="connsiteY213" fmla="*/ 46714 h 472788"/>
                <a:gd name="connsiteX214" fmla="*/ 97560 w 606368"/>
                <a:gd name="connsiteY214" fmla="*/ 40490 h 472788"/>
                <a:gd name="connsiteX215" fmla="*/ 103872 w 606368"/>
                <a:gd name="connsiteY215" fmla="*/ 37823 h 472788"/>
                <a:gd name="connsiteX216" fmla="*/ 75364 w 606368"/>
                <a:gd name="connsiteY216" fmla="*/ 37823 h 472788"/>
                <a:gd name="connsiteX217" fmla="*/ 81588 w 606368"/>
                <a:gd name="connsiteY217" fmla="*/ 40490 h 472788"/>
                <a:gd name="connsiteX218" fmla="*/ 84255 w 606368"/>
                <a:gd name="connsiteY218" fmla="*/ 46714 h 472788"/>
                <a:gd name="connsiteX219" fmla="*/ 81588 w 606368"/>
                <a:gd name="connsiteY219" fmla="*/ 53027 h 472788"/>
                <a:gd name="connsiteX220" fmla="*/ 75364 w 606368"/>
                <a:gd name="connsiteY220" fmla="*/ 55605 h 472788"/>
                <a:gd name="connsiteX221" fmla="*/ 69052 w 606368"/>
                <a:gd name="connsiteY221" fmla="*/ 53027 h 472788"/>
                <a:gd name="connsiteX222" fmla="*/ 66473 w 606368"/>
                <a:gd name="connsiteY222" fmla="*/ 46714 h 472788"/>
                <a:gd name="connsiteX223" fmla="*/ 69052 w 606368"/>
                <a:gd name="connsiteY223" fmla="*/ 40490 h 472788"/>
                <a:gd name="connsiteX224" fmla="*/ 75364 w 606368"/>
                <a:gd name="connsiteY224" fmla="*/ 37823 h 472788"/>
                <a:gd name="connsiteX225" fmla="*/ 46926 w 606368"/>
                <a:gd name="connsiteY225" fmla="*/ 37823 h 472788"/>
                <a:gd name="connsiteX226" fmla="*/ 53150 w 606368"/>
                <a:gd name="connsiteY226" fmla="*/ 40490 h 472788"/>
                <a:gd name="connsiteX227" fmla="*/ 55817 w 606368"/>
                <a:gd name="connsiteY227" fmla="*/ 46714 h 472788"/>
                <a:gd name="connsiteX228" fmla="*/ 53150 w 606368"/>
                <a:gd name="connsiteY228" fmla="*/ 53027 h 472788"/>
                <a:gd name="connsiteX229" fmla="*/ 46926 w 606368"/>
                <a:gd name="connsiteY229" fmla="*/ 55605 h 472788"/>
                <a:gd name="connsiteX230" fmla="*/ 40614 w 606368"/>
                <a:gd name="connsiteY230" fmla="*/ 53027 h 472788"/>
                <a:gd name="connsiteX231" fmla="*/ 38035 w 606368"/>
                <a:gd name="connsiteY231" fmla="*/ 46714 h 472788"/>
                <a:gd name="connsiteX232" fmla="*/ 40614 w 606368"/>
                <a:gd name="connsiteY232" fmla="*/ 40490 h 472788"/>
                <a:gd name="connsiteX233" fmla="*/ 46926 w 606368"/>
                <a:gd name="connsiteY233" fmla="*/ 37823 h 472788"/>
                <a:gd name="connsiteX234" fmla="*/ 46904 w 606368"/>
                <a:gd name="connsiteY234" fmla="*/ 17774 h 472788"/>
                <a:gd name="connsiteX235" fmla="*/ 17801 w 606368"/>
                <a:gd name="connsiteY235" fmla="*/ 46746 h 472788"/>
                <a:gd name="connsiteX236" fmla="*/ 17801 w 606368"/>
                <a:gd name="connsiteY236" fmla="*/ 75806 h 472788"/>
                <a:gd name="connsiteX237" fmla="*/ 588568 w 606368"/>
                <a:gd name="connsiteY237" fmla="*/ 75806 h 472788"/>
                <a:gd name="connsiteX238" fmla="*/ 588568 w 606368"/>
                <a:gd name="connsiteY238" fmla="*/ 46746 h 472788"/>
                <a:gd name="connsiteX239" fmla="*/ 559553 w 606368"/>
                <a:gd name="connsiteY239" fmla="*/ 17774 h 472788"/>
                <a:gd name="connsiteX240" fmla="*/ 46904 w 606368"/>
                <a:gd name="connsiteY240" fmla="*/ 0 h 472788"/>
                <a:gd name="connsiteX241" fmla="*/ 559553 w 606368"/>
                <a:gd name="connsiteY241" fmla="*/ 0 h 472788"/>
                <a:gd name="connsiteX242" fmla="*/ 606368 w 606368"/>
                <a:gd name="connsiteY242" fmla="*/ 46746 h 472788"/>
                <a:gd name="connsiteX243" fmla="*/ 606368 w 606368"/>
                <a:gd name="connsiteY243" fmla="*/ 425954 h 472788"/>
                <a:gd name="connsiteX244" fmla="*/ 559553 w 606368"/>
                <a:gd name="connsiteY244" fmla="*/ 472788 h 472788"/>
                <a:gd name="connsiteX245" fmla="*/ 46904 w 606368"/>
                <a:gd name="connsiteY245" fmla="*/ 472788 h 472788"/>
                <a:gd name="connsiteX246" fmla="*/ 0 w 606368"/>
                <a:gd name="connsiteY246" fmla="*/ 425954 h 472788"/>
                <a:gd name="connsiteX247" fmla="*/ 0 w 606368"/>
                <a:gd name="connsiteY247" fmla="*/ 46746 h 472788"/>
                <a:gd name="connsiteX248" fmla="*/ 46904 w 606368"/>
                <a:gd name="connsiteY248" fmla="*/ 0 h 47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606368" h="472788">
                  <a:moveTo>
                    <a:pt x="483555" y="302153"/>
                  </a:moveTo>
                  <a:cubicBezTo>
                    <a:pt x="472789" y="302153"/>
                    <a:pt x="463981" y="310863"/>
                    <a:pt x="463981" y="321705"/>
                  </a:cubicBezTo>
                  <a:lnTo>
                    <a:pt x="463981" y="378585"/>
                  </a:lnTo>
                  <a:cubicBezTo>
                    <a:pt x="463981" y="389339"/>
                    <a:pt x="472789" y="398137"/>
                    <a:pt x="483555" y="398137"/>
                  </a:cubicBezTo>
                  <a:lnTo>
                    <a:pt x="502596" y="398137"/>
                  </a:lnTo>
                  <a:cubicBezTo>
                    <a:pt x="513362" y="398137"/>
                    <a:pt x="522171" y="389339"/>
                    <a:pt x="522171" y="378585"/>
                  </a:cubicBezTo>
                  <a:lnTo>
                    <a:pt x="522171" y="321705"/>
                  </a:lnTo>
                  <a:cubicBezTo>
                    <a:pt x="522171" y="310863"/>
                    <a:pt x="513362" y="302153"/>
                    <a:pt x="502596" y="302153"/>
                  </a:cubicBezTo>
                  <a:close/>
                  <a:moveTo>
                    <a:pt x="293742" y="302153"/>
                  </a:moveTo>
                  <a:cubicBezTo>
                    <a:pt x="282974" y="302153"/>
                    <a:pt x="274163" y="310863"/>
                    <a:pt x="274163" y="321705"/>
                  </a:cubicBezTo>
                  <a:lnTo>
                    <a:pt x="274163" y="378585"/>
                  </a:lnTo>
                  <a:cubicBezTo>
                    <a:pt x="274163" y="389339"/>
                    <a:pt x="282974" y="398137"/>
                    <a:pt x="293742" y="398137"/>
                  </a:cubicBezTo>
                  <a:lnTo>
                    <a:pt x="312698" y="398137"/>
                  </a:lnTo>
                  <a:cubicBezTo>
                    <a:pt x="323555" y="398137"/>
                    <a:pt x="332276" y="389339"/>
                    <a:pt x="332276" y="378585"/>
                  </a:cubicBezTo>
                  <a:lnTo>
                    <a:pt x="332276" y="321705"/>
                  </a:lnTo>
                  <a:cubicBezTo>
                    <a:pt x="332276" y="310863"/>
                    <a:pt x="323555" y="302153"/>
                    <a:pt x="312698" y="302153"/>
                  </a:cubicBezTo>
                  <a:close/>
                  <a:moveTo>
                    <a:pt x="179779" y="302153"/>
                  </a:moveTo>
                  <a:cubicBezTo>
                    <a:pt x="169011" y="302153"/>
                    <a:pt x="160200" y="310863"/>
                    <a:pt x="160200" y="321705"/>
                  </a:cubicBezTo>
                  <a:lnTo>
                    <a:pt x="160200" y="378585"/>
                  </a:lnTo>
                  <a:cubicBezTo>
                    <a:pt x="160200" y="389339"/>
                    <a:pt x="169011" y="398137"/>
                    <a:pt x="179779" y="398137"/>
                  </a:cubicBezTo>
                  <a:lnTo>
                    <a:pt x="198735" y="398137"/>
                  </a:lnTo>
                  <a:cubicBezTo>
                    <a:pt x="209592" y="398137"/>
                    <a:pt x="218313" y="389339"/>
                    <a:pt x="218313" y="378585"/>
                  </a:cubicBezTo>
                  <a:lnTo>
                    <a:pt x="218313" y="321705"/>
                  </a:lnTo>
                  <a:cubicBezTo>
                    <a:pt x="218313" y="310863"/>
                    <a:pt x="209592" y="302153"/>
                    <a:pt x="198735" y="302153"/>
                  </a:cubicBezTo>
                  <a:close/>
                  <a:moveTo>
                    <a:pt x="483555" y="284378"/>
                  </a:moveTo>
                  <a:lnTo>
                    <a:pt x="502596" y="284378"/>
                  </a:lnTo>
                  <a:cubicBezTo>
                    <a:pt x="523150" y="284378"/>
                    <a:pt x="539966" y="301086"/>
                    <a:pt x="539966" y="321705"/>
                  </a:cubicBezTo>
                  <a:lnTo>
                    <a:pt x="539966" y="378585"/>
                  </a:lnTo>
                  <a:cubicBezTo>
                    <a:pt x="539966" y="399115"/>
                    <a:pt x="523150" y="415912"/>
                    <a:pt x="502596" y="415912"/>
                  </a:cubicBezTo>
                  <a:lnTo>
                    <a:pt x="483555" y="415912"/>
                  </a:lnTo>
                  <a:cubicBezTo>
                    <a:pt x="463002" y="415912"/>
                    <a:pt x="446185" y="399115"/>
                    <a:pt x="446185" y="378585"/>
                  </a:cubicBezTo>
                  <a:lnTo>
                    <a:pt x="446185" y="321705"/>
                  </a:lnTo>
                  <a:cubicBezTo>
                    <a:pt x="446185" y="301086"/>
                    <a:pt x="463002" y="284378"/>
                    <a:pt x="483555" y="284378"/>
                  </a:cubicBezTo>
                  <a:close/>
                  <a:moveTo>
                    <a:pt x="398120" y="284378"/>
                  </a:moveTo>
                  <a:cubicBezTo>
                    <a:pt x="403105" y="284378"/>
                    <a:pt x="407022" y="288288"/>
                    <a:pt x="407022" y="293265"/>
                  </a:cubicBezTo>
                  <a:lnTo>
                    <a:pt x="407022" y="398137"/>
                  </a:lnTo>
                  <a:lnTo>
                    <a:pt x="417171" y="398137"/>
                  </a:lnTo>
                  <a:cubicBezTo>
                    <a:pt x="422067" y="398137"/>
                    <a:pt x="426073" y="402048"/>
                    <a:pt x="426073" y="407025"/>
                  </a:cubicBezTo>
                  <a:cubicBezTo>
                    <a:pt x="426073" y="411913"/>
                    <a:pt x="422067" y="415912"/>
                    <a:pt x="417171" y="415912"/>
                  </a:cubicBezTo>
                  <a:lnTo>
                    <a:pt x="379158" y="415912"/>
                  </a:lnTo>
                  <a:cubicBezTo>
                    <a:pt x="374262" y="415912"/>
                    <a:pt x="370256" y="411913"/>
                    <a:pt x="370256" y="407025"/>
                  </a:cubicBezTo>
                  <a:cubicBezTo>
                    <a:pt x="370256" y="402048"/>
                    <a:pt x="374262" y="398137"/>
                    <a:pt x="379158" y="398137"/>
                  </a:cubicBezTo>
                  <a:lnTo>
                    <a:pt x="389218" y="398137"/>
                  </a:lnTo>
                  <a:lnTo>
                    <a:pt x="389218" y="321083"/>
                  </a:lnTo>
                  <a:lnTo>
                    <a:pt x="379158" y="321083"/>
                  </a:lnTo>
                  <a:cubicBezTo>
                    <a:pt x="374262" y="321083"/>
                    <a:pt x="370256" y="317084"/>
                    <a:pt x="370256" y="312196"/>
                  </a:cubicBezTo>
                  <a:cubicBezTo>
                    <a:pt x="370256" y="307308"/>
                    <a:pt x="374262" y="303308"/>
                    <a:pt x="379158" y="303308"/>
                  </a:cubicBezTo>
                  <a:lnTo>
                    <a:pt x="389218" y="303308"/>
                  </a:lnTo>
                  <a:lnTo>
                    <a:pt x="389218" y="293265"/>
                  </a:lnTo>
                  <a:cubicBezTo>
                    <a:pt x="389218" y="288288"/>
                    <a:pt x="393224" y="284378"/>
                    <a:pt x="398120" y="284378"/>
                  </a:cubicBezTo>
                  <a:close/>
                  <a:moveTo>
                    <a:pt x="293742" y="284378"/>
                  </a:moveTo>
                  <a:lnTo>
                    <a:pt x="312698" y="284378"/>
                  </a:lnTo>
                  <a:cubicBezTo>
                    <a:pt x="333344" y="284378"/>
                    <a:pt x="350075" y="301086"/>
                    <a:pt x="350075" y="321705"/>
                  </a:cubicBezTo>
                  <a:lnTo>
                    <a:pt x="350075" y="378585"/>
                  </a:lnTo>
                  <a:cubicBezTo>
                    <a:pt x="350075" y="399115"/>
                    <a:pt x="333344" y="415912"/>
                    <a:pt x="312698" y="415912"/>
                  </a:cubicBezTo>
                  <a:lnTo>
                    <a:pt x="293742" y="415912"/>
                  </a:lnTo>
                  <a:cubicBezTo>
                    <a:pt x="273095" y="415912"/>
                    <a:pt x="256364" y="399115"/>
                    <a:pt x="256364" y="378585"/>
                  </a:cubicBezTo>
                  <a:lnTo>
                    <a:pt x="256364" y="321705"/>
                  </a:lnTo>
                  <a:cubicBezTo>
                    <a:pt x="256364" y="301086"/>
                    <a:pt x="273095" y="284378"/>
                    <a:pt x="293742" y="284378"/>
                  </a:cubicBezTo>
                  <a:close/>
                  <a:moveTo>
                    <a:pt x="179779" y="284378"/>
                  </a:moveTo>
                  <a:lnTo>
                    <a:pt x="198735" y="284378"/>
                  </a:lnTo>
                  <a:cubicBezTo>
                    <a:pt x="219381" y="284378"/>
                    <a:pt x="236112" y="301086"/>
                    <a:pt x="236112" y="321705"/>
                  </a:cubicBezTo>
                  <a:lnTo>
                    <a:pt x="236112" y="378585"/>
                  </a:lnTo>
                  <a:cubicBezTo>
                    <a:pt x="236112" y="399115"/>
                    <a:pt x="219381" y="415912"/>
                    <a:pt x="198735" y="415912"/>
                  </a:cubicBezTo>
                  <a:lnTo>
                    <a:pt x="179779" y="415912"/>
                  </a:lnTo>
                  <a:cubicBezTo>
                    <a:pt x="159132" y="415912"/>
                    <a:pt x="142401" y="399115"/>
                    <a:pt x="142401" y="378585"/>
                  </a:cubicBezTo>
                  <a:lnTo>
                    <a:pt x="142401" y="321705"/>
                  </a:lnTo>
                  <a:cubicBezTo>
                    <a:pt x="142401" y="301086"/>
                    <a:pt x="159132" y="284378"/>
                    <a:pt x="179779" y="284378"/>
                  </a:cubicBezTo>
                  <a:close/>
                  <a:moveTo>
                    <a:pt x="94347" y="284378"/>
                  </a:moveTo>
                  <a:cubicBezTo>
                    <a:pt x="99245" y="284378"/>
                    <a:pt x="103252" y="288288"/>
                    <a:pt x="103252" y="293265"/>
                  </a:cubicBezTo>
                  <a:lnTo>
                    <a:pt x="103252" y="398137"/>
                  </a:lnTo>
                  <a:lnTo>
                    <a:pt x="113315" y="398137"/>
                  </a:lnTo>
                  <a:cubicBezTo>
                    <a:pt x="118302" y="398137"/>
                    <a:pt x="122220" y="402048"/>
                    <a:pt x="122220" y="407025"/>
                  </a:cubicBezTo>
                  <a:cubicBezTo>
                    <a:pt x="122220" y="411913"/>
                    <a:pt x="118302" y="415912"/>
                    <a:pt x="113315" y="415912"/>
                  </a:cubicBezTo>
                  <a:lnTo>
                    <a:pt x="75379" y="415912"/>
                  </a:lnTo>
                  <a:cubicBezTo>
                    <a:pt x="70392" y="415912"/>
                    <a:pt x="66473" y="411913"/>
                    <a:pt x="66473" y="407025"/>
                  </a:cubicBezTo>
                  <a:cubicBezTo>
                    <a:pt x="66473" y="402048"/>
                    <a:pt x="70392" y="398137"/>
                    <a:pt x="75379" y="398137"/>
                  </a:cubicBezTo>
                  <a:lnTo>
                    <a:pt x="85441" y="398137"/>
                  </a:lnTo>
                  <a:lnTo>
                    <a:pt x="85441" y="321083"/>
                  </a:lnTo>
                  <a:lnTo>
                    <a:pt x="75379" y="321083"/>
                  </a:lnTo>
                  <a:cubicBezTo>
                    <a:pt x="70392" y="321083"/>
                    <a:pt x="66473" y="317084"/>
                    <a:pt x="66473" y="312196"/>
                  </a:cubicBezTo>
                  <a:cubicBezTo>
                    <a:pt x="66473" y="307308"/>
                    <a:pt x="70392" y="303308"/>
                    <a:pt x="75379" y="303308"/>
                  </a:cubicBezTo>
                  <a:lnTo>
                    <a:pt x="85441" y="303308"/>
                  </a:lnTo>
                  <a:lnTo>
                    <a:pt x="85441" y="293265"/>
                  </a:lnTo>
                  <a:cubicBezTo>
                    <a:pt x="85441" y="288288"/>
                    <a:pt x="89449" y="284378"/>
                    <a:pt x="94347" y="284378"/>
                  </a:cubicBezTo>
                  <a:close/>
                  <a:moveTo>
                    <a:pt x="350688" y="150438"/>
                  </a:moveTo>
                  <a:cubicBezTo>
                    <a:pt x="339920" y="150438"/>
                    <a:pt x="331109" y="159236"/>
                    <a:pt x="331109" y="169990"/>
                  </a:cubicBezTo>
                  <a:lnTo>
                    <a:pt x="331109" y="226870"/>
                  </a:lnTo>
                  <a:cubicBezTo>
                    <a:pt x="331109" y="237624"/>
                    <a:pt x="339920" y="246422"/>
                    <a:pt x="350688" y="246422"/>
                  </a:cubicBezTo>
                  <a:lnTo>
                    <a:pt x="369644" y="246422"/>
                  </a:lnTo>
                  <a:cubicBezTo>
                    <a:pt x="380501" y="246422"/>
                    <a:pt x="389222" y="237624"/>
                    <a:pt x="389222" y="226870"/>
                  </a:cubicBezTo>
                  <a:lnTo>
                    <a:pt x="389222" y="169990"/>
                  </a:lnTo>
                  <a:cubicBezTo>
                    <a:pt x="389222" y="159236"/>
                    <a:pt x="380501" y="150438"/>
                    <a:pt x="369644" y="150438"/>
                  </a:cubicBezTo>
                  <a:close/>
                  <a:moveTo>
                    <a:pt x="84819" y="150438"/>
                  </a:moveTo>
                  <a:cubicBezTo>
                    <a:pt x="74044" y="150438"/>
                    <a:pt x="65229" y="159236"/>
                    <a:pt x="65229" y="169990"/>
                  </a:cubicBezTo>
                  <a:lnTo>
                    <a:pt x="65229" y="226870"/>
                  </a:lnTo>
                  <a:cubicBezTo>
                    <a:pt x="65229" y="237624"/>
                    <a:pt x="74044" y="246422"/>
                    <a:pt x="84819" y="246422"/>
                  </a:cubicBezTo>
                  <a:lnTo>
                    <a:pt x="103874" y="246422"/>
                  </a:lnTo>
                  <a:cubicBezTo>
                    <a:pt x="114648" y="246422"/>
                    <a:pt x="123464" y="237624"/>
                    <a:pt x="123464" y="226870"/>
                  </a:cubicBezTo>
                  <a:lnTo>
                    <a:pt x="123464" y="169990"/>
                  </a:lnTo>
                  <a:cubicBezTo>
                    <a:pt x="123464" y="159236"/>
                    <a:pt x="114648" y="150438"/>
                    <a:pt x="103874" y="150438"/>
                  </a:cubicBezTo>
                  <a:close/>
                  <a:moveTo>
                    <a:pt x="531084" y="132663"/>
                  </a:moveTo>
                  <a:cubicBezTo>
                    <a:pt x="535980" y="132663"/>
                    <a:pt x="539986" y="136662"/>
                    <a:pt x="539986" y="141550"/>
                  </a:cubicBezTo>
                  <a:lnTo>
                    <a:pt x="539986" y="246422"/>
                  </a:lnTo>
                  <a:lnTo>
                    <a:pt x="550046" y="246422"/>
                  </a:lnTo>
                  <a:cubicBezTo>
                    <a:pt x="554942" y="246422"/>
                    <a:pt x="558948" y="250421"/>
                    <a:pt x="558948" y="255310"/>
                  </a:cubicBezTo>
                  <a:cubicBezTo>
                    <a:pt x="558948" y="260198"/>
                    <a:pt x="554942" y="264197"/>
                    <a:pt x="550046" y="264197"/>
                  </a:cubicBezTo>
                  <a:lnTo>
                    <a:pt x="512033" y="264197"/>
                  </a:lnTo>
                  <a:cubicBezTo>
                    <a:pt x="507137" y="264197"/>
                    <a:pt x="503131" y="260198"/>
                    <a:pt x="503131" y="255310"/>
                  </a:cubicBezTo>
                  <a:cubicBezTo>
                    <a:pt x="503131" y="250421"/>
                    <a:pt x="507137" y="246422"/>
                    <a:pt x="512033" y="246422"/>
                  </a:cubicBezTo>
                  <a:lnTo>
                    <a:pt x="522182" y="246422"/>
                  </a:lnTo>
                  <a:lnTo>
                    <a:pt x="522182" y="169368"/>
                  </a:lnTo>
                  <a:lnTo>
                    <a:pt x="512033" y="169368"/>
                  </a:lnTo>
                  <a:cubicBezTo>
                    <a:pt x="507137" y="169368"/>
                    <a:pt x="503131" y="165458"/>
                    <a:pt x="503131" y="160481"/>
                  </a:cubicBezTo>
                  <a:cubicBezTo>
                    <a:pt x="503131" y="155593"/>
                    <a:pt x="507137" y="151593"/>
                    <a:pt x="512033" y="151593"/>
                  </a:cubicBezTo>
                  <a:lnTo>
                    <a:pt x="522182" y="151593"/>
                  </a:lnTo>
                  <a:lnTo>
                    <a:pt x="522182" y="141550"/>
                  </a:lnTo>
                  <a:cubicBezTo>
                    <a:pt x="522182" y="136662"/>
                    <a:pt x="526099" y="132663"/>
                    <a:pt x="531084" y="132663"/>
                  </a:cubicBezTo>
                  <a:close/>
                  <a:moveTo>
                    <a:pt x="455067" y="132663"/>
                  </a:moveTo>
                  <a:cubicBezTo>
                    <a:pt x="460052" y="132663"/>
                    <a:pt x="463969" y="136662"/>
                    <a:pt x="463969" y="141550"/>
                  </a:cubicBezTo>
                  <a:lnTo>
                    <a:pt x="463969" y="246422"/>
                  </a:lnTo>
                  <a:lnTo>
                    <a:pt x="474118" y="246422"/>
                  </a:lnTo>
                  <a:cubicBezTo>
                    <a:pt x="479014" y="246422"/>
                    <a:pt x="483020" y="250421"/>
                    <a:pt x="483020" y="255310"/>
                  </a:cubicBezTo>
                  <a:cubicBezTo>
                    <a:pt x="483020" y="260198"/>
                    <a:pt x="479014" y="264197"/>
                    <a:pt x="474118" y="264197"/>
                  </a:cubicBezTo>
                  <a:lnTo>
                    <a:pt x="436105" y="264197"/>
                  </a:lnTo>
                  <a:cubicBezTo>
                    <a:pt x="431209" y="264197"/>
                    <a:pt x="427203" y="260198"/>
                    <a:pt x="427203" y="255310"/>
                  </a:cubicBezTo>
                  <a:cubicBezTo>
                    <a:pt x="427203" y="250421"/>
                    <a:pt x="431209" y="246422"/>
                    <a:pt x="436105" y="246422"/>
                  </a:cubicBezTo>
                  <a:lnTo>
                    <a:pt x="446165" y="246422"/>
                  </a:lnTo>
                  <a:lnTo>
                    <a:pt x="446165" y="169368"/>
                  </a:lnTo>
                  <a:lnTo>
                    <a:pt x="436105" y="169368"/>
                  </a:lnTo>
                  <a:cubicBezTo>
                    <a:pt x="431209" y="169368"/>
                    <a:pt x="427203" y="165458"/>
                    <a:pt x="427203" y="160481"/>
                  </a:cubicBezTo>
                  <a:cubicBezTo>
                    <a:pt x="427203" y="155593"/>
                    <a:pt x="431209" y="151593"/>
                    <a:pt x="436105" y="151593"/>
                  </a:cubicBezTo>
                  <a:lnTo>
                    <a:pt x="446165" y="151593"/>
                  </a:lnTo>
                  <a:lnTo>
                    <a:pt x="446165" y="141550"/>
                  </a:lnTo>
                  <a:cubicBezTo>
                    <a:pt x="446165" y="136662"/>
                    <a:pt x="450171" y="132663"/>
                    <a:pt x="455067" y="132663"/>
                  </a:cubicBezTo>
                  <a:close/>
                  <a:moveTo>
                    <a:pt x="350688" y="132663"/>
                  </a:moveTo>
                  <a:lnTo>
                    <a:pt x="369644" y="132663"/>
                  </a:lnTo>
                  <a:cubicBezTo>
                    <a:pt x="390290" y="132663"/>
                    <a:pt x="407021" y="149371"/>
                    <a:pt x="407021" y="169990"/>
                  </a:cubicBezTo>
                  <a:lnTo>
                    <a:pt x="407021" y="226870"/>
                  </a:lnTo>
                  <a:cubicBezTo>
                    <a:pt x="407021" y="247489"/>
                    <a:pt x="390290" y="264197"/>
                    <a:pt x="369644" y="264197"/>
                  </a:cubicBezTo>
                  <a:lnTo>
                    <a:pt x="350688" y="264197"/>
                  </a:lnTo>
                  <a:cubicBezTo>
                    <a:pt x="330041" y="264197"/>
                    <a:pt x="313310" y="247489"/>
                    <a:pt x="313310" y="226870"/>
                  </a:cubicBezTo>
                  <a:lnTo>
                    <a:pt x="313310" y="169990"/>
                  </a:lnTo>
                  <a:cubicBezTo>
                    <a:pt x="313310" y="149371"/>
                    <a:pt x="330041" y="132663"/>
                    <a:pt x="350688" y="132663"/>
                  </a:cubicBezTo>
                  <a:close/>
                  <a:moveTo>
                    <a:pt x="265220" y="132663"/>
                  </a:moveTo>
                  <a:cubicBezTo>
                    <a:pt x="270112" y="132663"/>
                    <a:pt x="274114" y="136662"/>
                    <a:pt x="274114" y="141550"/>
                  </a:cubicBezTo>
                  <a:lnTo>
                    <a:pt x="274114" y="246422"/>
                  </a:lnTo>
                  <a:lnTo>
                    <a:pt x="284164" y="246422"/>
                  </a:lnTo>
                  <a:cubicBezTo>
                    <a:pt x="289145" y="246422"/>
                    <a:pt x="293058" y="250421"/>
                    <a:pt x="293058" y="255310"/>
                  </a:cubicBezTo>
                  <a:cubicBezTo>
                    <a:pt x="293058" y="260198"/>
                    <a:pt x="289145" y="264197"/>
                    <a:pt x="284164" y="264197"/>
                  </a:cubicBezTo>
                  <a:lnTo>
                    <a:pt x="246276" y="264197"/>
                  </a:lnTo>
                  <a:cubicBezTo>
                    <a:pt x="241296" y="264197"/>
                    <a:pt x="237382" y="260198"/>
                    <a:pt x="237382" y="255310"/>
                  </a:cubicBezTo>
                  <a:cubicBezTo>
                    <a:pt x="237382" y="250421"/>
                    <a:pt x="241296" y="246422"/>
                    <a:pt x="246276" y="246422"/>
                  </a:cubicBezTo>
                  <a:lnTo>
                    <a:pt x="256326" y="246422"/>
                  </a:lnTo>
                  <a:lnTo>
                    <a:pt x="256326" y="169368"/>
                  </a:lnTo>
                  <a:lnTo>
                    <a:pt x="246276" y="169368"/>
                  </a:lnTo>
                  <a:cubicBezTo>
                    <a:pt x="241296" y="169368"/>
                    <a:pt x="237382" y="165458"/>
                    <a:pt x="237382" y="160481"/>
                  </a:cubicBezTo>
                  <a:cubicBezTo>
                    <a:pt x="237382" y="155593"/>
                    <a:pt x="241296" y="151593"/>
                    <a:pt x="246276" y="151593"/>
                  </a:cubicBezTo>
                  <a:lnTo>
                    <a:pt x="256326" y="151593"/>
                  </a:lnTo>
                  <a:lnTo>
                    <a:pt x="256326" y="141550"/>
                  </a:lnTo>
                  <a:cubicBezTo>
                    <a:pt x="256326" y="136662"/>
                    <a:pt x="260329" y="132663"/>
                    <a:pt x="265220" y="132663"/>
                  </a:cubicBezTo>
                  <a:close/>
                  <a:moveTo>
                    <a:pt x="189336" y="132663"/>
                  </a:moveTo>
                  <a:cubicBezTo>
                    <a:pt x="194232" y="132663"/>
                    <a:pt x="198238" y="136662"/>
                    <a:pt x="198238" y="141550"/>
                  </a:cubicBezTo>
                  <a:lnTo>
                    <a:pt x="198238" y="246422"/>
                  </a:lnTo>
                  <a:lnTo>
                    <a:pt x="208298" y="246422"/>
                  </a:lnTo>
                  <a:cubicBezTo>
                    <a:pt x="213194" y="246422"/>
                    <a:pt x="217200" y="250421"/>
                    <a:pt x="217200" y="255310"/>
                  </a:cubicBezTo>
                  <a:cubicBezTo>
                    <a:pt x="217200" y="260198"/>
                    <a:pt x="213194" y="264197"/>
                    <a:pt x="208298" y="264197"/>
                  </a:cubicBezTo>
                  <a:lnTo>
                    <a:pt x="170285" y="264197"/>
                  </a:lnTo>
                  <a:cubicBezTo>
                    <a:pt x="165389" y="264197"/>
                    <a:pt x="161383" y="260198"/>
                    <a:pt x="161383" y="255310"/>
                  </a:cubicBezTo>
                  <a:cubicBezTo>
                    <a:pt x="161383" y="250421"/>
                    <a:pt x="165389" y="246422"/>
                    <a:pt x="170285" y="246422"/>
                  </a:cubicBezTo>
                  <a:lnTo>
                    <a:pt x="180434" y="246422"/>
                  </a:lnTo>
                  <a:lnTo>
                    <a:pt x="180434" y="169368"/>
                  </a:lnTo>
                  <a:lnTo>
                    <a:pt x="170285" y="169368"/>
                  </a:lnTo>
                  <a:cubicBezTo>
                    <a:pt x="165389" y="169368"/>
                    <a:pt x="161383" y="165458"/>
                    <a:pt x="161383" y="160481"/>
                  </a:cubicBezTo>
                  <a:cubicBezTo>
                    <a:pt x="161383" y="155593"/>
                    <a:pt x="165389" y="151593"/>
                    <a:pt x="170285" y="151593"/>
                  </a:cubicBezTo>
                  <a:lnTo>
                    <a:pt x="180434" y="151593"/>
                  </a:lnTo>
                  <a:lnTo>
                    <a:pt x="180434" y="141550"/>
                  </a:lnTo>
                  <a:cubicBezTo>
                    <a:pt x="180434" y="136662"/>
                    <a:pt x="184351" y="132663"/>
                    <a:pt x="189336" y="132663"/>
                  </a:cubicBezTo>
                  <a:close/>
                  <a:moveTo>
                    <a:pt x="84819" y="132663"/>
                  </a:moveTo>
                  <a:lnTo>
                    <a:pt x="103874" y="132663"/>
                  </a:lnTo>
                  <a:cubicBezTo>
                    <a:pt x="124443" y="132663"/>
                    <a:pt x="141272" y="149371"/>
                    <a:pt x="141272" y="169990"/>
                  </a:cubicBezTo>
                  <a:lnTo>
                    <a:pt x="141272" y="226870"/>
                  </a:lnTo>
                  <a:cubicBezTo>
                    <a:pt x="141272" y="247489"/>
                    <a:pt x="124443" y="264197"/>
                    <a:pt x="103874" y="264197"/>
                  </a:cubicBezTo>
                  <a:lnTo>
                    <a:pt x="84819" y="264197"/>
                  </a:lnTo>
                  <a:cubicBezTo>
                    <a:pt x="64249" y="264197"/>
                    <a:pt x="47420" y="247489"/>
                    <a:pt x="47420" y="226870"/>
                  </a:cubicBezTo>
                  <a:lnTo>
                    <a:pt x="47420" y="169990"/>
                  </a:lnTo>
                  <a:cubicBezTo>
                    <a:pt x="47420" y="149371"/>
                    <a:pt x="64249" y="132663"/>
                    <a:pt x="84819" y="132663"/>
                  </a:cubicBezTo>
                  <a:close/>
                  <a:moveTo>
                    <a:pt x="17801" y="93580"/>
                  </a:moveTo>
                  <a:lnTo>
                    <a:pt x="17801" y="425954"/>
                  </a:lnTo>
                  <a:cubicBezTo>
                    <a:pt x="17801" y="441950"/>
                    <a:pt x="30884" y="455014"/>
                    <a:pt x="46904" y="455014"/>
                  </a:cubicBezTo>
                  <a:lnTo>
                    <a:pt x="559553" y="455014"/>
                  </a:lnTo>
                  <a:cubicBezTo>
                    <a:pt x="575574" y="455014"/>
                    <a:pt x="588568" y="441950"/>
                    <a:pt x="588568" y="425954"/>
                  </a:cubicBezTo>
                  <a:lnTo>
                    <a:pt x="588568" y="93580"/>
                  </a:lnTo>
                  <a:close/>
                  <a:moveTo>
                    <a:pt x="540537" y="37823"/>
                  </a:moveTo>
                  <a:lnTo>
                    <a:pt x="559577" y="37823"/>
                  </a:lnTo>
                  <a:cubicBezTo>
                    <a:pt x="564470" y="37823"/>
                    <a:pt x="568474" y="41824"/>
                    <a:pt x="568474" y="46714"/>
                  </a:cubicBezTo>
                  <a:cubicBezTo>
                    <a:pt x="568474" y="51693"/>
                    <a:pt x="564470" y="55605"/>
                    <a:pt x="559577" y="55605"/>
                  </a:cubicBezTo>
                  <a:lnTo>
                    <a:pt x="540537" y="55605"/>
                  </a:lnTo>
                  <a:cubicBezTo>
                    <a:pt x="535643" y="55605"/>
                    <a:pt x="531639" y="51693"/>
                    <a:pt x="531639" y="46714"/>
                  </a:cubicBezTo>
                  <a:cubicBezTo>
                    <a:pt x="531639" y="41824"/>
                    <a:pt x="535643" y="37823"/>
                    <a:pt x="540537" y="37823"/>
                  </a:cubicBezTo>
                  <a:close/>
                  <a:moveTo>
                    <a:pt x="141776" y="37823"/>
                  </a:moveTo>
                  <a:lnTo>
                    <a:pt x="502628" y="37823"/>
                  </a:lnTo>
                  <a:cubicBezTo>
                    <a:pt x="507524" y="37823"/>
                    <a:pt x="511529" y="41824"/>
                    <a:pt x="511529" y="46714"/>
                  </a:cubicBezTo>
                  <a:cubicBezTo>
                    <a:pt x="511529" y="51693"/>
                    <a:pt x="507524" y="55605"/>
                    <a:pt x="502628" y="55605"/>
                  </a:cubicBezTo>
                  <a:lnTo>
                    <a:pt x="141776" y="55605"/>
                  </a:lnTo>
                  <a:cubicBezTo>
                    <a:pt x="136881" y="55605"/>
                    <a:pt x="132875" y="51693"/>
                    <a:pt x="132875" y="46714"/>
                  </a:cubicBezTo>
                  <a:cubicBezTo>
                    <a:pt x="132875" y="41824"/>
                    <a:pt x="136881" y="37823"/>
                    <a:pt x="141776" y="37823"/>
                  </a:cubicBezTo>
                  <a:close/>
                  <a:moveTo>
                    <a:pt x="103872" y="37823"/>
                  </a:moveTo>
                  <a:cubicBezTo>
                    <a:pt x="106184" y="37823"/>
                    <a:pt x="108496" y="38801"/>
                    <a:pt x="110096" y="40490"/>
                  </a:cubicBezTo>
                  <a:cubicBezTo>
                    <a:pt x="111785" y="42091"/>
                    <a:pt x="112763" y="44402"/>
                    <a:pt x="112763" y="46714"/>
                  </a:cubicBezTo>
                  <a:cubicBezTo>
                    <a:pt x="112763" y="49115"/>
                    <a:pt x="111785" y="51337"/>
                    <a:pt x="110096" y="53027"/>
                  </a:cubicBezTo>
                  <a:cubicBezTo>
                    <a:pt x="108496" y="54716"/>
                    <a:pt x="106184" y="55605"/>
                    <a:pt x="103872" y="55605"/>
                  </a:cubicBezTo>
                  <a:cubicBezTo>
                    <a:pt x="101472" y="55605"/>
                    <a:pt x="99249" y="54716"/>
                    <a:pt x="97560" y="53027"/>
                  </a:cubicBezTo>
                  <a:cubicBezTo>
                    <a:pt x="95870" y="51337"/>
                    <a:pt x="94981" y="49115"/>
                    <a:pt x="94981" y="46714"/>
                  </a:cubicBezTo>
                  <a:cubicBezTo>
                    <a:pt x="94981" y="44402"/>
                    <a:pt x="95870" y="42091"/>
                    <a:pt x="97560" y="40490"/>
                  </a:cubicBezTo>
                  <a:cubicBezTo>
                    <a:pt x="99249" y="38801"/>
                    <a:pt x="101472" y="37823"/>
                    <a:pt x="103872" y="37823"/>
                  </a:cubicBezTo>
                  <a:close/>
                  <a:moveTo>
                    <a:pt x="75364" y="37823"/>
                  </a:moveTo>
                  <a:cubicBezTo>
                    <a:pt x="77676" y="37823"/>
                    <a:pt x="79988" y="38801"/>
                    <a:pt x="81588" y="40490"/>
                  </a:cubicBezTo>
                  <a:cubicBezTo>
                    <a:pt x="83277" y="42091"/>
                    <a:pt x="84255" y="44402"/>
                    <a:pt x="84255" y="46714"/>
                  </a:cubicBezTo>
                  <a:cubicBezTo>
                    <a:pt x="84255" y="49115"/>
                    <a:pt x="83277" y="51337"/>
                    <a:pt x="81588" y="53027"/>
                  </a:cubicBezTo>
                  <a:cubicBezTo>
                    <a:pt x="79988" y="54716"/>
                    <a:pt x="77676" y="55605"/>
                    <a:pt x="75364" y="55605"/>
                  </a:cubicBezTo>
                  <a:cubicBezTo>
                    <a:pt x="72964" y="55605"/>
                    <a:pt x="70741" y="54716"/>
                    <a:pt x="69052" y="53027"/>
                  </a:cubicBezTo>
                  <a:cubicBezTo>
                    <a:pt x="67362" y="51337"/>
                    <a:pt x="66473" y="49115"/>
                    <a:pt x="66473" y="46714"/>
                  </a:cubicBezTo>
                  <a:cubicBezTo>
                    <a:pt x="66473" y="44402"/>
                    <a:pt x="67362" y="42091"/>
                    <a:pt x="69052" y="40490"/>
                  </a:cubicBezTo>
                  <a:cubicBezTo>
                    <a:pt x="70741" y="38801"/>
                    <a:pt x="72964" y="37823"/>
                    <a:pt x="75364" y="37823"/>
                  </a:cubicBezTo>
                  <a:close/>
                  <a:moveTo>
                    <a:pt x="46926" y="37823"/>
                  </a:moveTo>
                  <a:cubicBezTo>
                    <a:pt x="49238" y="37823"/>
                    <a:pt x="51550" y="38801"/>
                    <a:pt x="53150" y="40490"/>
                  </a:cubicBezTo>
                  <a:cubicBezTo>
                    <a:pt x="54839" y="42091"/>
                    <a:pt x="55817" y="44402"/>
                    <a:pt x="55817" y="46714"/>
                  </a:cubicBezTo>
                  <a:cubicBezTo>
                    <a:pt x="55817" y="49115"/>
                    <a:pt x="54839" y="51337"/>
                    <a:pt x="53150" y="53027"/>
                  </a:cubicBezTo>
                  <a:cubicBezTo>
                    <a:pt x="51550" y="54716"/>
                    <a:pt x="49238" y="55605"/>
                    <a:pt x="46926" y="55605"/>
                  </a:cubicBezTo>
                  <a:cubicBezTo>
                    <a:pt x="44526" y="55605"/>
                    <a:pt x="42303" y="54716"/>
                    <a:pt x="40614" y="53027"/>
                  </a:cubicBezTo>
                  <a:cubicBezTo>
                    <a:pt x="38924" y="51337"/>
                    <a:pt x="38035" y="49115"/>
                    <a:pt x="38035" y="46714"/>
                  </a:cubicBezTo>
                  <a:cubicBezTo>
                    <a:pt x="38035" y="44402"/>
                    <a:pt x="38924" y="42091"/>
                    <a:pt x="40614" y="40490"/>
                  </a:cubicBezTo>
                  <a:cubicBezTo>
                    <a:pt x="42303" y="38801"/>
                    <a:pt x="44526" y="37823"/>
                    <a:pt x="46926" y="37823"/>
                  </a:cubicBezTo>
                  <a:close/>
                  <a:moveTo>
                    <a:pt x="46904" y="17774"/>
                  </a:moveTo>
                  <a:cubicBezTo>
                    <a:pt x="30884" y="17774"/>
                    <a:pt x="17801" y="30749"/>
                    <a:pt x="17801" y="46746"/>
                  </a:cubicBezTo>
                  <a:lnTo>
                    <a:pt x="17801" y="75806"/>
                  </a:lnTo>
                  <a:lnTo>
                    <a:pt x="588568" y="75806"/>
                  </a:lnTo>
                  <a:lnTo>
                    <a:pt x="588568" y="46746"/>
                  </a:lnTo>
                  <a:cubicBezTo>
                    <a:pt x="588568" y="30749"/>
                    <a:pt x="575574" y="17774"/>
                    <a:pt x="559553" y="17774"/>
                  </a:cubicBezTo>
                  <a:close/>
                  <a:moveTo>
                    <a:pt x="46904" y="0"/>
                  </a:moveTo>
                  <a:lnTo>
                    <a:pt x="559553" y="0"/>
                  </a:lnTo>
                  <a:cubicBezTo>
                    <a:pt x="585364" y="0"/>
                    <a:pt x="606368" y="20973"/>
                    <a:pt x="606368" y="46746"/>
                  </a:cubicBezTo>
                  <a:lnTo>
                    <a:pt x="606368" y="425954"/>
                  </a:lnTo>
                  <a:cubicBezTo>
                    <a:pt x="606368" y="451726"/>
                    <a:pt x="585364" y="472788"/>
                    <a:pt x="559553" y="472788"/>
                  </a:cubicBezTo>
                  <a:lnTo>
                    <a:pt x="46904" y="472788"/>
                  </a:lnTo>
                  <a:cubicBezTo>
                    <a:pt x="21005" y="472788"/>
                    <a:pt x="0" y="451726"/>
                    <a:pt x="0" y="425954"/>
                  </a:cubicBezTo>
                  <a:lnTo>
                    <a:pt x="0" y="46746"/>
                  </a:lnTo>
                  <a:cubicBezTo>
                    <a:pt x="0" y="20973"/>
                    <a:pt x="21005" y="0"/>
                    <a:pt x="46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88571BD-E4D6-A50F-B3BF-DB5271B2A894}"/>
                </a:ext>
              </a:extLst>
            </p:cNvPr>
            <p:cNvSpPr txBox="1"/>
            <p:nvPr/>
          </p:nvSpPr>
          <p:spPr>
            <a:xfrm>
              <a:off x="5106650" y="4301286"/>
              <a:ext cx="124517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/>
                <a:t>翻译程序</a:t>
              </a:r>
              <a:r>
                <a:rPr lang="en-US" altLang="zh-CN" sz="1050"/>
                <a:t>(</a:t>
              </a:r>
              <a:r>
                <a:rPr lang="zh-CN" altLang="en-US" sz="1050"/>
                <a:t>解释器</a:t>
              </a:r>
              <a:r>
                <a:rPr lang="en-US" altLang="zh-CN" sz="1050"/>
                <a:t>)</a:t>
              </a:r>
              <a:endParaRPr lang="zh-CN" altLang="en-US" sz="105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D8BA667C-C518-2399-4727-40F13386BE3B}"/>
              </a:ext>
            </a:extLst>
          </p:cNvPr>
          <p:cNvSpPr txBox="1"/>
          <p:nvPr/>
        </p:nvSpPr>
        <p:spPr>
          <a:xfrm>
            <a:off x="1747217" y="349149"/>
            <a:ext cx="1113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解释器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52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D0B8B-DF62-FDC9-30E8-ED9DC916BA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470599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解释器</a:t>
            </a:r>
            <a:endParaRPr lang="en-US" altLang="zh-CN"/>
          </a:p>
          <a:p>
            <a:r>
              <a:rPr lang="en-US" altLang="zh-CN"/>
              <a:t>Python</a:t>
            </a:r>
            <a:r>
              <a:rPr lang="zh-CN" altLang="en-US"/>
              <a:t>开发工具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EB0E76-E1FB-D679-B5A7-85724E4A86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025131" cy="668338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环境准备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B1C81E-FB7B-773C-66E6-3254B49D4D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93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A8E466-7DE0-50F1-0C9C-AB55B48A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24" y="1514869"/>
            <a:ext cx="9249754" cy="4607138"/>
          </a:xfrm>
          <a:prstGeom prst="roundRect">
            <a:avLst>
              <a:gd name="adj" fmla="val 852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278F6-67EA-5D02-CCA6-9160B30A8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官网：</a:t>
            </a:r>
            <a:r>
              <a:rPr lang="en-US" altLang="zh-CN">
                <a:hlinkClick r:id="rId3"/>
              </a:rPr>
              <a:t>https://www.python.org</a:t>
            </a:r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F090F02-365C-F8FB-FF50-936F57A4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安装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0EF3C0-09BB-4D17-4DAD-C1D929261C3C}"/>
              </a:ext>
            </a:extLst>
          </p:cNvPr>
          <p:cNvSpPr/>
          <p:nvPr/>
        </p:nvSpPr>
        <p:spPr>
          <a:xfrm>
            <a:off x="2944541" y="3770243"/>
            <a:ext cx="1700345" cy="31142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0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6FBE4B8-617B-869C-CEAA-091DE7C3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57" y="1430656"/>
            <a:ext cx="9424544" cy="5020960"/>
          </a:xfrm>
          <a:prstGeom prst="roundRect">
            <a:avLst>
              <a:gd name="adj" fmla="val 1358"/>
            </a:avLst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2C289-C299-FCD5-BCF6-DA9590AAE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11003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安装完毕后，打开</a:t>
            </a:r>
            <a:r>
              <a:rPr lang="en-US" altLang="zh-CN"/>
              <a:t>CMD</a:t>
            </a:r>
            <a:r>
              <a:rPr lang="zh-CN" altLang="en-US"/>
              <a:t>（按</a:t>
            </a:r>
            <a:r>
              <a:rPr lang="en-US" altLang="zh-CN"/>
              <a:t>window + r</a:t>
            </a:r>
            <a:r>
              <a:rPr lang="zh-CN" altLang="en-US"/>
              <a:t>，输入</a:t>
            </a:r>
            <a:r>
              <a:rPr lang="en-US" altLang="zh-CN"/>
              <a:t>cmd</a:t>
            </a:r>
            <a:r>
              <a:rPr lang="zh-CN" altLang="en-US"/>
              <a:t>），在命令提示符中，输入 </a:t>
            </a:r>
            <a:r>
              <a:rPr lang="en-US" altLang="zh-CN"/>
              <a:t>python </a:t>
            </a:r>
            <a:r>
              <a:rPr lang="zh-CN" altLang="en-US"/>
              <a:t>并回车（执行这条命令）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1DCD4A5-724E-7BB8-8BC1-1C4D4BDD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安装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873091-B13E-8045-1FBC-DCDF4673B41D}"/>
              </a:ext>
            </a:extLst>
          </p:cNvPr>
          <p:cNvSpPr/>
          <p:nvPr/>
        </p:nvSpPr>
        <p:spPr>
          <a:xfrm>
            <a:off x="2148843" y="2251291"/>
            <a:ext cx="756745" cy="19244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0E7AD5-C9DB-45B2-8B30-76EF7DE01F6F}"/>
              </a:ext>
            </a:extLst>
          </p:cNvPr>
          <p:cNvSpPr/>
          <p:nvPr/>
        </p:nvSpPr>
        <p:spPr>
          <a:xfrm>
            <a:off x="912367" y="2410934"/>
            <a:ext cx="1119601" cy="168778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F91BD0-DA5A-CC97-A2FE-8B787CECA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6" t="5748" r="5543" b="6314"/>
          <a:stretch>
            <a:fillRect/>
          </a:stretch>
        </p:blipFill>
        <p:spPr>
          <a:xfrm>
            <a:off x="3299518" y="3511826"/>
            <a:ext cx="8647317" cy="3252483"/>
          </a:xfrm>
          <a:prstGeom prst="roundRect">
            <a:avLst>
              <a:gd name="adj" fmla="val 2814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D1F2D5B-72F1-EAC0-0611-485055940D10}"/>
              </a:ext>
            </a:extLst>
          </p:cNvPr>
          <p:cNvSpPr/>
          <p:nvPr/>
        </p:nvSpPr>
        <p:spPr>
          <a:xfrm>
            <a:off x="4565374" y="6117410"/>
            <a:ext cx="536713" cy="503582"/>
          </a:xfrm>
          <a:prstGeom prst="roundRect">
            <a:avLst/>
          </a:prstGeom>
          <a:solidFill>
            <a:srgbClr val="00B0F0">
              <a:alpha val="20000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82360D-44C4-9B7B-94B4-2545A959CB01}"/>
              </a:ext>
            </a:extLst>
          </p:cNvPr>
          <p:cNvSpPr/>
          <p:nvPr/>
        </p:nvSpPr>
        <p:spPr>
          <a:xfrm>
            <a:off x="5841000" y="4467514"/>
            <a:ext cx="536713" cy="503582"/>
          </a:xfrm>
          <a:prstGeom prst="roundRect">
            <a:avLst/>
          </a:prstGeom>
          <a:solidFill>
            <a:srgbClr val="00B0F0">
              <a:alpha val="20000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38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3AF629-1967-0B65-C5B0-B37C9E2DB3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4" y="1359878"/>
            <a:ext cx="8044915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C00000"/>
                </a:solidFill>
              </a:rPr>
              <a:t>注意事项：</a:t>
            </a:r>
            <a:endParaRPr lang="en-US" altLang="zh-CN" sz="1800" b="1">
              <a:solidFill>
                <a:srgbClr val="C00000"/>
              </a:solidFill>
            </a:endParaRPr>
          </a:p>
          <a:p>
            <a:pPr marL="64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作为一名专业的开发工程师，与开发相关的所有软件尽量都</a:t>
            </a:r>
            <a:r>
              <a:rPr lang="zh-CN" altLang="en-US" sz="1400" b="1">
                <a:solidFill>
                  <a:srgbClr val="C00000"/>
                </a:solidFill>
              </a:rPr>
              <a:t>安装在没有中文不带空格的目录下</a:t>
            </a:r>
            <a:endParaRPr lang="en-US" altLang="zh-CN" sz="1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71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99E7-C655-7709-AD94-33DC9BB6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3287E71C-1CFD-FB6E-73B9-C82BE8FB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84" y="1430656"/>
            <a:ext cx="10532344" cy="3768957"/>
          </a:xfrm>
          <a:prstGeom prst="roundRect">
            <a:avLst>
              <a:gd name="adj" fmla="val 1358"/>
            </a:avLst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410DC-F690-64F3-924F-C54E10E9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11003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安装完毕后，打开</a:t>
            </a:r>
            <a:r>
              <a:rPr lang="en-US" altLang="zh-CN"/>
              <a:t>CMD</a:t>
            </a:r>
            <a:r>
              <a:rPr lang="zh-CN" altLang="en-US"/>
              <a:t>（按</a:t>
            </a:r>
            <a:r>
              <a:rPr lang="en-US" altLang="zh-CN"/>
              <a:t>window + r</a:t>
            </a:r>
            <a:r>
              <a:rPr lang="zh-CN" altLang="en-US"/>
              <a:t>，输入</a:t>
            </a:r>
            <a:r>
              <a:rPr lang="en-US" altLang="zh-CN"/>
              <a:t>cmd</a:t>
            </a:r>
            <a:r>
              <a:rPr lang="zh-CN" altLang="en-US"/>
              <a:t>），在命令提示符中，输入 </a:t>
            </a:r>
            <a:r>
              <a:rPr lang="en-US" altLang="zh-CN"/>
              <a:t>python </a:t>
            </a:r>
            <a:r>
              <a:rPr lang="zh-CN" altLang="en-US"/>
              <a:t>并回车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7255C9-5D32-F181-83FD-04E69EB9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程序初体验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CDF52A-7F20-052B-7F5D-E1E8C09D2BE1}"/>
              </a:ext>
            </a:extLst>
          </p:cNvPr>
          <p:cNvSpPr/>
          <p:nvPr/>
        </p:nvSpPr>
        <p:spPr>
          <a:xfrm>
            <a:off x="1297293" y="3032848"/>
            <a:ext cx="1863350" cy="17669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5740351-AAA6-C73D-B37F-58089FA1BCD7}"/>
              </a:ext>
            </a:extLst>
          </p:cNvPr>
          <p:cNvSpPr/>
          <p:nvPr/>
        </p:nvSpPr>
        <p:spPr>
          <a:xfrm>
            <a:off x="1297292" y="3547116"/>
            <a:ext cx="1863349" cy="175142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7384E51-3E53-5986-5ABE-87D92B8FE217}"/>
              </a:ext>
            </a:extLst>
          </p:cNvPr>
          <p:cNvSpPr/>
          <p:nvPr/>
        </p:nvSpPr>
        <p:spPr>
          <a:xfrm>
            <a:off x="934588" y="3216166"/>
            <a:ext cx="1094541" cy="15875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553C15-E95D-A8F8-D561-430C286EDD81}"/>
              </a:ext>
            </a:extLst>
          </p:cNvPr>
          <p:cNvSpPr/>
          <p:nvPr/>
        </p:nvSpPr>
        <p:spPr>
          <a:xfrm>
            <a:off x="934588" y="3735510"/>
            <a:ext cx="1094541" cy="15875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E7B63CD-BA28-F327-20A0-7225C57C4F91}"/>
              </a:ext>
            </a:extLst>
          </p:cNvPr>
          <p:cNvGrpSpPr/>
          <p:nvPr/>
        </p:nvGrpSpPr>
        <p:grpSpPr>
          <a:xfrm>
            <a:off x="889181" y="6211696"/>
            <a:ext cx="9654506" cy="348335"/>
            <a:chOff x="4685665" y="1834757"/>
            <a:chExt cx="9720829" cy="348335"/>
          </a:xfrm>
        </p:grpSpPr>
        <p:sp>
          <p:nvSpPr>
            <p:cNvPr id="12" name="ComponentBackground2">
              <a:extLst>
                <a:ext uri="{FF2B5EF4-FFF2-40B4-BE49-F238E27FC236}">
                  <a16:creationId xmlns:a16="http://schemas.microsoft.com/office/drawing/2014/main" id="{B076D578-4C23-A773-B17F-B410D469CC84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9697969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rgbClr val="C00000"/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rgbClr val="C00000"/>
                  </a:solidFill>
                  <a:latin typeface="Arial"/>
                  <a:ea typeface="微软雅黑"/>
                </a:rPr>
                <a:t>上述在进行程序开发时，所编写的符号，全部为英文符号，否则程序运行会出错。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Shape2">
              <a:extLst>
                <a:ext uri="{FF2B5EF4-FFF2-40B4-BE49-F238E27FC236}">
                  <a16:creationId xmlns:a16="http://schemas.microsoft.com/office/drawing/2014/main" id="{90CAC660-966B-85B7-9B07-356B1A9F7D28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B560FFAE-1652-344B-F698-C98717487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62" y="2919132"/>
            <a:ext cx="4292821" cy="4758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E0B0B1-B32C-99F2-E182-F4B5BE9A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10" y="3420887"/>
            <a:ext cx="4292821" cy="8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03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4AFF-571F-D419-C7D5-5A7D8D27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D22860-3768-681A-43A5-E24820BC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11003" cy="84616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如果想一次性执行多行</a:t>
            </a:r>
            <a:r>
              <a:rPr lang="en-US" altLang="zh-CN"/>
              <a:t>Python</a:t>
            </a:r>
            <a:r>
              <a:rPr lang="zh-CN" altLang="en-US"/>
              <a:t>代码，可以将多行</a:t>
            </a:r>
            <a:r>
              <a:rPr lang="en-US" altLang="zh-CN"/>
              <a:t>Python</a:t>
            </a:r>
            <a:r>
              <a:rPr lang="zh-CN" altLang="en-US"/>
              <a:t>代码定义在一个文件中（</a:t>
            </a:r>
            <a:r>
              <a:rPr lang="en-US" altLang="zh-CN"/>
              <a:t>hello.py</a:t>
            </a:r>
            <a:r>
              <a:rPr lang="zh-CN" altLang="en-US"/>
              <a:t>），然后基于</a:t>
            </a:r>
            <a:r>
              <a:rPr lang="en-US" altLang="zh-CN"/>
              <a:t>python</a:t>
            </a:r>
            <a:r>
              <a:rPr lang="zh-CN" altLang="en-US"/>
              <a:t>命令运行这个文件。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BAC122-8627-3167-DED4-CDC95BAE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程序初体验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1173EF-0292-0786-DA52-AD93BFAA7BCB}"/>
              </a:ext>
            </a:extLst>
          </p:cNvPr>
          <p:cNvGrpSpPr/>
          <p:nvPr/>
        </p:nvGrpSpPr>
        <p:grpSpPr>
          <a:xfrm>
            <a:off x="1005240" y="6436983"/>
            <a:ext cx="9654506" cy="348335"/>
            <a:chOff x="4685665" y="1834757"/>
            <a:chExt cx="9720829" cy="348335"/>
          </a:xfrm>
        </p:grpSpPr>
        <p:sp>
          <p:nvSpPr>
            <p:cNvPr id="12" name="ComponentBackground2">
              <a:extLst>
                <a:ext uri="{FF2B5EF4-FFF2-40B4-BE49-F238E27FC236}">
                  <a16:creationId xmlns:a16="http://schemas.microsoft.com/office/drawing/2014/main" id="{004F92FB-C3B4-A170-41FA-5457545EB746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9697969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rgbClr val="C00000"/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rgbClr val="C00000"/>
                  </a:solidFill>
                  <a:latin typeface="Arial"/>
                  <a:ea typeface="微软雅黑"/>
                </a:rPr>
                <a:t>上述在进行程序开发时，所编写的符号，全部为英文符号，否则程序运行会出错。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Shape2">
              <a:extLst>
                <a:ext uri="{FF2B5EF4-FFF2-40B4-BE49-F238E27FC236}">
                  <a16:creationId xmlns:a16="http://schemas.microsoft.com/office/drawing/2014/main" id="{9879491F-CE6D-7DCD-256C-D3252C41ED76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C226055-DC16-6029-7633-A87FC9BAA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62" y="1802408"/>
            <a:ext cx="8868989" cy="4320636"/>
          </a:xfrm>
          <a:prstGeom prst="roundRect">
            <a:avLst>
              <a:gd name="adj" fmla="val 1689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1FD244-04B0-CDF8-1295-81C45A29B4C0}"/>
              </a:ext>
            </a:extLst>
          </p:cNvPr>
          <p:cNvSpPr/>
          <p:nvPr/>
        </p:nvSpPr>
        <p:spPr>
          <a:xfrm>
            <a:off x="3633352" y="2708071"/>
            <a:ext cx="1322962" cy="21909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10B0C19-AE94-A6E2-352C-E259A578F375}"/>
              </a:ext>
            </a:extLst>
          </p:cNvPr>
          <p:cNvSpPr/>
          <p:nvPr/>
        </p:nvSpPr>
        <p:spPr>
          <a:xfrm>
            <a:off x="1005240" y="2882582"/>
            <a:ext cx="2184229" cy="548162"/>
          </a:xfrm>
          <a:prstGeom prst="roundRect">
            <a:avLst>
              <a:gd name="adj" fmla="val 8386"/>
            </a:avLst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384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BEE2-E6DC-E9FA-14F9-834AD2A8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349202-0103-D508-FFA4-0086C030C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4" y="1359878"/>
            <a:ext cx="8044915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b="1">
                <a:solidFill>
                  <a:srgbClr val="C00000"/>
                </a:solidFill>
              </a:rPr>
              <a:t>注意事项：</a:t>
            </a:r>
            <a:endParaRPr lang="en-US" altLang="zh-CN" sz="1400" b="1">
              <a:solidFill>
                <a:srgbClr val="C00000"/>
              </a:solidFill>
            </a:endParaRPr>
          </a:p>
          <a:p>
            <a:pPr marL="64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</a:rPr>
              <a:t>编写程序时，所有的符号，均使用英文符号</a:t>
            </a:r>
            <a:endParaRPr lang="en-US" altLang="zh-CN">
              <a:solidFill>
                <a:srgbClr val="C00000"/>
              </a:solidFill>
            </a:endParaRPr>
          </a:p>
          <a:p>
            <a:pPr marL="64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</a:rPr>
              <a:t>运行</a:t>
            </a:r>
            <a:r>
              <a:rPr lang="en-US" altLang="zh-CN">
                <a:solidFill>
                  <a:srgbClr val="C00000"/>
                </a:solidFill>
              </a:rPr>
              <a:t>python</a:t>
            </a:r>
            <a:r>
              <a:rPr lang="zh-CN" altLang="en-US">
                <a:solidFill>
                  <a:srgbClr val="C00000"/>
                </a:solidFill>
              </a:rPr>
              <a:t>文件</a:t>
            </a:r>
            <a:r>
              <a:rPr lang="en-US" altLang="zh-CN">
                <a:solidFill>
                  <a:srgbClr val="C00000"/>
                </a:solidFill>
              </a:rPr>
              <a:t>(.py)</a:t>
            </a:r>
            <a:r>
              <a:rPr lang="zh-CN" altLang="en-US">
                <a:solidFill>
                  <a:srgbClr val="C00000"/>
                </a:solidFill>
              </a:rPr>
              <a:t>的命令</a:t>
            </a:r>
            <a:r>
              <a:rPr lang="en-US" altLang="zh-CN">
                <a:solidFill>
                  <a:srgbClr val="C00000"/>
                </a:solidFill>
              </a:rPr>
              <a:t>: python xxx.py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4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331BA6-9158-7838-8C64-AE2BFE86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常见问题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A7905A-AE4E-0BD0-7CE7-C908B79F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55"/>
          <a:stretch>
            <a:fillRect/>
          </a:stretch>
        </p:blipFill>
        <p:spPr>
          <a:xfrm>
            <a:off x="659715" y="957485"/>
            <a:ext cx="6423991" cy="2422324"/>
          </a:xfrm>
          <a:prstGeom prst="roundRect">
            <a:avLst>
              <a:gd name="adj" fmla="val 1582"/>
            </a:avLst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BF5174-CC86-F944-23A7-9E1552106F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339"/>
          <a:stretch>
            <a:fillRect/>
          </a:stretch>
        </p:blipFill>
        <p:spPr>
          <a:xfrm>
            <a:off x="659715" y="3748108"/>
            <a:ext cx="6423991" cy="2676646"/>
          </a:xfrm>
          <a:prstGeom prst="roundRect">
            <a:avLst>
              <a:gd name="adj" fmla="val 1582"/>
            </a:avLst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19A5717-0DA6-9A93-02A4-22B572FC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" r="167" b="538"/>
          <a:stretch>
            <a:fillRect/>
          </a:stretch>
        </p:blipFill>
        <p:spPr>
          <a:xfrm>
            <a:off x="2997843" y="3890633"/>
            <a:ext cx="5001791" cy="2848422"/>
          </a:xfrm>
          <a:prstGeom prst="roundRect">
            <a:avLst>
              <a:gd name="adj" fmla="val 1582"/>
            </a:avLst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B4159BB-F7EE-B6B5-0114-0A7A888AA3F4}"/>
              </a:ext>
            </a:extLst>
          </p:cNvPr>
          <p:cNvSpPr/>
          <p:nvPr/>
        </p:nvSpPr>
        <p:spPr>
          <a:xfrm>
            <a:off x="665502" y="1642247"/>
            <a:ext cx="2546472" cy="27336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935D2F3-9CBF-07B8-B5EC-AFE35C859398}"/>
              </a:ext>
            </a:extLst>
          </p:cNvPr>
          <p:cNvSpPr/>
          <p:nvPr/>
        </p:nvSpPr>
        <p:spPr>
          <a:xfrm>
            <a:off x="1651279" y="4330307"/>
            <a:ext cx="430636" cy="236709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4DAC196-7CF0-8946-F34E-C4BC3C3D7E6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081915" y="4448662"/>
            <a:ext cx="915928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4C5021C-3BEF-038C-C295-078FB0257AAB}"/>
              </a:ext>
            </a:extLst>
          </p:cNvPr>
          <p:cNvSpPr/>
          <p:nvPr/>
        </p:nvSpPr>
        <p:spPr>
          <a:xfrm>
            <a:off x="730250" y="2844800"/>
            <a:ext cx="742950" cy="383478"/>
          </a:xfrm>
          <a:prstGeom prst="roundRect">
            <a:avLst/>
          </a:prstGeom>
          <a:solidFill>
            <a:srgbClr val="CC33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FF0000"/>
                </a:solidFill>
              </a:rPr>
              <a:t>情况</a:t>
            </a:r>
            <a:r>
              <a:rPr lang="en-US" altLang="zh-CN" sz="1200">
                <a:solidFill>
                  <a:srgbClr val="FF0000"/>
                </a:solidFill>
              </a:rPr>
              <a:t>1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C03B829-0C56-2FCA-F7E9-274F98F1C0DC}"/>
              </a:ext>
            </a:extLst>
          </p:cNvPr>
          <p:cNvSpPr/>
          <p:nvPr/>
        </p:nvSpPr>
        <p:spPr>
          <a:xfrm>
            <a:off x="730250" y="5886576"/>
            <a:ext cx="742950" cy="383478"/>
          </a:xfrm>
          <a:prstGeom prst="roundRect">
            <a:avLst/>
          </a:prstGeom>
          <a:solidFill>
            <a:srgbClr val="CC33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FF0000"/>
                </a:solidFill>
              </a:rPr>
              <a:t>情况</a:t>
            </a:r>
            <a:r>
              <a:rPr lang="en-US" altLang="zh-CN" sz="1200">
                <a:solidFill>
                  <a:srgbClr val="FF0000"/>
                </a:solidFill>
              </a:rPr>
              <a:t>2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D7A39E-5B6A-525C-E024-FBDA1CBA59E1}"/>
              </a:ext>
            </a:extLst>
          </p:cNvPr>
          <p:cNvSpPr/>
          <p:nvPr/>
        </p:nvSpPr>
        <p:spPr>
          <a:xfrm>
            <a:off x="8130611" y="0"/>
            <a:ext cx="4061390" cy="6858000"/>
          </a:xfrm>
          <a:prstGeom prst="rect">
            <a:avLst/>
          </a:prstGeom>
          <a:solidFill>
            <a:srgbClr val="1B1E1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1A7410-83D5-3EF2-88C7-C96C040149AF}"/>
              </a:ext>
            </a:extLst>
          </p:cNvPr>
          <p:cNvSpPr txBox="1"/>
          <p:nvPr/>
        </p:nvSpPr>
        <p:spPr>
          <a:xfrm>
            <a:off x="8916903" y="3820995"/>
            <a:ext cx="248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C00000"/>
                </a:solidFill>
              </a:rPr>
              <a:t>Path</a:t>
            </a:r>
            <a:r>
              <a:rPr lang="zh-CN" altLang="en-US" sz="2000" b="1">
                <a:solidFill>
                  <a:srgbClr val="C00000"/>
                </a:solidFill>
              </a:rPr>
              <a:t>环境变量问题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AC4B82-07D7-BC43-0878-4D10A23D8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98" y="1401730"/>
            <a:ext cx="3634616" cy="2296131"/>
          </a:xfrm>
          <a:prstGeom prst="roundRect">
            <a:avLst>
              <a:gd name="adj" fmla="val 3392"/>
            </a:avLst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3070931-EE02-5172-EC0A-0981BB411B04}"/>
              </a:ext>
            </a:extLst>
          </p:cNvPr>
          <p:cNvCxnSpPr/>
          <p:nvPr/>
        </p:nvCxnSpPr>
        <p:spPr>
          <a:xfrm flipH="1">
            <a:off x="10548730" y="3379809"/>
            <a:ext cx="774963" cy="18502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1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4" grpId="0" animBg="1"/>
      <p:bldP spid="25" grpId="0" animBg="1"/>
      <p:bldP spid="7" grpId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7B21-06B5-1E93-1843-82D27F18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862243-F613-3E4D-9C89-731E6A84A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682059"/>
          </a:xfrm>
        </p:spPr>
        <p:txBody>
          <a:bodyPr/>
          <a:lstStyle/>
          <a:p>
            <a:r>
              <a:rPr lang="zh-CN" altLang="en-US" sz="1400" b="1">
                <a:solidFill>
                  <a:srgbClr val="C00000"/>
                </a:solidFill>
              </a:rPr>
              <a:t>环境变量</a:t>
            </a:r>
            <a:r>
              <a:rPr lang="en-US" altLang="zh-CN" sz="1400"/>
              <a:t>(Environment Variables)</a:t>
            </a:r>
            <a:r>
              <a:rPr lang="zh-CN" altLang="en-US" sz="1400"/>
              <a:t>：一般指在操作系统中存储的用来指定程序运行时所需的一些参数，如：临时文件夹位置和系统文件的访问路径等。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51F518-A3EE-7A81-7DC1-482A9C74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常见问题</a:t>
            </a:r>
            <a:r>
              <a:rPr lang="en-US" altLang="zh-CN"/>
              <a:t>-</a:t>
            </a:r>
            <a:r>
              <a:rPr lang="zh-CN" altLang="en-US"/>
              <a:t>解决方案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9165FF-EFC9-A1C1-BB28-D82E594A8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" t="553" r="436" b="458"/>
          <a:stretch>
            <a:fillRect/>
          </a:stretch>
        </p:blipFill>
        <p:spPr>
          <a:xfrm>
            <a:off x="682876" y="1948849"/>
            <a:ext cx="4820018" cy="3863340"/>
          </a:xfrm>
          <a:prstGeom prst="roundRect">
            <a:avLst>
              <a:gd name="adj" fmla="val 1209"/>
            </a:avLst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75CB1A-6385-2800-CBD3-909E25342951}"/>
              </a:ext>
            </a:extLst>
          </p:cNvPr>
          <p:cNvSpPr/>
          <p:nvPr/>
        </p:nvSpPr>
        <p:spPr>
          <a:xfrm>
            <a:off x="3826467" y="5527631"/>
            <a:ext cx="684574" cy="19244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18C03D-E355-7435-A0B5-B1590DDACDF6}"/>
              </a:ext>
            </a:extLst>
          </p:cNvPr>
          <p:cNvSpPr/>
          <p:nvPr/>
        </p:nvSpPr>
        <p:spPr>
          <a:xfrm>
            <a:off x="682876" y="1948849"/>
            <a:ext cx="4820018" cy="3863340"/>
          </a:xfrm>
          <a:prstGeom prst="roundRect">
            <a:avLst>
              <a:gd name="adj" fmla="val 1282"/>
            </a:avLst>
          </a:prstGeom>
          <a:solidFill>
            <a:srgbClr val="1B1E1D">
              <a:alpha val="20000"/>
            </a:srgbClr>
          </a:solidFill>
          <a:ln w="3175">
            <a:solidFill>
              <a:srgbClr val="8286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D3096C-C976-C68F-42D7-CC4C61F49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" t="356" r="354" b="420"/>
          <a:stretch>
            <a:fillRect/>
          </a:stretch>
        </p:blipFill>
        <p:spPr>
          <a:xfrm>
            <a:off x="1587680" y="2278031"/>
            <a:ext cx="2858010" cy="3204975"/>
          </a:xfrm>
          <a:prstGeom prst="roundRect">
            <a:avLst>
              <a:gd name="adj" fmla="val 1663"/>
            </a:avLst>
          </a:prstGeom>
          <a:ln w="3175"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91B48B4-6D86-814E-185F-E53B849BC376}"/>
              </a:ext>
            </a:extLst>
          </p:cNvPr>
          <p:cNvSpPr/>
          <p:nvPr/>
        </p:nvSpPr>
        <p:spPr>
          <a:xfrm>
            <a:off x="3348946" y="4857071"/>
            <a:ext cx="938573" cy="19244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!!图片 10">
            <a:extLst>
              <a:ext uri="{FF2B5EF4-FFF2-40B4-BE49-F238E27FC236}">
                <a16:creationId xmlns:a16="http://schemas.microsoft.com/office/drawing/2014/main" id="{F97F1906-6C70-A4B8-750E-1B86A6401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1" b="523"/>
          <a:stretch>
            <a:fillRect/>
          </a:stretch>
        </p:blipFill>
        <p:spPr>
          <a:xfrm>
            <a:off x="5633318" y="2015775"/>
            <a:ext cx="3911926" cy="3729486"/>
          </a:xfrm>
          <a:prstGeom prst="roundRect">
            <a:avLst>
              <a:gd name="adj" fmla="val 1303"/>
            </a:avLst>
          </a:prstGeom>
          <a:ln w="6350">
            <a:solidFill>
              <a:schemeClr val="bg1">
                <a:lumMod val="65000"/>
              </a:schemeClr>
            </a:solidFill>
          </a:ln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AEE6883-9965-6A29-2379-83BB397800DF}"/>
              </a:ext>
            </a:extLst>
          </p:cNvPr>
          <p:cNvCxnSpPr>
            <a:cxnSpLocks/>
          </p:cNvCxnSpPr>
          <p:nvPr/>
        </p:nvCxnSpPr>
        <p:spPr>
          <a:xfrm>
            <a:off x="4287519" y="4953295"/>
            <a:ext cx="1345799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43ADE31-AB77-0F63-33E0-20D8B289E578}"/>
              </a:ext>
            </a:extLst>
          </p:cNvPr>
          <p:cNvSpPr/>
          <p:nvPr/>
        </p:nvSpPr>
        <p:spPr>
          <a:xfrm>
            <a:off x="5808446" y="3062817"/>
            <a:ext cx="3466787" cy="122768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1C0AF99-1B64-974B-661C-2D9ADB69DE27}"/>
              </a:ext>
            </a:extLst>
          </p:cNvPr>
          <p:cNvSpPr/>
          <p:nvPr/>
        </p:nvSpPr>
        <p:spPr>
          <a:xfrm>
            <a:off x="5808447" y="4391026"/>
            <a:ext cx="3471020" cy="141288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F507C4E4-92AE-B263-1BFF-69EAD29FF617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9275233" y="3124201"/>
            <a:ext cx="175128" cy="1337469"/>
          </a:xfrm>
          <a:prstGeom prst="bentConnector2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81D1AD2-4CD9-7617-DFD6-77913C2B3F93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9279467" y="4459553"/>
            <a:ext cx="419100" cy="2117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5FC04BD-79D5-B870-2402-F45758D3BA99}"/>
              </a:ext>
            </a:extLst>
          </p:cNvPr>
          <p:cNvSpPr txBox="1"/>
          <p:nvPr/>
        </p:nvSpPr>
        <p:spPr>
          <a:xfrm>
            <a:off x="9675668" y="4321053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/>
              <a:t>Path</a:t>
            </a:r>
            <a:r>
              <a:rPr lang="zh-CN" altLang="en-US" sz="1200" b="1"/>
              <a:t>环境变量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943DA2-C78A-E917-D9BA-5651E7E68D13}"/>
              </a:ext>
            </a:extLst>
          </p:cNvPr>
          <p:cNvSpPr txBox="1"/>
          <p:nvPr/>
        </p:nvSpPr>
        <p:spPr>
          <a:xfrm>
            <a:off x="9675668" y="4605701"/>
            <a:ext cx="2321491" cy="99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操作系统运行一个程序或命令必须先找到对应的程序。默认会在</a:t>
            </a:r>
            <a:r>
              <a:rPr lang="zh-CN" altLang="en-US" sz="1000" b="1">
                <a:solidFill>
                  <a:schemeClr val="tx1">
                    <a:lumMod val="50000"/>
                  </a:schemeClr>
                </a:solidFill>
              </a:rPr>
              <a:t>当前路径寻找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，如果未找到则会去</a:t>
            </a:r>
            <a:r>
              <a:rPr lang="en-US" altLang="zh-CN" sz="1000" b="1">
                <a:solidFill>
                  <a:schemeClr val="tx1">
                    <a:lumMod val="50000"/>
                  </a:schemeClr>
                </a:solidFill>
              </a:rPr>
              <a:t>Path</a:t>
            </a:r>
            <a:r>
              <a:rPr lang="zh-CN" altLang="en-US" sz="1000" b="1">
                <a:solidFill>
                  <a:schemeClr val="tx1">
                    <a:lumMod val="50000"/>
                  </a:schemeClr>
                </a:solidFill>
              </a:rPr>
              <a:t>环境变量指定的路径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寻找。</a:t>
            </a:r>
          </a:p>
        </p:txBody>
      </p:sp>
      <p:sp>
        <p:nvSpPr>
          <p:cNvPr id="55" name="!!Shape4">
            <a:extLst>
              <a:ext uri="{FF2B5EF4-FFF2-40B4-BE49-F238E27FC236}">
                <a16:creationId xmlns:a16="http://schemas.microsoft.com/office/drawing/2014/main" id="{610AD046-E240-11E2-CECE-3E75B88C30EB}"/>
              </a:ext>
            </a:extLst>
          </p:cNvPr>
          <p:cNvSpPr/>
          <p:nvPr/>
        </p:nvSpPr>
        <p:spPr>
          <a:xfrm>
            <a:off x="8198644" y="2674461"/>
            <a:ext cx="1164153" cy="228812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/>
              <a:t> 用户环境变量</a:t>
            </a:r>
          </a:p>
        </p:txBody>
      </p:sp>
      <p:sp>
        <p:nvSpPr>
          <p:cNvPr id="56" name="!!Shape5">
            <a:extLst>
              <a:ext uri="{FF2B5EF4-FFF2-40B4-BE49-F238E27FC236}">
                <a16:creationId xmlns:a16="http://schemas.microsoft.com/office/drawing/2014/main" id="{D6FE8E70-FEDB-D1D1-DC49-BF53E6ED0265}"/>
              </a:ext>
            </a:extLst>
          </p:cNvPr>
          <p:cNvSpPr/>
          <p:nvPr/>
        </p:nvSpPr>
        <p:spPr>
          <a:xfrm>
            <a:off x="8178652" y="4042004"/>
            <a:ext cx="1164153" cy="228812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/>
              <a:t> 系统环境变量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C262579-75BE-7712-0349-3B84F19C3C39}"/>
              </a:ext>
            </a:extLst>
          </p:cNvPr>
          <p:cNvGrpSpPr/>
          <p:nvPr/>
        </p:nvGrpSpPr>
        <p:grpSpPr>
          <a:xfrm>
            <a:off x="870334" y="5998690"/>
            <a:ext cx="9835046" cy="348335"/>
            <a:chOff x="4685665" y="1834757"/>
            <a:chExt cx="9835046" cy="348335"/>
          </a:xfrm>
        </p:grpSpPr>
        <p:sp>
          <p:nvSpPr>
            <p:cNvPr id="20" name="ComponentBackground2">
              <a:extLst>
                <a:ext uri="{FF2B5EF4-FFF2-40B4-BE49-F238E27FC236}">
                  <a16:creationId xmlns:a16="http://schemas.microsoft.com/office/drawing/2014/main" id="{3F41B97A-6EF9-A356-EDF9-4B67A462BBE3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9812187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用户变量</a:t>
              </a:r>
              <a:r>
                <a:rPr kumimoji="1" lang="zh-CN" altLang="en-US" sz="1200" b="1" kern="0">
                  <a:solidFill>
                    <a:srgbClr val="000000"/>
                  </a:solidFill>
                  <a:latin typeface="Arial"/>
                  <a:ea typeface="微软雅黑"/>
                </a:rPr>
                <a:t>：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仅对当前登录的该用户有效。其他用户登录同一台计算机时，无法使用这些变量。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Shape2">
              <a:extLst>
                <a:ext uri="{FF2B5EF4-FFF2-40B4-BE49-F238E27FC236}">
                  <a16:creationId xmlns:a16="http://schemas.microsoft.com/office/drawing/2014/main" id="{0CF7D6DA-A1BD-F366-C403-2C2B7DB6288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F42E24A-7076-1083-CA0C-5C5BD7415579}"/>
              </a:ext>
            </a:extLst>
          </p:cNvPr>
          <p:cNvGrpSpPr/>
          <p:nvPr/>
        </p:nvGrpSpPr>
        <p:grpSpPr>
          <a:xfrm>
            <a:off x="867412" y="6407095"/>
            <a:ext cx="9835046" cy="348335"/>
            <a:chOff x="4685665" y="1834757"/>
            <a:chExt cx="9835046" cy="348335"/>
          </a:xfrm>
        </p:grpSpPr>
        <p:sp>
          <p:nvSpPr>
            <p:cNvPr id="25" name="ComponentBackground2">
              <a:extLst>
                <a:ext uri="{FF2B5EF4-FFF2-40B4-BE49-F238E27FC236}">
                  <a16:creationId xmlns:a16="http://schemas.microsoft.com/office/drawing/2014/main" id="{D84D2801-2EC7-E214-012E-86FBE50099C2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9812187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系统变量</a:t>
              </a:r>
              <a:r>
                <a:rPr kumimoji="1" lang="zh-CN" altLang="en-US" sz="1200" b="1" kern="0">
                  <a:solidFill>
                    <a:srgbClr val="000000"/>
                  </a:solidFill>
                  <a:latin typeface="Arial"/>
                  <a:ea typeface="微软雅黑"/>
                </a:rPr>
                <a:t>：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对所有用户有效。无论哪个用户登录，都可以访问这些变量。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Shape2">
              <a:extLst>
                <a:ext uri="{FF2B5EF4-FFF2-40B4-BE49-F238E27FC236}">
                  <a16:creationId xmlns:a16="http://schemas.microsoft.com/office/drawing/2014/main" id="{657C99A2-9092-EA93-DD9D-80E912C54E8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46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4" grpId="0" animBg="1"/>
      <p:bldP spid="32" grpId="0" animBg="1"/>
      <p:bldP spid="33" grpId="0" animBg="1"/>
      <p:bldP spid="44" grpId="0"/>
      <p:bldP spid="45" grpId="0"/>
      <p:bldP spid="55" grpId="0" animBg="1"/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57703-A5B2-FF1A-418C-EDDB8EC77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配置</a:t>
            </a:r>
            <a:r>
              <a:rPr lang="en-US" altLang="zh-CN"/>
              <a:t>Path</a:t>
            </a:r>
            <a:r>
              <a:rPr lang="zh-CN" altLang="en-US"/>
              <a:t>环境变量：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A6DA5C-E5E9-E157-6F94-DA44FC27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常见问题</a:t>
            </a:r>
            <a:r>
              <a:rPr lang="en-US" altLang="zh-CN"/>
              <a:t>-</a:t>
            </a:r>
            <a:r>
              <a:rPr lang="zh-CN" altLang="en-US"/>
              <a:t>解决方案</a:t>
            </a:r>
          </a:p>
        </p:txBody>
      </p:sp>
      <p:pic>
        <p:nvPicPr>
          <p:cNvPr id="4" name="!!图片 10">
            <a:extLst>
              <a:ext uri="{FF2B5EF4-FFF2-40B4-BE49-F238E27FC236}">
                <a16:creationId xmlns:a16="http://schemas.microsoft.com/office/drawing/2014/main" id="{2817DD35-12D3-EE39-5D08-30375727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" b="523"/>
          <a:stretch>
            <a:fillRect/>
          </a:stretch>
        </p:blipFill>
        <p:spPr>
          <a:xfrm>
            <a:off x="870334" y="1535572"/>
            <a:ext cx="4541825" cy="4330008"/>
          </a:xfrm>
          <a:prstGeom prst="roundRect">
            <a:avLst>
              <a:gd name="adj" fmla="val 1303"/>
            </a:avLst>
          </a:prstGeom>
          <a:ln w="6350">
            <a:solidFill>
              <a:schemeClr val="bg1">
                <a:lumMod val="65000"/>
              </a:schemeClr>
            </a:solidFill>
          </a:ln>
        </p:spPr>
      </p:pic>
      <p:sp>
        <p:nvSpPr>
          <p:cNvPr id="5" name="!!Shape4">
            <a:extLst>
              <a:ext uri="{FF2B5EF4-FFF2-40B4-BE49-F238E27FC236}">
                <a16:creationId xmlns:a16="http://schemas.microsoft.com/office/drawing/2014/main" id="{E8B7422C-D2B9-CCA1-3CA7-AD3B852AEB87}"/>
              </a:ext>
            </a:extLst>
          </p:cNvPr>
          <p:cNvSpPr/>
          <p:nvPr/>
        </p:nvSpPr>
        <p:spPr>
          <a:xfrm>
            <a:off x="3961335" y="2460158"/>
            <a:ext cx="1164153" cy="228812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/>
              <a:t> 用户环境变量</a:t>
            </a:r>
          </a:p>
        </p:txBody>
      </p:sp>
      <p:sp>
        <p:nvSpPr>
          <p:cNvPr id="6" name="!!Shape5">
            <a:extLst>
              <a:ext uri="{FF2B5EF4-FFF2-40B4-BE49-F238E27FC236}">
                <a16:creationId xmlns:a16="http://schemas.microsoft.com/office/drawing/2014/main" id="{D2A4CB32-DD17-2D3E-D36A-9EC9686C7AC9}"/>
              </a:ext>
            </a:extLst>
          </p:cNvPr>
          <p:cNvSpPr/>
          <p:nvPr/>
        </p:nvSpPr>
        <p:spPr>
          <a:xfrm>
            <a:off x="3961335" y="4048463"/>
            <a:ext cx="1164153" cy="228812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00"/>
              <a:t> 系统环境变量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558DE74-3C74-F8DD-C05A-740A19F618F8}"/>
              </a:ext>
            </a:extLst>
          </p:cNvPr>
          <p:cNvCxnSpPr>
            <a:cxnSpLocks/>
          </p:cNvCxnSpPr>
          <p:nvPr/>
        </p:nvCxnSpPr>
        <p:spPr>
          <a:xfrm>
            <a:off x="5242765" y="2568106"/>
            <a:ext cx="1345799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D16676C-09BC-41CE-BDC7-4F82F8669D1E}"/>
              </a:ext>
            </a:extLst>
          </p:cNvPr>
          <p:cNvCxnSpPr>
            <a:cxnSpLocks/>
          </p:cNvCxnSpPr>
          <p:nvPr/>
        </p:nvCxnSpPr>
        <p:spPr>
          <a:xfrm flipV="1">
            <a:off x="5236978" y="2719994"/>
            <a:ext cx="1351586" cy="1442875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3982EBA-8E90-B7EF-6BCC-60A354B0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946" y="1813030"/>
            <a:ext cx="4110154" cy="3951499"/>
          </a:xfrm>
          <a:prstGeom prst="roundRect">
            <a:avLst>
              <a:gd name="adj" fmla="val 1582"/>
            </a:avLst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81A5CC8-772F-8EFB-E44F-C9CB42695233}"/>
              </a:ext>
            </a:extLst>
          </p:cNvPr>
          <p:cNvSpPr/>
          <p:nvPr/>
        </p:nvSpPr>
        <p:spPr>
          <a:xfrm>
            <a:off x="6801803" y="2190088"/>
            <a:ext cx="3030891" cy="281187"/>
          </a:xfrm>
          <a:prstGeom prst="roundRect">
            <a:avLst>
              <a:gd name="adj" fmla="val 1637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54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3BF66-D37E-DB75-E524-7C1973301F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60991" y="2312896"/>
            <a:ext cx="7170081" cy="135179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Path</a:t>
            </a:r>
            <a:r>
              <a:rPr lang="zh-CN" altLang="en-US"/>
              <a:t>环境变量的作用</a:t>
            </a:r>
            <a:r>
              <a:rPr lang="en-US" altLang="zh-CN"/>
              <a:t>?</a:t>
            </a:r>
          </a:p>
          <a:p>
            <a:pPr marL="360000"/>
            <a:r>
              <a:rPr lang="zh-CN" altLang="en-US" sz="1400"/>
              <a:t>就是告诉操作系统，当在命令行或终端中输入一个命令时，应该去哪些目录里寻找这个命令对应的可执行文件。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039474-ED6F-AE6D-BE90-974CE33D01FB}"/>
              </a:ext>
            </a:extLst>
          </p:cNvPr>
          <p:cNvSpPr/>
          <p:nvPr/>
        </p:nvSpPr>
        <p:spPr>
          <a:xfrm>
            <a:off x="6651508" y="3804477"/>
            <a:ext cx="872850" cy="281187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cmd</a:t>
            </a:r>
            <a:endParaRPr lang="zh-CN" alt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490AD9-F937-5617-5071-BC1AB277C35F}"/>
              </a:ext>
            </a:extLst>
          </p:cNvPr>
          <p:cNvSpPr/>
          <p:nvPr/>
        </p:nvSpPr>
        <p:spPr>
          <a:xfrm>
            <a:off x="6651508" y="4385245"/>
            <a:ext cx="872850" cy="281187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命令</a:t>
            </a:r>
          </a:p>
        </p:txBody>
      </p: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290350FF-4F20-5772-8AFF-9AD500AB3269}"/>
              </a:ext>
            </a:extLst>
          </p:cNvPr>
          <p:cNvSpPr/>
          <p:nvPr/>
        </p:nvSpPr>
        <p:spPr>
          <a:xfrm>
            <a:off x="6529833" y="4966013"/>
            <a:ext cx="1116199" cy="384679"/>
          </a:xfrm>
          <a:prstGeom prst="flowChartDecision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内部命令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05F85B-5112-15CD-2695-7B07126DCDCB}"/>
              </a:ext>
            </a:extLst>
          </p:cNvPr>
          <p:cNvSpPr/>
          <p:nvPr/>
        </p:nvSpPr>
        <p:spPr>
          <a:xfrm>
            <a:off x="5656983" y="5590781"/>
            <a:ext cx="872850" cy="281187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执行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…</a:t>
            </a:r>
            <a:endParaRPr lang="zh-CN" alt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AF10DB-F127-1A7A-9013-210D60BD31E7}"/>
              </a:ext>
            </a:extLst>
          </p:cNvPr>
          <p:cNvSpPr/>
          <p:nvPr/>
        </p:nvSpPr>
        <p:spPr>
          <a:xfrm>
            <a:off x="6773182" y="6166377"/>
            <a:ext cx="872850" cy="281187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执行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…</a:t>
            </a:r>
            <a:endParaRPr lang="zh-CN" alt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流程图: 决策 9">
            <a:extLst>
              <a:ext uri="{FF2B5EF4-FFF2-40B4-BE49-F238E27FC236}">
                <a16:creationId xmlns:a16="http://schemas.microsoft.com/office/drawing/2014/main" id="{600870E3-817E-FCF9-145A-A497399CA268}"/>
              </a:ext>
            </a:extLst>
          </p:cNvPr>
          <p:cNvSpPr/>
          <p:nvPr/>
        </p:nvSpPr>
        <p:spPr>
          <a:xfrm>
            <a:off x="7569838" y="5539034"/>
            <a:ext cx="1116199" cy="384679"/>
          </a:xfrm>
          <a:prstGeom prst="flowChartDecision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Path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环境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5052C76-E9D2-DB50-BC7B-DDFBEB110FF9}"/>
              </a:ext>
            </a:extLst>
          </p:cNvPr>
          <p:cNvSpPr/>
          <p:nvPr/>
        </p:nvSpPr>
        <p:spPr>
          <a:xfrm>
            <a:off x="8768332" y="6166376"/>
            <a:ext cx="2570227" cy="281187"/>
          </a:xfrm>
          <a:prstGeom prst="roundRect">
            <a:avLst>
              <a:gd name="adj" fmla="val 50000"/>
            </a:avLst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报错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:xx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不是内部或外部命令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也不是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...</a:t>
            </a:r>
            <a:endParaRPr lang="zh-CN" alt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8F22D38-B209-E09C-BCDC-5A0D0545547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7087933" y="4085664"/>
            <a:ext cx="0" cy="29958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9725602-4D6E-8246-4FC9-031E091C7AF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087932" y="4666432"/>
            <a:ext cx="1" cy="29958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002BD57-036B-FA17-3617-F458278DEF9A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rot="10800000" flipV="1">
            <a:off x="6093409" y="5158353"/>
            <a:ext cx="436425" cy="432428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5">
            <a:extLst>
              <a:ext uri="{FF2B5EF4-FFF2-40B4-BE49-F238E27FC236}">
                <a16:creationId xmlns:a16="http://schemas.microsoft.com/office/drawing/2014/main" id="{3866A46F-D8BD-4688-AEA6-495D6DD91E7F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>
            <a:off x="7646032" y="5158353"/>
            <a:ext cx="481906" cy="380681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15">
            <a:extLst>
              <a:ext uri="{FF2B5EF4-FFF2-40B4-BE49-F238E27FC236}">
                <a16:creationId xmlns:a16="http://schemas.microsoft.com/office/drawing/2014/main" id="{081E5788-7111-7535-6895-633D48417F10}"/>
              </a:ext>
            </a:extLst>
          </p:cNvPr>
          <p:cNvCxnSpPr>
            <a:cxnSpLocks/>
            <a:stCxn id="10" idx="1"/>
            <a:endCxn id="9" idx="0"/>
          </p:cNvCxnSpPr>
          <p:nvPr/>
        </p:nvCxnSpPr>
        <p:spPr>
          <a:xfrm rot="10800000" flipV="1">
            <a:off x="7209608" y="5731373"/>
            <a:ext cx="360231" cy="435003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15">
            <a:extLst>
              <a:ext uri="{FF2B5EF4-FFF2-40B4-BE49-F238E27FC236}">
                <a16:creationId xmlns:a16="http://schemas.microsoft.com/office/drawing/2014/main" id="{90A571BD-1B16-509A-F14A-6F5530A9C18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686037" y="5731374"/>
            <a:ext cx="427483" cy="435002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F28B020-C1CE-9500-110F-E232F07B4670}"/>
              </a:ext>
            </a:extLst>
          </p:cNvPr>
          <p:cNvSpPr txBox="1"/>
          <p:nvPr/>
        </p:nvSpPr>
        <p:spPr>
          <a:xfrm>
            <a:off x="5875207" y="5201873"/>
            <a:ext cx="304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/>
              <a:t>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1464E97-E205-01A9-4846-8C2365D0B26F}"/>
              </a:ext>
            </a:extLst>
          </p:cNvPr>
          <p:cNvSpPr txBox="1"/>
          <p:nvPr/>
        </p:nvSpPr>
        <p:spPr>
          <a:xfrm>
            <a:off x="8066972" y="5201873"/>
            <a:ext cx="304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/>
              <a:t>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21DACF-4A5F-4BBE-1811-F386D1BE7E7D}"/>
              </a:ext>
            </a:extLst>
          </p:cNvPr>
          <p:cNvSpPr txBox="1"/>
          <p:nvPr/>
        </p:nvSpPr>
        <p:spPr>
          <a:xfrm>
            <a:off x="6889749" y="5760593"/>
            <a:ext cx="3963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/>
              <a:t>存在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E841D07-7A15-EBE6-F7A5-EA1EF332199B}"/>
              </a:ext>
            </a:extLst>
          </p:cNvPr>
          <p:cNvSpPr txBox="1"/>
          <p:nvPr/>
        </p:nvSpPr>
        <p:spPr>
          <a:xfrm>
            <a:off x="9053829" y="5760593"/>
            <a:ext cx="4864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rgbClr val="C00000"/>
                </a:solidFill>
              </a:rPr>
              <a:t>不存在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343422D-D485-1F12-6E36-0B95749FD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55"/>
          <a:stretch>
            <a:fillRect/>
          </a:stretch>
        </p:blipFill>
        <p:spPr>
          <a:xfrm>
            <a:off x="5768009" y="-46511"/>
            <a:ext cx="6423991" cy="2422324"/>
          </a:xfrm>
          <a:prstGeom prst="roundRect">
            <a:avLst>
              <a:gd name="adj" fmla="val 1582"/>
            </a:avLst>
          </a:prstGeom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80C73B1-6809-52F4-D8F9-08DF55C1B34B}"/>
              </a:ext>
            </a:extLst>
          </p:cNvPr>
          <p:cNvSpPr/>
          <p:nvPr/>
        </p:nvSpPr>
        <p:spPr>
          <a:xfrm>
            <a:off x="5773796" y="638251"/>
            <a:ext cx="2546472" cy="27336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79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/>
      <p:bldP spid="32" grpId="0"/>
      <p:bldP spid="33" grpId="0"/>
      <p:bldP spid="34" grpId="0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EB95-B54E-F421-64B1-C069F7CA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F61817-03AB-1212-323F-F58FA2758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470599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解释器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Python</a:t>
            </a:r>
            <a:r>
              <a:rPr lang="zh-CN" altLang="en-US">
                <a:solidFill>
                  <a:srgbClr val="C00000"/>
                </a:solidFill>
              </a:rPr>
              <a:t>开发工具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B1D90-71A7-A3A2-8DDA-BE8A45F12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025131" cy="668338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环境准备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464284-E5F8-D7F9-8EBD-1000E2438C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24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75D74-C2F2-45EE-C479-C4C387C1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开发工具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BD8CB27-AE53-741A-F959-1E79E451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95" y="1062474"/>
            <a:ext cx="9778045" cy="5033526"/>
          </a:xfrm>
          <a:prstGeom prst="roundRect">
            <a:avLst>
              <a:gd name="adj" fmla="val 1939"/>
            </a:avLst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B4D97D4-9F4D-D9AB-E33A-4BD5911B9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" t="779" r="509" b="560"/>
          <a:stretch>
            <a:fillRect/>
          </a:stretch>
        </p:blipFill>
        <p:spPr>
          <a:xfrm>
            <a:off x="2808012" y="2981739"/>
            <a:ext cx="5902097" cy="3756991"/>
          </a:xfrm>
          <a:prstGeom prst="roundRect">
            <a:avLst>
              <a:gd name="adj" fmla="val 136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0B53A18-49FB-68CA-FBE8-4802FF9C8ADD}"/>
              </a:ext>
            </a:extLst>
          </p:cNvPr>
          <p:cNvSpPr txBox="1"/>
          <p:nvPr/>
        </p:nvSpPr>
        <p:spPr>
          <a:xfrm>
            <a:off x="8978349" y="2869096"/>
            <a:ext cx="1219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无提示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BE2A45-35DB-8D61-2CB4-03EB91526740}"/>
              </a:ext>
            </a:extLst>
          </p:cNvPr>
          <p:cNvSpPr txBox="1"/>
          <p:nvPr/>
        </p:nvSpPr>
        <p:spPr>
          <a:xfrm>
            <a:off x="8978349" y="3579237"/>
            <a:ext cx="1219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效率低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20A861-69A1-37CE-C16B-F36F01526CA7}"/>
              </a:ext>
            </a:extLst>
          </p:cNvPr>
          <p:cNvSpPr txBox="1"/>
          <p:nvPr/>
        </p:nvSpPr>
        <p:spPr>
          <a:xfrm>
            <a:off x="8978349" y="4289378"/>
            <a:ext cx="1219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易出错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9831B0-7648-CBE0-9150-F58207B55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10" y="2152360"/>
            <a:ext cx="8277354" cy="1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9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8FAD-58A5-07A6-E0BF-F7C06FC3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9ACB0F-D849-2177-D499-03A463E68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8581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程序的开发工具有很多，比较常见的有 </a:t>
            </a:r>
            <a:r>
              <a:rPr lang="en-US" altLang="zh-CN"/>
              <a:t>VSCode</a:t>
            </a:r>
            <a:r>
              <a:rPr lang="zh-CN" altLang="en-US"/>
              <a:t>，</a:t>
            </a:r>
            <a:r>
              <a:rPr lang="en-US" altLang="zh-CN"/>
              <a:t>PyCharm </a:t>
            </a:r>
            <a:r>
              <a:rPr lang="zh-CN" altLang="en-US"/>
              <a:t>等常用的</a:t>
            </a:r>
            <a:r>
              <a:rPr lang="en-US" altLang="zh-CN"/>
              <a:t>IDE</a:t>
            </a:r>
            <a:r>
              <a:rPr lang="zh-CN" altLang="en-US"/>
              <a:t>，而</a:t>
            </a:r>
            <a:r>
              <a:rPr lang="en-US" altLang="zh-CN"/>
              <a:t>PyCharm</a:t>
            </a:r>
            <a:r>
              <a:rPr lang="zh-CN" altLang="en-US"/>
              <a:t>是使用的最为广泛的</a:t>
            </a:r>
            <a:r>
              <a:rPr lang="en-US" altLang="zh-CN"/>
              <a:t>Python</a:t>
            </a:r>
            <a:r>
              <a:rPr lang="zh-CN" altLang="en-US"/>
              <a:t>开发工具。</a:t>
            </a:r>
            <a:endParaRPr lang="en-US" alt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11AFC5-1346-3105-9B5B-C70C3B42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开发工具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78B0BA4-A69B-DF5C-E81B-5F29047BF283}"/>
              </a:ext>
            </a:extLst>
          </p:cNvPr>
          <p:cNvGrpSpPr/>
          <p:nvPr/>
        </p:nvGrpSpPr>
        <p:grpSpPr>
          <a:xfrm>
            <a:off x="3424458" y="2570261"/>
            <a:ext cx="1355160" cy="1717477"/>
            <a:chOff x="3178741" y="3429000"/>
            <a:chExt cx="1355160" cy="171747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D509DEE-0261-E099-D995-658A68955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8741" y="3429000"/>
              <a:ext cx="1355160" cy="135516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FB9D23D-6B90-79E0-1F9E-CB3544891B38}"/>
                </a:ext>
              </a:extLst>
            </p:cNvPr>
            <p:cNvSpPr txBox="1"/>
            <p:nvPr/>
          </p:nvSpPr>
          <p:spPr>
            <a:xfrm>
              <a:off x="3454400" y="4838700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VSCode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38CDCB-C7E6-700B-19E4-AE5AEE309B51}"/>
              </a:ext>
            </a:extLst>
          </p:cNvPr>
          <p:cNvGrpSpPr/>
          <p:nvPr/>
        </p:nvGrpSpPr>
        <p:grpSpPr>
          <a:xfrm>
            <a:off x="6701712" y="2570261"/>
            <a:ext cx="1355160" cy="1717477"/>
            <a:chOff x="6455995" y="3429000"/>
            <a:chExt cx="1355160" cy="171747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F16295C-4B90-F49C-9B8C-3604E8CA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5995" y="3429000"/>
              <a:ext cx="1355160" cy="135516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1107CCC-0170-BD02-D108-5E1793FA30F1}"/>
                </a:ext>
              </a:extLst>
            </p:cNvPr>
            <p:cNvSpPr txBox="1"/>
            <p:nvPr/>
          </p:nvSpPr>
          <p:spPr>
            <a:xfrm>
              <a:off x="6665337" y="4838700"/>
              <a:ext cx="9364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PyCharm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4C6257-69E2-F4C8-A387-79ADFF3F9F45}"/>
              </a:ext>
            </a:extLst>
          </p:cNvPr>
          <p:cNvGrpSpPr/>
          <p:nvPr/>
        </p:nvGrpSpPr>
        <p:grpSpPr>
          <a:xfrm>
            <a:off x="576196" y="6224396"/>
            <a:ext cx="10747497" cy="348335"/>
            <a:chOff x="4685665" y="1834757"/>
            <a:chExt cx="10747497" cy="348335"/>
          </a:xfrm>
        </p:grpSpPr>
        <p:sp>
          <p:nvSpPr>
            <p:cNvPr id="6" name="ComponentBackground2">
              <a:extLst>
                <a:ext uri="{FF2B5EF4-FFF2-40B4-BE49-F238E27FC236}">
                  <a16:creationId xmlns:a16="http://schemas.microsoft.com/office/drawing/2014/main" id="{EDA17854-B3EB-1B91-2EAC-5EC54A550858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72463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rgbClr val="000000"/>
                  </a:solidFill>
                  <a:latin typeface="Arial"/>
                  <a:ea typeface="微软雅黑"/>
                </a:rPr>
                <a:t>IDE</a:t>
              </a:r>
              <a:r>
                <a:rPr kumimoji="1" lang="zh-CN" altLang="en-US" sz="1200" b="1" kern="0">
                  <a:solidFill>
                    <a:srgbClr val="000000"/>
                  </a:solidFill>
                  <a:latin typeface="Arial"/>
                  <a:ea typeface="微软雅黑"/>
                </a:rPr>
                <a:t>：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集成开发环境（</a:t>
              </a:r>
              <a:r>
                <a:rPr kumimoji="1" lang="en-US" altLang="zh-CN" sz="1200" b="1" kern="0">
                  <a:solidFill>
                    <a:srgbClr val="C00000"/>
                  </a:solidFill>
                  <a:ea typeface="微软雅黑"/>
                </a:rPr>
                <a:t>I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ntegrated </a:t>
              </a:r>
              <a:r>
                <a:rPr kumimoji="1" lang="en-US" altLang="zh-CN" sz="1200" b="1" kern="0">
                  <a:solidFill>
                    <a:srgbClr val="C00000"/>
                  </a:solidFill>
                  <a:ea typeface="微软雅黑"/>
                </a:rPr>
                <a:t>D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evelopment </a:t>
              </a:r>
              <a:r>
                <a:rPr kumimoji="1" lang="en-US" altLang="zh-CN" sz="1200" b="1" kern="0">
                  <a:solidFill>
                    <a:srgbClr val="C00000"/>
                  </a:solidFill>
                  <a:ea typeface="微软雅黑"/>
                </a:rPr>
                <a:t>E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nvironment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），是集成了代码编写功能、分析功能、调试功能等一体化的集成环境的开发软件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AAC7AFB9-876B-9989-0962-A8DF598BE08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78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5458-CFDF-0B18-13D7-60CA654C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5B71D5-6311-ABAC-DA4F-D9A40375B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PyCharm</a:t>
            </a:r>
            <a:r>
              <a:rPr lang="zh-CN" altLang="en-US"/>
              <a:t>是</a:t>
            </a:r>
            <a:r>
              <a:rPr lang="en-US" altLang="zh-CN"/>
              <a:t>Jetbrains</a:t>
            </a:r>
            <a:r>
              <a:rPr lang="zh-CN" altLang="en-US"/>
              <a:t>公司旗下的一款用于</a:t>
            </a:r>
            <a:r>
              <a:rPr lang="en-US" altLang="zh-CN"/>
              <a:t>Python</a:t>
            </a:r>
            <a:r>
              <a:rPr lang="zh-CN" altLang="en-US"/>
              <a:t>程序开发的</a:t>
            </a:r>
            <a:r>
              <a:rPr lang="en-US" altLang="zh-CN"/>
              <a:t>IDE</a:t>
            </a:r>
            <a:r>
              <a:rPr lang="zh-CN" altLang="en-US"/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EA96605-19AE-75AE-D9FD-169C8054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开发工具</a:t>
            </a:r>
            <a:r>
              <a:rPr lang="en-US" altLang="zh-CN"/>
              <a:t>-PyCharm</a:t>
            </a: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612C5B-4743-74A2-0BC6-561DFE5D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5"/>
          <a:stretch>
            <a:fillRect/>
          </a:stretch>
        </p:blipFill>
        <p:spPr>
          <a:xfrm>
            <a:off x="909698" y="1873997"/>
            <a:ext cx="3336152" cy="1233269"/>
          </a:xfrm>
          <a:prstGeom prst="roundRect">
            <a:avLst>
              <a:gd name="adj" fmla="val 10827"/>
            </a:avLst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51B1AD1-4154-2C8F-DD64-C5DB376E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542" y="1873997"/>
            <a:ext cx="3347656" cy="1230925"/>
          </a:xfrm>
          <a:prstGeom prst="roundRect">
            <a:avLst>
              <a:gd name="adj" fmla="val 10897"/>
            </a:avLst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E0CB76-2933-7154-D1C2-66525A000F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4"/>
          <a:stretch>
            <a:fillRect/>
          </a:stretch>
        </p:blipFill>
        <p:spPr>
          <a:xfrm>
            <a:off x="8344286" y="1873997"/>
            <a:ext cx="3318896" cy="1230925"/>
          </a:xfrm>
          <a:prstGeom prst="roundRect">
            <a:avLst>
              <a:gd name="adj" fmla="val 9935"/>
            </a:avLst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1117DA8-331C-3778-C540-D4A007F0C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98" y="3429000"/>
            <a:ext cx="3336152" cy="1235184"/>
          </a:xfrm>
          <a:prstGeom prst="roundRect">
            <a:avLst>
              <a:gd name="adj" fmla="val 9353"/>
            </a:avLst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0909366-47D3-71BD-4C5E-2917A482A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543" y="3429000"/>
            <a:ext cx="3347656" cy="1225174"/>
          </a:xfrm>
          <a:prstGeom prst="roundRect">
            <a:avLst>
              <a:gd name="adj" fmla="val 10299"/>
            </a:avLst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1A50280-2BFB-1D1D-BB1E-8D54EBF9B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4286" y="3423249"/>
            <a:ext cx="3324649" cy="1230925"/>
          </a:xfrm>
          <a:prstGeom prst="roundRect">
            <a:avLst>
              <a:gd name="adj" fmla="val 9353"/>
            </a:avLst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C50FB2-D57D-7B1D-B809-888BE56D3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621" y="1477165"/>
            <a:ext cx="10889179" cy="5384170"/>
          </a:xfrm>
          <a:prstGeom prst="roundRect">
            <a:avLst>
              <a:gd name="adj" fmla="val 1528"/>
            </a:avLst>
          </a:prstGeom>
        </p:spPr>
      </p:pic>
    </p:spTree>
    <p:extLst>
      <p:ext uri="{BB962C8B-B14F-4D97-AF65-F5344CB8AC3E}">
        <p14:creationId xmlns:p14="http://schemas.microsoft.com/office/powerpoint/2010/main" val="6369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B9A8-6D15-8B36-DD87-6E234F68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01EA8C-2739-62AC-F6DA-D89396D19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下载：</a:t>
            </a:r>
            <a:r>
              <a:rPr lang="en-US" altLang="zh-CN">
                <a:hlinkClick r:id="rId2"/>
              </a:rPr>
              <a:t>https://www.jetbrains.com/pycharm/download/?section=windows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3C84A6-0099-AD11-E4A7-E68379E2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开发工具</a:t>
            </a:r>
            <a:r>
              <a:rPr lang="en-US" altLang="zh-CN"/>
              <a:t>-PyCharm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D1A540B-A8C4-786D-5E0E-E677EBC39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563383"/>
            <a:ext cx="9486900" cy="5081536"/>
          </a:xfrm>
          <a:prstGeom prst="roundRect">
            <a:avLst>
              <a:gd name="adj" fmla="val 1422"/>
            </a:avLst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3E7FB1-662D-3779-92E7-52F32F9CC797}"/>
              </a:ext>
            </a:extLst>
          </p:cNvPr>
          <p:cNvSpPr/>
          <p:nvPr/>
        </p:nvSpPr>
        <p:spPr>
          <a:xfrm>
            <a:off x="1670050" y="2260600"/>
            <a:ext cx="1600200" cy="311150"/>
          </a:xfrm>
          <a:prstGeom prst="roundRect">
            <a:avLst/>
          </a:prstGeom>
          <a:solidFill>
            <a:srgbClr val="00B0F0">
              <a:alpha val="4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EFCCD6-AA7D-C7AD-6288-3BB04368C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174" y="3878714"/>
            <a:ext cx="1746340" cy="450873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526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1EE6-0D79-9252-6060-D30DFBBB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51DEB2-21D1-1580-B92E-8EFFE62EF6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Python</a:t>
            </a:r>
            <a:r>
              <a:rPr lang="zh-CN" altLang="en-US">
                <a:solidFill>
                  <a:srgbClr val="C00000"/>
                </a:solidFill>
              </a:rPr>
              <a:t>入门程序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0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E1AB8A-7F97-EAD2-64B8-490550C1CF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585762"/>
            <a:ext cx="4353053" cy="668338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入门程序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DA50DD1-8974-B80C-9355-BE9DA1CA81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01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DF14-B666-D300-280F-54BA22F1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2AA239-4F9C-0E0F-99A4-23D60A2D4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5" r="352" b="-1"/>
          <a:stretch>
            <a:fillRect/>
          </a:stretch>
        </p:blipFill>
        <p:spPr>
          <a:xfrm>
            <a:off x="6409591" y="2173699"/>
            <a:ext cx="5282401" cy="3808103"/>
          </a:xfrm>
          <a:prstGeom prst="roundRect">
            <a:avLst>
              <a:gd name="adj" fmla="val 1689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3AB266C-C646-EF71-202D-95E999FA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90" y="2173699"/>
            <a:ext cx="5264460" cy="3808103"/>
          </a:xfrm>
          <a:prstGeom prst="roundRect">
            <a:avLst>
              <a:gd name="adj" fmla="val 1689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6D6779-F49A-3295-FD69-8E936C60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3622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打开</a:t>
            </a:r>
            <a:r>
              <a:rPr lang="en-US" altLang="zh-CN" sz="1400"/>
              <a:t>PyCharm</a:t>
            </a:r>
            <a:r>
              <a:rPr lang="zh-CN" altLang="en-US" sz="1400"/>
              <a:t>，创建一个项目</a:t>
            </a:r>
            <a:r>
              <a:rPr lang="en-US" altLang="zh-CN" sz="1400"/>
              <a:t> </a:t>
            </a:r>
            <a:r>
              <a:rPr lang="zh-CN" altLang="en-US" sz="1400"/>
              <a:t>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在项目中新建一个</a:t>
            </a:r>
            <a:r>
              <a:rPr lang="en-US" altLang="zh-CN" sz="1400"/>
              <a:t>python file</a:t>
            </a:r>
            <a:r>
              <a:rPr lang="zh-CN" altLang="en-US" sz="1400"/>
              <a:t>，命名为 </a:t>
            </a:r>
            <a:r>
              <a:rPr lang="en-US" altLang="zh-CN" sz="1400"/>
              <a:t>"01.</a:t>
            </a:r>
            <a:r>
              <a:rPr lang="zh-CN" altLang="en-US" sz="1400"/>
              <a:t>快速入门</a:t>
            </a:r>
            <a:r>
              <a:rPr lang="en-US" altLang="zh-CN" sz="1400"/>
              <a:t>.py" </a:t>
            </a:r>
            <a:r>
              <a:rPr lang="zh-CN" altLang="en-US" sz="1400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71D9E30-34B5-28AB-FC67-9BAF04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入门程序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46B2F17-DF4F-F874-B490-66477B74D031}"/>
              </a:ext>
            </a:extLst>
          </p:cNvPr>
          <p:cNvSpPr/>
          <p:nvPr/>
        </p:nvSpPr>
        <p:spPr>
          <a:xfrm>
            <a:off x="3758360" y="3653846"/>
            <a:ext cx="596096" cy="642395"/>
          </a:xfrm>
          <a:prstGeom prst="roundRect">
            <a:avLst>
              <a:gd name="adj" fmla="val 10275"/>
            </a:avLst>
          </a:prstGeom>
          <a:solidFill>
            <a:srgbClr val="C000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304AC1B-CE5C-F74A-FF70-A56710FB5A1F}"/>
              </a:ext>
            </a:extLst>
          </p:cNvPr>
          <p:cNvSpPr/>
          <p:nvPr/>
        </p:nvSpPr>
        <p:spPr>
          <a:xfrm>
            <a:off x="7524165" y="2915415"/>
            <a:ext cx="553035" cy="1706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715927-2B86-2D6A-C377-A0957AEDB682}"/>
              </a:ext>
            </a:extLst>
          </p:cNvPr>
          <p:cNvCxnSpPr>
            <a:cxnSpLocks/>
          </p:cNvCxnSpPr>
          <p:nvPr/>
        </p:nvCxnSpPr>
        <p:spPr>
          <a:xfrm>
            <a:off x="7422480" y="2576640"/>
            <a:ext cx="153102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BA1A3E4-29FE-25F3-B761-994AE91DC16D}"/>
              </a:ext>
            </a:extLst>
          </p:cNvPr>
          <p:cNvCxnSpPr/>
          <p:nvPr/>
        </p:nvCxnSpPr>
        <p:spPr>
          <a:xfrm flipV="1">
            <a:off x="7425655" y="1892427"/>
            <a:ext cx="0" cy="685800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6581A1E-4D76-1CEA-E6F4-B1F73D9DD358}"/>
              </a:ext>
            </a:extLst>
          </p:cNvPr>
          <p:cNvSpPr/>
          <p:nvPr/>
        </p:nvSpPr>
        <p:spPr>
          <a:xfrm>
            <a:off x="6780178" y="1606361"/>
            <a:ext cx="1432560" cy="284480"/>
          </a:xfrm>
          <a:prstGeom prst="roundRect">
            <a:avLst/>
          </a:prstGeom>
          <a:solidFill>
            <a:srgbClr val="AD2B2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项目的磁盘存储路径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347292A-235C-2DC7-1DFE-74295565C970}"/>
              </a:ext>
            </a:extLst>
          </p:cNvPr>
          <p:cNvCxnSpPr>
            <a:cxnSpLocks/>
          </p:cNvCxnSpPr>
          <p:nvPr/>
        </p:nvCxnSpPr>
        <p:spPr>
          <a:xfrm flipV="1">
            <a:off x="9010545" y="1871791"/>
            <a:ext cx="0" cy="736599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9D7B7B4-C5DB-7212-8DA3-0BB657822368}"/>
              </a:ext>
            </a:extLst>
          </p:cNvPr>
          <p:cNvCxnSpPr>
            <a:cxnSpLocks/>
          </p:cNvCxnSpPr>
          <p:nvPr/>
        </p:nvCxnSpPr>
        <p:spPr>
          <a:xfrm>
            <a:off x="8526358" y="2608390"/>
            <a:ext cx="48418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3A1FB34-B60A-8DC6-2F20-8EF107A1C1BE}"/>
              </a:ext>
            </a:extLst>
          </p:cNvPr>
          <p:cNvSpPr/>
          <p:nvPr/>
        </p:nvSpPr>
        <p:spPr>
          <a:xfrm>
            <a:off x="8701946" y="1587311"/>
            <a:ext cx="612927" cy="284480"/>
          </a:xfrm>
          <a:prstGeom prst="roundRect">
            <a:avLst/>
          </a:prstGeom>
          <a:solidFill>
            <a:srgbClr val="AD2B2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项目名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288DE45-0CA1-471E-2059-EA22F9FFF3A0}"/>
              </a:ext>
            </a:extLst>
          </p:cNvPr>
          <p:cNvSpPr/>
          <p:nvPr/>
        </p:nvSpPr>
        <p:spPr>
          <a:xfrm>
            <a:off x="10788651" y="5739284"/>
            <a:ext cx="476250" cy="24251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A2B501C-D2DD-23D3-56B7-0EA2301D2150}"/>
              </a:ext>
            </a:extLst>
          </p:cNvPr>
          <p:cNvCxnSpPr>
            <a:cxnSpLocks/>
          </p:cNvCxnSpPr>
          <p:nvPr/>
        </p:nvCxnSpPr>
        <p:spPr>
          <a:xfrm flipH="1">
            <a:off x="11026774" y="5346700"/>
            <a:ext cx="476250" cy="373534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90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6" grpId="0" animBg="1"/>
      <p:bldP spid="32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E11783-A908-C5F8-35C1-42556542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3622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打开</a:t>
            </a:r>
            <a:r>
              <a:rPr lang="en-US" altLang="zh-CN" sz="1400"/>
              <a:t>PyCharm</a:t>
            </a:r>
            <a:r>
              <a:rPr lang="zh-CN" altLang="en-US" sz="1400"/>
              <a:t>，创建一个项目</a:t>
            </a:r>
            <a:r>
              <a:rPr lang="en-US" altLang="zh-CN" sz="1400"/>
              <a:t> </a:t>
            </a:r>
            <a:r>
              <a:rPr lang="zh-CN" altLang="en-US" sz="1400"/>
              <a:t>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在项目中新建一个</a:t>
            </a:r>
            <a:r>
              <a:rPr lang="en-US" altLang="zh-CN" sz="1400"/>
              <a:t>python file</a:t>
            </a:r>
            <a:r>
              <a:rPr lang="zh-CN" altLang="en-US" sz="1400"/>
              <a:t>，命名为 </a:t>
            </a:r>
            <a:r>
              <a:rPr lang="en-US" altLang="zh-CN" sz="1400"/>
              <a:t>"01.</a:t>
            </a:r>
            <a:r>
              <a:rPr lang="zh-CN" altLang="en-US" sz="1400"/>
              <a:t>快速入门</a:t>
            </a:r>
            <a:r>
              <a:rPr lang="en-US" altLang="zh-CN" sz="1400"/>
              <a:t>.py" </a:t>
            </a:r>
            <a:r>
              <a:rPr lang="zh-CN" altLang="en-US" sz="1400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3FC6940-405D-F497-42DF-7005EF71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入门程序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3B361DF-26D8-BB5D-1B38-7ABFE50E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7" y="2107740"/>
            <a:ext cx="5271465" cy="339136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grpSp>
        <p:nvGrpSpPr>
          <p:cNvPr id="37" name="组合 2">
            <a:extLst>
              <a:ext uri="{FF2B5EF4-FFF2-40B4-BE49-F238E27FC236}">
                <a16:creationId xmlns:a16="http://schemas.microsoft.com/office/drawing/2014/main" id="{89E3ADC3-EDBB-A6F9-2DAC-0B24B4C030E9}"/>
              </a:ext>
            </a:extLst>
          </p:cNvPr>
          <p:cNvGrpSpPr/>
          <p:nvPr/>
        </p:nvGrpSpPr>
        <p:grpSpPr>
          <a:xfrm>
            <a:off x="7157094" y="2107740"/>
            <a:ext cx="4121539" cy="1724074"/>
            <a:chOff x="2297720" y="3660322"/>
            <a:chExt cx="4541171" cy="1724177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03CE536-2502-224E-3993-EE1209E132C6}"/>
                </a:ext>
              </a:extLst>
            </p:cNvPr>
            <p:cNvSpPr/>
            <p:nvPr/>
          </p:nvSpPr>
          <p:spPr>
            <a:xfrm>
              <a:off x="2297728" y="3660322"/>
              <a:ext cx="4541163" cy="1724177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输出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Hello World</a:t>
              </a:r>
              <a:br>
                <a:rPr lang="en-US" altLang="zh-CN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"Hello World"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0080"/>
                  </a:solidFill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"Hello Python"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39" name="矩形: 圆顶角 38">
              <a:extLst>
                <a:ext uri="{FF2B5EF4-FFF2-40B4-BE49-F238E27FC236}">
                  <a16:creationId xmlns:a16="http://schemas.microsoft.com/office/drawing/2014/main" id="{221EAC91-D618-EA6A-59B6-D1D66D8D4AF9}"/>
                </a:ext>
              </a:extLst>
            </p:cNvPr>
            <p:cNvSpPr/>
            <p:nvPr/>
          </p:nvSpPr>
          <p:spPr>
            <a:xfrm>
              <a:off x="2297720" y="3660322"/>
              <a:ext cx="454116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01.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快速入门</a:t>
              </a:r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.py</a:t>
              </a: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EB14F8E-6941-3753-3935-D939382887B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F752C19-A341-98D4-F27C-E1EE976E1FF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F5A8DF6-2961-91A8-8371-D2FD3F4CDCF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3CE52DD-292A-A5E7-994C-22FBF422C670}"/>
              </a:ext>
            </a:extLst>
          </p:cNvPr>
          <p:cNvGrpSpPr/>
          <p:nvPr/>
        </p:nvGrpSpPr>
        <p:grpSpPr>
          <a:xfrm>
            <a:off x="889181" y="6211696"/>
            <a:ext cx="10463662" cy="348335"/>
            <a:chOff x="4685665" y="1834757"/>
            <a:chExt cx="10535544" cy="348335"/>
          </a:xfrm>
        </p:grpSpPr>
        <p:sp>
          <p:nvSpPr>
            <p:cNvPr id="44" name="ComponentBackground2">
              <a:extLst>
                <a:ext uri="{FF2B5EF4-FFF2-40B4-BE49-F238E27FC236}">
                  <a16:creationId xmlns:a16="http://schemas.microsoft.com/office/drawing/2014/main" id="{2FAFFCE2-2FC9-0FF2-582D-584C1D35BE1B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注释：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就是对代码的解释和说明，是给开发人员看的，目的就是为了开发人员容易看懂程序，计算机（</a:t>
              </a:r>
              <a:r>
                <a:rPr kumimoji="1" lang="en-US" altLang="zh-CN" sz="1200" kern="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解释器）会完全忽略它。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5" name="Shape2">
              <a:extLst>
                <a:ext uri="{FF2B5EF4-FFF2-40B4-BE49-F238E27FC236}">
                  <a16:creationId xmlns:a16="http://schemas.microsoft.com/office/drawing/2014/main" id="{F180BDD0-FE04-0A93-01F1-7C794B57D85D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742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AE6635-4A6C-51FF-B046-60EA845AD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1101" y="1359879"/>
            <a:ext cx="7462716" cy="352962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文件的后缀名</a:t>
            </a:r>
            <a:r>
              <a:rPr lang="en-US" altLang="zh-CN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注释是什么</a:t>
            </a:r>
            <a:r>
              <a:rPr lang="en-US" altLang="zh-CN"/>
              <a:t>? </a:t>
            </a:r>
            <a:r>
              <a:rPr lang="zh-CN" altLang="en-US"/>
              <a:t>具体的写法</a:t>
            </a:r>
            <a:r>
              <a:rPr lang="en-US" altLang="zh-CN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注释的快捷键？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注意事项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>
                <a:solidFill>
                  <a:srgbClr val="C00000"/>
                </a:solidFill>
              </a:rPr>
              <a:t>编写代码时，所有的符号全部使用英文符号</a:t>
            </a:r>
            <a:endParaRPr lang="en-US" altLang="zh-CN" sz="1400">
              <a:solidFill>
                <a:srgbClr val="C00000"/>
              </a:solidFill>
            </a:endParaRPr>
          </a:p>
          <a:p>
            <a:pPr marL="6120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>
                <a:solidFill>
                  <a:srgbClr val="C00000"/>
                </a:solidFill>
              </a:rPr>
              <a:t>Python</a:t>
            </a:r>
            <a:r>
              <a:rPr lang="zh-CN" altLang="en-US" sz="1400">
                <a:solidFill>
                  <a:srgbClr val="C00000"/>
                </a:solidFill>
              </a:rPr>
              <a:t>中使用分号</a:t>
            </a:r>
            <a:r>
              <a:rPr lang="en-US" altLang="zh-CN" sz="1400">
                <a:solidFill>
                  <a:srgbClr val="C00000"/>
                </a:solidFill>
              </a:rPr>
              <a:t>(;)</a:t>
            </a:r>
            <a:r>
              <a:rPr lang="zh-CN" altLang="en-US" sz="1400">
                <a:solidFill>
                  <a:srgbClr val="C00000"/>
                </a:solidFill>
              </a:rPr>
              <a:t>作为语句分隔符，使用换行作为终止符</a:t>
            </a:r>
            <a:endParaRPr lang="en-US" altLang="zh-CN" sz="140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50D7CD-D6E1-F2D5-276E-4B3E755BA050}"/>
              </a:ext>
            </a:extLst>
          </p:cNvPr>
          <p:cNvSpPr txBox="1"/>
          <p:nvPr/>
        </p:nvSpPr>
        <p:spPr>
          <a:xfrm>
            <a:off x="6559897" y="184183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xxx.py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448349-7BBC-9F08-CCC2-162ABE077F87}"/>
              </a:ext>
            </a:extLst>
          </p:cNvPr>
          <p:cNvSpPr txBox="1"/>
          <p:nvPr/>
        </p:nvSpPr>
        <p:spPr>
          <a:xfrm>
            <a:off x="6559897" y="2359330"/>
            <a:ext cx="47179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# </a:t>
            </a:r>
            <a:r>
              <a:rPr lang="zh-CN" altLang="en-US" sz="1600">
                <a:solidFill>
                  <a:srgbClr val="C00000"/>
                </a:solidFill>
              </a:rPr>
              <a:t>开头</a:t>
            </a:r>
            <a:r>
              <a:rPr lang="en-US" altLang="zh-CN" sz="1600">
                <a:solidFill>
                  <a:srgbClr val="C00000"/>
                </a:solidFill>
              </a:rPr>
              <a:t>(</a:t>
            </a:r>
            <a:r>
              <a:rPr lang="zh-CN" altLang="en-US" sz="1600">
                <a:solidFill>
                  <a:srgbClr val="C00000"/>
                </a:solidFill>
              </a:rPr>
              <a:t>对代码进行解释说明的，给开发人员看的</a:t>
            </a:r>
            <a:r>
              <a:rPr lang="en-US" altLang="zh-CN" sz="1600">
                <a:solidFill>
                  <a:srgbClr val="C00000"/>
                </a:solidFill>
              </a:rPr>
              <a:t>)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CC4A85-F0BE-C7A1-CCC7-4270A0B1FF88}"/>
              </a:ext>
            </a:extLst>
          </p:cNvPr>
          <p:cNvSpPr txBox="1"/>
          <p:nvPr/>
        </p:nvSpPr>
        <p:spPr>
          <a:xfrm>
            <a:off x="6559897" y="2876830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Ctrl</a:t>
            </a:r>
            <a:r>
              <a:rPr lang="zh-CN" altLang="en-US" sz="1600">
                <a:solidFill>
                  <a:srgbClr val="C00000"/>
                </a:solidFill>
              </a:rPr>
              <a:t> </a:t>
            </a:r>
            <a:r>
              <a:rPr lang="en-US" altLang="zh-CN" sz="1600">
                <a:solidFill>
                  <a:srgbClr val="C00000"/>
                </a:solidFill>
              </a:rPr>
              <a:t>+ /</a:t>
            </a:r>
          </a:p>
        </p:txBody>
      </p:sp>
    </p:spTree>
    <p:extLst>
      <p:ext uri="{BB962C8B-B14F-4D97-AF65-F5344CB8AC3E}">
        <p14:creationId xmlns:p14="http://schemas.microsoft.com/office/powerpoint/2010/main" val="11077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8794-CF1B-3EAB-7F2D-9984C7E6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A91FCEA-524A-42B0-E848-16675094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入门程序剖析</a:t>
            </a:r>
            <a:r>
              <a:rPr lang="en-US" altLang="zh-CN"/>
              <a:t>-</a:t>
            </a:r>
            <a:r>
              <a:rPr lang="zh-CN" altLang="en-US"/>
              <a:t>目录结构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FC78F7D-325B-DF78-7D10-8A6643C72D78}"/>
              </a:ext>
            </a:extLst>
          </p:cNvPr>
          <p:cNvGrpSpPr/>
          <p:nvPr/>
        </p:nvGrpSpPr>
        <p:grpSpPr>
          <a:xfrm>
            <a:off x="5492707" y="1154635"/>
            <a:ext cx="2963916" cy="1210194"/>
            <a:chOff x="5492707" y="1154635"/>
            <a:chExt cx="2963916" cy="121019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151B385-BC95-4209-E306-6C09A9B37973}"/>
                </a:ext>
              </a:extLst>
            </p:cNvPr>
            <p:cNvSpPr/>
            <p:nvPr/>
          </p:nvSpPr>
          <p:spPr>
            <a:xfrm>
              <a:off x="5492707" y="1154635"/>
              <a:ext cx="2963916" cy="1210194"/>
            </a:xfrm>
            <a:prstGeom prst="roundRect">
              <a:avLst>
                <a:gd name="adj" fmla="val 4347"/>
              </a:avLst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670D264-B00C-7D4C-21D4-8C093FF96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9430" y="1215269"/>
              <a:ext cx="2782963" cy="1110302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D95974D-5702-AFBA-B211-7EAC41322BED}"/>
              </a:ext>
            </a:extLst>
          </p:cNvPr>
          <p:cNvGrpSpPr/>
          <p:nvPr/>
        </p:nvGrpSpPr>
        <p:grpSpPr>
          <a:xfrm>
            <a:off x="5492702" y="2823903"/>
            <a:ext cx="2963916" cy="1210194"/>
            <a:chOff x="5492707" y="1154635"/>
            <a:chExt cx="2963916" cy="121019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A7B2019-1B29-B083-4413-C42C7E006F39}"/>
                </a:ext>
              </a:extLst>
            </p:cNvPr>
            <p:cNvSpPr/>
            <p:nvPr/>
          </p:nvSpPr>
          <p:spPr>
            <a:xfrm>
              <a:off x="5492707" y="1154635"/>
              <a:ext cx="2963916" cy="1210194"/>
            </a:xfrm>
            <a:prstGeom prst="roundRect">
              <a:avLst>
                <a:gd name="adj" fmla="val 4347"/>
              </a:avLst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E55B43D-7527-DCEB-FE24-41A9F7E16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9435" y="1209311"/>
              <a:ext cx="2782963" cy="1110302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C9A3FAE-F779-99F5-B230-C05B2BA1814A}"/>
              </a:ext>
            </a:extLst>
          </p:cNvPr>
          <p:cNvGrpSpPr/>
          <p:nvPr/>
        </p:nvGrpSpPr>
        <p:grpSpPr>
          <a:xfrm>
            <a:off x="5492702" y="4493171"/>
            <a:ext cx="2963916" cy="1210194"/>
            <a:chOff x="5492707" y="1154635"/>
            <a:chExt cx="2963916" cy="121019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5CEA8801-0B8C-DAFC-C27F-327E3F99C7C7}"/>
                </a:ext>
              </a:extLst>
            </p:cNvPr>
            <p:cNvSpPr/>
            <p:nvPr/>
          </p:nvSpPr>
          <p:spPr>
            <a:xfrm>
              <a:off x="5492707" y="1154635"/>
              <a:ext cx="2963916" cy="1210194"/>
            </a:xfrm>
            <a:prstGeom prst="roundRect">
              <a:avLst>
                <a:gd name="adj" fmla="val 4347"/>
              </a:avLst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6895A43-4FB6-67EC-F816-672E310C8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9434" y="1202423"/>
              <a:ext cx="2782963" cy="1110302"/>
            </a:xfrm>
            <a:prstGeom prst="rect">
              <a:avLst/>
            </a:prstGeom>
          </p:spPr>
        </p:pic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EB2271-6DF0-538B-538E-E1271EC878F6}"/>
              </a:ext>
            </a:extLst>
          </p:cNvPr>
          <p:cNvCxnSpPr>
            <a:cxnSpLocks/>
          </p:cNvCxnSpPr>
          <p:nvPr/>
        </p:nvCxnSpPr>
        <p:spPr>
          <a:xfrm flipV="1">
            <a:off x="6047652" y="904892"/>
            <a:ext cx="3008061" cy="507698"/>
          </a:xfrm>
          <a:prstGeom prst="bentConnector3">
            <a:avLst>
              <a:gd name="adj1" fmla="val 105"/>
            </a:avLst>
          </a:prstGeom>
          <a:ln w="12700">
            <a:solidFill>
              <a:schemeClr val="tx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2550C99-B234-5B26-88B9-EE9BB3347606}"/>
              </a:ext>
            </a:extLst>
          </p:cNvPr>
          <p:cNvSpPr txBox="1"/>
          <p:nvPr/>
        </p:nvSpPr>
        <p:spPr>
          <a:xfrm>
            <a:off x="9137693" y="751003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保存项目的配置信息</a:t>
            </a:r>
          </a:p>
        </p:txBody>
      </p:sp>
      <p:cxnSp>
        <p:nvCxnSpPr>
          <p:cNvPr id="38" name="直接箭头连接符 28">
            <a:extLst>
              <a:ext uri="{FF2B5EF4-FFF2-40B4-BE49-F238E27FC236}">
                <a16:creationId xmlns:a16="http://schemas.microsoft.com/office/drawing/2014/main" id="{90EF0137-EF42-A3BD-2931-F10003776599}"/>
              </a:ext>
            </a:extLst>
          </p:cNvPr>
          <p:cNvCxnSpPr>
            <a:cxnSpLocks/>
          </p:cNvCxnSpPr>
          <p:nvPr/>
        </p:nvCxnSpPr>
        <p:spPr>
          <a:xfrm>
            <a:off x="7020910" y="2162256"/>
            <a:ext cx="1984353" cy="380105"/>
          </a:xfrm>
          <a:prstGeom prst="bentConnector3">
            <a:avLst>
              <a:gd name="adj1" fmla="val 424"/>
            </a:avLst>
          </a:prstGeom>
          <a:ln w="12700">
            <a:solidFill>
              <a:schemeClr val="tx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250F5D5-9C61-0780-DB8C-B1E424C47997}"/>
              </a:ext>
            </a:extLst>
          </p:cNvPr>
          <p:cNvSpPr txBox="1"/>
          <p:nvPr/>
        </p:nvSpPr>
        <p:spPr>
          <a:xfrm>
            <a:off x="9137693" y="2388472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虚拟环境</a:t>
            </a:r>
            <a:r>
              <a:rPr lang="en-US" altLang="zh-CN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保存项目的环境信息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ABB0765-0AB3-766C-EE2B-9B9C71A95B6E}"/>
              </a:ext>
            </a:extLst>
          </p:cNvPr>
          <p:cNvGrpSpPr/>
          <p:nvPr/>
        </p:nvGrpSpPr>
        <p:grpSpPr>
          <a:xfrm>
            <a:off x="632561" y="6347433"/>
            <a:ext cx="11153740" cy="348335"/>
            <a:chOff x="4685665" y="1834757"/>
            <a:chExt cx="10535544" cy="348335"/>
          </a:xfrm>
        </p:grpSpPr>
        <p:sp>
          <p:nvSpPr>
            <p:cNvPr id="45" name="ComponentBackground2">
              <a:extLst>
                <a:ext uri="{FF2B5EF4-FFF2-40B4-BE49-F238E27FC236}">
                  <a16:creationId xmlns:a16="http://schemas.microsoft.com/office/drawing/2014/main" id="{31B0AEE3-30BE-88A8-1DE5-CD491E315E58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通过虚拟的运行环境</a:t>
              </a:r>
              <a:r>
                <a:rPr kumimoji="1" lang="en-US" altLang="zh-CN" sz="1200" kern="0">
                  <a:solidFill>
                    <a:srgbClr val="000000"/>
                  </a:solidFill>
                  <a:latin typeface="Arial"/>
                  <a:ea typeface="微软雅黑"/>
                </a:rPr>
                <a:t>.venv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，可以保证每一个</a:t>
              </a:r>
              <a:r>
                <a:rPr kumimoji="1" lang="en-US" altLang="zh-CN" sz="1200" kern="0">
                  <a:solidFill>
                    <a:srgbClr val="000000"/>
                  </a:solidFill>
                  <a:latin typeface="Arial"/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项目都在一个相对独立的隔离的运行环境中运行，项目与项目之间互不影响。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Shape2">
              <a:extLst>
                <a:ext uri="{FF2B5EF4-FFF2-40B4-BE49-F238E27FC236}">
                  <a16:creationId xmlns:a16="http://schemas.microsoft.com/office/drawing/2014/main" id="{18C5DE2C-4FA8-A99B-5DCC-C9546BB18A82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2D33A43-D44A-9AEF-6009-2360F0C68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9" b="1090"/>
          <a:stretch>
            <a:fillRect/>
          </a:stretch>
        </p:blipFill>
        <p:spPr>
          <a:xfrm>
            <a:off x="729610" y="1609941"/>
            <a:ext cx="4649395" cy="3374809"/>
          </a:xfrm>
          <a:prstGeom prst="roundRect">
            <a:avLst>
              <a:gd name="adj" fmla="val 1238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777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C377-81F5-D6D9-54A5-6B5E9ED4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203361-3B50-2E01-3BF5-FBADAB882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31017"/>
            <a:ext cx="4308320" cy="110098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主题颜色的配置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字体</a:t>
            </a:r>
            <a:r>
              <a:rPr lang="en-US" altLang="zh-CN"/>
              <a:t>(</a:t>
            </a:r>
            <a:r>
              <a:rPr lang="zh-CN" altLang="en-US"/>
              <a:t>类型、大小、行高</a:t>
            </a:r>
            <a:r>
              <a:rPr lang="en-US" altLang="zh-CN"/>
              <a:t>)</a:t>
            </a:r>
            <a:r>
              <a:rPr lang="zh-CN" altLang="en-US"/>
              <a:t>的配置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C3DF3F6-CE6A-7A97-71DE-DD6ED912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入门程序剖析</a:t>
            </a:r>
            <a:r>
              <a:rPr lang="en-US" altLang="zh-CN"/>
              <a:t>-PyCharm</a:t>
            </a:r>
            <a:r>
              <a:rPr lang="zh-CN" altLang="en-US"/>
              <a:t>配置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0FC99A-7354-AB61-079D-968EF948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959" y="1140566"/>
            <a:ext cx="7340841" cy="5217169"/>
          </a:xfrm>
          <a:prstGeom prst="roundRect">
            <a:avLst>
              <a:gd name="adj" fmla="val 844"/>
            </a:avLst>
          </a:prstGeom>
        </p:spPr>
      </p:pic>
    </p:spTree>
    <p:extLst>
      <p:ext uri="{BB962C8B-B14F-4D97-AF65-F5344CB8AC3E}">
        <p14:creationId xmlns:p14="http://schemas.microsoft.com/office/powerpoint/2010/main" val="4112415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33C6557-B76A-BF94-2AFE-FB7BB9BB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2838E5-069C-75B6-298E-FD7B30CB1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在控制台输出一首诗，分为六行输出，其最终输出的形式为：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7CFC05-1FB9-1FE1-7B8E-64A2579A7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39800"/>
            <a:ext cx="1917700" cy="19177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AA45D1-EBCE-F0DA-C351-9B532E0B9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623" y="1584479"/>
            <a:ext cx="2708327" cy="20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60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9A21-F071-C577-33E7-B6F34F77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B4FF6BE-4372-E23A-DD43-8EDF3EAB4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4036</TotalTime>
  <Words>1213</Words>
  <Application>Microsoft Office PowerPoint</Application>
  <PresentationFormat>宽屏</PresentationFormat>
  <Paragraphs>145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55" baseType="lpstr">
      <vt:lpstr>Alibaba PuHuiTi B</vt:lpstr>
      <vt:lpstr>阿里巴巴普惠体 Heavy</vt:lpstr>
      <vt:lpstr>阿里巴巴普惠体 Medium</vt:lpstr>
      <vt:lpstr>等线</vt:lpstr>
      <vt:lpstr>汉仪尚巍流云体简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Source Code Pro</vt:lpstr>
      <vt:lpstr>Source Code Pro Black</vt:lpstr>
      <vt:lpstr>Wingdings</vt:lpstr>
      <vt:lpstr>内容模板</vt:lpstr>
      <vt:lpstr>封面</vt:lpstr>
      <vt:lpstr>章节目录模板</vt:lpstr>
      <vt:lpstr>小结思考模板2</vt:lpstr>
      <vt:lpstr>Python启航</vt:lpstr>
      <vt:lpstr>Python初识</vt:lpstr>
      <vt:lpstr>Python初识</vt:lpstr>
      <vt:lpstr>Python初识</vt:lpstr>
      <vt:lpstr>Python应用范围</vt:lpstr>
      <vt:lpstr>Python应用范围</vt:lpstr>
      <vt:lpstr>Python初识</vt:lpstr>
      <vt:lpstr>PowerPoint 演示文稿</vt:lpstr>
      <vt:lpstr>Python</vt:lpstr>
      <vt:lpstr>Python</vt:lpstr>
      <vt:lpstr>PowerPoint 演示文稿</vt:lpstr>
      <vt:lpstr>Python安装</vt:lpstr>
      <vt:lpstr>Python安装</vt:lpstr>
      <vt:lpstr>PowerPoint 演示文稿</vt:lpstr>
      <vt:lpstr>Python程序初体验</vt:lpstr>
      <vt:lpstr>Python程序初体验</vt:lpstr>
      <vt:lpstr>PowerPoint 演示文稿</vt:lpstr>
      <vt:lpstr>常见问题</vt:lpstr>
      <vt:lpstr>常见问题-解决方案</vt:lpstr>
      <vt:lpstr>常见问题-解决方案</vt:lpstr>
      <vt:lpstr>PowerPoint 演示文稿</vt:lpstr>
      <vt:lpstr>PowerPoint 演示文稿</vt:lpstr>
      <vt:lpstr>Python开发工具</vt:lpstr>
      <vt:lpstr>Python开发工具</vt:lpstr>
      <vt:lpstr>Python开发工具-PyCharm</vt:lpstr>
      <vt:lpstr>Python开发工具-PyCharm</vt:lpstr>
      <vt:lpstr>PowerPoint 演示文稿</vt:lpstr>
      <vt:lpstr>PowerPoint 演示文稿</vt:lpstr>
      <vt:lpstr>Python入门程序</vt:lpstr>
      <vt:lpstr>Python入门程序</vt:lpstr>
      <vt:lpstr>PowerPoint 演示文稿</vt:lpstr>
      <vt:lpstr>Python入门程序剖析-目录结构</vt:lpstr>
      <vt:lpstr>Python入门程序剖析-PyCharm配置</vt:lpstr>
      <vt:lpstr>完成如下需求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547</cp:revision>
  <cp:lastPrinted>2022-05-29T16:00:00Z</cp:lastPrinted>
  <dcterms:created xsi:type="dcterms:W3CDTF">2022-05-29T16:00:00Z</dcterms:created>
  <dcterms:modified xsi:type="dcterms:W3CDTF">2025-11-23T14:23:37Z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