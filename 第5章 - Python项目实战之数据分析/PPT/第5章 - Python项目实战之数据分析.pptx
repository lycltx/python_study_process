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62"/>
  </p:notesMasterIdLst>
  <p:handoutMasterIdLst>
    <p:handoutMasterId r:id="rId63"/>
  </p:handoutMasterIdLst>
  <p:sldIdLst>
    <p:sldId id="754" r:id="rId5"/>
    <p:sldId id="1018" r:id="rId6"/>
    <p:sldId id="1019" r:id="rId7"/>
    <p:sldId id="1020" r:id="rId8"/>
    <p:sldId id="970" r:id="rId9"/>
    <p:sldId id="971" r:id="rId10"/>
    <p:sldId id="923" r:id="rId11"/>
    <p:sldId id="972" r:id="rId12"/>
    <p:sldId id="974" r:id="rId13"/>
    <p:sldId id="1022" r:id="rId14"/>
    <p:sldId id="984" r:id="rId15"/>
    <p:sldId id="985" r:id="rId16"/>
    <p:sldId id="973" r:id="rId17"/>
    <p:sldId id="975" r:id="rId18"/>
    <p:sldId id="976" r:id="rId19"/>
    <p:sldId id="977" r:id="rId20"/>
    <p:sldId id="978" r:id="rId21"/>
    <p:sldId id="979" r:id="rId22"/>
    <p:sldId id="980" r:id="rId23"/>
    <p:sldId id="986" r:id="rId24"/>
    <p:sldId id="981" r:id="rId25"/>
    <p:sldId id="997" r:id="rId26"/>
    <p:sldId id="996" r:id="rId27"/>
    <p:sldId id="999" r:id="rId28"/>
    <p:sldId id="1023" r:id="rId29"/>
    <p:sldId id="1000" r:id="rId30"/>
    <p:sldId id="983" r:id="rId31"/>
    <p:sldId id="987" r:id="rId32"/>
    <p:sldId id="1001" r:id="rId33"/>
    <p:sldId id="988" r:id="rId34"/>
    <p:sldId id="991" r:id="rId35"/>
    <p:sldId id="989" r:id="rId36"/>
    <p:sldId id="990" r:id="rId37"/>
    <p:sldId id="1002" r:id="rId38"/>
    <p:sldId id="1003" r:id="rId39"/>
    <p:sldId id="1024" r:id="rId40"/>
    <p:sldId id="1025" r:id="rId41"/>
    <p:sldId id="1004" r:id="rId42"/>
    <p:sldId id="992" r:id="rId43"/>
    <p:sldId id="993" r:id="rId44"/>
    <p:sldId id="994" r:id="rId45"/>
    <p:sldId id="995" r:id="rId46"/>
    <p:sldId id="1013" r:id="rId47"/>
    <p:sldId id="1005" r:id="rId48"/>
    <p:sldId id="1015" r:id="rId49"/>
    <p:sldId id="1016" r:id="rId50"/>
    <p:sldId id="1006" r:id="rId51"/>
    <p:sldId id="1017" r:id="rId52"/>
    <p:sldId id="1007" r:id="rId53"/>
    <p:sldId id="1008" r:id="rId54"/>
    <p:sldId id="1027" r:id="rId55"/>
    <p:sldId id="1021" r:id="rId56"/>
    <p:sldId id="1026" r:id="rId57"/>
    <p:sldId id="1028" r:id="rId58"/>
    <p:sldId id="1010" r:id="rId59"/>
    <p:sldId id="1011" r:id="rId60"/>
    <p:sldId id="288" r:id="rId61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D99CA-8C89-4D82-B9AC-5A66DF586B19}">
          <p14:sldIdLst>
            <p14:sldId id="754"/>
            <p14:sldId id="1018"/>
            <p14:sldId id="1019"/>
            <p14:sldId id="1020"/>
            <p14:sldId id="970"/>
            <p14:sldId id="971"/>
            <p14:sldId id="923"/>
            <p14:sldId id="972"/>
            <p14:sldId id="974"/>
            <p14:sldId id="1022"/>
            <p14:sldId id="984"/>
            <p14:sldId id="985"/>
            <p14:sldId id="973"/>
            <p14:sldId id="975"/>
            <p14:sldId id="976"/>
            <p14:sldId id="977"/>
            <p14:sldId id="978"/>
            <p14:sldId id="979"/>
            <p14:sldId id="980"/>
            <p14:sldId id="986"/>
            <p14:sldId id="981"/>
            <p14:sldId id="997"/>
            <p14:sldId id="996"/>
            <p14:sldId id="999"/>
            <p14:sldId id="1023"/>
            <p14:sldId id="1000"/>
            <p14:sldId id="983"/>
            <p14:sldId id="987"/>
            <p14:sldId id="1001"/>
            <p14:sldId id="988"/>
            <p14:sldId id="991"/>
            <p14:sldId id="989"/>
            <p14:sldId id="990"/>
            <p14:sldId id="1002"/>
            <p14:sldId id="1003"/>
            <p14:sldId id="1024"/>
            <p14:sldId id="1025"/>
            <p14:sldId id="1004"/>
            <p14:sldId id="992"/>
            <p14:sldId id="993"/>
            <p14:sldId id="994"/>
            <p14:sldId id="995"/>
            <p14:sldId id="1013"/>
            <p14:sldId id="1005"/>
            <p14:sldId id="1015"/>
            <p14:sldId id="1016"/>
            <p14:sldId id="1006"/>
            <p14:sldId id="1017"/>
            <p14:sldId id="1007"/>
            <p14:sldId id="1008"/>
            <p14:sldId id="1027"/>
            <p14:sldId id="1021"/>
            <p14:sldId id="1026"/>
            <p14:sldId id="1028"/>
            <p14:sldId id="1010"/>
            <p14:sldId id="1011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92D050"/>
    <a:srgbClr val="F2F2F2"/>
    <a:srgbClr val="2A7EB8"/>
    <a:srgbClr val="FDFDFD"/>
    <a:srgbClr val="0000FF"/>
    <a:srgbClr val="AD2B26"/>
    <a:srgbClr val="067D17"/>
    <a:srgbClr val="06BB9A"/>
    <a:srgbClr val="8C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8" autoAdjust="0"/>
    <p:restoredTop sz="94816" autoAdjust="0"/>
  </p:normalViewPr>
  <p:slideViewPr>
    <p:cSldViewPr snapToGrid="0" showGuides="1">
      <p:cViewPr>
        <p:scale>
          <a:sx n="100" d="100"/>
          <a:sy n="100" d="100"/>
        </p:scale>
        <p:origin x="4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爬虫入门</a:t>
            </a:r>
            <a:endParaRPr lang="en-US" altLang="zh-CN"/>
          </a:p>
          <a:p>
            <a:r>
              <a:rPr lang="zh-CN" altLang="en-US"/>
              <a:t>  爬虫的工作流程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爬虫的合法与合规性</a:t>
            </a:r>
            <a:r>
              <a:rPr lang="en-US" altLang="zh-CN"/>
              <a:t>(robots</a:t>
            </a:r>
            <a:r>
              <a:rPr lang="zh-CN" altLang="en-US"/>
              <a:t>协议</a:t>
            </a:r>
            <a:r>
              <a:rPr lang="en-US" altLang="zh-CN"/>
              <a:t>)</a:t>
            </a:r>
          </a:p>
          <a:p>
            <a:r>
              <a:rPr lang="en-US" altLang="zh-CN"/>
              <a:t>  </a:t>
            </a:r>
            <a:r>
              <a:rPr lang="zh-CN" altLang="en-US"/>
              <a:t>爬虫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526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3F3AC-193B-8135-F25C-9988ACD5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BF6D79-4724-5917-E048-D8CE732CF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BBE292-17FB-435B-E9B3-D0D8A0611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爬虫入门</a:t>
            </a:r>
            <a:endParaRPr lang="en-US" altLang="zh-CN"/>
          </a:p>
          <a:p>
            <a:r>
              <a:rPr lang="zh-CN" altLang="en-US"/>
              <a:t>  爬虫的工作流程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爬虫的合法与合规性</a:t>
            </a:r>
            <a:r>
              <a:rPr lang="en-US" altLang="zh-CN"/>
              <a:t>(robots</a:t>
            </a:r>
            <a:r>
              <a:rPr lang="zh-CN" altLang="en-US"/>
              <a:t>协议</a:t>
            </a:r>
            <a:r>
              <a:rPr lang="en-US" altLang="zh-CN"/>
              <a:t>)</a:t>
            </a:r>
          </a:p>
          <a:p>
            <a:r>
              <a:rPr lang="en-US" altLang="zh-CN"/>
              <a:t>  </a:t>
            </a:r>
            <a:r>
              <a:rPr lang="zh-CN" altLang="en-US"/>
              <a:t>爬虫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20D5BB-D69B-53A3-D714-DB5D1C634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421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7945C-6945-C803-3447-1A8F6F98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5004FC-9B14-9A23-EF1F-038745281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2CE692-08FF-55D0-5FA1-D2635162E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爬虫入门</a:t>
            </a:r>
            <a:endParaRPr lang="en-US" altLang="zh-CN"/>
          </a:p>
          <a:p>
            <a:r>
              <a:rPr lang="zh-CN" altLang="en-US"/>
              <a:t>  爬虫的工作流程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爬虫的合法与合规性</a:t>
            </a:r>
            <a:r>
              <a:rPr lang="en-US" altLang="zh-CN"/>
              <a:t>(robots</a:t>
            </a:r>
            <a:r>
              <a:rPr lang="zh-CN" altLang="en-US"/>
              <a:t>协议</a:t>
            </a:r>
            <a:r>
              <a:rPr lang="en-US" altLang="zh-CN"/>
              <a:t>)</a:t>
            </a:r>
          </a:p>
          <a:p>
            <a:r>
              <a:rPr lang="en-US" altLang="zh-CN"/>
              <a:t>  </a:t>
            </a:r>
            <a:r>
              <a:rPr lang="zh-CN" altLang="en-US"/>
              <a:t>爬虫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FCAD9D-A82D-6CE1-AB6E-86A841779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86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45DE8-D013-3C00-BE8C-682F181A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FA5DED-ABBE-F1DD-F26F-2BCD9EA92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F1A87B-1E9D-B19D-353A-26E01F09C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爬虫入门</a:t>
            </a:r>
            <a:endParaRPr lang="en-US" altLang="zh-CN"/>
          </a:p>
          <a:p>
            <a:r>
              <a:rPr lang="zh-CN" altLang="en-US"/>
              <a:t>  爬虫的工作流程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爬虫的合法与合规性</a:t>
            </a:r>
            <a:r>
              <a:rPr lang="en-US" altLang="zh-CN"/>
              <a:t>(robots</a:t>
            </a:r>
            <a:r>
              <a:rPr lang="zh-CN" altLang="en-US"/>
              <a:t>协议</a:t>
            </a:r>
            <a:r>
              <a:rPr lang="en-US" altLang="zh-CN"/>
              <a:t>)</a:t>
            </a:r>
          </a:p>
          <a:p>
            <a:r>
              <a:rPr lang="en-US" altLang="zh-CN"/>
              <a:t>  </a:t>
            </a:r>
            <a:r>
              <a:rPr lang="zh-CN" altLang="en-US"/>
              <a:t>爬虫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E84708-4A0B-AD5D-5E83-1B5496602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220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A0F11-9662-60C9-EAB8-D1693B15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438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07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8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67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5.svg"/><Relationship Id="rId21" Type="http://schemas.openxmlformats.org/officeDocument/2006/relationships/image" Target="../media/image53.sv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17" Type="http://schemas.openxmlformats.org/officeDocument/2006/relationships/image" Target="../media/image49.svg"/><Relationship Id="rId25" Type="http://schemas.openxmlformats.org/officeDocument/2006/relationships/image" Target="../media/image57.sv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29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24" Type="http://schemas.openxmlformats.org/officeDocument/2006/relationships/image" Target="../media/image56.png"/><Relationship Id="rId5" Type="http://schemas.openxmlformats.org/officeDocument/2006/relationships/image" Target="../media/image37.svg"/><Relationship Id="rId15" Type="http://schemas.openxmlformats.org/officeDocument/2006/relationships/image" Target="../media/image47.svg"/><Relationship Id="rId23" Type="http://schemas.openxmlformats.org/officeDocument/2006/relationships/image" Target="../media/image55.svg"/><Relationship Id="rId28" Type="http://schemas.openxmlformats.org/officeDocument/2006/relationships/image" Target="../media/image60.png"/><Relationship Id="rId10" Type="http://schemas.openxmlformats.org/officeDocument/2006/relationships/image" Target="../media/image42.png"/><Relationship Id="rId19" Type="http://schemas.openxmlformats.org/officeDocument/2006/relationships/image" Target="../media/image51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5.svg"/><Relationship Id="rId21" Type="http://schemas.openxmlformats.org/officeDocument/2006/relationships/image" Target="../media/image53.sv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17" Type="http://schemas.openxmlformats.org/officeDocument/2006/relationships/image" Target="../media/image49.svg"/><Relationship Id="rId25" Type="http://schemas.openxmlformats.org/officeDocument/2006/relationships/image" Target="../media/image57.sv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29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24" Type="http://schemas.openxmlformats.org/officeDocument/2006/relationships/image" Target="../media/image56.png"/><Relationship Id="rId5" Type="http://schemas.openxmlformats.org/officeDocument/2006/relationships/image" Target="../media/image37.svg"/><Relationship Id="rId15" Type="http://schemas.openxmlformats.org/officeDocument/2006/relationships/image" Target="../media/image47.svg"/><Relationship Id="rId23" Type="http://schemas.openxmlformats.org/officeDocument/2006/relationships/image" Target="../media/image55.svg"/><Relationship Id="rId28" Type="http://schemas.openxmlformats.org/officeDocument/2006/relationships/image" Target="../media/image60.png"/><Relationship Id="rId10" Type="http://schemas.openxmlformats.org/officeDocument/2006/relationships/image" Target="../media/image42.png"/><Relationship Id="rId19" Type="http://schemas.openxmlformats.org/officeDocument/2006/relationships/image" Target="../media/image51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5.svg"/><Relationship Id="rId21" Type="http://schemas.openxmlformats.org/officeDocument/2006/relationships/image" Target="../media/image53.sv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17" Type="http://schemas.openxmlformats.org/officeDocument/2006/relationships/image" Target="../media/image49.svg"/><Relationship Id="rId25" Type="http://schemas.openxmlformats.org/officeDocument/2006/relationships/image" Target="../media/image57.sv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29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24" Type="http://schemas.openxmlformats.org/officeDocument/2006/relationships/image" Target="../media/image56.png"/><Relationship Id="rId5" Type="http://schemas.openxmlformats.org/officeDocument/2006/relationships/image" Target="../media/image37.svg"/><Relationship Id="rId15" Type="http://schemas.openxmlformats.org/officeDocument/2006/relationships/image" Target="../media/image47.svg"/><Relationship Id="rId23" Type="http://schemas.openxmlformats.org/officeDocument/2006/relationships/image" Target="../media/image55.svg"/><Relationship Id="rId28" Type="http://schemas.openxmlformats.org/officeDocument/2006/relationships/image" Target="../media/image60.png"/><Relationship Id="rId10" Type="http://schemas.openxmlformats.org/officeDocument/2006/relationships/image" Target="../media/image42.png"/><Relationship Id="rId19" Type="http://schemas.openxmlformats.org/officeDocument/2006/relationships/image" Target="../media/image51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hyperlink" Target="https://matplotlib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8.png"/><Relationship Id="rId7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项目实战</a:t>
            </a:r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88403F-4B78-76C9-62E3-4DF06EB8E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" y="0"/>
            <a:ext cx="12192000" cy="54466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9328C9B-3C50-9CCC-87AA-8CB536492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33381"/>
            <a:ext cx="12205252" cy="51390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7E4B832-4A57-B0A0-2099-9CE5DB76D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" y="10559155"/>
            <a:ext cx="12198626" cy="51511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B4126AA-E3EC-EC02-0C7F-7002AEF4EC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8" b="1"/>
          <a:stretch>
            <a:fillRect/>
          </a:stretch>
        </p:blipFill>
        <p:spPr>
          <a:xfrm>
            <a:off x="13252" y="15690473"/>
            <a:ext cx="12192000" cy="515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B828-F541-4B78-50A0-1032098F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9E5D19A-B1A8-EB98-35B6-0E2147F94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86322"/>
            <a:ext cx="12192000" cy="54466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59ED7A6-9D9C-87BB-C1DA-B9EDB7169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52" y="-8552941"/>
            <a:ext cx="12205252" cy="51390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3855FD0-1E8A-2B63-6E2D-8F71E9652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26" y="-3427167"/>
            <a:ext cx="12198626" cy="51511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7E289E8-E1FA-07E8-7383-BF505CD6B9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8" b="1"/>
          <a:stretch>
            <a:fillRect/>
          </a:stretch>
        </p:blipFill>
        <p:spPr>
          <a:xfrm>
            <a:off x="0" y="1704151"/>
            <a:ext cx="12192000" cy="51538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2C22E8-E8DA-4FFE-5DA3-7EC6042E1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252" y="-819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02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B109D-BF73-9992-3F8B-A0C9AEE1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DC137-42FF-76EE-499E-D5BF0F734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项目实战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BF282E-DD6B-8D9E-36D3-AEAA40F8A5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2873447" cy="563562"/>
          </a:xfrm>
        </p:spPr>
        <p:txBody>
          <a:bodyPr/>
          <a:lstStyle/>
          <a:p>
            <a:r>
              <a:rPr lang="en-US" altLang="zh-CN"/>
              <a:t>—— </a:t>
            </a:r>
            <a:r>
              <a:rPr lang="zh-CN" altLang="en-US"/>
              <a:t>数据分析 </a:t>
            </a:r>
            <a:r>
              <a:rPr lang="en-US" altLang="zh-CN"/>
              <a:t>——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50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D4B5-781C-7145-7BD7-93689A93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4EFD2B-0B86-86EB-1990-CCF67B36C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2617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C00000"/>
                </a:solidFill>
              </a:rPr>
              <a:t>数据分析：</a:t>
            </a:r>
            <a:r>
              <a:rPr lang="zh-CN" altLang="en-US"/>
              <a:t>从一堆看似杂乱的数据中，通过数据清洗、分析、可视化等手段，找出有价值的信息和结论，从而帮我们解决实际的问题（如：用户订单数据的分析、电影榜单数据分析、学校学生成绩分析等）。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EC17A6F-540F-9340-901A-3B1DCCA3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数据分析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DDA0A7-A478-1933-9569-52C32A0622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2" r="-1"/>
          <a:stretch>
            <a:fillRect/>
          </a:stretch>
        </p:blipFill>
        <p:spPr>
          <a:xfrm>
            <a:off x="3206696" y="2088012"/>
            <a:ext cx="848139" cy="3650121"/>
          </a:xfrm>
          <a:prstGeom prst="roundRect">
            <a:avLst>
              <a:gd name="adj" fmla="val 471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F5060D-2B3E-7882-BC9D-3E6278FCD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744" y="2088012"/>
            <a:ext cx="521504" cy="3813746"/>
          </a:xfrm>
          <a:prstGeom prst="roundRect">
            <a:avLst>
              <a:gd name="adj" fmla="val 471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5D7709-F766-95BF-7266-2A9B1D767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549" y="4118586"/>
            <a:ext cx="825575" cy="1140298"/>
          </a:xfrm>
          <a:prstGeom prst="roundRect">
            <a:avLst>
              <a:gd name="adj" fmla="val 471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DC27BFE-6B48-3B5D-38C9-A73B67223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549" y="2715693"/>
            <a:ext cx="755758" cy="846267"/>
          </a:xfrm>
          <a:prstGeom prst="roundRect">
            <a:avLst>
              <a:gd name="adj" fmla="val 471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DC52EF4-9A1D-D3A0-3706-4115A3EE31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0103"/>
          <a:stretch>
            <a:fillRect/>
          </a:stretch>
        </p:blipFill>
        <p:spPr>
          <a:xfrm>
            <a:off x="3846832" y="1927845"/>
            <a:ext cx="3893783" cy="4662735"/>
          </a:xfrm>
          <a:prstGeom prst="flowChartDocumen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03DF343-282B-CCFD-240F-5D10A0F7AC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688" y="1782418"/>
            <a:ext cx="9353112" cy="4966150"/>
          </a:xfrm>
          <a:prstGeom prst="roundRect">
            <a:avLst>
              <a:gd name="adj" fmla="val 818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F5D37B1-F941-C394-B9B9-35149C81005B}"/>
              </a:ext>
            </a:extLst>
          </p:cNvPr>
          <p:cNvSpPr/>
          <p:nvPr/>
        </p:nvSpPr>
        <p:spPr>
          <a:xfrm>
            <a:off x="-1903734" y="3910170"/>
            <a:ext cx="1504121" cy="778565"/>
          </a:xfrm>
          <a:prstGeom prst="roundRect">
            <a:avLst>
              <a:gd name="adj" fmla="val 13263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数据收集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726B4C5-9C0A-CDF9-BD35-1DD082FA4147}"/>
              </a:ext>
            </a:extLst>
          </p:cNvPr>
          <p:cNvSpPr/>
          <p:nvPr/>
        </p:nvSpPr>
        <p:spPr>
          <a:xfrm>
            <a:off x="2728321" y="7171928"/>
            <a:ext cx="1504121" cy="778565"/>
          </a:xfrm>
          <a:prstGeom prst="roundRect">
            <a:avLst>
              <a:gd name="adj" fmla="val 13263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数据清洗处理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E578466-64AC-A721-E7BB-9D4D5AFE4F95}"/>
              </a:ext>
            </a:extLst>
          </p:cNvPr>
          <p:cNvSpPr/>
          <p:nvPr/>
        </p:nvSpPr>
        <p:spPr>
          <a:xfrm>
            <a:off x="12559808" y="3913072"/>
            <a:ext cx="1504121" cy="778565"/>
          </a:xfrm>
          <a:prstGeom prst="roundRect">
            <a:avLst>
              <a:gd name="adj" fmla="val 13263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数据可视化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DA3D0F-96C3-7B6D-6E37-0773B607C95A}"/>
              </a:ext>
            </a:extLst>
          </p:cNvPr>
          <p:cNvSpPr/>
          <p:nvPr/>
        </p:nvSpPr>
        <p:spPr>
          <a:xfrm>
            <a:off x="7524549" y="7171928"/>
            <a:ext cx="1504121" cy="778565"/>
          </a:xfrm>
          <a:prstGeom prst="roundRect">
            <a:avLst>
              <a:gd name="adj" fmla="val 13263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数据分析</a:t>
            </a:r>
          </a:p>
        </p:txBody>
      </p:sp>
    </p:spTree>
    <p:extLst>
      <p:ext uri="{BB962C8B-B14F-4D97-AF65-F5344CB8AC3E}">
        <p14:creationId xmlns:p14="http://schemas.microsoft.com/office/powerpoint/2010/main" val="24376010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6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1C6D-8ED4-8E18-6A80-7EBAF70C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415121-F50F-6538-EBB7-B580463AB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2617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C00000"/>
                </a:solidFill>
              </a:rPr>
              <a:t>数据分析：</a:t>
            </a:r>
            <a:r>
              <a:rPr lang="zh-CN" altLang="en-US"/>
              <a:t>从一堆看似杂乱的数据中，通过数据清洗、分析、可视化等手段，找出有价值的信息和结论，从而帮我们解决实际的问题（如：用户订单数据的分析、电影榜单数据分析、学校学生成绩分析等）。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659FB2F-F16E-20F7-ABFB-976D4AB6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数据分析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F6B21F2-8857-BF66-DE12-72D27A389C75}"/>
              </a:ext>
            </a:extLst>
          </p:cNvPr>
          <p:cNvSpPr/>
          <p:nvPr/>
        </p:nvSpPr>
        <p:spPr>
          <a:xfrm>
            <a:off x="1070113" y="2839283"/>
            <a:ext cx="1504121" cy="778565"/>
          </a:xfrm>
          <a:prstGeom prst="roundRect">
            <a:avLst>
              <a:gd name="adj" fmla="val 13263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数据收集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6BEEAD5-44A5-02DE-5E0C-2AF9FFF81113}"/>
              </a:ext>
            </a:extLst>
          </p:cNvPr>
          <p:cNvSpPr/>
          <p:nvPr/>
        </p:nvSpPr>
        <p:spPr>
          <a:xfrm>
            <a:off x="3876259" y="2839283"/>
            <a:ext cx="1504121" cy="778565"/>
          </a:xfrm>
          <a:prstGeom prst="roundRect">
            <a:avLst>
              <a:gd name="adj" fmla="val 13263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数据清洗处理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0295910-6712-44A7-8C40-CC11CC734D68}"/>
              </a:ext>
            </a:extLst>
          </p:cNvPr>
          <p:cNvSpPr/>
          <p:nvPr/>
        </p:nvSpPr>
        <p:spPr>
          <a:xfrm>
            <a:off x="9488550" y="2839283"/>
            <a:ext cx="1504121" cy="778565"/>
          </a:xfrm>
          <a:prstGeom prst="roundRect">
            <a:avLst>
              <a:gd name="adj" fmla="val 13263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数据可视化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897285-8C50-25CA-25AC-87A7C80F0429}"/>
              </a:ext>
            </a:extLst>
          </p:cNvPr>
          <p:cNvSpPr/>
          <p:nvPr/>
        </p:nvSpPr>
        <p:spPr>
          <a:xfrm>
            <a:off x="6682405" y="2839283"/>
            <a:ext cx="1504121" cy="778565"/>
          </a:xfrm>
          <a:prstGeom prst="roundRect">
            <a:avLst>
              <a:gd name="adj" fmla="val 13263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数据分析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578C7E2-A6ED-0B0B-9766-66AF624DAB2A}"/>
              </a:ext>
            </a:extLst>
          </p:cNvPr>
          <p:cNvCxnSpPr>
            <a:cxnSpLocks/>
          </p:cNvCxnSpPr>
          <p:nvPr/>
        </p:nvCxnSpPr>
        <p:spPr>
          <a:xfrm>
            <a:off x="2710070" y="3228565"/>
            <a:ext cx="1060174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D131B0C-148D-AF1F-7E88-EDD9EE63BD64}"/>
              </a:ext>
            </a:extLst>
          </p:cNvPr>
          <p:cNvCxnSpPr>
            <a:cxnSpLocks/>
          </p:cNvCxnSpPr>
          <p:nvPr/>
        </p:nvCxnSpPr>
        <p:spPr>
          <a:xfrm>
            <a:off x="5486118" y="3236852"/>
            <a:ext cx="1113465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955F14A-16F0-FF2D-36BC-6DA1B0D5D98B}"/>
              </a:ext>
            </a:extLst>
          </p:cNvPr>
          <p:cNvCxnSpPr>
            <a:cxnSpLocks/>
          </p:cNvCxnSpPr>
          <p:nvPr/>
        </p:nvCxnSpPr>
        <p:spPr>
          <a:xfrm>
            <a:off x="8289235" y="3228565"/>
            <a:ext cx="111980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625EB356-1E9F-BF9D-5BFA-DA0CDA3A5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5006" y="3919157"/>
            <a:ext cx="2949312" cy="1565973"/>
          </a:xfrm>
          <a:prstGeom prst="roundRect">
            <a:avLst>
              <a:gd name="adj" fmla="val 1800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9361518-FDC1-386B-18D0-4DFC268DAF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103"/>
          <a:stretch>
            <a:fillRect/>
          </a:stretch>
        </p:blipFill>
        <p:spPr>
          <a:xfrm>
            <a:off x="766556" y="3919158"/>
            <a:ext cx="2209411" cy="2645730"/>
          </a:xfrm>
          <a:prstGeom prst="flowChartDocumen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315AE03-D64F-5D94-4667-623829716A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2" r="-1"/>
          <a:stretch>
            <a:fillRect/>
          </a:stretch>
        </p:blipFill>
        <p:spPr>
          <a:xfrm>
            <a:off x="6734605" y="3919158"/>
            <a:ext cx="382720" cy="1647106"/>
          </a:xfrm>
          <a:prstGeom prst="roundRect">
            <a:avLst>
              <a:gd name="adj" fmla="val 471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94E2047B-3EC5-6D92-67BD-30990454F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854" y="3919157"/>
            <a:ext cx="367259" cy="2685757"/>
          </a:xfrm>
          <a:prstGeom prst="roundRect">
            <a:avLst>
              <a:gd name="adj" fmla="val 471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4E07A882-0D30-8307-87AF-114E8A157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144" y="4449072"/>
            <a:ext cx="415215" cy="573501"/>
          </a:xfrm>
          <a:prstGeom prst="roundRect">
            <a:avLst>
              <a:gd name="adj" fmla="val 471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A24EF12-0BA4-8CBB-23E8-358A6B85C9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7770" y="3939036"/>
            <a:ext cx="372526" cy="417139"/>
          </a:xfrm>
          <a:prstGeom prst="roundRect">
            <a:avLst>
              <a:gd name="adj" fmla="val 471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0A09A97-93EC-3E9D-6C2C-1666780BC958}"/>
              </a:ext>
            </a:extLst>
          </p:cNvPr>
          <p:cNvSpPr/>
          <p:nvPr/>
        </p:nvSpPr>
        <p:spPr>
          <a:xfrm>
            <a:off x="3972336" y="3939036"/>
            <a:ext cx="1311965" cy="32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去除重复数据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37F6DFF-D3F2-0441-AD37-01A9B947FAF6}"/>
              </a:ext>
            </a:extLst>
          </p:cNvPr>
          <p:cNvSpPr/>
          <p:nvPr/>
        </p:nvSpPr>
        <p:spPr>
          <a:xfrm>
            <a:off x="3972336" y="4356175"/>
            <a:ext cx="1311965" cy="32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处理缺失值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8E2AF22-FE3D-7A7B-B278-D04BFFA9C257}"/>
              </a:ext>
            </a:extLst>
          </p:cNvPr>
          <p:cNvSpPr/>
          <p:nvPr/>
        </p:nvSpPr>
        <p:spPr>
          <a:xfrm>
            <a:off x="3972336" y="4773314"/>
            <a:ext cx="1311965" cy="32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处理异常值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82896A5-E029-4A61-73D4-858DAADDA304}"/>
              </a:ext>
            </a:extLst>
          </p:cNvPr>
          <p:cNvSpPr/>
          <p:nvPr/>
        </p:nvSpPr>
        <p:spPr>
          <a:xfrm>
            <a:off x="3972335" y="5190453"/>
            <a:ext cx="1311965" cy="32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一致性检查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A819D3C-9020-8D42-180B-A0C690976529}"/>
              </a:ext>
            </a:extLst>
          </p:cNvPr>
          <p:cNvSpPr txBox="1"/>
          <p:nvPr/>
        </p:nvSpPr>
        <p:spPr>
          <a:xfrm>
            <a:off x="4047068" y="2100956"/>
            <a:ext cx="1274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Pandas</a:t>
            </a:r>
            <a:endParaRPr lang="zh-CN" altLang="en-US" sz="20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44E6316-EBBF-F98B-D443-DE53D994331A}"/>
              </a:ext>
            </a:extLst>
          </p:cNvPr>
          <p:cNvSpPr txBox="1"/>
          <p:nvPr/>
        </p:nvSpPr>
        <p:spPr>
          <a:xfrm>
            <a:off x="9365063" y="2107200"/>
            <a:ext cx="174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Matplotlib</a:t>
            </a:r>
            <a:endParaRPr lang="zh-CN" altLang="en-US" sz="20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2745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47C9C1-FB73-8DF6-8000-EFBCB1F8F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环境准备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Pandas</a:t>
            </a:r>
            <a:r>
              <a:rPr lang="zh-CN" altLang="en-US">
                <a:latin typeface="+mn-lt"/>
              </a:rPr>
              <a:t>基础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Matplotlib</a:t>
            </a:r>
            <a:r>
              <a:rPr lang="zh-CN" altLang="en-US">
                <a:latin typeface="+mn-lt"/>
              </a:rPr>
              <a:t>基础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数据分析案例</a:t>
            </a:r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673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5100E63-8BDE-295D-667C-E7EE191003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环境准备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E5D6B7B-7427-9C4B-9155-531BEE8642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07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7ADD-4A91-F97B-8675-07043990F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133DDC-28BE-4282-91C7-87F5AE472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791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>
                <a:solidFill>
                  <a:srgbClr val="C00000"/>
                </a:solidFill>
              </a:rPr>
              <a:t>Jupyter Notebook</a:t>
            </a:r>
            <a:r>
              <a:rPr lang="zh-CN" altLang="en-US"/>
              <a:t>是一个基于</a:t>
            </a:r>
            <a:r>
              <a:rPr lang="en-US" altLang="zh-CN"/>
              <a:t>Web</a:t>
            </a:r>
            <a:r>
              <a:rPr lang="zh-CN" altLang="en-US"/>
              <a:t>网页的、交互式的编程笔记本，让你可以把代码、运行结果、图表和笔记全部都放在一个文件里（在数据分析、机器学习、教学和科研等领域的数据实验室）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0D89B36-6570-14D8-FCD8-93705421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Jupyter Notebook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EB412E-1FBE-9B9B-9BEC-712055AC9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65" y="1835426"/>
            <a:ext cx="8077199" cy="4880138"/>
          </a:xfrm>
          <a:prstGeom prst="roundRect">
            <a:avLst>
              <a:gd name="adj" fmla="val 845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949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AC5E-2F56-7B95-D43B-0A4EB63AD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4BCE3-ADC3-39B4-20B1-6796D5C83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791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>
                <a:solidFill>
                  <a:srgbClr val="C00000"/>
                </a:solidFill>
              </a:rPr>
              <a:t>Jupyter Notebook</a:t>
            </a:r>
            <a:r>
              <a:rPr lang="zh-CN" altLang="en-US"/>
              <a:t>是一个基于</a:t>
            </a:r>
            <a:r>
              <a:rPr lang="en-US" altLang="zh-CN"/>
              <a:t>Web</a:t>
            </a:r>
            <a:r>
              <a:rPr lang="zh-CN" altLang="en-US"/>
              <a:t>网页的、交互式的编程笔记本，让你可以把代码、运行结果、图表和笔记全部都放在一个文件里（在数据分析、机器学习、教学和科研等领域的数据实验室）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C7C06E1-5FE0-9F4E-5121-33E073E8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Jupyter Notebook</a:t>
            </a:r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9BE7A26-41BF-31CC-3D9F-646BF6638C5F}"/>
              </a:ext>
            </a:extLst>
          </p:cNvPr>
          <p:cNvGrpSpPr/>
          <p:nvPr/>
        </p:nvGrpSpPr>
        <p:grpSpPr>
          <a:xfrm>
            <a:off x="967408" y="1835426"/>
            <a:ext cx="6434502" cy="4976719"/>
            <a:chOff x="967408" y="1835426"/>
            <a:chExt cx="6434502" cy="497671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5CA26C1-7945-5763-2ABF-09B03EFEB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7408" y="1835426"/>
              <a:ext cx="6434502" cy="4976719"/>
            </a:xfrm>
            <a:prstGeom prst="roundRect">
              <a:avLst>
                <a:gd name="adj" fmla="val 823"/>
              </a:avLst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05910A6-46FF-17EC-F441-DB72583A0154}"/>
                </a:ext>
              </a:extLst>
            </p:cNvPr>
            <p:cNvSpPr txBox="1"/>
            <p:nvPr/>
          </p:nvSpPr>
          <p:spPr>
            <a:xfrm>
              <a:off x="4824315" y="6521601"/>
              <a:ext cx="11256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>
                  <a:latin typeface="荆南波波黑" panose="02000800000000000000" pitchFamily="2" charset="-122"/>
                  <a:ea typeface="荆南波波黑" panose="02000800000000000000" pitchFamily="2" charset="-122"/>
                </a:rPr>
                <a:t>Python</a:t>
              </a:r>
              <a:r>
                <a:rPr lang="zh-CN" altLang="en-US" sz="1200">
                  <a:latin typeface="荆南波波黑" panose="02000800000000000000" pitchFamily="2" charset="-122"/>
                  <a:ea typeface="荆南波波黑" panose="02000800000000000000" pitchFamily="2" charset="-122"/>
                </a:rPr>
                <a:t>文件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336E266-B07F-1CA0-0C99-4B7FD96520FC}"/>
              </a:ext>
            </a:extLst>
          </p:cNvPr>
          <p:cNvGrpSpPr/>
          <p:nvPr/>
        </p:nvGrpSpPr>
        <p:grpSpPr>
          <a:xfrm>
            <a:off x="6790473" y="2330534"/>
            <a:ext cx="4480940" cy="4037846"/>
            <a:chOff x="6790473" y="2330534"/>
            <a:chExt cx="4480940" cy="4037846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412C07D-FC9F-564A-0782-96DB7EC82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0473" y="2330534"/>
              <a:ext cx="4480940" cy="4023884"/>
            </a:xfrm>
            <a:prstGeom prst="roundRect">
              <a:avLst>
                <a:gd name="adj" fmla="val 823"/>
              </a:avLst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956FEF2-03E2-E5CE-16A2-428E096A87AC}"/>
                </a:ext>
              </a:extLst>
            </p:cNvPr>
            <p:cNvSpPr txBox="1"/>
            <p:nvPr/>
          </p:nvSpPr>
          <p:spPr>
            <a:xfrm>
              <a:off x="9729120" y="6091381"/>
              <a:ext cx="11993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>
                  <a:latin typeface="荆南波波黑" panose="02000800000000000000" pitchFamily="2" charset="-122"/>
                  <a:ea typeface="荆南波波黑" panose="02000800000000000000" pitchFamily="2" charset="-122"/>
                </a:rPr>
                <a:t>Jupyter</a:t>
              </a:r>
              <a:r>
                <a:rPr lang="zh-CN" altLang="en-US" sz="1200">
                  <a:latin typeface="荆南波波黑" panose="02000800000000000000" pitchFamily="2" charset="-122"/>
                  <a:ea typeface="荆南波波黑" panose="02000800000000000000" pitchFamily="2" charset="-122"/>
                </a:rPr>
                <a:t>文件</a:t>
              </a:r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E8E3DB3-4DD0-95B4-90F8-BC7DF31A9A87}"/>
              </a:ext>
            </a:extLst>
          </p:cNvPr>
          <p:cNvSpPr/>
          <p:nvPr/>
        </p:nvSpPr>
        <p:spPr>
          <a:xfrm>
            <a:off x="6930887" y="2392017"/>
            <a:ext cx="4340526" cy="1358348"/>
          </a:xfrm>
          <a:prstGeom prst="roundRect">
            <a:avLst>
              <a:gd name="adj" fmla="val 2521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2CE0BEF-942C-891C-A8A1-0BE92E47B5EC}"/>
              </a:ext>
            </a:extLst>
          </p:cNvPr>
          <p:cNvSpPr/>
          <p:nvPr/>
        </p:nvSpPr>
        <p:spPr>
          <a:xfrm>
            <a:off x="6930887" y="4143129"/>
            <a:ext cx="4340526" cy="402367"/>
          </a:xfrm>
          <a:prstGeom prst="roundRect">
            <a:avLst>
              <a:gd name="adj" fmla="val 581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10E2976-32C1-17DD-C83B-069C1B211A7E}"/>
              </a:ext>
            </a:extLst>
          </p:cNvPr>
          <p:cNvSpPr/>
          <p:nvPr/>
        </p:nvSpPr>
        <p:spPr>
          <a:xfrm>
            <a:off x="6930887" y="4893701"/>
            <a:ext cx="4340526" cy="407169"/>
          </a:xfrm>
          <a:prstGeom prst="roundRect">
            <a:avLst>
              <a:gd name="adj" fmla="val 581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35D725B-2758-FC79-C3D7-AF9A43A370C6}"/>
              </a:ext>
            </a:extLst>
          </p:cNvPr>
          <p:cNvSpPr/>
          <p:nvPr/>
        </p:nvSpPr>
        <p:spPr>
          <a:xfrm>
            <a:off x="6930887" y="5698174"/>
            <a:ext cx="4340526" cy="407169"/>
          </a:xfrm>
          <a:prstGeom prst="roundRect">
            <a:avLst>
              <a:gd name="adj" fmla="val 581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20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EF30-0EBA-7DB3-C2F0-A79B205C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3D1E18-158A-9EDF-10BE-82E7F8592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2082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>
                <a:solidFill>
                  <a:srgbClr val="C00000"/>
                </a:solidFill>
              </a:rPr>
              <a:t>Jupyter Notebook</a:t>
            </a:r>
            <a:r>
              <a:rPr lang="zh-CN" altLang="en-US"/>
              <a:t>是一个基于</a:t>
            </a:r>
            <a:r>
              <a:rPr lang="en-US" altLang="zh-CN"/>
              <a:t>Web</a:t>
            </a:r>
            <a:r>
              <a:rPr lang="zh-CN" altLang="en-US"/>
              <a:t>网页的、交互式的编程笔记本，让你可以把代码、运行结果、图表和笔记全部都放在一个文件里（在数据分析、机器学习、教学和科研等领域的数据实验室）。</a:t>
            </a:r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0B645F3-CBC5-2FA6-1C51-452CB9D7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Jupyter Notebook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770BB9-2A9C-5EFF-1869-720A49382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00" y="1761567"/>
            <a:ext cx="3964873" cy="4911326"/>
          </a:xfrm>
          <a:prstGeom prst="roundRect">
            <a:avLst>
              <a:gd name="adj" fmla="val 1184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957AF1C9-717F-E655-6491-EE3C59A359EB}"/>
              </a:ext>
            </a:extLst>
          </p:cNvPr>
          <p:cNvSpPr/>
          <p:nvPr/>
        </p:nvSpPr>
        <p:spPr>
          <a:xfrm>
            <a:off x="2910036" y="2003247"/>
            <a:ext cx="1982437" cy="198783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15E4E7C-19C3-FD66-4D4D-2F7FC753D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6" t="3142" r="1167"/>
          <a:stretch>
            <a:fillRect/>
          </a:stretch>
        </p:blipFill>
        <p:spPr>
          <a:xfrm>
            <a:off x="5413513" y="4598504"/>
            <a:ext cx="6387548" cy="2042422"/>
          </a:xfrm>
          <a:prstGeom prst="rect">
            <a:avLst/>
          </a:prstGeom>
        </p:spPr>
      </p:pic>
      <p:sp>
        <p:nvSpPr>
          <p:cNvPr id="10" name="思想气泡: 云 9">
            <a:extLst>
              <a:ext uri="{FF2B5EF4-FFF2-40B4-BE49-F238E27FC236}">
                <a16:creationId xmlns:a16="http://schemas.microsoft.com/office/drawing/2014/main" id="{71835716-48FB-9C4B-6AAB-060639A90AF2}"/>
              </a:ext>
            </a:extLst>
          </p:cNvPr>
          <p:cNvSpPr/>
          <p:nvPr/>
        </p:nvSpPr>
        <p:spPr>
          <a:xfrm>
            <a:off x="6473687" y="3884042"/>
            <a:ext cx="2418522" cy="781878"/>
          </a:xfrm>
          <a:prstGeom prst="cloudCallout">
            <a:avLst>
              <a:gd name="adj1" fmla="val -37772"/>
              <a:gd name="adj2" fmla="val 161652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 b="1">
                <a:solidFill>
                  <a:schemeClr val="bg1"/>
                </a:solidFill>
              </a:rPr>
              <a:t>第一次使用自动联网下载</a:t>
            </a:r>
            <a:r>
              <a:rPr lang="en-US" altLang="zh-CN" sz="1200" b="1">
                <a:solidFill>
                  <a:schemeClr val="bg1"/>
                </a:solidFill>
              </a:rPr>
              <a:t>Jupyter</a:t>
            </a:r>
            <a:r>
              <a:rPr lang="zh-CN" altLang="en-US" sz="1200" b="1">
                <a:solidFill>
                  <a:schemeClr val="bg1"/>
                </a:solidFill>
              </a:rPr>
              <a:t>相关软件包</a:t>
            </a:r>
          </a:p>
        </p:txBody>
      </p:sp>
    </p:spTree>
    <p:extLst>
      <p:ext uri="{BB962C8B-B14F-4D97-AF65-F5344CB8AC3E}">
        <p14:creationId xmlns:p14="http://schemas.microsoft.com/office/powerpoint/2010/main" val="155676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C9D6-35CF-E223-A922-03224C4D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6102AB-6832-F116-DE85-916AAEB23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环境准备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Pandas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基础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en-US" altLang="zh-CN">
                <a:latin typeface="+mn-lt"/>
              </a:rPr>
              <a:t>Matplotlib</a:t>
            </a:r>
            <a:r>
              <a:rPr lang="zh-CN" altLang="en-US">
                <a:latin typeface="+mn-lt"/>
              </a:rPr>
              <a:t>基础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数据分析案例</a:t>
            </a:r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118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2757-EB6B-54CE-5DFD-0D9EFB69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349AB9-65ED-7C09-BE7D-A4929BE5A3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FEC8B09-1443-31B0-F3EE-DE2A82BE4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892591" cy="2634460"/>
          </a:xfrm>
        </p:spPr>
        <p:txBody>
          <a:bodyPr/>
          <a:lstStyle/>
          <a:p>
            <a:r>
              <a:rPr lang="en-US" altLang="zh-CN">
                <a:latin typeface="+mn-lt"/>
              </a:rPr>
              <a:t>Pandas</a:t>
            </a:r>
            <a:r>
              <a:rPr lang="zh-CN" altLang="en-US">
                <a:latin typeface="+mn-lt"/>
              </a:rPr>
              <a:t>初体验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数据读取与写入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数据查看、选择、过滤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数据清洗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数据排序与分组</a:t>
            </a:r>
            <a:endParaRPr lang="en-US" altLang="zh-CN">
              <a:latin typeface="+mn-lt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553EDC-C425-4C8E-7C56-387AB4F3F7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70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14615-4D9B-DB20-31AD-7DB2AC01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BB7DBC-AFB4-BAFC-C1C5-66456B1FF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790334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/>
              <a:t>Pandas</a:t>
            </a:r>
            <a:r>
              <a:rPr lang="zh-CN" altLang="en-US"/>
              <a:t>是一个功能强大的结构化数据分析的工具集，底层是基于</a:t>
            </a:r>
            <a:r>
              <a:rPr lang="en-US" altLang="zh-CN"/>
              <a:t>Numpy</a:t>
            </a:r>
            <a:r>
              <a:rPr lang="zh-CN" altLang="en-US"/>
              <a:t>构建的，无论是在数据分析领域、还是大数据开发场景中都有显著的优势。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官网：</a:t>
            </a:r>
            <a:r>
              <a:rPr lang="en-US" altLang="zh-CN">
                <a:hlinkClick r:id="rId2"/>
              </a:rPr>
              <a:t>https://pandas.pydata.org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核心：</a:t>
            </a:r>
            <a:r>
              <a:rPr lang="en-US" altLang="zh-CN"/>
              <a:t>DataFrame</a:t>
            </a:r>
            <a:r>
              <a:rPr lang="zh-CN" altLang="en-US"/>
              <a:t>（类似表格）、</a:t>
            </a:r>
            <a:r>
              <a:rPr lang="en-US" altLang="zh-CN"/>
              <a:t>Series</a:t>
            </a:r>
            <a:r>
              <a:rPr lang="zh-CN" altLang="en-US"/>
              <a:t>（类似表格中的一列）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2F7DE99-DFF6-0FB2-B0A9-3771F3846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介绍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F41442-4CE5-B0E1-40EB-A7627E4911FA}"/>
              </a:ext>
            </a:extLst>
          </p:cNvPr>
          <p:cNvSpPr/>
          <p:nvPr/>
        </p:nvSpPr>
        <p:spPr>
          <a:xfrm>
            <a:off x="1093304" y="3233530"/>
            <a:ext cx="815009" cy="3180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0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FDA672-A921-6BB4-14AC-07EB45352429}"/>
              </a:ext>
            </a:extLst>
          </p:cNvPr>
          <p:cNvSpPr/>
          <p:nvPr/>
        </p:nvSpPr>
        <p:spPr>
          <a:xfrm>
            <a:off x="1093304" y="3604591"/>
            <a:ext cx="815009" cy="3180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DA16D0-7F96-0359-9554-A13494F3AFCF}"/>
              </a:ext>
            </a:extLst>
          </p:cNvPr>
          <p:cNvSpPr/>
          <p:nvPr/>
        </p:nvSpPr>
        <p:spPr>
          <a:xfrm>
            <a:off x="1093304" y="3988905"/>
            <a:ext cx="815009" cy="3180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AF4F5C-69A7-4828-A157-E2A966A4C50E}"/>
              </a:ext>
            </a:extLst>
          </p:cNvPr>
          <p:cNvSpPr/>
          <p:nvPr/>
        </p:nvSpPr>
        <p:spPr>
          <a:xfrm>
            <a:off x="1093304" y="4359966"/>
            <a:ext cx="815009" cy="3180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9B9F43-838F-DD20-53E8-E30DFDA77AB5}"/>
              </a:ext>
            </a:extLst>
          </p:cNvPr>
          <p:cNvSpPr/>
          <p:nvPr/>
        </p:nvSpPr>
        <p:spPr>
          <a:xfrm>
            <a:off x="1093304" y="4731027"/>
            <a:ext cx="815009" cy="31805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4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3FCDC6-39E4-6318-82E3-5CCBB8B2B2E0}"/>
              </a:ext>
            </a:extLst>
          </p:cNvPr>
          <p:cNvSpPr/>
          <p:nvPr/>
        </p:nvSpPr>
        <p:spPr>
          <a:xfrm>
            <a:off x="2001078" y="2856119"/>
            <a:ext cx="815009" cy="3180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Name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1EE5E6-519E-1234-150A-0A9560F8D314}"/>
              </a:ext>
            </a:extLst>
          </p:cNvPr>
          <p:cNvSpPr/>
          <p:nvPr/>
        </p:nvSpPr>
        <p:spPr>
          <a:xfrm>
            <a:off x="2001078" y="3227180"/>
            <a:ext cx="815009" cy="318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Jay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B38330-E5FE-0469-6D98-39865DA24C70}"/>
              </a:ext>
            </a:extLst>
          </p:cNvPr>
          <p:cNvSpPr/>
          <p:nvPr/>
        </p:nvSpPr>
        <p:spPr>
          <a:xfrm>
            <a:off x="2001078" y="3611494"/>
            <a:ext cx="815009" cy="318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Leo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E074BF-A2A8-1E27-211A-4832080641C7}"/>
              </a:ext>
            </a:extLst>
          </p:cNvPr>
          <p:cNvSpPr/>
          <p:nvPr/>
        </p:nvSpPr>
        <p:spPr>
          <a:xfrm>
            <a:off x="2001078" y="3982555"/>
            <a:ext cx="815009" cy="318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Lily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06DBA5-8DDF-A515-3C69-E3148D2EB55D}"/>
              </a:ext>
            </a:extLst>
          </p:cNvPr>
          <p:cNvSpPr/>
          <p:nvPr/>
        </p:nvSpPr>
        <p:spPr>
          <a:xfrm>
            <a:off x="2001078" y="4353616"/>
            <a:ext cx="815009" cy="318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Jerry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25E10E-7886-CEB8-27FC-406004FAE25D}"/>
              </a:ext>
            </a:extLst>
          </p:cNvPr>
          <p:cNvSpPr/>
          <p:nvPr/>
        </p:nvSpPr>
        <p:spPr>
          <a:xfrm>
            <a:off x="2001077" y="4724677"/>
            <a:ext cx="815009" cy="3180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Cici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7B42FE-E318-79A2-235B-0851C1513B87}"/>
              </a:ext>
            </a:extLst>
          </p:cNvPr>
          <p:cNvSpPr/>
          <p:nvPr/>
        </p:nvSpPr>
        <p:spPr>
          <a:xfrm>
            <a:off x="2908851" y="2862469"/>
            <a:ext cx="815009" cy="3180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Age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C6D9E1-31AA-A4B6-6006-C7209F23EDD9}"/>
              </a:ext>
            </a:extLst>
          </p:cNvPr>
          <p:cNvSpPr/>
          <p:nvPr/>
        </p:nvSpPr>
        <p:spPr>
          <a:xfrm>
            <a:off x="2908851" y="3233530"/>
            <a:ext cx="815009" cy="318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E625D5-82E5-3749-D749-6F4B2247C64F}"/>
              </a:ext>
            </a:extLst>
          </p:cNvPr>
          <p:cNvSpPr/>
          <p:nvPr/>
        </p:nvSpPr>
        <p:spPr>
          <a:xfrm>
            <a:off x="2908851" y="3617844"/>
            <a:ext cx="815009" cy="318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4B2C1D-CB51-39BA-946F-717F8B51A408}"/>
              </a:ext>
            </a:extLst>
          </p:cNvPr>
          <p:cNvSpPr/>
          <p:nvPr/>
        </p:nvSpPr>
        <p:spPr>
          <a:xfrm>
            <a:off x="2908851" y="3988905"/>
            <a:ext cx="815009" cy="318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8B24FC-FBE7-C738-782E-37978DB87E7D}"/>
              </a:ext>
            </a:extLst>
          </p:cNvPr>
          <p:cNvSpPr/>
          <p:nvPr/>
        </p:nvSpPr>
        <p:spPr>
          <a:xfrm>
            <a:off x="2908851" y="4359966"/>
            <a:ext cx="815009" cy="318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19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0308E1-9FE4-3D0E-7DAA-6D6D9148B417}"/>
              </a:ext>
            </a:extLst>
          </p:cNvPr>
          <p:cNvSpPr/>
          <p:nvPr/>
        </p:nvSpPr>
        <p:spPr>
          <a:xfrm>
            <a:off x="2908850" y="4731027"/>
            <a:ext cx="815009" cy="318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21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8E825A-98A5-7592-A000-7BF175CCEC26}"/>
              </a:ext>
            </a:extLst>
          </p:cNvPr>
          <p:cNvSpPr/>
          <p:nvPr/>
        </p:nvSpPr>
        <p:spPr>
          <a:xfrm>
            <a:off x="3816624" y="2862469"/>
            <a:ext cx="815009" cy="3180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Sex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5E97DC-841D-ECBA-67AB-FDCE5C901466}"/>
              </a:ext>
            </a:extLst>
          </p:cNvPr>
          <p:cNvSpPr/>
          <p:nvPr/>
        </p:nvSpPr>
        <p:spPr>
          <a:xfrm>
            <a:off x="3816624" y="3233530"/>
            <a:ext cx="815009" cy="3180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male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FD85CF-C186-E0D5-D709-2C7A36023368}"/>
              </a:ext>
            </a:extLst>
          </p:cNvPr>
          <p:cNvSpPr/>
          <p:nvPr/>
        </p:nvSpPr>
        <p:spPr>
          <a:xfrm>
            <a:off x="3816624" y="3617844"/>
            <a:ext cx="815009" cy="3180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male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0F1C3A-4D02-EDAB-46EE-7788AD9EBD89}"/>
              </a:ext>
            </a:extLst>
          </p:cNvPr>
          <p:cNvSpPr/>
          <p:nvPr/>
        </p:nvSpPr>
        <p:spPr>
          <a:xfrm>
            <a:off x="3816624" y="3988905"/>
            <a:ext cx="815009" cy="3180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female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36BA94D-7B1A-C50C-73D7-F0D013366607}"/>
              </a:ext>
            </a:extLst>
          </p:cNvPr>
          <p:cNvSpPr/>
          <p:nvPr/>
        </p:nvSpPr>
        <p:spPr>
          <a:xfrm>
            <a:off x="3816624" y="4359966"/>
            <a:ext cx="815009" cy="3180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male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C8E992-CB4B-E01A-92C9-7F308B9B1751}"/>
              </a:ext>
            </a:extLst>
          </p:cNvPr>
          <p:cNvSpPr/>
          <p:nvPr/>
        </p:nvSpPr>
        <p:spPr>
          <a:xfrm>
            <a:off x="3816623" y="4731027"/>
            <a:ext cx="815009" cy="3180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female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45824709-948B-0C37-4E1E-F45E5BD6CBD5}"/>
              </a:ext>
            </a:extLst>
          </p:cNvPr>
          <p:cNvGrpSpPr/>
          <p:nvPr/>
        </p:nvGrpSpPr>
        <p:grpSpPr>
          <a:xfrm>
            <a:off x="1091649" y="3233530"/>
            <a:ext cx="815009" cy="1815550"/>
            <a:chOff x="9024729" y="3233530"/>
            <a:chExt cx="815009" cy="181555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75D18750-3F2B-8282-E528-4D372B37A999}"/>
                </a:ext>
              </a:extLst>
            </p:cNvPr>
            <p:cNvSpPr/>
            <p:nvPr/>
          </p:nvSpPr>
          <p:spPr>
            <a:xfrm>
              <a:off x="9024729" y="3233530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0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F348659-AE57-6AC4-9591-335D8A0303C8}"/>
                </a:ext>
              </a:extLst>
            </p:cNvPr>
            <p:cNvSpPr/>
            <p:nvPr/>
          </p:nvSpPr>
          <p:spPr>
            <a:xfrm>
              <a:off x="9024729" y="3604591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1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08A40A6-48F1-D930-5083-ABECA9E62901}"/>
                </a:ext>
              </a:extLst>
            </p:cNvPr>
            <p:cNvSpPr/>
            <p:nvPr/>
          </p:nvSpPr>
          <p:spPr>
            <a:xfrm>
              <a:off x="9024729" y="3988905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2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C9F8535-7BF5-141D-1690-1B7EFA8D7FB6}"/>
                </a:ext>
              </a:extLst>
            </p:cNvPr>
            <p:cNvSpPr/>
            <p:nvPr/>
          </p:nvSpPr>
          <p:spPr>
            <a:xfrm>
              <a:off x="9024729" y="4359966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3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DFE9210-8A7E-F4D0-E6AB-4A521D57C2FD}"/>
                </a:ext>
              </a:extLst>
            </p:cNvPr>
            <p:cNvSpPr/>
            <p:nvPr/>
          </p:nvSpPr>
          <p:spPr>
            <a:xfrm>
              <a:off x="9024729" y="4731027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4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E61B9C2-AA96-67ED-71AF-B25AD00D3BB9}"/>
              </a:ext>
            </a:extLst>
          </p:cNvPr>
          <p:cNvGrpSpPr/>
          <p:nvPr/>
        </p:nvGrpSpPr>
        <p:grpSpPr>
          <a:xfrm>
            <a:off x="2908849" y="2862745"/>
            <a:ext cx="815010" cy="2186611"/>
            <a:chOff x="9932502" y="2862469"/>
            <a:chExt cx="815010" cy="2186611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3724D47-A207-3D1D-3AB2-488E059BE420}"/>
                </a:ext>
              </a:extLst>
            </p:cNvPr>
            <p:cNvSpPr/>
            <p:nvPr/>
          </p:nvSpPr>
          <p:spPr>
            <a:xfrm>
              <a:off x="9932503" y="2862469"/>
              <a:ext cx="815009" cy="31805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Age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CBA41B4F-C79E-3E9A-5F3E-3891C658BE84}"/>
                </a:ext>
              </a:extLst>
            </p:cNvPr>
            <p:cNvSpPr/>
            <p:nvPr/>
          </p:nvSpPr>
          <p:spPr>
            <a:xfrm>
              <a:off x="9932503" y="3233530"/>
              <a:ext cx="815009" cy="318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18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1A5DECA-90DA-3147-2E1B-84D602412F1B}"/>
                </a:ext>
              </a:extLst>
            </p:cNvPr>
            <p:cNvSpPr/>
            <p:nvPr/>
          </p:nvSpPr>
          <p:spPr>
            <a:xfrm>
              <a:off x="9932503" y="3617844"/>
              <a:ext cx="815009" cy="318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22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7E7A802-DCA7-A3ED-5BA0-6A0C0A5B865D}"/>
                </a:ext>
              </a:extLst>
            </p:cNvPr>
            <p:cNvSpPr/>
            <p:nvPr/>
          </p:nvSpPr>
          <p:spPr>
            <a:xfrm>
              <a:off x="9932503" y="3988905"/>
              <a:ext cx="815009" cy="318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25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A5D6200-FE18-F343-B17B-09275DAC1B83}"/>
                </a:ext>
              </a:extLst>
            </p:cNvPr>
            <p:cNvSpPr/>
            <p:nvPr/>
          </p:nvSpPr>
          <p:spPr>
            <a:xfrm>
              <a:off x="9932503" y="4359966"/>
              <a:ext cx="815009" cy="318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19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8DC57BFB-15F8-2CF0-9447-7C2CED9CF7E3}"/>
                </a:ext>
              </a:extLst>
            </p:cNvPr>
            <p:cNvSpPr/>
            <p:nvPr/>
          </p:nvSpPr>
          <p:spPr>
            <a:xfrm>
              <a:off x="9932502" y="4731027"/>
              <a:ext cx="815009" cy="3180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21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2EFC594-2356-24A5-086B-823CAC0782A9}"/>
              </a:ext>
            </a:extLst>
          </p:cNvPr>
          <p:cNvGrpSpPr/>
          <p:nvPr/>
        </p:nvGrpSpPr>
        <p:grpSpPr>
          <a:xfrm>
            <a:off x="1093303" y="2856119"/>
            <a:ext cx="1722783" cy="2192961"/>
            <a:chOff x="6781797" y="2843419"/>
            <a:chExt cx="1722783" cy="2192961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B8E1FE0-E869-913F-F45E-54742B938DEB}"/>
                </a:ext>
              </a:extLst>
            </p:cNvPr>
            <p:cNvSpPr/>
            <p:nvPr/>
          </p:nvSpPr>
          <p:spPr>
            <a:xfrm>
              <a:off x="6781797" y="3224005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0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F8D39D2-7AF2-E0A2-E390-8BB28D4DDD42}"/>
                </a:ext>
              </a:extLst>
            </p:cNvPr>
            <p:cNvSpPr/>
            <p:nvPr/>
          </p:nvSpPr>
          <p:spPr>
            <a:xfrm>
              <a:off x="6781797" y="3595066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1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42F2366-2D0B-62E6-FE98-3AA30FBB8ADF}"/>
                </a:ext>
              </a:extLst>
            </p:cNvPr>
            <p:cNvSpPr/>
            <p:nvPr/>
          </p:nvSpPr>
          <p:spPr>
            <a:xfrm>
              <a:off x="6781797" y="3976205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2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A31EE63-4CC1-5865-3696-64E89F8BC053}"/>
                </a:ext>
              </a:extLst>
            </p:cNvPr>
            <p:cNvSpPr/>
            <p:nvPr/>
          </p:nvSpPr>
          <p:spPr>
            <a:xfrm>
              <a:off x="6781797" y="4347266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3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26274B2-68DE-1B03-A524-DB2F8336B2A0}"/>
                </a:ext>
              </a:extLst>
            </p:cNvPr>
            <p:cNvSpPr/>
            <p:nvPr/>
          </p:nvSpPr>
          <p:spPr>
            <a:xfrm>
              <a:off x="6781797" y="4718327"/>
              <a:ext cx="815009" cy="3180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4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7A447F3-4067-1683-4581-5293E1BB5DD1}"/>
                </a:ext>
              </a:extLst>
            </p:cNvPr>
            <p:cNvSpPr/>
            <p:nvPr/>
          </p:nvSpPr>
          <p:spPr>
            <a:xfrm>
              <a:off x="7689571" y="2843419"/>
              <a:ext cx="815009" cy="3180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Name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46E1DDF-4BA4-EA23-AEF9-0D7407CAF07C}"/>
                </a:ext>
              </a:extLst>
            </p:cNvPr>
            <p:cNvSpPr/>
            <p:nvPr/>
          </p:nvSpPr>
          <p:spPr>
            <a:xfrm>
              <a:off x="7689571" y="3217655"/>
              <a:ext cx="815009" cy="3180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Jay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0F1DECA-9BB1-F0D1-43A9-D8F5E822775F}"/>
                </a:ext>
              </a:extLst>
            </p:cNvPr>
            <p:cNvSpPr/>
            <p:nvPr/>
          </p:nvSpPr>
          <p:spPr>
            <a:xfrm>
              <a:off x="7689571" y="3601969"/>
              <a:ext cx="815009" cy="3180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Leo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423DCDF-D4CD-2731-49E4-123236EFE96F}"/>
                </a:ext>
              </a:extLst>
            </p:cNvPr>
            <p:cNvSpPr/>
            <p:nvPr/>
          </p:nvSpPr>
          <p:spPr>
            <a:xfrm>
              <a:off x="7689571" y="3969855"/>
              <a:ext cx="815009" cy="3180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Lily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D80250C-E36A-45F4-0CF4-3AE0016DBE52}"/>
                </a:ext>
              </a:extLst>
            </p:cNvPr>
            <p:cNvSpPr/>
            <p:nvPr/>
          </p:nvSpPr>
          <p:spPr>
            <a:xfrm>
              <a:off x="7689571" y="4340916"/>
              <a:ext cx="815009" cy="3180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Jerry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635D535-37D9-5345-B3F7-6CFEC502541A}"/>
                </a:ext>
              </a:extLst>
            </p:cNvPr>
            <p:cNvSpPr/>
            <p:nvPr/>
          </p:nvSpPr>
          <p:spPr>
            <a:xfrm>
              <a:off x="7689570" y="4711977"/>
              <a:ext cx="815009" cy="3180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Cici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95690E34-161B-F304-350D-42B91A5B75C6}"/>
              </a:ext>
            </a:extLst>
          </p:cNvPr>
          <p:cNvSpPr txBox="1"/>
          <p:nvPr/>
        </p:nvSpPr>
        <p:spPr>
          <a:xfrm>
            <a:off x="1176038" y="51462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index</a:t>
            </a:r>
            <a:endParaRPr lang="zh-CN" altLang="en-US" sz="12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6C38FCA-8B73-179B-8951-DAB8BFCDD5E8}"/>
              </a:ext>
            </a:extLst>
          </p:cNvPr>
          <p:cNvSpPr txBox="1"/>
          <p:nvPr/>
        </p:nvSpPr>
        <p:spPr>
          <a:xfrm>
            <a:off x="1176038" y="51462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index</a:t>
            </a:r>
            <a:endParaRPr lang="zh-CN" altLang="en-US" sz="12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6444A1D-F1E8-37E2-73C3-A4D57985F8E2}"/>
              </a:ext>
            </a:extLst>
          </p:cNvPr>
          <p:cNvSpPr txBox="1"/>
          <p:nvPr/>
        </p:nvSpPr>
        <p:spPr>
          <a:xfrm>
            <a:off x="1176038" y="514627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index</a:t>
            </a:r>
            <a:endParaRPr lang="zh-CN" altLang="en-US" sz="12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4E2C889-1906-BDAF-08A3-E1E8396AC8AD}"/>
              </a:ext>
            </a:extLst>
          </p:cNvPr>
          <p:cNvSpPr txBox="1"/>
          <p:nvPr/>
        </p:nvSpPr>
        <p:spPr>
          <a:xfrm>
            <a:off x="2103390" y="595685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DataFrame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D4963B2-B432-1A84-85FE-0756E08D4133}"/>
              </a:ext>
            </a:extLst>
          </p:cNvPr>
          <p:cNvSpPr txBox="1"/>
          <p:nvPr/>
        </p:nvSpPr>
        <p:spPr>
          <a:xfrm>
            <a:off x="8512212" y="595685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Series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9DDE728A-573B-EEAE-CEA6-F31D8C5A34E6}"/>
              </a:ext>
            </a:extLst>
          </p:cNvPr>
          <p:cNvSpPr/>
          <p:nvPr/>
        </p:nvSpPr>
        <p:spPr>
          <a:xfrm>
            <a:off x="3787730" y="2812017"/>
            <a:ext cx="887398" cy="2290071"/>
          </a:xfrm>
          <a:prstGeom prst="roundRect">
            <a:avLst>
              <a:gd name="adj" fmla="val 3697"/>
            </a:avLst>
          </a:prstGeom>
          <a:noFill/>
          <a:ln w="127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F4063CC-B263-BD24-14B1-97BC6AF31AC0}"/>
              </a:ext>
            </a:extLst>
          </p:cNvPr>
          <p:cNvSpPr txBox="1"/>
          <p:nvPr/>
        </p:nvSpPr>
        <p:spPr>
          <a:xfrm>
            <a:off x="3852871" y="5113971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column</a:t>
            </a:r>
            <a:endParaRPr lang="zh-CN" altLang="en-US" sz="120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F4E1514C-FA89-1CDA-C611-02478D104E83}"/>
              </a:ext>
            </a:extLst>
          </p:cNvPr>
          <p:cNvSpPr/>
          <p:nvPr/>
        </p:nvSpPr>
        <p:spPr>
          <a:xfrm>
            <a:off x="1067904" y="3590566"/>
            <a:ext cx="3607224" cy="363368"/>
          </a:xfrm>
          <a:prstGeom prst="roundRect">
            <a:avLst>
              <a:gd name="adj" fmla="val 3697"/>
            </a:avLst>
          </a:prstGeom>
          <a:noFill/>
          <a:ln w="127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2477B32-C3F3-9287-6142-C413DAAD05F3}"/>
              </a:ext>
            </a:extLst>
          </p:cNvPr>
          <p:cNvSpPr txBox="1"/>
          <p:nvPr/>
        </p:nvSpPr>
        <p:spPr>
          <a:xfrm>
            <a:off x="4628138" y="3611494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/>
              <a:t>row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7587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11111E-6 L 0.47968 -0.00301 " pathEditMode="relative" rAng="0" ptsTypes="AA">
                                      <p:cBhvr>
                                        <p:cTn id="1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84" y="-162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85185E-6 L 0.4819 -0.00347 " pathEditMode="relative" rAng="0" ptsTypes="AA">
                                      <p:cBhvr>
                                        <p:cTn id="12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89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0.67226 0.00162 " pathEditMode="relative" rAng="0" ptsTypes="AA">
                                      <p:cBhvr>
                                        <p:cTn id="12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607" y="69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59648 0.00486 " pathEditMode="relative" rAng="0" ptsTypes="AA">
                                      <p:cBhvr>
                                        <p:cTn id="12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18" y="231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85185E-6 L 0.67096 -0.00532 " pathEditMode="relative" rAng="0" ptsTypes="AA">
                                      <p:cBhvr>
                                        <p:cTn id="12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42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52" grpId="0"/>
      <p:bldP spid="53" grpId="0"/>
      <p:bldP spid="53" grpId="1"/>
      <p:bldP spid="54" grpId="0"/>
      <p:bldP spid="54" grpId="1"/>
      <p:bldP spid="55" grpId="0"/>
      <p:bldP spid="56" grpId="0"/>
      <p:bldP spid="57" grpId="0" animBg="1"/>
      <p:bldP spid="58" grpId="0"/>
      <p:bldP spid="59" grpId="0" animBg="1"/>
      <p:bldP spid="6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1C0D3-9AED-771B-6B5A-B2A3AE02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C37D0-BE62-70F3-4FAC-3300C417B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00590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需求：基于</a:t>
            </a:r>
            <a:r>
              <a:rPr lang="en-US" altLang="zh-CN"/>
              <a:t>Pandas</a:t>
            </a:r>
            <a:r>
              <a:rPr lang="zh-CN" altLang="en-US"/>
              <a:t>统计班级学员的各科成绩的最高分、最低分、平均分。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准备：</a:t>
            </a:r>
            <a:r>
              <a:rPr lang="en-US" altLang="zh-CN">
                <a:solidFill>
                  <a:srgbClr val="0000FF"/>
                </a:solidFill>
              </a:rPr>
              <a:t>npm install </a:t>
            </a:r>
            <a:r>
              <a:rPr lang="en-US" altLang="zh-CN">
                <a:solidFill>
                  <a:srgbClr val="C00000"/>
                </a:solidFill>
              </a:rPr>
              <a:t>pandas==2.3.3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AB590A-5C1E-9DD7-B355-7AC5652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初体验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D3DDFE-DABB-17A4-8500-8DBEB0CE846A}"/>
              </a:ext>
            </a:extLst>
          </p:cNvPr>
          <p:cNvGrpSpPr/>
          <p:nvPr/>
        </p:nvGrpSpPr>
        <p:grpSpPr>
          <a:xfrm>
            <a:off x="954977" y="2044077"/>
            <a:ext cx="8457840" cy="4191623"/>
            <a:chOff x="2297719" y="3660322"/>
            <a:chExt cx="9318965" cy="442855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6756144-29A3-5F0F-9224-8B8D2D95FEC6}"/>
                </a:ext>
              </a:extLst>
            </p:cNvPr>
            <p:cNvSpPr/>
            <p:nvPr/>
          </p:nvSpPr>
          <p:spPr>
            <a:xfrm>
              <a:off x="2297727" y="3660323"/>
              <a:ext cx="9318957" cy="4428552"/>
            </a:xfrm>
            <a:prstGeom prst="roundRect">
              <a:avLst>
                <a:gd name="adj" fmla="val 136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pandas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as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pd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df1 = pd.DataFrame([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张三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李四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88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95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王五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96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89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赵六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90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90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孙七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72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59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66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周八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80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76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68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吴九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郑十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57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68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49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}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])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最高分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].max()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最低分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].min()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平均分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].mean()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最高分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].max()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最低分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].min()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平均分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].mean()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最高分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].max()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最低分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].min()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,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平均分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df1[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].mean()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AAA8621D-8407-4B7B-E884-B071D4A3DF84}"/>
                </a:ext>
              </a:extLst>
            </p:cNvPr>
            <p:cNvSpPr/>
            <p:nvPr/>
          </p:nvSpPr>
          <p:spPr>
            <a:xfrm>
              <a:off x="2297719" y="3660322"/>
              <a:ext cx="93189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2E0814A-E841-9D9C-3D83-B6B540C0A09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AE90EF5-1542-2DC6-5D5A-CCAC04D212E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F50E72-23BF-2FC5-8ECD-8C30C46ADBB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7547FB11-9B06-2063-D19C-40FE220E4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199" y="2571683"/>
            <a:ext cx="2061472" cy="307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5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E8F8-DF5C-AB65-4333-B553A05D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60F819F-9E31-8AA3-8A0E-1E0ED9EBE8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什么是</a:t>
            </a:r>
            <a:r>
              <a:rPr lang="en-US" altLang="zh-CN"/>
              <a:t>DataFrame</a:t>
            </a:r>
            <a:r>
              <a:rPr lang="zh-CN" altLang="en-US"/>
              <a:t>，什么是</a:t>
            </a:r>
            <a:r>
              <a:rPr lang="en-US" altLang="zh-CN"/>
              <a:t>Series</a:t>
            </a:r>
            <a:r>
              <a:rPr lang="zh-CN" altLang="en-US"/>
              <a:t>？</a:t>
            </a:r>
            <a:endParaRPr lang="en-US" altLang="zh-CN"/>
          </a:p>
          <a:p>
            <a:pPr marL="612000" lvl="1" indent="-285750">
              <a:lnSpc>
                <a:spcPct val="200000"/>
              </a:lnSpc>
              <a:spcBef>
                <a:spcPts val="600"/>
              </a:spcBef>
            </a:pPr>
            <a:r>
              <a:rPr lang="en-US" altLang="zh-CN" sz="1400"/>
              <a:t>DataFrame</a:t>
            </a:r>
            <a:r>
              <a:rPr lang="zh-CN" altLang="en-US" sz="1400"/>
              <a:t>是一个表格型的数据结构，就像一张</a:t>
            </a:r>
            <a:r>
              <a:rPr lang="en-US" altLang="zh-CN" sz="1400"/>
              <a:t>Excel</a:t>
            </a:r>
            <a:r>
              <a:rPr lang="zh-CN" altLang="en-US" sz="1400"/>
              <a:t>表格，有行有列；</a:t>
            </a:r>
            <a:endParaRPr lang="en-US" altLang="zh-CN" sz="1400"/>
          </a:p>
          <a:p>
            <a:pPr marL="612000" lvl="1" indent="-285750">
              <a:lnSpc>
                <a:spcPct val="200000"/>
              </a:lnSpc>
              <a:spcBef>
                <a:spcPts val="600"/>
              </a:spcBef>
            </a:pPr>
            <a:r>
              <a:rPr lang="en-US" altLang="zh-CN" sz="1400"/>
              <a:t>Series</a:t>
            </a:r>
            <a:r>
              <a:rPr lang="zh-CN" altLang="en-US" sz="1400"/>
              <a:t>是一列数据，就像</a:t>
            </a:r>
            <a:r>
              <a:rPr lang="en-US" altLang="zh-CN" sz="1400"/>
              <a:t>DataFrame</a:t>
            </a:r>
            <a:r>
              <a:rPr lang="zh-CN" altLang="en-US" sz="1400"/>
              <a:t>中的单独一列</a:t>
            </a:r>
            <a:r>
              <a:rPr lang="en-US" altLang="zh-CN" sz="1400"/>
              <a:t>;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6302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8B7F0-F953-B390-C31D-F4C91741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10BEBA-8013-1A4E-27F2-E49C9091F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8" y="956241"/>
            <a:ext cx="6110348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构建</a:t>
            </a:r>
            <a:r>
              <a:rPr lang="en-US" altLang="zh-CN"/>
              <a:t>DataFrame</a:t>
            </a:r>
            <a:r>
              <a:rPr lang="zh-CN" altLang="en-US"/>
              <a:t>的方式有很多，主要方式如下：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DB615AA-B568-180F-C7FB-A5024377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DataFrame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FF89330-B55B-D4A9-8E05-850259491FCB}"/>
              </a:ext>
            </a:extLst>
          </p:cNvPr>
          <p:cNvGrpSpPr/>
          <p:nvPr/>
        </p:nvGrpSpPr>
        <p:grpSpPr>
          <a:xfrm>
            <a:off x="929577" y="1517027"/>
            <a:ext cx="5756975" cy="5207623"/>
            <a:chOff x="2297719" y="3660322"/>
            <a:chExt cx="6343114" cy="550198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9A9ACA0-F88E-17A0-7551-99337DAF73EE}"/>
                </a:ext>
              </a:extLst>
            </p:cNvPr>
            <p:cNvSpPr/>
            <p:nvPr/>
          </p:nvSpPr>
          <p:spPr>
            <a:xfrm>
              <a:off x="2297728" y="3660322"/>
              <a:ext cx="6343105" cy="5501982"/>
            </a:xfrm>
            <a:prstGeom prst="roundRect">
              <a:avLst>
                <a:gd name="adj" fmla="val 136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ts val="18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df1 = pd.DataFrame([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张三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李四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王五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])</a:t>
              </a:r>
            </a:p>
            <a:p>
              <a:pPr>
                <a:lnSpc>
                  <a:spcPts val="18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df2 = pd.DataFrame({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张三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李四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王五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[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[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: [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})</a:t>
              </a:r>
            </a:p>
            <a:p>
              <a:pPr>
                <a:lnSpc>
                  <a:spcPts val="18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df3 = pd.DataFrame([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张三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李四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王五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columns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])</a:t>
              </a:r>
            </a:p>
            <a:p>
              <a:pPr>
                <a:lnSpc>
                  <a:spcPts val="18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df4 = pd.DataFrame([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张三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李四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78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],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王五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96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89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columns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英语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index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'a'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'b'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'c'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81B96763-CAAD-6C15-9EEC-D356E9D26FD1}"/>
                </a:ext>
              </a:extLst>
            </p:cNvPr>
            <p:cNvSpPr/>
            <p:nvPr/>
          </p:nvSpPr>
          <p:spPr>
            <a:xfrm>
              <a:off x="2297719" y="3660322"/>
              <a:ext cx="634310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DataFrame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E1532E0-E55D-D7CB-78B6-3C310940F47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1B523DE-0A2F-7920-CC42-181675898FE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393C15D-26AC-64F5-A9B6-B1E66D90038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C986A53-6AF2-F39B-23F9-EDFBFA348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79" y="2224244"/>
            <a:ext cx="2715469" cy="1768437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68632CE-0169-7962-65FC-D0078F49C547}"/>
              </a:ext>
            </a:extLst>
          </p:cNvPr>
          <p:cNvSpPr/>
          <p:nvPr/>
        </p:nvSpPr>
        <p:spPr>
          <a:xfrm>
            <a:off x="7521529" y="2286000"/>
            <a:ext cx="2162221" cy="285750"/>
          </a:xfrm>
          <a:prstGeom prst="roundRect">
            <a:avLst>
              <a:gd name="adj" fmla="val 7778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A5EDDC5-151C-2385-4FC1-CA9C81D59C3C}"/>
              </a:ext>
            </a:extLst>
          </p:cNvPr>
          <p:cNvSpPr/>
          <p:nvPr/>
        </p:nvSpPr>
        <p:spPr>
          <a:xfrm>
            <a:off x="7156450" y="2686050"/>
            <a:ext cx="330200" cy="1174750"/>
          </a:xfrm>
          <a:prstGeom prst="roundRect">
            <a:avLst>
              <a:gd name="adj" fmla="val 7051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76FF561-2567-9138-437B-F4A3DF2AD818}"/>
              </a:ext>
            </a:extLst>
          </p:cNvPr>
          <p:cNvCxnSpPr/>
          <p:nvPr/>
        </p:nvCxnSpPr>
        <p:spPr>
          <a:xfrm>
            <a:off x="9683750" y="2425700"/>
            <a:ext cx="654050" cy="0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50D49D7-3777-3304-63CD-15A4699DBD47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7321550" y="1971691"/>
            <a:ext cx="0" cy="714359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2EE5D19-40AD-7ED6-F51C-4AB14308CAFD}"/>
              </a:ext>
            </a:extLst>
          </p:cNvPr>
          <p:cNvSpPr/>
          <p:nvPr/>
        </p:nvSpPr>
        <p:spPr>
          <a:xfrm>
            <a:off x="7521529" y="2686050"/>
            <a:ext cx="2162221" cy="1174750"/>
          </a:xfrm>
          <a:prstGeom prst="roundRect">
            <a:avLst>
              <a:gd name="adj" fmla="val 2613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30E0BA0-4025-4863-8CE9-ED932A1269C6}"/>
              </a:ext>
            </a:extLst>
          </p:cNvPr>
          <p:cNvCxnSpPr/>
          <p:nvPr/>
        </p:nvCxnSpPr>
        <p:spPr>
          <a:xfrm>
            <a:off x="9683750" y="3232150"/>
            <a:ext cx="654050" cy="0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F963DD2-161E-2270-5415-931D6218FBC0}"/>
              </a:ext>
            </a:extLst>
          </p:cNvPr>
          <p:cNvSpPr txBox="1"/>
          <p:nvPr/>
        </p:nvSpPr>
        <p:spPr>
          <a:xfrm>
            <a:off x="10388600" y="2286000"/>
            <a:ext cx="1123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df.columns</a:t>
            </a:r>
            <a:endParaRPr lang="zh-CN" altLang="en-US" sz="12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B574D9-9F34-E7F2-2348-06E70DAAFA1B}"/>
              </a:ext>
            </a:extLst>
          </p:cNvPr>
          <p:cNvSpPr txBox="1"/>
          <p:nvPr/>
        </p:nvSpPr>
        <p:spPr>
          <a:xfrm>
            <a:off x="6856414" y="1670627"/>
            <a:ext cx="930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df.index</a:t>
            </a:r>
            <a:endParaRPr lang="zh-CN" altLang="en-US" sz="12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46A1433-2A67-9B56-D560-1F4094D38D0E}"/>
              </a:ext>
            </a:extLst>
          </p:cNvPr>
          <p:cNvSpPr txBox="1"/>
          <p:nvPr/>
        </p:nvSpPr>
        <p:spPr>
          <a:xfrm>
            <a:off x="10388600" y="3093650"/>
            <a:ext cx="1060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df.values</a:t>
            </a:r>
            <a:endParaRPr lang="zh-CN" altLang="en-US" sz="12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1402C01-D401-29AA-14FE-A872FABD8F43}"/>
              </a:ext>
            </a:extLst>
          </p:cNvPr>
          <p:cNvSpPr txBox="1"/>
          <p:nvPr/>
        </p:nvSpPr>
        <p:spPr>
          <a:xfrm>
            <a:off x="9366251" y="4140589"/>
            <a:ext cx="238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/>
              <a:t>df.dtypes</a:t>
            </a:r>
            <a:r>
              <a:rPr lang="zh-CN" altLang="en-US" sz="1200"/>
              <a:t>：获取每一列的类型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D034721-728B-1F85-4D6B-2235C77C356D}"/>
              </a:ext>
            </a:extLst>
          </p:cNvPr>
          <p:cNvCxnSpPr>
            <a:cxnSpLocks/>
            <a:endCxn id="33" idx="1"/>
          </p:cNvCxnSpPr>
          <p:nvPr/>
        </p:nvCxnSpPr>
        <p:spPr>
          <a:xfrm rot="16200000" flipH="1">
            <a:off x="9049157" y="3961994"/>
            <a:ext cx="418289" cy="215900"/>
          </a:xfrm>
          <a:prstGeom prst="bentConnector2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4CF552B-9414-CD83-94D1-B0B09FCBB8D0}"/>
              </a:ext>
            </a:extLst>
          </p:cNvPr>
          <p:cNvSpPr txBox="1"/>
          <p:nvPr/>
        </p:nvSpPr>
        <p:spPr>
          <a:xfrm>
            <a:off x="9366251" y="4608189"/>
            <a:ext cx="2266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df.size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：获取单元格的数量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DA61C25-47C0-25C0-EBA9-C3D0597C572B}"/>
              </a:ext>
            </a:extLst>
          </p:cNvPr>
          <p:cNvCxnSpPr>
            <a:cxnSpLocks/>
            <a:endCxn id="41" idx="1"/>
          </p:cNvCxnSpPr>
          <p:nvPr/>
        </p:nvCxnSpPr>
        <p:spPr>
          <a:xfrm rot="16200000" flipH="1">
            <a:off x="8541500" y="3921938"/>
            <a:ext cx="885890" cy="763612"/>
          </a:xfrm>
          <a:prstGeom prst="bentConnector2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AB1BEE5D-1D02-4B8A-939C-1EF0245AF801}"/>
              </a:ext>
            </a:extLst>
          </p:cNvPr>
          <p:cNvSpPr txBox="1"/>
          <p:nvPr/>
        </p:nvSpPr>
        <p:spPr>
          <a:xfrm>
            <a:off x="9366251" y="5061728"/>
            <a:ext cx="2527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df.shape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：获取</a:t>
            </a:r>
            <a:r>
              <a:rPr lang="zh-CN" altLang="en-US" sz="1200">
                <a:solidFill>
                  <a:srgbClr val="363C3B"/>
                </a:solidFill>
                <a:latin typeface="Source Code Pro"/>
                <a:ea typeface="阿里巴巴普惠体"/>
              </a:rPr>
              <a:t>数据维度</a:t>
            </a:r>
            <a:r>
              <a:rPr lang="en-US" altLang="zh-CN" sz="1200">
                <a:solidFill>
                  <a:srgbClr val="363C3B"/>
                </a:solidFill>
                <a:latin typeface="Source Code Pro"/>
                <a:ea typeface="阿里巴巴普惠体"/>
              </a:rPr>
              <a:t>(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行</a:t>
            </a:r>
            <a:r>
              <a:rPr lang="en-US" altLang="zh-CN" sz="1200">
                <a:solidFill>
                  <a:srgbClr val="363C3B"/>
                </a:solidFill>
                <a:latin typeface="Source Code Pro"/>
                <a:ea typeface="阿里巴巴普惠体"/>
              </a:rPr>
              <a:t>,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列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)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63A3A8A-1BE2-D2D1-5835-95CC36891E9B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8020050" y="3860798"/>
            <a:ext cx="1346201" cy="1339430"/>
          </a:xfrm>
          <a:prstGeom prst="bentConnector3">
            <a:avLst>
              <a:gd name="adj1" fmla="val -2358"/>
            </a:avLst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89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4" grpId="0" animBg="1"/>
      <p:bldP spid="15" grpId="0" animBg="1"/>
      <p:bldP spid="21" grpId="0" animBg="1"/>
      <p:bldP spid="24" grpId="0"/>
      <p:bldP spid="25" grpId="0"/>
      <p:bldP spid="26" grpId="0"/>
      <p:bldP spid="33" grpId="0"/>
      <p:bldP spid="41" grpId="0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180F-74DB-368F-79F9-CF3E25C6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B9EB85-E01E-A627-3025-B6E7861A3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8" y="956241"/>
            <a:ext cx="6542074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构建</a:t>
            </a:r>
            <a:r>
              <a:rPr lang="en-US" altLang="zh-CN"/>
              <a:t>Series</a:t>
            </a:r>
            <a:r>
              <a:rPr lang="zh-CN" altLang="en-US"/>
              <a:t>的方式有很多，主要方式如下：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304959C-6C1A-080C-A19C-AA5CD0AD6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Series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7975229-59D8-9717-662D-1D6514BB4B8F}"/>
              </a:ext>
            </a:extLst>
          </p:cNvPr>
          <p:cNvGrpSpPr/>
          <p:nvPr/>
        </p:nvGrpSpPr>
        <p:grpSpPr>
          <a:xfrm>
            <a:off x="961327" y="1552589"/>
            <a:ext cx="6118923" cy="2680323"/>
            <a:chOff x="2297719" y="3660322"/>
            <a:chExt cx="6741913" cy="283182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C738229-72C7-6C09-52E3-CCB9F59CA98B}"/>
                </a:ext>
              </a:extLst>
            </p:cNvPr>
            <p:cNvSpPr/>
            <p:nvPr/>
          </p:nvSpPr>
          <p:spPr>
            <a:xfrm>
              <a:off x="2297728" y="3660322"/>
              <a:ext cx="6741904" cy="2831827"/>
            </a:xfrm>
            <a:prstGeom prst="roundRect">
              <a:avLst>
                <a:gd name="adj" fmla="val 231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 = pd.Series([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])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s = pd.Series((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index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'a'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'b'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'c'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'd'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'e'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])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s = pd.Series({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'a'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'b'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'c'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'd'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'e'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})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s = df1[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语文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s = df1[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latin typeface="Courier New" panose="02070309020205020404" pitchFamily="49" charset="0"/>
                </a:rPr>
                <a:t>数学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9C7E985A-55B1-187B-009C-6605B2977782}"/>
                </a:ext>
              </a:extLst>
            </p:cNvPr>
            <p:cNvSpPr/>
            <p:nvPr/>
          </p:nvSpPr>
          <p:spPr>
            <a:xfrm>
              <a:off x="2297719" y="3660322"/>
              <a:ext cx="674190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DataFrame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F605426-4E2E-9EAB-FC7B-AF761E9263F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7DDA47A-3E9E-08AE-2D70-D2F2CD915FA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AA118AD-6F7C-396E-9448-58AD3078D56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E7C0556A-3041-B4EF-979F-40D9D367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652" y="2375821"/>
            <a:ext cx="1055846" cy="1857091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88CBB9E-F057-1636-22D4-38258F7EAE9A}"/>
              </a:ext>
            </a:extLst>
          </p:cNvPr>
          <p:cNvSpPr/>
          <p:nvPr/>
        </p:nvSpPr>
        <p:spPr>
          <a:xfrm>
            <a:off x="7912032" y="2451100"/>
            <a:ext cx="600050" cy="1756410"/>
          </a:xfrm>
          <a:prstGeom prst="roundRect">
            <a:avLst>
              <a:gd name="adj" fmla="val 7778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9C68AFA-F5E5-BF5C-14B3-0666F87467F2}"/>
              </a:ext>
            </a:extLst>
          </p:cNvPr>
          <p:cNvSpPr/>
          <p:nvPr/>
        </p:nvSpPr>
        <p:spPr>
          <a:xfrm>
            <a:off x="7369083" y="2451100"/>
            <a:ext cx="428648" cy="1756411"/>
          </a:xfrm>
          <a:prstGeom prst="roundRect">
            <a:avLst>
              <a:gd name="adj" fmla="val 7051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710D45D-EE9F-30FC-56D4-7C85F23B2DFC}"/>
              </a:ext>
            </a:extLst>
          </p:cNvPr>
          <p:cNvCxnSpPr>
            <a:cxnSpLocks/>
            <a:stCxn id="13" idx="0"/>
            <a:endCxn id="15" idx="2"/>
          </p:cNvCxnSpPr>
          <p:nvPr/>
        </p:nvCxnSpPr>
        <p:spPr>
          <a:xfrm flipV="1">
            <a:off x="7583407" y="1700159"/>
            <a:ext cx="0" cy="750941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145AA99-AE0C-01B3-84E0-92A351670179}"/>
              </a:ext>
            </a:extLst>
          </p:cNvPr>
          <p:cNvSpPr txBox="1"/>
          <p:nvPr/>
        </p:nvSpPr>
        <p:spPr>
          <a:xfrm>
            <a:off x="7118271" y="1423160"/>
            <a:ext cx="930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s.index</a:t>
            </a:r>
            <a:endParaRPr lang="zh-CN" altLang="en-US" sz="120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CCA8BEA-7082-CACC-0D11-5E378214659D}"/>
              </a:ext>
            </a:extLst>
          </p:cNvPr>
          <p:cNvCxnSpPr>
            <a:cxnSpLocks/>
            <a:stCxn id="12" idx="0"/>
          </p:cNvCxnSpPr>
          <p:nvPr/>
        </p:nvCxnSpPr>
        <p:spPr>
          <a:xfrm rot="5400000" flipH="1" flipV="1">
            <a:off x="8247181" y="1795582"/>
            <a:ext cx="620395" cy="690643"/>
          </a:xfrm>
          <a:prstGeom prst="bentConnector2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F738C4D-B65E-F4E9-1522-85B8DAF1616B}"/>
              </a:ext>
            </a:extLst>
          </p:cNvPr>
          <p:cNvSpPr txBox="1"/>
          <p:nvPr/>
        </p:nvSpPr>
        <p:spPr>
          <a:xfrm>
            <a:off x="8902700" y="1700159"/>
            <a:ext cx="173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s.values</a:t>
            </a:r>
            <a:r>
              <a:rPr lang="zh-CN" altLang="en-US" sz="1200"/>
              <a:t>：获取值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DA2C4F4-5477-BD27-3524-BA9AE2F3373D}"/>
              </a:ext>
            </a:extLst>
          </p:cNvPr>
          <p:cNvCxnSpPr>
            <a:cxnSpLocks/>
          </p:cNvCxnSpPr>
          <p:nvPr/>
        </p:nvCxnSpPr>
        <p:spPr>
          <a:xfrm>
            <a:off x="8512082" y="2941955"/>
            <a:ext cx="701768" cy="0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3796B476-3D88-2124-9BEB-7124741023AB}"/>
              </a:ext>
            </a:extLst>
          </p:cNvPr>
          <p:cNvSpPr txBox="1"/>
          <p:nvPr/>
        </p:nvSpPr>
        <p:spPr>
          <a:xfrm>
            <a:off x="9213850" y="2825882"/>
            <a:ext cx="1900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s.dtype</a:t>
            </a:r>
            <a:r>
              <a:rPr lang="zh-CN" altLang="en-US" sz="1200"/>
              <a:t>：获取数据类型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9CC75C7-63D0-A83E-EC69-DBBAACECEC9B}"/>
              </a:ext>
            </a:extLst>
          </p:cNvPr>
          <p:cNvCxnSpPr>
            <a:cxnSpLocks/>
          </p:cNvCxnSpPr>
          <p:nvPr/>
        </p:nvCxnSpPr>
        <p:spPr>
          <a:xfrm>
            <a:off x="8516616" y="3691255"/>
            <a:ext cx="720818" cy="0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D931606E-C4C1-67B1-ECC8-2E58B464D2C0}"/>
              </a:ext>
            </a:extLst>
          </p:cNvPr>
          <p:cNvSpPr txBox="1"/>
          <p:nvPr/>
        </p:nvSpPr>
        <p:spPr>
          <a:xfrm>
            <a:off x="9237434" y="3552755"/>
            <a:ext cx="1900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s.size</a:t>
            </a:r>
            <a:r>
              <a:rPr lang="zh-CN" altLang="en-US" sz="1200"/>
              <a:t>：获取数据个数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B591428-7A3D-E5B0-AA0D-CD408D9A3B60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8262269" y="4157298"/>
            <a:ext cx="620395" cy="720818"/>
          </a:xfrm>
          <a:prstGeom prst="bentConnector2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7D3406E-895D-404D-B880-DA629A08C7A8}"/>
              </a:ext>
            </a:extLst>
          </p:cNvPr>
          <p:cNvSpPr txBox="1"/>
          <p:nvPr/>
        </p:nvSpPr>
        <p:spPr>
          <a:xfrm>
            <a:off x="8934450" y="4690359"/>
            <a:ext cx="2571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s.shape</a:t>
            </a:r>
            <a:r>
              <a:rPr lang="zh-CN" altLang="en-US" sz="1200"/>
              <a:t>：获取数据维度</a:t>
            </a:r>
            <a:r>
              <a:rPr lang="en-US" altLang="zh-CN" sz="1200"/>
              <a:t>(</a:t>
            </a:r>
            <a:r>
              <a:rPr lang="zh-CN" altLang="en-US" sz="1200"/>
              <a:t>行</a:t>
            </a:r>
            <a:r>
              <a:rPr lang="en-US" altLang="zh-CN" sz="1200"/>
              <a:t>,)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81338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2" grpId="0" animBg="1"/>
      <p:bldP spid="13" grpId="0" animBg="1"/>
      <p:bldP spid="15" grpId="0"/>
      <p:bldP spid="23" grpId="0"/>
      <p:bldP spid="29" grpId="0"/>
      <p:bldP spid="34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1231-B349-1961-78E0-4C25B60F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3FC6A54-EC4E-70C1-40F5-52C641575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455197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DataFrame</a:t>
            </a:r>
            <a:r>
              <a:rPr lang="zh-CN" altLang="en-US"/>
              <a:t>、</a:t>
            </a:r>
            <a:r>
              <a:rPr lang="en-US" altLang="zh-CN"/>
              <a:t>Series</a:t>
            </a:r>
            <a:r>
              <a:rPr lang="zh-CN" altLang="en-US"/>
              <a:t>中的常见属性的作用？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xx.index</a:t>
            </a:r>
            <a:r>
              <a:rPr lang="zh-CN" altLang="en-US" sz="1400"/>
              <a:t>：获取索引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xx.values</a:t>
            </a:r>
            <a:r>
              <a:rPr lang="zh-CN" altLang="en-US" sz="1400"/>
              <a:t>：获取值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xx.dtype</a:t>
            </a:r>
            <a:r>
              <a:rPr lang="zh-CN" altLang="en-US" sz="1400"/>
              <a:t>：获取数据类型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xx.size</a:t>
            </a:r>
            <a:r>
              <a:rPr lang="zh-CN" altLang="en-US" sz="1400"/>
              <a:t>：获取数据个数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xx.shape</a:t>
            </a:r>
            <a:r>
              <a:rPr lang="zh-CN" altLang="en-US" sz="1400"/>
              <a:t>：获取数据维度（行，列）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xx.columns</a:t>
            </a:r>
            <a:r>
              <a:rPr lang="zh-CN" altLang="en-US" sz="1400"/>
              <a:t>：获取列名（</a:t>
            </a:r>
            <a:r>
              <a:rPr lang="en-US" altLang="zh-CN" sz="1400"/>
              <a:t>DataFrame</a:t>
            </a:r>
            <a:r>
              <a:rPr lang="zh-CN" altLang="en-US" sz="1400"/>
              <a:t>特有属性）</a:t>
            </a:r>
          </a:p>
        </p:txBody>
      </p:sp>
    </p:spTree>
    <p:extLst>
      <p:ext uri="{BB962C8B-B14F-4D97-AF65-F5344CB8AC3E}">
        <p14:creationId xmlns:p14="http://schemas.microsoft.com/office/powerpoint/2010/main" val="8064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4F9DC-C3FD-F75D-629E-1AA04E2D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9A9E73-2D37-41F6-4911-6D511EA169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77DADC2-91CC-0FE8-8F5B-5C60309563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91823"/>
          </a:xfrm>
        </p:spPr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初体验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数据读取与写入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数据查看、选择、过滤</a:t>
            </a:r>
            <a:endParaRPr lang="en-US" altLang="zh-CN"/>
          </a:p>
          <a:p>
            <a:r>
              <a:rPr lang="zh-CN" altLang="en-US"/>
              <a:t>数据清洗</a:t>
            </a:r>
            <a:endParaRPr lang="en-US" altLang="zh-CN"/>
          </a:p>
          <a:p>
            <a:r>
              <a:rPr lang="zh-CN" altLang="en-US"/>
              <a:t>数据排序与分组</a:t>
            </a:r>
            <a:endParaRPr lang="en-US" altLang="zh-CN"/>
          </a:p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D2F095E-2A32-38A8-0A0A-435142ED34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688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A2611-DD99-7767-F37E-CB219128C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84022E-21EA-6AA2-123D-AA3DF4E2B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52330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基于</a:t>
            </a:r>
            <a:r>
              <a:rPr lang="en-US" altLang="zh-CN"/>
              <a:t>Pandas</a:t>
            </a:r>
            <a:r>
              <a:rPr lang="zh-CN" altLang="en-US"/>
              <a:t>中提供的</a:t>
            </a:r>
            <a:r>
              <a:rPr lang="en-US" altLang="zh-CN"/>
              <a:t>API</a:t>
            </a:r>
            <a:r>
              <a:rPr lang="zh-CN" altLang="en-US"/>
              <a:t>，可以很方便的各类数据文件（</a:t>
            </a:r>
            <a:r>
              <a:rPr lang="en-US" altLang="zh-CN"/>
              <a:t>csv</a:t>
            </a:r>
            <a:r>
              <a:rPr lang="zh-CN" altLang="en-US"/>
              <a:t>、</a:t>
            </a:r>
            <a:r>
              <a:rPr lang="en-US" altLang="zh-CN"/>
              <a:t>Excel</a:t>
            </a:r>
            <a:r>
              <a:rPr lang="zh-CN" altLang="en-US"/>
              <a:t>、数据库、网络数据等）的读取和写入。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5A02CD1-579C-0AC0-0A95-73896BBE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数据读取和写入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DCB3BDD-2B28-B100-6ABA-0F4CE0D1D08D}"/>
              </a:ext>
            </a:extLst>
          </p:cNvPr>
          <p:cNvGrpSpPr/>
          <p:nvPr/>
        </p:nvGrpSpPr>
        <p:grpSpPr>
          <a:xfrm>
            <a:off x="9060570" y="2126372"/>
            <a:ext cx="1621446" cy="1872814"/>
            <a:chOff x="5898270" y="2865796"/>
            <a:chExt cx="1621446" cy="1872814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3664970A-1E9C-622F-A514-181414037EE8}"/>
                </a:ext>
              </a:extLst>
            </p:cNvPr>
            <p:cNvGrpSpPr/>
            <p:nvPr/>
          </p:nvGrpSpPr>
          <p:grpSpPr>
            <a:xfrm>
              <a:off x="5898270" y="2865796"/>
              <a:ext cx="1621446" cy="1872814"/>
              <a:chOff x="1266635" y="2566444"/>
              <a:chExt cx="1621446" cy="1872814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9DE4C113-A0B3-5518-D607-69D15E0FEF93}"/>
                  </a:ext>
                </a:extLst>
              </p:cNvPr>
              <p:cNvGrpSpPr/>
              <p:nvPr/>
            </p:nvGrpSpPr>
            <p:grpSpPr>
              <a:xfrm>
                <a:off x="1266635" y="2566444"/>
                <a:ext cx="1621446" cy="1872814"/>
                <a:chOff x="4313331" y="3230219"/>
                <a:chExt cx="2967241" cy="3442047"/>
              </a:xfrm>
            </p:grpSpPr>
            <p:grpSp>
              <p:nvGrpSpPr>
                <p:cNvPr id="40" name="组合 39">
                  <a:extLst>
                    <a:ext uri="{FF2B5EF4-FFF2-40B4-BE49-F238E27FC236}">
                      <a16:creationId xmlns:a16="http://schemas.microsoft.com/office/drawing/2014/main" id="{42256EB1-1442-CB8F-009A-2982724F39F5}"/>
                    </a:ext>
                  </a:extLst>
                </p:cNvPr>
                <p:cNvGrpSpPr/>
                <p:nvPr/>
              </p:nvGrpSpPr>
              <p:grpSpPr>
                <a:xfrm>
                  <a:off x="4313331" y="3230219"/>
                  <a:ext cx="2967241" cy="3442047"/>
                  <a:chOff x="2883349" y="3111062"/>
                  <a:chExt cx="3280482" cy="3622047"/>
                </a:xfrm>
              </p:grpSpPr>
              <p:sp>
                <p:nvSpPr>
                  <p:cNvPr id="42" name="任意多边形: 形状 41">
                    <a:extLst>
                      <a:ext uri="{FF2B5EF4-FFF2-40B4-BE49-F238E27FC236}">
                        <a16:creationId xmlns:a16="http://schemas.microsoft.com/office/drawing/2014/main" id="{149BCF11-2B5E-6A1F-20E4-4BF36F133309}"/>
                      </a:ext>
                    </a:extLst>
                  </p:cNvPr>
                  <p:cNvSpPr/>
                  <p:nvPr/>
                </p:nvSpPr>
                <p:spPr>
                  <a:xfrm>
                    <a:off x="2883349" y="3111062"/>
                    <a:ext cx="3280482" cy="3622047"/>
                  </a:xfrm>
                  <a:custGeom>
                    <a:avLst/>
                    <a:gdLst>
                      <a:gd name="connsiteX0" fmla="*/ 0 w 3069020"/>
                      <a:gd name="connsiteY0" fmla="*/ 0 h 3510455"/>
                      <a:gd name="connsiteX1" fmla="*/ 2286511 w 3069020"/>
                      <a:gd name="connsiteY1" fmla="*/ 0 h 3510455"/>
                      <a:gd name="connsiteX2" fmla="*/ 2315877 w 3069020"/>
                      <a:gd name="connsiteY2" fmla="*/ 15324 h 3510455"/>
                      <a:gd name="connsiteX3" fmla="*/ 3069020 w 3069020"/>
                      <a:gd name="connsiteY3" fmla="*/ 731145 h 3510455"/>
                      <a:gd name="connsiteX4" fmla="*/ 3069020 w 3069020"/>
                      <a:gd name="connsiteY4" fmla="*/ 3510455 h 3510455"/>
                      <a:gd name="connsiteX5" fmla="*/ 0 w 3069020"/>
                      <a:gd name="connsiteY5" fmla="*/ 3510455 h 3510455"/>
                      <a:gd name="connsiteX0" fmla="*/ 0 w 3069020"/>
                      <a:gd name="connsiteY0" fmla="*/ 0 h 3510455"/>
                      <a:gd name="connsiteX1" fmla="*/ 2286511 w 3069020"/>
                      <a:gd name="connsiteY1" fmla="*/ 0 h 3510455"/>
                      <a:gd name="connsiteX2" fmla="*/ 2315877 w 3069020"/>
                      <a:gd name="connsiteY2" fmla="*/ 15324 h 3510455"/>
                      <a:gd name="connsiteX3" fmla="*/ 3069020 w 3069020"/>
                      <a:gd name="connsiteY3" fmla="*/ 731145 h 3510455"/>
                      <a:gd name="connsiteX4" fmla="*/ 3069020 w 3069020"/>
                      <a:gd name="connsiteY4" fmla="*/ 3510455 h 3510455"/>
                      <a:gd name="connsiteX5" fmla="*/ 0 w 3069020"/>
                      <a:gd name="connsiteY5" fmla="*/ 3510455 h 3510455"/>
                      <a:gd name="connsiteX6" fmla="*/ 0 w 3069020"/>
                      <a:gd name="connsiteY6" fmla="*/ 0 h 3510455"/>
                      <a:gd name="connsiteX0" fmla="*/ 25708 w 3094728"/>
                      <a:gd name="connsiteY0" fmla="*/ 0 h 3510455"/>
                      <a:gd name="connsiteX1" fmla="*/ 2312219 w 3094728"/>
                      <a:gd name="connsiteY1" fmla="*/ 0 h 3510455"/>
                      <a:gd name="connsiteX2" fmla="*/ 2341585 w 3094728"/>
                      <a:gd name="connsiteY2" fmla="*/ 15324 h 3510455"/>
                      <a:gd name="connsiteX3" fmla="*/ 3094728 w 3094728"/>
                      <a:gd name="connsiteY3" fmla="*/ 731145 h 3510455"/>
                      <a:gd name="connsiteX4" fmla="*/ 3094728 w 3094728"/>
                      <a:gd name="connsiteY4" fmla="*/ 3510455 h 3510455"/>
                      <a:gd name="connsiteX5" fmla="*/ 25708 w 3094728"/>
                      <a:gd name="connsiteY5" fmla="*/ 3510455 h 3510455"/>
                      <a:gd name="connsiteX6" fmla="*/ 25708 w 3094728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105173" h="3510455">
                        <a:moveTo>
                          <a:pt x="36153" y="0"/>
                        </a:moveTo>
                        <a:cubicBezTo>
                          <a:pt x="904373" y="50847"/>
                          <a:pt x="1560494" y="0"/>
                          <a:pt x="2322664" y="0"/>
                        </a:cubicBezTo>
                        <a:lnTo>
                          <a:pt x="2352030" y="15324"/>
                        </a:lnTo>
                        <a:lnTo>
                          <a:pt x="3105173" y="731145"/>
                        </a:lnTo>
                        <a:cubicBezTo>
                          <a:pt x="3105173" y="1657582"/>
                          <a:pt x="3018404" y="2541645"/>
                          <a:pt x="3105173" y="3510455"/>
                        </a:cubicBezTo>
                        <a:cubicBezTo>
                          <a:pt x="2053244" y="3459608"/>
                          <a:pt x="1117006" y="3459608"/>
                          <a:pt x="7230" y="3510455"/>
                        </a:cubicBezTo>
                        <a:cubicBezTo>
                          <a:pt x="7230" y="2340303"/>
                          <a:pt x="-21693" y="1170152"/>
                          <a:pt x="36153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 sz="105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  <a:p>
                    <a:pPr algn="ctr"/>
                    <a:r>
                      <a:rPr lang="en-US" altLang="zh-CN" sz="1050">
                        <a:solidFill>
                          <a:schemeClr val="tx1">
                            <a:lumMod val="50000"/>
                          </a:schemeClr>
                        </a:solidFill>
                      </a:rPr>
                      <a:t>sales_02.csv</a:t>
                    </a:r>
                    <a:endParaRPr lang="zh-CN" altLang="en-US" sz="105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43" name="任意多边形: 形状 42">
                    <a:extLst>
                      <a:ext uri="{FF2B5EF4-FFF2-40B4-BE49-F238E27FC236}">
                        <a16:creationId xmlns:a16="http://schemas.microsoft.com/office/drawing/2014/main" id="{38945FFB-A042-8CCE-3B56-3DD60358EC0F}"/>
                      </a:ext>
                    </a:extLst>
                  </p:cNvPr>
                  <p:cNvSpPr/>
                  <p:nvPr/>
                </p:nvSpPr>
                <p:spPr>
                  <a:xfrm rot="13408035">
                    <a:off x="5027214" y="3419467"/>
                    <a:ext cx="1062195" cy="541091"/>
                  </a:xfrm>
                  <a:custGeom>
                    <a:avLst/>
                    <a:gdLst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62195" h="541091">
                        <a:moveTo>
                          <a:pt x="1062195" y="534418"/>
                        </a:moveTo>
                        <a:lnTo>
                          <a:pt x="1030365" y="541091"/>
                        </a:lnTo>
                        <a:lnTo>
                          <a:pt x="0" y="541091"/>
                        </a:lnTo>
                        <a:cubicBezTo>
                          <a:pt x="178131" y="360727"/>
                          <a:pt x="136110" y="357977"/>
                          <a:pt x="534393" y="0"/>
                        </a:cubicBezTo>
                        <a:cubicBezTo>
                          <a:pt x="896687" y="407497"/>
                          <a:pt x="902466" y="354898"/>
                          <a:pt x="1062195" y="534418"/>
                        </a:cubicBezTo>
                        <a:close/>
                      </a:path>
                    </a:pathLst>
                  </a:custGeom>
                  <a:gradFill>
                    <a:gsLst>
                      <a:gs pos="88000">
                        <a:srgbClr val="D1D1D1"/>
                      </a:gs>
                      <a:gs pos="48000">
                        <a:schemeClr val="bg1">
                          <a:lumMod val="65000"/>
                        </a:schemeClr>
                      </a:gs>
                      <a:gs pos="0">
                        <a:schemeClr val="bg1">
                          <a:lumMod val="50000"/>
                          <a:alpha val="84000"/>
                        </a:schemeClr>
                      </a:gs>
                      <a:gs pos="100000">
                        <a:schemeClr val="bg1">
                          <a:lumMod val="95000"/>
                        </a:schemeClr>
                      </a:gs>
                    </a:gsLst>
                    <a:lin ang="5400000" scaled="1"/>
                  </a:gradFill>
                  <a:ln>
                    <a:noFill/>
                  </a:ln>
                  <a:effectLst>
                    <a:outerShdw blurRad="38100" dist="25400" dir="72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50E718B-D86B-2601-438C-620011789740}"/>
                    </a:ext>
                  </a:extLst>
                </p:cNvPr>
                <p:cNvSpPr txBox="1"/>
                <p:nvPr/>
              </p:nvSpPr>
              <p:spPr>
                <a:xfrm>
                  <a:off x="4532118" y="3486871"/>
                  <a:ext cx="2463499" cy="294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  <a:buNone/>
                  </a:pPr>
                  <a:endParaRPr lang="en-US" altLang="zh-CN" sz="1100">
                    <a:solidFill>
                      <a:srgbClr val="080808"/>
                    </a:solidFill>
                    <a:effectLst/>
                    <a:latin typeface="Fira Code" panose="020B0809050000020004" pitchFamily="49" charset="0"/>
                  </a:endParaRPr>
                </a:p>
              </p:txBody>
            </p:sp>
          </p:grp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7319F28B-D05D-7E36-8DB4-E5F39E7DDF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4741" y="2865796"/>
                <a:ext cx="102778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9216A4D2-EF32-7E01-BAB7-BEEBAFD7C9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7917" y="3043596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4940F29B-E280-081E-BA39-341288F75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9505" y="3223513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96EA2C77-ACDD-A319-0F09-B01060E6D6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1093" y="3411897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1E337595-51C0-788F-8BD3-514D04448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268" y="3587581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C129D918-92B7-A42C-8ECB-60DB4275F0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268" y="3759031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8634722C-080A-83FC-C557-6EFC9F66BC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3308" y="3926247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C8F9F79-29AC-45EE-192D-31A7BAE1DB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3307" y="4089231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F8BB8C4-964F-BCF7-70F4-9815A54C2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8776" y="3085668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83B1619-0A75-00A3-6A81-752A83E02A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1976" y="3085667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F46CBD9-DA2F-C7EC-B5F5-20E1F865F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176" y="3087457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EF324EE-5BF5-9BBA-024F-0FA0BD8B6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2026" y="3085666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101D6F4-E9C7-1145-37DD-C1E81383A3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701" y="3085666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74E17E0-C0AE-2414-9BEE-CD8114A809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726" y="3292475"/>
              <a:ext cx="0" cy="119379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7" name="图片 56">
            <a:extLst>
              <a:ext uri="{FF2B5EF4-FFF2-40B4-BE49-F238E27FC236}">
                <a16:creationId xmlns:a16="http://schemas.microsoft.com/office/drawing/2014/main" id="{1E6BF4E7-C2E2-8D62-5B67-50976438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427" y="2707839"/>
            <a:ext cx="2502747" cy="866692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13A2ABD5-E8F5-17D7-B7E5-8DB545A9100A}"/>
              </a:ext>
            </a:extLst>
          </p:cNvPr>
          <p:cNvSpPr txBox="1"/>
          <p:nvPr/>
        </p:nvSpPr>
        <p:spPr>
          <a:xfrm>
            <a:off x="4765779" y="38145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荆南波波黑" panose="02000800000000000000" pitchFamily="2" charset="-122"/>
                <a:ea typeface="荆南波波黑" panose="02000800000000000000" pitchFamily="2" charset="-122"/>
              </a:rPr>
              <a:t>清洗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0FE5EB7-92E0-3990-CC81-BE8D7E96E126}"/>
              </a:ext>
            </a:extLst>
          </p:cNvPr>
          <p:cNvSpPr txBox="1"/>
          <p:nvPr/>
        </p:nvSpPr>
        <p:spPr>
          <a:xfrm>
            <a:off x="5517841" y="38145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荆南波波黑" panose="02000800000000000000" pitchFamily="2" charset="-122"/>
                <a:ea typeface="荆南波波黑" panose="02000800000000000000" pitchFamily="2" charset="-122"/>
              </a:rPr>
              <a:t>处理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C2FF636-0AA0-8D37-4E93-87EC758DD1EE}"/>
              </a:ext>
            </a:extLst>
          </p:cNvPr>
          <p:cNvSpPr txBox="1"/>
          <p:nvPr/>
        </p:nvSpPr>
        <p:spPr>
          <a:xfrm>
            <a:off x="6269903" y="38145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latin typeface="荆南波波黑" panose="02000800000000000000" pitchFamily="2" charset="-122"/>
                <a:ea typeface="荆南波波黑" panose="02000800000000000000" pitchFamily="2" charset="-122"/>
              </a:rPr>
              <a:t>分析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9CE5624-41D9-3F12-BED4-9086D793C92A}"/>
              </a:ext>
            </a:extLst>
          </p:cNvPr>
          <p:cNvCxnSpPr/>
          <p:nvPr/>
        </p:nvCxnSpPr>
        <p:spPr>
          <a:xfrm>
            <a:off x="2781300" y="3073400"/>
            <a:ext cx="169545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A292388-7B22-5656-33A3-BEFDE2B54819}"/>
              </a:ext>
            </a:extLst>
          </p:cNvPr>
          <p:cNvCxnSpPr/>
          <p:nvPr/>
        </p:nvCxnSpPr>
        <p:spPr>
          <a:xfrm>
            <a:off x="7165374" y="3073400"/>
            <a:ext cx="169545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2F3001B3-57C7-CCB0-0EB7-6C7842C2667D}"/>
              </a:ext>
            </a:extLst>
          </p:cNvPr>
          <p:cNvSpPr txBox="1"/>
          <p:nvPr/>
        </p:nvSpPr>
        <p:spPr>
          <a:xfrm>
            <a:off x="3164795" y="2326525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read_xxx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CECD4A4-A28E-4C01-3F7D-9F5301F15AD0}"/>
              </a:ext>
            </a:extLst>
          </p:cNvPr>
          <p:cNvSpPr txBox="1"/>
          <p:nvPr/>
        </p:nvSpPr>
        <p:spPr>
          <a:xfrm>
            <a:off x="3164795" y="2603524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read_csv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522F007-E7B9-6278-1B73-11D1496147C5}"/>
              </a:ext>
            </a:extLst>
          </p:cNvPr>
          <p:cNvSpPr txBox="1"/>
          <p:nvPr/>
        </p:nvSpPr>
        <p:spPr>
          <a:xfrm>
            <a:off x="7541562" y="2363837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to_xxx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2A65B29-2A99-EFA5-4E7C-951911B5D0EF}"/>
              </a:ext>
            </a:extLst>
          </p:cNvPr>
          <p:cNvSpPr txBox="1"/>
          <p:nvPr/>
        </p:nvSpPr>
        <p:spPr>
          <a:xfrm>
            <a:off x="7541562" y="264083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to_csv</a:t>
            </a:r>
            <a:endParaRPr lang="zh-CN" altLang="en-US" sz="1200">
              <a:solidFill>
                <a:srgbClr val="C00000"/>
              </a:solidFill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7E0F7D0E-B2C5-CA6A-5F7B-8508CD4F8A38}"/>
              </a:ext>
            </a:extLst>
          </p:cNvPr>
          <p:cNvGrpSpPr/>
          <p:nvPr/>
        </p:nvGrpSpPr>
        <p:grpSpPr>
          <a:xfrm>
            <a:off x="862301" y="4701919"/>
            <a:ext cx="10353442" cy="1924070"/>
            <a:chOff x="2297719" y="3660322"/>
            <a:chExt cx="11407564" cy="2032828"/>
          </a:xfrm>
        </p:grpSpPr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5201EBD5-FC70-BD35-9780-26AD669012D8}"/>
                </a:ext>
              </a:extLst>
            </p:cNvPr>
            <p:cNvSpPr/>
            <p:nvPr/>
          </p:nvSpPr>
          <p:spPr>
            <a:xfrm>
              <a:off x="2297728" y="3660323"/>
              <a:ext cx="11407555" cy="2032827"/>
            </a:xfrm>
            <a:prstGeom prst="roundRect">
              <a:avLst>
                <a:gd name="adj" fmla="val 26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pandas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pd</a:t>
              </a:r>
            </a:p>
            <a:p>
              <a:pPr>
                <a:lnSpc>
                  <a:spcPct val="200000"/>
                </a:lnSpc>
                <a:buNone/>
              </a:pP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df = pd.read_csv(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'../data/sales.csv'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usecols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订单日期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产品类别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销售数量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单价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客户所在城市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支付方式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df[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销售额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 = df[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销售数量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 * df[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单价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]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df.head(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).to_csv(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'../data/sales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_02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.csv'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index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False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</a:p>
          </p:txBody>
        </p:sp>
        <p:sp>
          <p:nvSpPr>
            <p:cNvPr id="71" name="矩形: 圆顶角 70">
              <a:extLst>
                <a:ext uri="{FF2B5EF4-FFF2-40B4-BE49-F238E27FC236}">
                  <a16:creationId xmlns:a16="http://schemas.microsoft.com/office/drawing/2014/main" id="{21979FDE-2CCD-2B7E-CCDC-C6620D723B8D}"/>
                </a:ext>
              </a:extLst>
            </p:cNvPr>
            <p:cNvSpPr/>
            <p:nvPr/>
          </p:nvSpPr>
          <p:spPr>
            <a:xfrm>
              <a:off x="2297719" y="3660322"/>
              <a:ext cx="1140755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读取与写入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155BC6EA-3FB3-B9CD-5FBD-EAD35B7AF4C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B8668D97-5517-1C93-0514-9278F3D6EE2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6FD80928-F8C8-BF6C-49B2-DE82AACFFC1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C4BE53C7-0A86-0452-3A45-A5EBEC435DAA}"/>
              </a:ext>
            </a:extLst>
          </p:cNvPr>
          <p:cNvCxnSpPr>
            <a:cxnSpLocks/>
          </p:cNvCxnSpPr>
          <p:nvPr/>
        </p:nvCxnSpPr>
        <p:spPr>
          <a:xfrm>
            <a:off x="1568450" y="5842000"/>
            <a:ext cx="747291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45DD3634-130A-8118-3DBA-A850D0F4C76B}"/>
              </a:ext>
            </a:extLst>
          </p:cNvPr>
          <p:cNvCxnSpPr>
            <a:cxnSpLocks/>
          </p:cNvCxnSpPr>
          <p:nvPr/>
        </p:nvCxnSpPr>
        <p:spPr>
          <a:xfrm>
            <a:off x="1942095" y="6527800"/>
            <a:ext cx="672936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7F270C91-D591-1B58-2D5C-132690C67D84}"/>
              </a:ext>
            </a:extLst>
          </p:cNvPr>
          <p:cNvGrpSpPr/>
          <p:nvPr/>
        </p:nvGrpSpPr>
        <p:grpSpPr>
          <a:xfrm>
            <a:off x="983478" y="2097177"/>
            <a:ext cx="1621446" cy="1872814"/>
            <a:chOff x="5898270" y="2865796"/>
            <a:chExt cx="1621446" cy="187281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B8336C1-9A9F-F3CE-8D0F-2D7C97E8D00B}"/>
                </a:ext>
              </a:extLst>
            </p:cNvPr>
            <p:cNvGrpSpPr/>
            <p:nvPr/>
          </p:nvGrpSpPr>
          <p:grpSpPr>
            <a:xfrm>
              <a:off x="5898270" y="2865796"/>
              <a:ext cx="1621446" cy="1872814"/>
              <a:chOff x="1266635" y="2566444"/>
              <a:chExt cx="1621446" cy="1872814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2A65F0DF-70DF-9C81-C713-B0839F189FBE}"/>
                  </a:ext>
                </a:extLst>
              </p:cNvPr>
              <p:cNvGrpSpPr/>
              <p:nvPr/>
            </p:nvGrpSpPr>
            <p:grpSpPr>
              <a:xfrm>
                <a:off x="1266635" y="2566444"/>
                <a:ext cx="1621446" cy="1872814"/>
                <a:chOff x="4313331" y="3230219"/>
                <a:chExt cx="2967241" cy="3442047"/>
              </a:xfrm>
            </p:grpSpPr>
            <p:grpSp>
              <p:nvGrpSpPr>
                <p:cNvPr id="65" name="组合 64">
                  <a:extLst>
                    <a:ext uri="{FF2B5EF4-FFF2-40B4-BE49-F238E27FC236}">
                      <a16:creationId xmlns:a16="http://schemas.microsoft.com/office/drawing/2014/main" id="{7BD0346D-B6CB-DE15-2C8F-533EE9EBFE31}"/>
                    </a:ext>
                  </a:extLst>
                </p:cNvPr>
                <p:cNvGrpSpPr/>
                <p:nvPr/>
              </p:nvGrpSpPr>
              <p:grpSpPr>
                <a:xfrm>
                  <a:off x="4313331" y="3230219"/>
                  <a:ext cx="2967241" cy="3442047"/>
                  <a:chOff x="2883349" y="3111062"/>
                  <a:chExt cx="3280482" cy="3622047"/>
                </a:xfrm>
              </p:grpSpPr>
              <p:sp>
                <p:nvSpPr>
                  <p:cNvPr id="77" name="任意多边形: 形状 76">
                    <a:extLst>
                      <a:ext uri="{FF2B5EF4-FFF2-40B4-BE49-F238E27FC236}">
                        <a16:creationId xmlns:a16="http://schemas.microsoft.com/office/drawing/2014/main" id="{040591D9-FBD2-7204-BC7B-E5E5095FCC70}"/>
                      </a:ext>
                    </a:extLst>
                  </p:cNvPr>
                  <p:cNvSpPr/>
                  <p:nvPr/>
                </p:nvSpPr>
                <p:spPr>
                  <a:xfrm>
                    <a:off x="2883349" y="3111062"/>
                    <a:ext cx="3280482" cy="3622047"/>
                  </a:xfrm>
                  <a:custGeom>
                    <a:avLst/>
                    <a:gdLst>
                      <a:gd name="connsiteX0" fmla="*/ 0 w 3069020"/>
                      <a:gd name="connsiteY0" fmla="*/ 0 h 3510455"/>
                      <a:gd name="connsiteX1" fmla="*/ 2286511 w 3069020"/>
                      <a:gd name="connsiteY1" fmla="*/ 0 h 3510455"/>
                      <a:gd name="connsiteX2" fmla="*/ 2315877 w 3069020"/>
                      <a:gd name="connsiteY2" fmla="*/ 15324 h 3510455"/>
                      <a:gd name="connsiteX3" fmla="*/ 3069020 w 3069020"/>
                      <a:gd name="connsiteY3" fmla="*/ 731145 h 3510455"/>
                      <a:gd name="connsiteX4" fmla="*/ 3069020 w 3069020"/>
                      <a:gd name="connsiteY4" fmla="*/ 3510455 h 3510455"/>
                      <a:gd name="connsiteX5" fmla="*/ 0 w 3069020"/>
                      <a:gd name="connsiteY5" fmla="*/ 3510455 h 3510455"/>
                      <a:gd name="connsiteX0" fmla="*/ 0 w 3069020"/>
                      <a:gd name="connsiteY0" fmla="*/ 0 h 3510455"/>
                      <a:gd name="connsiteX1" fmla="*/ 2286511 w 3069020"/>
                      <a:gd name="connsiteY1" fmla="*/ 0 h 3510455"/>
                      <a:gd name="connsiteX2" fmla="*/ 2315877 w 3069020"/>
                      <a:gd name="connsiteY2" fmla="*/ 15324 h 3510455"/>
                      <a:gd name="connsiteX3" fmla="*/ 3069020 w 3069020"/>
                      <a:gd name="connsiteY3" fmla="*/ 731145 h 3510455"/>
                      <a:gd name="connsiteX4" fmla="*/ 3069020 w 3069020"/>
                      <a:gd name="connsiteY4" fmla="*/ 3510455 h 3510455"/>
                      <a:gd name="connsiteX5" fmla="*/ 0 w 3069020"/>
                      <a:gd name="connsiteY5" fmla="*/ 3510455 h 3510455"/>
                      <a:gd name="connsiteX6" fmla="*/ 0 w 3069020"/>
                      <a:gd name="connsiteY6" fmla="*/ 0 h 3510455"/>
                      <a:gd name="connsiteX0" fmla="*/ 25708 w 3094728"/>
                      <a:gd name="connsiteY0" fmla="*/ 0 h 3510455"/>
                      <a:gd name="connsiteX1" fmla="*/ 2312219 w 3094728"/>
                      <a:gd name="connsiteY1" fmla="*/ 0 h 3510455"/>
                      <a:gd name="connsiteX2" fmla="*/ 2341585 w 3094728"/>
                      <a:gd name="connsiteY2" fmla="*/ 15324 h 3510455"/>
                      <a:gd name="connsiteX3" fmla="*/ 3094728 w 3094728"/>
                      <a:gd name="connsiteY3" fmla="*/ 731145 h 3510455"/>
                      <a:gd name="connsiteX4" fmla="*/ 3094728 w 3094728"/>
                      <a:gd name="connsiteY4" fmla="*/ 3510455 h 3510455"/>
                      <a:gd name="connsiteX5" fmla="*/ 25708 w 3094728"/>
                      <a:gd name="connsiteY5" fmla="*/ 3510455 h 3510455"/>
                      <a:gd name="connsiteX6" fmla="*/ 25708 w 3094728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105173" h="3510455">
                        <a:moveTo>
                          <a:pt x="36153" y="0"/>
                        </a:moveTo>
                        <a:cubicBezTo>
                          <a:pt x="904373" y="50847"/>
                          <a:pt x="1560494" y="0"/>
                          <a:pt x="2322664" y="0"/>
                        </a:cubicBezTo>
                        <a:lnTo>
                          <a:pt x="2352030" y="15324"/>
                        </a:lnTo>
                        <a:lnTo>
                          <a:pt x="3105173" y="731145"/>
                        </a:lnTo>
                        <a:cubicBezTo>
                          <a:pt x="3105173" y="1657582"/>
                          <a:pt x="3018404" y="2541645"/>
                          <a:pt x="3105173" y="3510455"/>
                        </a:cubicBezTo>
                        <a:cubicBezTo>
                          <a:pt x="2053244" y="3459608"/>
                          <a:pt x="1117006" y="3459608"/>
                          <a:pt x="7230" y="3510455"/>
                        </a:cubicBezTo>
                        <a:cubicBezTo>
                          <a:pt x="7230" y="2340303"/>
                          <a:pt x="-21693" y="1170152"/>
                          <a:pt x="36153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/>
                  </a:p>
                  <a:p>
                    <a:pPr algn="ctr"/>
                    <a:endParaRPr lang="en-US" altLang="zh-CN" sz="105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  <a:p>
                    <a:pPr algn="ctr"/>
                    <a:r>
                      <a:rPr lang="en-US" altLang="zh-CN" sz="1050">
                        <a:solidFill>
                          <a:schemeClr val="tx1">
                            <a:lumMod val="50000"/>
                          </a:schemeClr>
                        </a:solidFill>
                      </a:rPr>
                      <a:t>sales.csv</a:t>
                    </a:r>
                    <a:endParaRPr lang="zh-CN" altLang="en-US" sz="105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79" name="任意多边形: 形状 78">
                    <a:extLst>
                      <a:ext uri="{FF2B5EF4-FFF2-40B4-BE49-F238E27FC236}">
                        <a16:creationId xmlns:a16="http://schemas.microsoft.com/office/drawing/2014/main" id="{5687D9FE-F814-C708-B57E-721495457AF5}"/>
                      </a:ext>
                    </a:extLst>
                  </p:cNvPr>
                  <p:cNvSpPr/>
                  <p:nvPr/>
                </p:nvSpPr>
                <p:spPr>
                  <a:xfrm rot="13408035">
                    <a:off x="5027214" y="3419467"/>
                    <a:ext cx="1062195" cy="541091"/>
                  </a:xfrm>
                  <a:custGeom>
                    <a:avLst/>
                    <a:gdLst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62195" h="541091">
                        <a:moveTo>
                          <a:pt x="1062195" y="534418"/>
                        </a:moveTo>
                        <a:lnTo>
                          <a:pt x="1030365" y="541091"/>
                        </a:lnTo>
                        <a:lnTo>
                          <a:pt x="0" y="541091"/>
                        </a:lnTo>
                        <a:cubicBezTo>
                          <a:pt x="178131" y="360727"/>
                          <a:pt x="136110" y="357977"/>
                          <a:pt x="534393" y="0"/>
                        </a:cubicBezTo>
                        <a:cubicBezTo>
                          <a:pt x="896687" y="407497"/>
                          <a:pt x="902466" y="354898"/>
                          <a:pt x="1062195" y="534418"/>
                        </a:cubicBezTo>
                        <a:close/>
                      </a:path>
                    </a:pathLst>
                  </a:custGeom>
                  <a:gradFill>
                    <a:gsLst>
                      <a:gs pos="88000">
                        <a:srgbClr val="D1D1D1"/>
                      </a:gs>
                      <a:gs pos="48000">
                        <a:schemeClr val="bg1">
                          <a:lumMod val="65000"/>
                        </a:schemeClr>
                      </a:gs>
                      <a:gs pos="0">
                        <a:schemeClr val="bg1">
                          <a:lumMod val="50000"/>
                          <a:alpha val="84000"/>
                        </a:schemeClr>
                      </a:gs>
                      <a:gs pos="100000">
                        <a:schemeClr val="bg1">
                          <a:lumMod val="95000"/>
                        </a:schemeClr>
                      </a:gs>
                    </a:gsLst>
                    <a:lin ang="5400000" scaled="1"/>
                  </a:gradFill>
                  <a:ln>
                    <a:noFill/>
                  </a:ln>
                  <a:effectLst>
                    <a:outerShdw blurRad="38100" dist="25400" dir="72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BFED248E-5929-A4B2-4EA3-10825F56A6FE}"/>
                    </a:ext>
                  </a:extLst>
                </p:cNvPr>
                <p:cNvSpPr txBox="1"/>
                <p:nvPr/>
              </p:nvSpPr>
              <p:spPr>
                <a:xfrm>
                  <a:off x="4532118" y="3486871"/>
                  <a:ext cx="2463499" cy="294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  <a:buNone/>
                  </a:pPr>
                  <a:endParaRPr lang="en-US" altLang="zh-CN" sz="1100">
                    <a:solidFill>
                      <a:srgbClr val="080808"/>
                    </a:solidFill>
                    <a:effectLst/>
                    <a:latin typeface="Fira Code" panose="020B0809050000020004" pitchFamily="49" charset="0"/>
                  </a:endParaRPr>
                </a:p>
              </p:txBody>
            </p:sp>
          </p:grp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BAA9490-D20B-288C-ECEC-5B8C35B1CF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4741" y="2865796"/>
                <a:ext cx="102778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6B4A9111-F8F3-0D34-6DD5-36FD40B9E1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7917" y="3043596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5E99C9F-526B-7C0B-A00B-B5BAEA3BB3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9505" y="3223513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A4902E5D-3EB8-FAF8-7CF8-2BCE2881A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1093" y="3411897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EA8497C2-48F8-87F0-BA38-F50166A4E0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268" y="3587581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7C4A89B1-154E-0708-4ADB-2E2C5D860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4268" y="3759031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F88A25A-E9F5-0464-A77B-BB5D39DCE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3308" y="3926247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BA6C1448-6C17-1C8C-33ED-576ADCD981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3307" y="4089231"/>
                <a:ext cx="1328099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030424E-0211-1653-1622-902899EC7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8776" y="3085668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21AD50B-8D85-AA84-498A-A9A702C72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1976" y="3085667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B1C526B-1C1D-28D6-2C48-47B117C95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176" y="3087457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1445EE1-AF21-2B6C-EBB8-D242B7835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2026" y="3085666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FF619F7-99A6-ECBC-4C2B-EF62200BC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701" y="3085666"/>
              <a:ext cx="0" cy="140060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2B500EF-C798-04CA-667A-D45E0DD1A8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5726" y="3292475"/>
              <a:ext cx="0" cy="119379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017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4" grpId="0"/>
      <p:bldP spid="66" grpId="0"/>
      <p:bldP spid="67" grpId="0"/>
      <p:bldP spid="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3575DD-FDC2-E580-897D-CCB65C88F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9984" y="789237"/>
            <a:ext cx="7170081" cy="39623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读取数据和写入数据分别调用什么方法</a:t>
            </a:r>
            <a:r>
              <a:rPr lang="en-US" altLang="zh-CN"/>
              <a:t>?</a:t>
            </a: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read_xxx</a:t>
            </a:r>
            <a:r>
              <a:rPr lang="zh-CN" altLang="en-US" sz="1400"/>
              <a:t>，比如：</a:t>
            </a:r>
            <a:r>
              <a:rPr lang="en-US" altLang="zh-CN" sz="1400"/>
              <a:t>read_csv, read_excel</a:t>
            </a: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to_xxx</a:t>
            </a:r>
            <a:r>
              <a:rPr lang="zh-CN" altLang="en-US" sz="1400"/>
              <a:t>，比如：</a:t>
            </a:r>
            <a:r>
              <a:rPr lang="en-US" altLang="zh-CN" sz="1400"/>
              <a:t>to_csv, to_excel</a:t>
            </a:r>
            <a:endParaRPr lang="zh-CN" altLang="en-US" sz="14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7B870C-0C0F-9A13-6558-0EC22C29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286" y="3504627"/>
            <a:ext cx="6829498" cy="3047426"/>
          </a:xfrm>
          <a:prstGeom prst="roundRect">
            <a:avLst>
              <a:gd name="adj" fmla="val 1551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143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63F3-4DC9-EBCB-42F3-A1DE28AB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0960C9-B015-1DB6-DF6D-304AB72B2D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082E31-9D25-A2D6-81D3-2716DCEBF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91823"/>
          </a:xfrm>
        </p:spPr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初体验</a:t>
            </a:r>
            <a:endParaRPr lang="en-US" altLang="zh-CN"/>
          </a:p>
          <a:p>
            <a:r>
              <a:rPr lang="zh-CN" altLang="en-US"/>
              <a:t>数据读取与写入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数据查看、选择、过滤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数据清洗</a:t>
            </a:r>
            <a:endParaRPr lang="en-US" altLang="zh-CN"/>
          </a:p>
          <a:p>
            <a:r>
              <a:rPr lang="zh-CN" altLang="en-US"/>
              <a:t>数据排序与分组</a:t>
            </a:r>
            <a:endParaRPr lang="en-US" altLang="zh-CN"/>
          </a:p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2FEC32A-BCD2-6894-324E-56F0A4C0FA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362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0739-55BC-A797-F1AE-0CC2815A9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717DEDC1-B277-881F-4469-8EB0ED556BE1}"/>
              </a:ext>
            </a:extLst>
          </p:cNvPr>
          <p:cNvCxnSpPr>
            <a:cxnSpLocks/>
            <a:stCxn id="115" idx="3"/>
            <a:endCxn id="35" idx="1"/>
          </p:cNvCxnSpPr>
          <p:nvPr/>
        </p:nvCxnSpPr>
        <p:spPr>
          <a:xfrm>
            <a:off x="7323257" y="4138048"/>
            <a:ext cx="2475408" cy="12843"/>
          </a:xfrm>
          <a:prstGeom prst="straightConnector1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>
            <a:extLst>
              <a:ext uri="{FF2B5EF4-FFF2-40B4-BE49-F238E27FC236}">
                <a16:creationId xmlns:a16="http://schemas.microsoft.com/office/drawing/2014/main" id="{7422E463-D2D3-1502-3668-B28A85A5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数据查看、选择及过滤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3220BB0-B527-4F5F-9A77-E02636B4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78" y="3009274"/>
            <a:ext cx="2837485" cy="228323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F9F4735F-0F51-2830-9288-9E3CEB8A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90" b="22723"/>
          <a:stretch>
            <a:fillRect/>
          </a:stretch>
        </p:blipFill>
        <p:spPr>
          <a:xfrm>
            <a:off x="9798665" y="3928990"/>
            <a:ext cx="1853061" cy="443802"/>
          </a:xfrm>
          <a:prstGeom prst="rect">
            <a:avLst/>
          </a:prstGeom>
        </p:spPr>
      </p:pic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29CA6282-B884-2B7A-54FB-220D3D33C13C}"/>
              </a:ext>
            </a:extLst>
          </p:cNvPr>
          <p:cNvGrpSpPr/>
          <p:nvPr/>
        </p:nvGrpSpPr>
        <p:grpSpPr>
          <a:xfrm>
            <a:off x="1679292" y="1066138"/>
            <a:ext cx="4552292" cy="1937496"/>
            <a:chOff x="1679292" y="1066138"/>
            <a:chExt cx="4552292" cy="1937496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F8F5840-234B-ECB1-EC64-8A323B4C42A9}"/>
                </a:ext>
              </a:extLst>
            </p:cNvPr>
            <p:cNvGrpSpPr/>
            <p:nvPr/>
          </p:nvGrpSpPr>
          <p:grpSpPr>
            <a:xfrm>
              <a:off x="2425428" y="1066138"/>
              <a:ext cx="3806156" cy="280979"/>
              <a:chOff x="4685665" y="1834758"/>
              <a:chExt cx="3806156" cy="280979"/>
            </a:xfrm>
          </p:grpSpPr>
          <p:sp>
            <p:nvSpPr>
              <p:cNvPr id="5" name="ComponentBackground2">
                <a:extLst>
                  <a:ext uri="{FF2B5EF4-FFF2-40B4-BE49-F238E27FC236}">
                    <a16:creationId xmlns:a16="http://schemas.microsoft.com/office/drawing/2014/main" id="{C90D9A70-FAE1-8F45-EC1B-528508B223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83296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df.head(n)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：查看前</a:t>
                </a: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n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行数据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25" name="Shape2">
                <a:extLst>
                  <a:ext uri="{FF2B5EF4-FFF2-40B4-BE49-F238E27FC236}">
                    <a16:creationId xmlns:a16="http://schemas.microsoft.com/office/drawing/2014/main" id="{CCB04D0D-804B-CFE2-8777-567E124EF5B7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BB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89F59F7A-63AA-FD11-D884-08106970F136}"/>
                </a:ext>
              </a:extLst>
            </p:cNvPr>
            <p:cNvGrpSpPr/>
            <p:nvPr/>
          </p:nvGrpSpPr>
          <p:grpSpPr>
            <a:xfrm>
              <a:off x="2425428" y="1384088"/>
              <a:ext cx="3806156" cy="280979"/>
              <a:chOff x="4685665" y="1834758"/>
              <a:chExt cx="3806156" cy="280979"/>
            </a:xfrm>
          </p:grpSpPr>
          <p:sp>
            <p:nvSpPr>
              <p:cNvPr id="28" name="ComponentBackground2">
                <a:extLst>
                  <a:ext uri="{FF2B5EF4-FFF2-40B4-BE49-F238E27FC236}">
                    <a16:creationId xmlns:a16="http://schemas.microsoft.com/office/drawing/2014/main" id="{1E81B305-404B-5CD2-CCFC-349795FC3A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83296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df.tail(n)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：查看结尾</a:t>
                </a: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n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行数据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29" name="Shape2">
                <a:extLst>
                  <a:ext uri="{FF2B5EF4-FFF2-40B4-BE49-F238E27FC236}">
                    <a16:creationId xmlns:a16="http://schemas.microsoft.com/office/drawing/2014/main" id="{D8593655-8EA7-00FD-3EC6-02A4BA648D9D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BB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B5E5C128-BFD3-8BB9-F7E8-0CBB2A98AE44}"/>
                </a:ext>
              </a:extLst>
            </p:cNvPr>
            <p:cNvGrpSpPr/>
            <p:nvPr/>
          </p:nvGrpSpPr>
          <p:grpSpPr>
            <a:xfrm>
              <a:off x="2425428" y="1702038"/>
              <a:ext cx="3806156" cy="280979"/>
              <a:chOff x="4685665" y="1834758"/>
              <a:chExt cx="3806156" cy="280979"/>
            </a:xfrm>
          </p:grpSpPr>
          <p:sp>
            <p:nvSpPr>
              <p:cNvPr id="31" name="ComponentBackground2">
                <a:extLst>
                  <a:ext uri="{FF2B5EF4-FFF2-40B4-BE49-F238E27FC236}">
                    <a16:creationId xmlns:a16="http://schemas.microsoft.com/office/drawing/2014/main" id="{E59BB25E-151D-7DA7-F25B-E6DF914A21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83296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df.describe()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：数值列的统计描述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32" name="Shape2">
                <a:extLst>
                  <a:ext uri="{FF2B5EF4-FFF2-40B4-BE49-F238E27FC236}">
                    <a16:creationId xmlns:a16="http://schemas.microsoft.com/office/drawing/2014/main" id="{8BD2A118-38A8-24BC-0EB1-2AC8C0284CA6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BB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9A72E313-E683-229D-ECC9-5CE5FBCDBBDE}"/>
                </a:ext>
              </a:extLst>
            </p:cNvPr>
            <p:cNvGrpSpPr/>
            <p:nvPr/>
          </p:nvGrpSpPr>
          <p:grpSpPr>
            <a:xfrm>
              <a:off x="2425428" y="2019988"/>
              <a:ext cx="3806156" cy="280979"/>
              <a:chOff x="4685665" y="1834758"/>
              <a:chExt cx="3806156" cy="280979"/>
            </a:xfrm>
          </p:grpSpPr>
          <p:sp>
            <p:nvSpPr>
              <p:cNvPr id="36" name="ComponentBackground2">
                <a:extLst>
                  <a:ext uri="{FF2B5EF4-FFF2-40B4-BE49-F238E27FC236}">
                    <a16:creationId xmlns:a16="http://schemas.microsoft.com/office/drawing/2014/main" id="{7349C145-5581-3437-502F-86B5A4FB66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83296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df.info()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：查看数据信息（列名、非空计数、数据类型）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37" name="Shape2">
                <a:extLst>
                  <a:ext uri="{FF2B5EF4-FFF2-40B4-BE49-F238E27FC236}">
                    <a16:creationId xmlns:a16="http://schemas.microsoft.com/office/drawing/2014/main" id="{C0005444-5ADA-00FF-14B1-09BC4FC62102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BB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61D4529-C876-BFEF-F797-8A1ACBF436DC}"/>
                </a:ext>
              </a:extLst>
            </p:cNvPr>
            <p:cNvGrpSpPr/>
            <p:nvPr/>
          </p:nvGrpSpPr>
          <p:grpSpPr>
            <a:xfrm>
              <a:off x="2425428" y="2337938"/>
              <a:ext cx="3806156" cy="280979"/>
              <a:chOff x="4685665" y="1834758"/>
              <a:chExt cx="3806156" cy="280979"/>
            </a:xfrm>
          </p:grpSpPr>
          <p:sp>
            <p:nvSpPr>
              <p:cNvPr id="39" name="ComponentBackground2">
                <a:extLst>
                  <a:ext uri="{FF2B5EF4-FFF2-40B4-BE49-F238E27FC236}">
                    <a16:creationId xmlns:a16="http://schemas.microsoft.com/office/drawing/2014/main" id="{56E39FE1-447F-009A-9F21-FE2CCDEA29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83296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df.shape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属性，查看数据维度（行数，列数）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40" name="Shape2">
                <a:extLst>
                  <a:ext uri="{FF2B5EF4-FFF2-40B4-BE49-F238E27FC236}">
                    <a16:creationId xmlns:a16="http://schemas.microsoft.com/office/drawing/2014/main" id="{C3A5D6E9-2A39-F7B3-526E-1CC9531243C1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BB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3B9811D0-4001-E854-D1EB-4977E1A21DD8}"/>
                </a:ext>
              </a:extLst>
            </p:cNvPr>
            <p:cNvGrpSpPr/>
            <p:nvPr/>
          </p:nvGrpSpPr>
          <p:grpSpPr>
            <a:xfrm>
              <a:off x="2425428" y="2655886"/>
              <a:ext cx="3806156" cy="280979"/>
              <a:chOff x="4685665" y="1834758"/>
              <a:chExt cx="3806156" cy="280979"/>
            </a:xfrm>
          </p:grpSpPr>
          <p:sp>
            <p:nvSpPr>
              <p:cNvPr id="42" name="ComponentBackground2">
                <a:extLst>
                  <a:ext uri="{FF2B5EF4-FFF2-40B4-BE49-F238E27FC236}">
                    <a16:creationId xmlns:a16="http://schemas.microsoft.com/office/drawing/2014/main" id="{81D44444-1176-4A98-C308-E6EA403F84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83296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df.columns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属性，查看列名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43" name="Shape2">
                <a:extLst>
                  <a:ext uri="{FF2B5EF4-FFF2-40B4-BE49-F238E27FC236}">
                    <a16:creationId xmlns:a16="http://schemas.microsoft.com/office/drawing/2014/main" id="{AA4A89D7-116B-8468-A8CF-D02CC9407AC8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BB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sp>
          <p:nvSpPr>
            <p:cNvPr id="45" name="流程图: 接点 44">
              <a:extLst>
                <a:ext uri="{FF2B5EF4-FFF2-40B4-BE49-F238E27FC236}">
                  <a16:creationId xmlns:a16="http://schemas.microsoft.com/office/drawing/2014/main" id="{2EF302BE-FE12-ED5E-547B-5FC9D1252DB4}"/>
                </a:ext>
              </a:extLst>
            </p:cNvPr>
            <p:cNvSpPr/>
            <p:nvPr/>
          </p:nvSpPr>
          <p:spPr>
            <a:xfrm>
              <a:off x="1679292" y="2908384"/>
              <a:ext cx="95250" cy="95250"/>
            </a:xfrm>
            <a:prstGeom prst="flowChartConnector">
              <a:avLst/>
            </a:prstGeom>
            <a:solidFill>
              <a:srgbClr val="06BB9A"/>
            </a:solidFill>
            <a:ln>
              <a:solidFill>
                <a:srgbClr val="06BB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DEB76E3-1AB5-5E3B-D2AF-D9A45FA4B445}"/>
                </a:ext>
              </a:extLst>
            </p:cNvPr>
            <p:cNvCxnSpPr>
              <a:stCxn id="45" idx="7"/>
              <a:endCxn id="32" idx="1"/>
            </p:cNvCxnSpPr>
            <p:nvPr/>
          </p:nvCxnSpPr>
          <p:spPr>
            <a:xfrm flipV="1">
              <a:off x="1760593" y="1837687"/>
              <a:ext cx="664835" cy="1084646"/>
            </a:xfrm>
            <a:prstGeom prst="line">
              <a:avLst/>
            </a:prstGeom>
            <a:ln>
              <a:solidFill>
                <a:srgbClr val="06BB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8BE9EF15-E13B-6309-7F07-C03A7D8571E8}"/>
                </a:ext>
              </a:extLst>
            </p:cNvPr>
            <p:cNvCxnSpPr>
              <a:cxnSpLocks/>
              <a:stCxn id="45" idx="7"/>
              <a:endCxn id="37" idx="1"/>
            </p:cNvCxnSpPr>
            <p:nvPr/>
          </p:nvCxnSpPr>
          <p:spPr>
            <a:xfrm flipV="1">
              <a:off x="1760593" y="2155637"/>
              <a:ext cx="664835" cy="766696"/>
            </a:xfrm>
            <a:prstGeom prst="line">
              <a:avLst/>
            </a:prstGeom>
            <a:ln>
              <a:solidFill>
                <a:srgbClr val="06BB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9EDA983-9285-CEFF-6485-91418FC178C4}"/>
                </a:ext>
              </a:extLst>
            </p:cNvPr>
            <p:cNvCxnSpPr>
              <a:cxnSpLocks/>
              <a:stCxn id="45" idx="7"/>
              <a:endCxn id="40" idx="1"/>
            </p:cNvCxnSpPr>
            <p:nvPr/>
          </p:nvCxnSpPr>
          <p:spPr>
            <a:xfrm flipV="1">
              <a:off x="1760593" y="2473587"/>
              <a:ext cx="664835" cy="448746"/>
            </a:xfrm>
            <a:prstGeom prst="line">
              <a:avLst/>
            </a:prstGeom>
            <a:ln>
              <a:solidFill>
                <a:srgbClr val="06BB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108120F-6D5D-DCDE-663C-53F32EA0A4FF}"/>
                </a:ext>
              </a:extLst>
            </p:cNvPr>
            <p:cNvCxnSpPr>
              <a:cxnSpLocks/>
              <a:stCxn id="45" idx="7"/>
              <a:endCxn id="43" idx="1"/>
            </p:cNvCxnSpPr>
            <p:nvPr/>
          </p:nvCxnSpPr>
          <p:spPr>
            <a:xfrm flipV="1">
              <a:off x="1760593" y="2791535"/>
              <a:ext cx="664835" cy="130798"/>
            </a:xfrm>
            <a:prstGeom prst="line">
              <a:avLst/>
            </a:prstGeom>
            <a:ln>
              <a:solidFill>
                <a:srgbClr val="06BB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AB89E20-A7B6-D771-E5BD-96758C74B495}"/>
                </a:ext>
              </a:extLst>
            </p:cNvPr>
            <p:cNvCxnSpPr>
              <a:cxnSpLocks/>
              <a:stCxn id="45" idx="7"/>
              <a:endCxn id="28" idx="1"/>
            </p:cNvCxnSpPr>
            <p:nvPr/>
          </p:nvCxnSpPr>
          <p:spPr>
            <a:xfrm flipV="1">
              <a:off x="1760593" y="1524578"/>
              <a:ext cx="687695" cy="1397755"/>
            </a:xfrm>
            <a:prstGeom prst="line">
              <a:avLst/>
            </a:prstGeom>
            <a:ln>
              <a:solidFill>
                <a:srgbClr val="06BB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AE58130-6F57-6E14-A328-5F900297D200}"/>
                </a:ext>
              </a:extLst>
            </p:cNvPr>
            <p:cNvCxnSpPr>
              <a:cxnSpLocks/>
              <a:stCxn id="45" idx="7"/>
              <a:endCxn id="25" idx="1"/>
            </p:cNvCxnSpPr>
            <p:nvPr/>
          </p:nvCxnSpPr>
          <p:spPr>
            <a:xfrm flipV="1">
              <a:off x="1760593" y="1201787"/>
              <a:ext cx="664835" cy="1720546"/>
            </a:xfrm>
            <a:prstGeom prst="line">
              <a:avLst/>
            </a:prstGeom>
            <a:ln>
              <a:solidFill>
                <a:srgbClr val="06BB9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20008C6A-FE68-0808-5DD1-5BDFE42E2AC4}"/>
              </a:ext>
            </a:extLst>
          </p:cNvPr>
          <p:cNvCxnSpPr>
            <a:cxnSpLocks/>
            <a:stCxn id="33" idx="3"/>
            <a:endCxn id="115" idx="1"/>
          </p:cNvCxnSpPr>
          <p:nvPr/>
        </p:nvCxnSpPr>
        <p:spPr>
          <a:xfrm flipV="1">
            <a:off x="3543363" y="4138048"/>
            <a:ext cx="1772088" cy="12843"/>
          </a:xfrm>
          <a:prstGeom prst="straightConnector1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A18B8DD-1AA6-66D1-E4E4-729A3E348F59}"/>
              </a:ext>
            </a:extLst>
          </p:cNvPr>
          <p:cNvGrpSpPr/>
          <p:nvPr/>
        </p:nvGrpSpPr>
        <p:grpSpPr>
          <a:xfrm>
            <a:off x="7743234" y="2166747"/>
            <a:ext cx="4329363" cy="2018926"/>
            <a:chOff x="7743234" y="2166747"/>
            <a:chExt cx="4329363" cy="2018926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FFA50DF-7FF8-9DF5-835E-178E51EFA1B5}"/>
                </a:ext>
              </a:extLst>
            </p:cNvPr>
            <p:cNvGrpSpPr/>
            <p:nvPr/>
          </p:nvGrpSpPr>
          <p:grpSpPr>
            <a:xfrm>
              <a:off x="8257262" y="2166747"/>
              <a:ext cx="3807925" cy="280979"/>
              <a:chOff x="4685665" y="1834758"/>
              <a:chExt cx="3534269" cy="280979"/>
            </a:xfrm>
          </p:grpSpPr>
          <p:sp>
            <p:nvSpPr>
              <p:cNvPr id="68" name="ComponentBackground2">
                <a:extLst>
                  <a:ext uri="{FF2B5EF4-FFF2-40B4-BE49-F238E27FC236}">
                    <a16:creationId xmlns:a16="http://schemas.microsoft.com/office/drawing/2014/main" id="{3F92C3DF-C8FA-7261-7F51-80C1AFFC8C0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511409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单条件：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df[df['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销售数量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' &gt;= 10]]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69" name="Shape2">
                <a:extLst>
                  <a:ext uri="{FF2B5EF4-FFF2-40B4-BE49-F238E27FC236}">
                    <a16:creationId xmlns:a16="http://schemas.microsoft.com/office/drawing/2014/main" id="{75E22977-7A9D-662F-5786-6DD48D4EEDED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DBF054D1-EEAF-1AD1-8500-AB140B157B0A}"/>
                </a:ext>
              </a:extLst>
            </p:cNvPr>
            <p:cNvGrpSpPr/>
            <p:nvPr/>
          </p:nvGrpSpPr>
          <p:grpSpPr>
            <a:xfrm>
              <a:off x="8257262" y="2478347"/>
              <a:ext cx="3815335" cy="280979"/>
              <a:chOff x="4685665" y="1834758"/>
              <a:chExt cx="3815335" cy="280979"/>
            </a:xfrm>
          </p:grpSpPr>
          <p:sp>
            <p:nvSpPr>
              <p:cNvPr id="71" name="ComponentBackground2">
                <a:extLst>
                  <a:ext uri="{FF2B5EF4-FFF2-40B4-BE49-F238E27FC236}">
                    <a16:creationId xmlns:a16="http://schemas.microsoft.com/office/drawing/2014/main" id="{5DE3B56D-80E6-08F9-C76D-2C2B2A26EE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92475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lvl="0"/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单条件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：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df[df['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产品类别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'].isin(['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服装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', '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食品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'])]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72" name="Shape2">
                <a:extLst>
                  <a:ext uri="{FF2B5EF4-FFF2-40B4-BE49-F238E27FC236}">
                    <a16:creationId xmlns:a16="http://schemas.microsoft.com/office/drawing/2014/main" id="{3AC6176C-4E67-02C5-585B-EC15AC4F8234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7913D950-2A18-6224-C9F2-01AE8F7FF79C}"/>
                </a:ext>
              </a:extLst>
            </p:cNvPr>
            <p:cNvGrpSpPr/>
            <p:nvPr/>
          </p:nvGrpSpPr>
          <p:grpSpPr>
            <a:xfrm>
              <a:off x="8257262" y="2796295"/>
              <a:ext cx="3815335" cy="280979"/>
              <a:chOff x="4685665" y="1834758"/>
              <a:chExt cx="3815335" cy="280979"/>
            </a:xfrm>
          </p:grpSpPr>
          <p:sp>
            <p:nvSpPr>
              <p:cNvPr id="74" name="ComponentBackground2">
                <a:extLst>
                  <a:ext uri="{FF2B5EF4-FFF2-40B4-BE49-F238E27FC236}">
                    <a16:creationId xmlns:a16="http://schemas.microsoft.com/office/drawing/2014/main" id="{9A3C9046-9FA7-CE3B-C0B4-9A920738271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92475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lvl="0"/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单条件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：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df[df['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单价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'].between(50, 200)]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75" name="Shape2">
                <a:extLst>
                  <a:ext uri="{FF2B5EF4-FFF2-40B4-BE49-F238E27FC236}">
                    <a16:creationId xmlns:a16="http://schemas.microsoft.com/office/drawing/2014/main" id="{251E3EDC-C632-A15E-9AEA-BEC93B9500FF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81BEC733-1318-FD8D-0481-40AF28158F9D}"/>
                </a:ext>
              </a:extLst>
            </p:cNvPr>
            <p:cNvGrpSpPr/>
            <p:nvPr/>
          </p:nvGrpSpPr>
          <p:grpSpPr>
            <a:xfrm>
              <a:off x="8257262" y="3114243"/>
              <a:ext cx="3815335" cy="280979"/>
              <a:chOff x="4685665" y="1834758"/>
              <a:chExt cx="3815335" cy="280979"/>
            </a:xfrm>
          </p:grpSpPr>
          <p:sp>
            <p:nvSpPr>
              <p:cNvPr id="77" name="ComponentBackground2">
                <a:extLst>
                  <a:ext uri="{FF2B5EF4-FFF2-40B4-BE49-F238E27FC236}">
                    <a16:creationId xmlns:a16="http://schemas.microsoft.com/office/drawing/2014/main" id="{06ACCE34-23BB-3565-5EBB-AEE8DFEDA6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92475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lvl="0"/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多条件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：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&amp; (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并且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)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、 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|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（或）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78" name="Shape2">
                <a:extLst>
                  <a:ext uri="{FF2B5EF4-FFF2-40B4-BE49-F238E27FC236}">
                    <a16:creationId xmlns:a16="http://schemas.microsoft.com/office/drawing/2014/main" id="{D0B35810-8FD7-F8F3-A10D-285D69A0C377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sp>
          <p:nvSpPr>
            <p:cNvPr id="91" name="流程图: 接点 90">
              <a:extLst>
                <a:ext uri="{FF2B5EF4-FFF2-40B4-BE49-F238E27FC236}">
                  <a16:creationId xmlns:a16="http://schemas.microsoft.com/office/drawing/2014/main" id="{AA364128-89B6-C366-45E7-0585C856E44D}"/>
                </a:ext>
              </a:extLst>
            </p:cNvPr>
            <p:cNvSpPr/>
            <p:nvPr/>
          </p:nvSpPr>
          <p:spPr>
            <a:xfrm>
              <a:off x="7743234" y="4090423"/>
              <a:ext cx="95250" cy="95250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CD11FC76-C68D-9628-D1A5-9F394A74F500}"/>
                </a:ext>
              </a:extLst>
            </p:cNvPr>
            <p:cNvCxnSpPr>
              <a:cxnSpLocks/>
              <a:stCxn id="91" idx="7"/>
              <a:endCxn id="75" idx="1"/>
            </p:cNvCxnSpPr>
            <p:nvPr/>
          </p:nvCxnSpPr>
          <p:spPr>
            <a:xfrm flipV="1">
              <a:off x="7824535" y="2931944"/>
              <a:ext cx="432727" cy="1172428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5DDB0F01-CF75-694B-F5D4-B35890C06BB6}"/>
                </a:ext>
              </a:extLst>
            </p:cNvPr>
            <p:cNvCxnSpPr>
              <a:cxnSpLocks/>
              <a:stCxn id="91" idx="7"/>
              <a:endCxn id="78" idx="1"/>
            </p:cNvCxnSpPr>
            <p:nvPr/>
          </p:nvCxnSpPr>
          <p:spPr>
            <a:xfrm flipV="1">
              <a:off x="7824535" y="3249892"/>
              <a:ext cx="432727" cy="854480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516A1A75-D862-154D-31D7-99D112F70EE1}"/>
                </a:ext>
              </a:extLst>
            </p:cNvPr>
            <p:cNvCxnSpPr>
              <a:cxnSpLocks/>
              <a:stCxn id="91" idx="7"/>
              <a:endCxn id="72" idx="1"/>
            </p:cNvCxnSpPr>
            <p:nvPr/>
          </p:nvCxnSpPr>
          <p:spPr>
            <a:xfrm flipV="1">
              <a:off x="7824535" y="2613996"/>
              <a:ext cx="432727" cy="149037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3DE7734F-83A7-4FA7-CB02-8C70CA4AD14E}"/>
                </a:ext>
              </a:extLst>
            </p:cNvPr>
            <p:cNvCxnSpPr>
              <a:cxnSpLocks/>
              <a:stCxn id="91" idx="7"/>
              <a:endCxn id="69" idx="1"/>
            </p:cNvCxnSpPr>
            <p:nvPr/>
          </p:nvCxnSpPr>
          <p:spPr>
            <a:xfrm flipV="1">
              <a:off x="7824535" y="2302396"/>
              <a:ext cx="432727" cy="1801976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565E8532-00A4-6C24-B65F-A28341579CEE}"/>
              </a:ext>
            </a:extLst>
          </p:cNvPr>
          <p:cNvGrpSpPr/>
          <p:nvPr/>
        </p:nvGrpSpPr>
        <p:grpSpPr>
          <a:xfrm>
            <a:off x="4255605" y="4107813"/>
            <a:ext cx="5074182" cy="2114378"/>
            <a:chOff x="4255605" y="4107813"/>
            <a:chExt cx="5074182" cy="2114378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801DEC8E-D896-4733-E795-5E860366D139}"/>
                </a:ext>
              </a:extLst>
            </p:cNvPr>
            <p:cNvGrpSpPr/>
            <p:nvPr/>
          </p:nvGrpSpPr>
          <p:grpSpPr>
            <a:xfrm>
              <a:off x="5206063" y="4993716"/>
              <a:ext cx="4100864" cy="280979"/>
              <a:chOff x="4685665" y="1834758"/>
              <a:chExt cx="3806156" cy="280979"/>
            </a:xfrm>
          </p:grpSpPr>
          <p:sp>
            <p:nvSpPr>
              <p:cNvPr id="80" name="ComponentBackground2">
                <a:extLst>
                  <a:ext uri="{FF2B5EF4-FFF2-40B4-BE49-F238E27FC236}">
                    <a16:creationId xmlns:a16="http://schemas.microsoft.com/office/drawing/2014/main" id="{0A95A5D1-3724-6BA7-02E3-CDAD7F743E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3783296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df['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列名</a:t>
                </a:r>
                <a:r>
                  <a:rPr kumimoji="1" lang="en-US" altLang="zh-CN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'] / df.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</a:rPr>
                  <a:t>列名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：操作单列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81" name="Shape2">
                <a:extLst>
                  <a:ext uri="{FF2B5EF4-FFF2-40B4-BE49-F238E27FC236}">
                    <a16:creationId xmlns:a16="http://schemas.microsoft.com/office/drawing/2014/main" id="{A9635C10-DC37-BAAA-E1F9-EF4D95428FD0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7D1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04252B6C-8D9C-C258-175C-DA6A5ECDCF23}"/>
                </a:ext>
              </a:extLst>
            </p:cNvPr>
            <p:cNvGrpSpPr/>
            <p:nvPr/>
          </p:nvGrpSpPr>
          <p:grpSpPr>
            <a:xfrm>
              <a:off x="5206063" y="5305316"/>
              <a:ext cx="4123724" cy="280979"/>
              <a:chOff x="4685665" y="1834758"/>
              <a:chExt cx="4123724" cy="280979"/>
            </a:xfrm>
          </p:grpSpPr>
          <p:sp>
            <p:nvSpPr>
              <p:cNvPr id="83" name="ComponentBackground2">
                <a:extLst>
                  <a:ext uri="{FF2B5EF4-FFF2-40B4-BE49-F238E27FC236}">
                    <a16:creationId xmlns:a16="http://schemas.microsoft.com/office/drawing/2014/main" id="{DA1E9F90-2FA7-2A33-061A-93F1F43610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5" y="1834758"/>
                <a:ext cx="4100864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lvl="0"/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df[['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列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1','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列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2']]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：操作多列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84" name="Shape2">
                <a:extLst>
                  <a:ext uri="{FF2B5EF4-FFF2-40B4-BE49-F238E27FC236}">
                    <a16:creationId xmlns:a16="http://schemas.microsoft.com/office/drawing/2014/main" id="{5D6609D6-E802-68C6-6F3D-5AA98EE90CCE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7D1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3F8B20E5-EF8F-073F-CC2C-AA03CC1ADA54}"/>
                </a:ext>
              </a:extLst>
            </p:cNvPr>
            <p:cNvGrpSpPr/>
            <p:nvPr/>
          </p:nvGrpSpPr>
          <p:grpSpPr>
            <a:xfrm>
              <a:off x="5206063" y="5623264"/>
              <a:ext cx="4123724" cy="280979"/>
              <a:chOff x="4685665" y="1834758"/>
              <a:chExt cx="4123724" cy="280979"/>
            </a:xfrm>
          </p:grpSpPr>
          <p:sp>
            <p:nvSpPr>
              <p:cNvPr id="86" name="ComponentBackground2">
                <a:extLst>
                  <a:ext uri="{FF2B5EF4-FFF2-40B4-BE49-F238E27FC236}">
                    <a16:creationId xmlns:a16="http://schemas.microsoft.com/office/drawing/2014/main" id="{9AD2E386-7677-66EF-DEA5-DC037042F3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4" y="1834758"/>
                <a:ext cx="4100865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lvl="0"/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df.iloc[start:stop:step]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基于行号完成切片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(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不含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stop)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87" name="Shape2">
                <a:extLst>
                  <a:ext uri="{FF2B5EF4-FFF2-40B4-BE49-F238E27FC236}">
                    <a16:creationId xmlns:a16="http://schemas.microsoft.com/office/drawing/2014/main" id="{93ADD31F-0FFA-9E1B-1946-C7E126B1647E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7D1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8E7ED550-EFDE-8A0F-C2BC-04E597B1289E}"/>
                </a:ext>
              </a:extLst>
            </p:cNvPr>
            <p:cNvGrpSpPr/>
            <p:nvPr/>
          </p:nvGrpSpPr>
          <p:grpSpPr>
            <a:xfrm>
              <a:off x="5206063" y="5941212"/>
              <a:ext cx="4123724" cy="280979"/>
              <a:chOff x="4685665" y="1834758"/>
              <a:chExt cx="4123724" cy="280979"/>
            </a:xfrm>
          </p:grpSpPr>
          <p:sp>
            <p:nvSpPr>
              <p:cNvPr id="89" name="ComponentBackground2">
                <a:extLst>
                  <a:ext uri="{FF2B5EF4-FFF2-40B4-BE49-F238E27FC236}">
                    <a16:creationId xmlns:a16="http://schemas.microsoft.com/office/drawing/2014/main" id="{CE94AAA5-4E5B-7BFD-0BF7-40A8D65114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08524" y="1834758"/>
                <a:ext cx="4100865" cy="280979"/>
              </a:xfrm>
              <a:prstGeom prst="roundRect">
                <a:avLst>
                  <a:gd name="adj" fmla="val 11490"/>
                </a:avLst>
              </a:prstGeom>
              <a:solidFill>
                <a:srgbClr val="000000">
                  <a:alpha val="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rIns="180000" rtlCol="0" anchor="ctr"/>
              <a:lstStyle/>
              <a:p>
                <a:pPr lvl="0"/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Fira Code" panose="020B0809050000020004" pitchFamily="49" charset="0"/>
                  </a:rPr>
                  <a:t>df.loc[start:stop:step]</a:t>
                </a:r>
                <a:r>
                  <a:rPr kumimoji="1" lang="zh-CN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微软雅黑"/>
                  </a:rPr>
                  <a:t>：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基于索引标签完成切片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(</a:t>
                </a:r>
                <a:r>
                  <a:rPr kumimoji="1" lang="zh-CN" altLang="en-US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含</a:t>
                </a:r>
                <a:r>
                  <a:rPr kumimoji="1" lang="en-US" altLang="zh-CN" sz="1000" kern="0">
                    <a:solidFill>
                      <a:srgbClr val="000000"/>
                    </a:solidFill>
                    <a:latin typeface="Fira Code" panose="020B0809050000020004" pitchFamily="49" charset="0"/>
                    <a:ea typeface="微软雅黑"/>
                  </a:rPr>
                  <a:t>stop)</a:t>
                </a:r>
                <a:endParaRPr kumimoji="1" lang="en-US" altLang="zh-CN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</a:endParaRPr>
              </a:p>
            </p:txBody>
          </p:sp>
          <p:sp>
            <p:nvSpPr>
              <p:cNvPr id="90" name="Shape2">
                <a:extLst>
                  <a:ext uri="{FF2B5EF4-FFF2-40B4-BE49-F238E27FC236}">
                    <a16:creationId xmlns:a16="http://schemas.microsoft.com/office/drawing/2014/main" id="{64E076B6-8EC1-7FD1-26AF-27D136A47BBE}"/>
                  </a:ext>
                </a:extLst>
              </p:cNvPr>
              <p:cNvSpPr/>
              <p:nvPr/>
            </p:nvSpPr>
            <p:spPr>
              <a:xfrm>
                <a:off x="4685665" y="1853557"/>
                <a:ext cx="45719" cy="233699"/>
              </a:xfrm>
              <a:prstGeom prst="roundRect">
                <a:avLst>
                  <a:gd name="adj" fmla="val 50000"/>
                </a:avLst>
              </a:prstGeom>
              <a:solidFill>
                <a:srgbClr val="067D1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Code" panose="020B0809050000020004" pitchFamily="49" charset="0"/>
                  <a:ea typeface="微软雅黑"/>
                </a:endParaRPr>
              </a:p>
            </p:txBody>
          </p:sp>
        </p:grpSp>
        <p:sp>
          <p:nvSpPr>
            <p:cNvPr id="102" name="流程图: 接点 101">
              <a:extLst>
                <a:ext uri="{FF2B5EF4-FFF2-40B4-BE49-F238E27FC236}">
                  <a16:creationId xmlns:a16="http://schemas.microsoft.com/office/drawing/2014/main" id="{3B38276F-CCA9-375C-F982-AB0BCC04FF0B}"/>
                </a:ext>
              </a:extLst>
            </p:cNvPr>
            <p:cNvSpPr/>
            <p:nvPr/>
          </p:nvSpPr>
          <p:spPr>
            <a:xfrm>
              <a:off x="4255605" y="4107813"/>
              <a:ext cx="95250" cy="95250"/>
            </a:xfrm>
            <a:prstGeom prst="flowChartConnector">
              <a:avLst/>
            </a:prstGeom>
            <a:solidFill>
              <a:srgbClr val="067D17"/>
            </a:solidFill>
            <a:ln>
              <a:solidFill>
                <a:srgbClr val="067D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F8B46DB-4D10-FC78-DD69-928804ED2996}"/>
                </a:ext>
              </a:extLst>
            </p:cNvPr>
            <p:cNvCxnSpPr>
              <a:cxnSpLocks/>
              <a:stCxn id="102" idx="5"/>
              <a:endCxn id="84" idx="1"/>
            </p:cNvCxnSpPr>
            <p:nvPr/>
          </p:nvCxnSpPr>
          <p:spPr>
            <a:xfrm>
              <a:off x="4336906" y="4189114"/>
              <a:ext cx="869157" cy="1251851"/>
            </a:xfrm>
            <a:prstGeom prst="line">
              <a:avLst/>
            </a:prstGeom>
            <a:ln>
              <a:solidFill>
                <a:srgbClr val="067D1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55FEBA58-49C1-A9E8-6F90-B6342381F754}"/>
                </a:ext>
              </a:extLst>
            </p:cNvPr>
            <p:cNvCxnSpPr>
              <a:cxnSpLocks/>
              <a:stCxn id="102" idx="5"/>
              <a:endCxn id="81" idx="1"/>
            </p:cNvCxnSpPr>
            <p:nvPr/>
          </p:nvCxnSpPr>
          <p:spPr>
            <a:xfrm>
              <a:off x="4336906" y="4189114"/>
              <a:ext cx="869157" cy="940251"/>
            </a:xfrm>
            <a:prstGeom prst="line">
              <a:avLst/>
            </a:prstGeom>
            <a:ln>
              <a:solidFill>
                <a:srgbClr val="067D1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60BD300D-3EBA-45C4-B5B5-00FE17649DF0}"/>
                </a:ext>
              </a:extLst>
            </p:cNvPr>
            <p:cNvCxnSpPr>
              <a:cxnSpLocks/>
              <a:stCxn id="102" idx="5"/>
              <a:endCxn id="87" idx="1"/>
            </p:cNvCxnSpPr>
            <p:nvPr/>
          </p:nvCxnSpPr>
          <p:spPr>
            <a:xfrm>
              <a:off x="4336906" y="4189114"/>
              <a:ext cx="869157" cy="1569799"/>
            </a:xfrm>
            <a:prstGeom prst="line">
              <a:avLst/>
            </a:prstGeom>
            <a:ln>
              <a:solidFill>
                <a:srgbClr val="067D1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0CC75B11-E853-D331-61FA-C122AD7CDF6A}"/>
                </a:ext>
              </a:extLst>
            </p:cNvPr>
            <p:cNvCxnSpPr>
              <a:cxnSpLocks/>
              <a:stCxn id="102" idx="5"/>
              <a:endCxn id="90" idx="1"/>
            </p:cNvCxnSpPr>
            <p:nvPr/>
          </p:nvCxnSpPr>
          <p:spPr>
            <a:xfrm>
              <a:off x="4336906" y="4189114"/>
              <a:ext cx="869157" cy="1887747"/>
            </a:xfrm>
            <a:prstGeom prst="line">
              <a:avLst/>
            </a:prstGeom>
            <a:ln>
              <a:solidFill>
                <a:srgbClr val="067D1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5" name="图片 114">
            <a:extLst>
              <a:ext uri="{FF2B5EF4-FFF2-40B4-BE49-F238E27FC236}">
                <a16:creationId xmlns:a16="http://schemas.microsoft.com/office/drawing/2014/main" id="{3E0DEDE1-5A53-41CD-2CC1-6AD4A71C59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304" b="40018"/>
          <a:stretch>
            <a:fillRect/>
          </a:stretch>
        </p:blipFill>
        <p:spPr>
          <a:xfrm>
            <a:off x="5315451" y="3565955"/>
            <a:ext cx="2007806" cy="114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8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2E7121-876C-13A8-46D5-5644B1A40B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数据的查看与选择？</a:t>
            </a:r>
            <a:endParaRPr lang="en-US" altLang="zh-CN"/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查看：</a:t>
            </a:r>
            <a:r>
              <a:rPr lang="en-US" altLang="zh-CN" sz="1400"/>
              <a:t>head()</a:t>
            </a:r>
            <a:r>
              <a:rPr lang="zh-CN" altLang="en-US" sz="1400"/>
              <a:t>、</a:t>
            </a:r>
            <a:r>
              <a:rPr lang="en-US" altLang="zh-CN" sz="1400"/>
              <a:t>tail()</a:t>
            </a:r>
            <a:r>
              <a:rPr lang="zh-CN" altLang="en-US" sz="1400"/>
              <a:t>、</a:t>
            </a:r>
            <a:r>
              <a:rPr lang="en-US" altLang="zh-CN" sz="1400"/>
              <a:t>describe()</a:t>
            </a:r>
            <a:r>
              <a:rPr lang="zh-CN" altLang="en-US" sz="1400"/>
              <a:t>、</a:t>
            </a:r>
            <a:r>
              <a:rPr lang="en-US" altLang="zh-CN" sz="1400"/>
              <a:t>info()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选择列：</a:t>
            </a:r>
            <a:r>
              <a:rPr lang="en-US" altLang="zh-CN" sz="1400"/>
              <a:t>df['</a:t>
            </a:r>
            <a:r>
              <a:rPr lang="zh-CN" altLang="en-US" sz="1400"/>
              <a:t>列名</a:t>
            </a:r>
            <a:r>
              <a:rPr lang="en-US" altLang="zh-CN" sz="1400"/>
              <a:t>'] / df[['</a:t>
            </a:r>
            <a:r>
              <a:rPr lang="zh-CN" altLang="en-US" sz="1400"/>
              <a:t>列名</a:t>
            </a:r>
            <a:r>
              <a:rPr lang="en-US" altLang="zh-CN" sz="1400"/>
              <a:t>1', '</a:t>
            </a:r>
            <a:r>
              <a:rPr lang="zh-CN" altLang="en-US" sz="1400"/>
              <a:t>列名</a:t>
            </a:r>
            <a:r>
              <a:rPr lang="en-US" altLang="zh-CN" sz="1400"/>
              <a:t>2']]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选择行：</a:t>
            </a:r>
            <a:r>
              <a:rPr lang="en-US" altLang="zh-CN" sz="1400"/>
              <a:t>df.iloc[start:stop:step] / df.loc[start:stop:step]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数据的过滤操作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语法：</a:t>
            </a:r>
            <a:r>
              <a:rPr lang="en-US" altLang="zh-CN" sz="1400"/>
              <a:t>df[</a:t>
            </a:r>
            <a:r>
              <a:rPr lang="zh-CN" altLang="en-US" sz="1400"/>
              <a:t>条件表达式</a:t>
            </a:r>
            <a:r>
              <a:rPr lang="en-US" altLang="zh-CN" sz="1400"/>
              <a:t>]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示例：</a:t>
            </a:r>
            <a:r>
              <a:rPr lang="en-US" altLang="zh-CN" sz="1400"/>
              <a:t>df[df['</a:t>
            </a:r>
            <a:r>
              <a:rPr lang="zh-CN" altLang="en-US" sz="1400"/>
              <a:t>单价</a:t>
            </a:r>
            <a:r>
              <a:rPr lang="en-US" altLang="zh-CN" sz="1400"/>
              <a:t>'] &gt;= 100] / df[df['</a:t>
            </a:r>
            <a:r>
              <a:rPr lang="zh-CN" altLang="en-US" sz="1400"/>
              <a:t>类别</a:t>
            </a:r>
            <a:r>
              <a:rPr lang="en-US" altLang="zh-CN" sz="1400"/>
              <a:t>'].isin(['..','..'])] </a:t>
            </a:r>
          </a:p>
        </p:txBody>
      </p:sp>
    </p:spTree>
    <p:extLst>
      <p:ext uri="{BB962C8B-B14F-4D97-AF65-F5344CB8AC3E}">
        <p14:creationId xmlns:p14="http://schemas.microsoft.com/office/powerpoint/2010/main" val="261439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CAA1-3949-54A0-D8D2-A4D3C530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B81120-24A7-C9C2-3C3B-3DC689155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0885A0B-3CA6-5C06-6E85-53105C1624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91823"/>
          </a:xfrm>
        </p:spPr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初体验</a:t>
            </a:r>
            <a:endParaRPr lang="en-US" altLang="zh-CN"/>
          </a:p>
          <a:p>
            <a:r>
              <a:rPr lang="zh-CN" altLang="en-US"/>
              <a:t>数据读取与写入</a:t>
            </a:r>
            <a:endParaRPr lang="en-US" altLang="zh-CN"/>
          </a:p>
          <a:p>
            <a:r>
              <a:rPr lang="zh-CN" altLang="en-US"/>
              <a:t>数据查看、选择、过滤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数据清洗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数据排序与分组</a:t>
            </a:r>
            <a:endParaRPr lang="en-US" altLang="zh-CN"/>
          </a:p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E3F59DE-76A3-28E7-3A92-604C690BFD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024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CA2E-44F3-CEBE-AFEB-6879C1C2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6C154F-45C7-FE07-2D69-8D3EC387A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3942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rgbClr val="C00000"/>
                </a:solidFill>
              </a:rPr>
              <a:t>数据清洗</a:t>
            </a:r>
            <a:r>
              <a:rPr lang="zh-CN" altLang="en-US"/>
              <a:t>是指发现并纠正数据中可识别的错误的过程，包括处理缺失值、重复值、异常值，统一数据格式，保证数据的一致性。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328746-D9FF-CB86-0D26-A1C2E13B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数据清洗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D8B76D-7BE0-5CCF-B427-D7B622B15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928" y="2457928"/>
            <a:ext cx="6378178" cy="3549846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20AEAC18-53DC-53EB-3105-24BF75E1A20C}"/>
              </a:ext>
            </a:extLst>
          </p:cNvPr>
          <p:cNvSpPr/>
          <p:nvPr/>
        </p:nvSpPr>
        <p:spPr>
          <a:xfrm>
            <a:off x="6911009" y="4070512"/>
            <a:ext cx="523461" cy="284922"/>
          </a:xfrm>
          <a:prstGeom prst="roundRect">
            <a:avLst/>
          </a:prstGeom>
          <a:solidFill>
            <a:srgbClr val="FFC000">
              <a:alpha val="20000"/>
            </a:srgbClr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F56C072-BD13-5B90-89C4-FA6C53618638}"/>
              </a:ext>
            </a:extLst>
          </p:cNvPr>
          <p:cNvSpPr/>
          <p:nvPr/>
        </p:nvSpPr>
        <p:spPr>
          <a:xfrm>
            <a:off x="2948609" y="5678567"/>
            <a:ext cx="914400" cy="284922"/>
          </a:xfrm>
          <a:prstGeom prst="roundRect">
            <a:avLst/>
          </a:prstGeom>
          <a:solidFill>
            <a:srgbClr val="FFC000">
              <a:alpha val="20000"/>
            </a:srgbClr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75CE75A-F0E5-A800-2A76-8A1930079686}"/>
              </a:ext>
            </a:extLst>
          </p:cNvPr>
          <p:cNvSpPr/>
          <p:nvPr/>
        </p:nvSpPr>
        <p:spPr>
          <a:xfrm>
            <a:off x="8150087" y="4073838"/>
            <a:ext cx="848139" cy="284922"/>
          </a:xfrm>
          <a:prstGeom prst="roundRect">
            <a:avLst/>
          </a:prstGeom>
          <a:solidFill>
            <a:srgbClr val="FFC000">
              <a:alpha val="20000"/>
            </a:srgbClr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6DBD04-0CD6-000A-9424-B4DFB3930158}"/>
              </a:ext>
            </a:extLst>
          </p:cNvPr>
          <p:cNvSpPr/>
          <p:nvPr/>
        </p:nvSpPr>
        <p:spPr>
          <a:xfrm>
            <a:off x="6016487" y="4716207"/>
            <a:ext cx="450574" cy="284922"/>
          </a:xfrm>
          <a:prstGeom prst="roundRect">
            <a:avLst/>
          </a:prstGeom>
          <a:solidFill>
            <a:srgbClr val="FFC000">
              <a:alpha val="20000"/>
            </a:srgbClr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479E76C-162B-7F9F-362C-47C15DB389B9}"/>
              </a:ext>
            </a:extLst>
          </p:cNvPr>
          <p:cNvSpPr/>
          <p:nvPr/>
        </p:nvSpPr>
        <p:spPr>
          <a:xfrm>
            <a:off x="2948609" y="3433537"/>
            <a:ext cx="914400" cy="284922"/>
          </a:xfrm>
          <a:prstGeom prst="roundRect">
            <a:avLst/>
          </a:prstGeom>
          <a:solidFill>
            <a:srgbClr val="FFC000">
              <a:alpha val="20000"/>
            </a:srgbClr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F46FA3D-D053-CA94-CFE8-563F36B0581E}"/>
              </a:ext>
            </a:extLst>
          </p:cNvPr>
          <p:cNvCxnSpPr>
            <a:stCxn id="13" idx="1"/>
          </p:cNvCxnSpPr>
          <p:nvPr/>
        </p:nvCxnSpPr>
        <p:spPr>
          <a:xfrm flipH="1">
            <a:off x="2425148" y="3575998"/>
            <a:ext cx="523461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CC1D00A-9A85-1509-EE07-2020B9DD54A6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425148" y="5821028"/>
            <a:ext cx="523461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4A6FA99-75E5-535D-9ABD-9AFE9A0256C0}"/>
              </a:ext>
            </a:extLst>
          </p:cNvPr>
          <p:cNvCxnSpPr/>
          <p:nvPr/>
        </p:nvCxnSpPr>
        <p:spPr>
          <a:xfrm flipV="1">
            <a:off x="2425148" y="2457928"/>
            <a:ext cx="0" cy="3363100"/>
          </a:xfrm>
          <a:prstGeom prst="straightConnector1">
            <a:avLst/>
          </a:prstGeom>
          <a:ln w="127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220309F-E842-3C18-B89D-7CE51B5E5370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8998226" y="4216299"/>
            <a:ext cx="768497" cy="0"/>
          </a:xfrm>
          <a:prstGeom prst="line">
            <a:avLst/>
          </a:prstGeom>
          <a:ln w="12700">
            <a:solidFill>
              <a:srgbClr val="FFC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985FB9A-D4FF-8BA9-3243-47F011F3D5F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72739" y="2217305"/>
            <a:ext cx="1" cy="1853207"/>
          </a:xfrm>
          <a:prstGeom prst="line">
            <a:avLst/>
          </a:prstGeom>
          <a:ln w="12700">
            <a:solidFill>
              <a:srgbClr val="FFC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007D1A1-4132-C64C-B5E2-34257CF46107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6241774" y="5001129"/>
            <a:ext cx="0" cy="1326781"/>
          </a:xfrm>
          <a:prstGeom prst="line">
            <a:avLst/>
          </a:prstGeom>
          <a:ln w="12700">
            <a:solidFill>
              <a:srgbClr val="FFC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1EA4EE0-4E0B-8383-71CC-51DF071D3533}"/>
              </a:ext>
            </a:extLst>
          </p:cNvPr>
          <p:cNvSpPr txBox="1"/>
          <p:nvPr/>
        </p:nvSpPr>
        <p:spPr>
          <a:xfrm>
            <a:off x="1883974" y="213429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C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重复值处理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9D7208C-B152-08EF-C274-AC3AB4B088B4}"/>
              </a:ext>
            </a:extLst>
          </p:cNvPr>
          <p:cNvSpPr txBox="1"/>
          <p:nvPr/>
        </p:nvSpPr>
        <p:spPr>
          <a:xfrm>
            <a:off x="6631565" y="1933922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C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缺失值处理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9907311-02FE-EF8A-F7D7-0603286641E3}"/>
              </a:ext>
            </a:extLst>
          </p:cNvPr>
          <p:cNvSpPr txBox="1"/>
          <p:nvPr/>
        </p:nvSpPr>
        <p:spPr>
          <a:xfrm>
            <a:off x="9766723" y="404765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C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异常格式处理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79FB597-9997-58C1-7DD9-09CA5164609B}"/>
              </a:ext>
            </a:extLst>
          </p:cNvPr>
          <p:cNvSpPr txBox="1"/>
          <p:nvPr/>
        </p:nvSpPr>
        <p:spPr>
          <a:xfrm>
            <a:off x="5700600" y="632791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FFC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异常值处理</a:t>
            </a:r>
          </a:p>
        </p:txBody>
      </p:sp>
    </p:spTree>
    <p:extLst>
      <p:ext uri="{BB962C8B-B14F-4D97-AF65-F5344CB8AC3E}">
        <p14:creationId xmlns:p14="http://schemas.microsoft.com/office/powerpoint/2010/main" val="100549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30" grpId="0"/>
      <p:bldP spid="31" grpId="0"/>
      <p:bldP spid="32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95BD-6C97-C0D7-7251-0B553B70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C92397-4173-C361-9190-9E8E814C1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9"/>
            <a:ext cx="7170081" cy="438090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请说出如下数据清洗方法的含义及作用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en-US" altLang="zh-CN" sz="1400"/>
              <a:t>isnull() / dropna() / fillna() / ffill() / bfill()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en-US" altLang="zh-CN" sz="1400"/>
              <a:t>duplicated() / drop_duplicates()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en-US" altLang="zh-CN" sz="1400"/>
              <a:t>df['xx'] = df['xx'].abs()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en-US" altLang="zh-CN" sz="1400"/>
              <a:t>df['xxx'].str.replace('/', '-')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79985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3AC6C-0A14-F320-7B84-517BE4F18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612B3A-2112-5DFE-22A5-913519C32E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471AB64-A447-EE24-2969-FB8C6140BE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91823"/>
          </a:xfrm>
        </p:spPr>
        <p:txBody>
          <a:bodyPr/>
          <a:lstStyle/>
          <a:p>
            <a:r>
              <a:rPr lang="en-US" altLang="zh-CN"/>
              <a:t>Pandas</a:t>
            </a:r>
            <a:r>
              <a:rPr lang="zh-CN" altLang="en-US"/>
              <a:t>初体验</a:t>
            </a:r>
            <a:endParaRPr lang="en-US" altLang="zh-CN"/>
          </a:p>
          <a:p>
            <a:r>
              <a:rPr lang="zh-CN" altLang="en-US"/>
              <a:t>数据读取与写入</a:t>
            </a:r>
            <a:endParaRPr lang="en-US" altLang="zh-CN"/>
          </a:p>
          <a:p>
            <a:r>
              <a:rPr lang="zh-CN" altLang="en-US"/>
              <a:t>数据查看、选择、过滤</a:t>
            </a:r>
            <a:endParaRPr lang="en-US" altLang="zh-CN"/>
          </a:p>
          <a:p>
            <a:r>
              <a:rPr lang="zh-CN" altLang="en-US"/>
              <a:t>数据清洗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数据排序与分组</a:t>
            </a:r>
            <a:endParaRPr lang="en-US" altLang="zh-CN">
              <a:solidFill>
                <a:srgbClr val="C00000"/>
              </a:solidFill>
            </a:endParaRPr>
          </a:p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D6D9F4F-4E43-5329-367E-973F7129D9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884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A7E3E-31D3-FF5F-46F1-C0FDB091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5A1532-7CEE-37F9-45F7-F58C62A8B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7255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在进行数据排序时，有两种排序方式，分别是：升序和降序。而基于</a:t>
            </a:r>
            <a:r>
              <a:rPr lang="en-US" altLang="zh-CN"/>
              <a:t>Pandas</a:t>
            </a:r>
            <a:r>
              <a:rPr lang="zh-CN" altLang="en-US"/>
              <a:t>进行数据排序时，是可以按照多个列进行排序的。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76AAC4D-CF83-B793-9ADA-3226CFCA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数据排序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DB3B77-4D09-1186-34FD-F0AACF2A21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400"/>
          <a:stretch>
            <a:fillRect/>
          </a:stretch>
        </p:blipFill>
        <p:spPr>
          <a:xfrm>
            <a:off x="4775262" y="2365163"/>
            <a:ext cx="3084116" cy="28676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54F230-9271-1BA1-926D-FB87934A2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776"/>
          <a:stretch>
            <a:fillRect/>
          </a:stretch>
        </p:blipFill>
        <p:spPr>
          <a:xfrm>
            <a:off x="996333" y="2365163"/>
            <a:ext cx="3084116" cy="28676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DC83BC5-BE9F-BEF7-5EDB-5B3A3BC77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192" y="2365163"/>
            <a:ext cx="3058833" cy="2867657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06F3C26-A761-E255-C121-D93AB52222BE}"/>
              </a:ext>
            </a:extLst>
          </p:cNvPr>
          <p:cNvSpPr/>
          <p:nvPr/>
        </p:nvSpPr>
        <p:spPr>
          <a:xfrm>
            <a:off x="3173896" y="2365163"/>
            <a:ext cx="556591" cy="2867657"/>
          </a:xfrm>
          <a:prstGeom prst="roundRect">
            <a:avLst>
              <a:gd name="adj" fmla="val 5303"/>
            </a:avLst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FBBDDC3-3535-0754-0CE6-3A2386DA931F}"/>
              </a:ext>
            </a:extLst>
          </p:cNvPr>
          <p:cNvSpPr/>
          <p:nvPr/>
        </p:nvSpPr>
        <p:spPr>
          <a:xfrm>
            <a:off x="6924261" y="2365162"/>
            <a:ext cx="556591" cy="2867657"/>
          </a:xfrm>
          <a:prstGeom prst="roundRect">
            <a:avLst>
              <a:gd name="adj" fmla="val 5303"/>
            </a:avLst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98DFC9B-FCB2-615B-536C-28ACB4334944}"/>
              </a:ext>
            </a:extLst>
          </p:cNvPr>
          <p:cNvSpPr/>
          <p:nvPr/>
        </p:nvSpPr>
        <p:spPr>
          <a:xfrm>
            <a:off x="10674626" y="2365161"/>
            <a:ext cx="556591" cy="2867657"/>
          </a:xfrm>
          <a:prstGeom prst="roundRect">
            <a:avLst>
              <a:gd name="adj" fmla="val 5303"/>
            </a:avLst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1148792-05B1-72B8-DCD6-FB09383E4062}"/>
              </a:ext>
            </a:extLst>
          </p:cNvPr>
          <p:cNvCxnSpPr>
            <a:stCxn id="12" idx="0"/>
            <a:endCxn id="13" idx="0"/>
          </p:cNvCxnSpPr>
          <p:nvPr/>
        </p:nvCxnSpPr>
        <p:spPr>
          <a:xfrm rot="5400000" flipH="1" flipV="1">
            <a:off x="5327374" y="489981"/>
            <a:ext cx="1" cy="3750365"/>
          </a:xfrm>
          <a:prstGeom prst="curvedConnector3">
            <a:avLst>
              <a:gd name="adj1" fmla="val 2286010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2CF6640-70C0-9660-FE01-766EB1EAEE8E}"/>
              </a:ext>
            </a:extLst>
          </p:cNvPr>
          <p:cNvCxnSpPr>
            <a:cxnSpLocks/>
            <a:stCxn id="12" idx="2"/>
            <a:endCxn id="14" idx="2"/>
          </p:cNvCxnSpPr>
          <p:nvPr/>
        </p:nvCxnSpPr>
        <p:spPr>
          <a:xfrm rot="5400000" flipH="1" flipV="1">
            <a:off x="7202556" y="1482454"/>
            <a:ext cx="2" cy="7500730"/>
          </a:xfrm>
          <a:prstGeom prst="curvedConnector3">
            <a:avLst>
              <a:gd name="adj1" fmla="val -1143000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4B82F5D0-1776-F6E1-E150-EDFEF3BF2DDA}"/>
              </a:ext>
            </a:extLst>
          </p:cNvPr>
          <p:cNvSpPr txBox="1"/>
          <p:nvPr/>
        </p:nvSpPr>
        <p:spPr>
          <a:xfrm>
            <a:off x="3332878" y="1729105"/>
            <a:ext cx="4598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b="1">
                <a:solidFill>
                  <a:srgbClr val="080808"/>
                </a:solidFill>
                <a:latin typeface="Fira Code" panose="020B0809050000020004" pitchFamily="49" charset="0"/>
              </a:rPr>
              <a:t>降序：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df.sort_values(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2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销售数量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2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ascending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False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15F28CD-B149-A3B6-36D5-745630658879}"/>
              </a:ext>
            </a:extLst>
          </p:cNvPr>
          <p:cNvSpPr txBox="1"/>
          <p:nvPr/>
        </p:nvSpPr>
        <p:spPr>
          <a:xfrm>
            <a:off x="5208060" y="5524723"/>
            <a:ext cx="44130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b="1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升序：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df.sort_values(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2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销售数量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2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ascending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0E18B4E-494F-F7CA-FBF9-021E908C0E95}"/>
              </a:ext>
            </a:extLst>
          </p:cNvPr>
          <p:cNvGrpSpPr/>
          <p:nvPr/>
        </p:nvGrpSpPr>
        <p:grpSpPr>
          <a:xfrm>
            <a:off x="929033" y="6347433"/>
            <a:ext cx="10707645" cy="348335"/>
            <a:chOff x="4685665" y="1834757"/>
            <a:chExt cx="10781204" cy="348335"/>
          </a:xfrm>
        </p:grpSpPr>
        <p:sp>
          <p:nvSpPr>
            <p:cNvPr id="30" name="ComponentBackground2">
              <a:extLst>
                <a:ext uri="{FF2B5EF4-FFF2-40B4-BE49-F238E27FC236}">
                  <a16:creationId xmlns:a16="http://schemas.microsoft.com/office/drawing/2014/main" id="{24665198-A474-944B-2275-AE205D45FEEE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758344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多列排序：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进行多个列排序时，会先按照第一列进行排序，第一列的值相同时，才会按照第二列进行排序。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1" name="Shape2">
              <a:extLst>
                <a:ext uri="{FF2B5EF4-FFF2-40B4-BE49-F238E27FC236}">
                  <a16:creationId xmlns:a16="http://schemas.microsoft.com/office/drawing/2014/main" id="{D623A215-F636-EF38-1366-3C229DB41FAE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5B03D954-EC69-A959-A774-C1D001403808}"/>
              </a:ext>
            </a:extLst>
          </p:cNvPr>
          <p:cNvSpPr txBox="1"/>
          <p:nvPr/>
        </p:nvSpPr>
        <p:spPr>
          <a:xfrm>
            <a:off x="5645404" y="6094499"/>
            <a:ext cx="55924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df.sort_values([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2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销售数量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2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单价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-US" altLang="zh-CN" sz="12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ascending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=[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True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68979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7" grpId="0"/>
      <p:bldP spid="28" grpId="0"/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5153-B9F5-202D-611C-EB8CBD4B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8348D2C-F7E3-0DF7-19AF-DAE3A7921E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587715" cy="490122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请说出如下排序操作的含义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df.sort_values('</a:t>
            </a:r>
            <a:r>
              <a:rPr lang="zh-CN" altLang="en-US" sz="1400"/>
              <a:t>销售数量</a:t>
            </a:r>
            <a:r>
              <a:rPr lang="en-US" altLang="zh-CN" sz="1400"/>
              <a:t>', ascending=False)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df.sort_values(['</a:t>
            </a:r>
            <a:r>
              <a:rPr lang="zh-CN" altLang="en-US" sz="1400"/>
              <a:t>销售数量</a:t>
            </a:r>
            <a:r>
              <a:rPr lang="en-US" altLang="zh-CN" sz="1400"/>
              <a:t>', '</a:t>
            </a:r>
            <a:r>
              <a:rPr lang="zh-CN" altLang="en-US" sz="1400"/>
              <a:t>订单日期</a:t>
            </a:r>
            <a:r>
              <a:rPr lang="en-US" altLang="zh-CN" sz="1400"/>
              <a:t>'], ascending=[True, False])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df.sort_values(['</a:t>
            </a:r>
            <a:r>
              <a:rPr lang="zh-CN" altLang="en-US" sz="1400"/>
              <a:t>销售数量</a:t>
            </a:r>
            <a:r>
              <a:rPr lang="en-US" altLang="zh-CN" sz="1400"/>
              <a:t>', '</a:t>
            </a:r>
            <a:r>
              <a:rPr lang="zh-CN" altLang="en-US" sz="1400"/>
              <a:t>订单日期</a:t>
            </a:r>
            <a:r>
              <a:rPr lang="en-US" altLang="zh-CN" sz="1400"/>
              <a:t>'], ascending=False)</a:t>
            </a:r>
          </a:p>
        </p:txBody>
      </p:sp>
    </p:spTree>
    <p:extLst>
      <p:ext uri="{BB962C8B-B14F-4D97-AF65-F5344CB8AC3E}">
        <p14:creationId xmlns:p14="http://schemas.microsoft.com/office/powerpoint/2010/main" val="43905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A123D-0CC0-22DE-54E9-8EA5CAC2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 descr="打开的书 纯色填充">
            <a:extLst>
              <a:ext uri="{FF2B5EF4-FFF2-40B4-BE49-F238E27FC236}">
                <a16:creationId xmlns:a16="http://schemas.microsoft.com/office/drawing/2014/main" id="{87D69089-38AA-C0C2-3322-7856D2F6E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030" y="1727840"/>
            <a:ext cx="914400" cy="914400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5C8E90C-9A0A-A456-A799-3EE2D983C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数据分组</a:t>
            </a:r>
          </a:p>
        </p:txBody>
      </p:sp>
      <p:pic>
        <p:nvPicPr>
          <p:cNvPr id="11" name="图形 10" descr="调色板 纯色填充">
            <a:extLst>
              <a:ext uri="{FF2B5EF4-FFF2-40B4-BE49-F238E27FC236}">
                <a16:creationId xmlns:a16="http://schemas.microsoft.com/office/drawing/2014/main" id="{3A6BC599-13CB-8717-F047-89E8A35E1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0266" y="1048032"/>
            <a:ext cx="914400" cy="914400"/>
          </a:xfrm>
          <a:prstGeom prst="rect">
            <a:avLst/>
          </a:prstGeom>
        </p:spPr>
      </p:pic>
      <p:pic>
        <p:nvPicPr>
          <p:cNvPr id="13" name="图形 12" descr="饼图 纯色填充">
            <a:extLst>
              <a:ext uri="{FF2B5EF4-FFF2-40B4-BE49-F238E27FC236}">
                <a16:creationId xmlns:a16="http://schemas.microsoft.com/office/drawing/2014/main" id="{1FBBD71C-1299-2555-E1E8-C7E5F9E33A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0105" y="1036597"/>
            <a:ext cx="914400" cy="914400"/>
          </a:xfrm>
          <a:prstGeom prst="rect">
            <a:avLst/>
          </a:prstGeom>
        </p:spPr>
      </p:pic>
      <p:pic>
        <p:nvPicPr>
          <p:cNvPr id="15" name="图形 14" descr="固定 纯色填充">
            <a:extLst>
              <a:ext uri="{FF2B5EF4-FFF2-40B4-BE49-F238E27FC236}">
                <a16:creationId xmlns:a16="http://schemas.microsoft.com/office/drawing/2014/main" id="{788E922D-5A52-1D36-4E22-7232D0705E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32791" y="2887209"/>
            <a:ext cx="914400" cy="914400"/>
          </a:xfrm>
          <a:prstGeom prst="rect">
            <a:avLst/>
          </a:prstGeom>
        </p:spPr>
      </p:pic>
      <p:pic>
        <p:nvPicPr>
          <p:cNvPr id="17" name="图形 16" descr="条形图演示文稿 纯色填充">
            <a:extLst>
              <a:ext uri="{FF2B5EF4-FFF2-40B4-BE49-F238E27FC236}">
                <a16:creationId xmlns:a16="http://schemas.microsoft.com/office/drawing/2014/main" id="{8ACE239C-3A7A-A648-076E-6DC27EA843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94470" y="1817128"/>
            <a:ext cx="914400" cy="914400"/>
          </a:xfrm>
          <a:prstGeom prst="rect">
            <a:avLst/>
          </a:prstGeom>
        </p:spPr>
      </p:pic>
      <p:pic>
        <p:nvPicPr>
          <p:cNvPr id="19" name="图形 18" descr="条形图演示文稿 纯色填充">
            <a:extLst>
              <a:ext uri="{FF2B5EF4-FFF2-40B4-BE49-F238E27FC236}">
                <a16:creationId xmlns:a16="http://schemas.microsoft.com/office/drawing/2014/main" id="{51CF6B61-FDE9-BC45-5627-8E3D96550A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1276" y="3559267"/>
            <a:ext cx="914400" cy="914400"/>
          </a:xfrm>
          <a:prstGeom prst="rect">
            <a:avLst/>
          </a:prstGeom>
        </p:spPr>
      </p:pic>
      <p:pic>
        <p:nvPicPr>
          <p:cNvPr id="21" name="图形 20" descr="饼图演示文稿 纯色填充">
            <a:extLst>
              <a:ext uri="{FF2B5EF4-FFF2-40B4-BE49-F238E27FC236}">
                <a16:creationId xmlns:a16="http://schemas.microsoft.com/office/drawing/2014/main" id="{1CEB7D55-7CBE-DE45-C12F-44223D2D30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68839" y="5799391"/>
            <a:ext cx="914400" cy="914400"/>
          </a:xfrm>
          <a:prstGeom prst="rect">
            <a:avLst/>
          </a:prstGeom>
        </p:spPr>
      </p:pic>
      <p:pic>
        <p:nvPicPr>
          <p:cNvPr id="23" name="图形 22" descr="拼图 纯色填充">
            <a:extLst>
              <a:ext uri="{FF2B5EF4-FFF2-40B4-BE49-F238E27FC236}">
                <a16:creationId xmlns:a16="http://schemas.microsoft.com/office/drawing/2014/main" id="{BFBE85B4-E7A9-D0D4-B421-8C94FD7683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7800" y="5463676"/>
            <a:ext cx="914400" cy="914400"/>
          </a:xfrm>
          <a:prstGeom prst="rect">
            <a:avLst/>
          </a:prstGeom>
        </p:spPr>
      </p:pic>
      <p:pic>
        <p:nvPicPr>
          <p:cNvPr id="25" name="图形 24" descr="听筒 纯色填充">
            <a:extLst>
              <a:ext uri="{FF2B5EF4-FFF2-40B4-BE49-F238E27FC236}">
                <a16:creationId xmlns:a16="http://schemas.microsoft.com/office/drawing/2014/main" id="{D9BAAD5E-942D-0F3B-5713-82FDDEB6C4E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86012" y="3240262"/>
            <a:ext cx="914400" cy="914400"/>
          </a:xfrm>
          <a:prstGeom prst="rect">
            <a:avLst/>
          </a:prstGeom>
        </p:spPr>
      </p:pic>
      <p:pic>
        <p:nvPicPr>
          <p:cNvPr id="27" name="图形 26" descr="火箭 纯色填充">
            <a:extLst>
              <a:ext uri="{FF2B5EF4-FFF2-40B4-BE49-F238E27FC236}">
                <a16:creationId xmlns:a16="http://schemas.microsoft.com/office/drawing/2014/main" id="{7C681BE4-DDA1-1695-3AB1-6A71FBA7C40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83218" y="3975308"/>
            <a:ext cx="914400" cy="914400"/>
          </a:xfrm>
          <a:prstGeom prst="rect">
            <a:avLst/>
          </a:prstGeom>
        </p:spPr>
      </p:pic>
      <p:pic>
        <p:nvPicPr>
          <p:cNvPr id="29" name="图形 28" descr="单级齿轮 纯色填充">
            <a:extLst>
              <a:ext uri="{FF2B5EF4-FFF2-40B4-BE49-F238E27FC236}">
                <a16:creationId xmlns:a16="http://schemas.microsoft.com/office/drawing/2014/main" id="{C5262CA4-DB8F-F67B-6B1E-21D4ACACC73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64753" y="2953041"/>
            <a:ext cx="914400" cy="914400"/>
          </a:xfrm>
          <a:prstGeom prst="rect">
            <a:avLst/>
          </a:prstGeom>
        </p:spPr>
      </p:pic>
      <p:pic>
        <p:nvPicPr>
          <p:cNvPr id="31" name="图形 30" descr="试管 纯色填充">
            <a:extLst>
              <a:ext uri="{FF2B5EF4-FFF2-40B4-BE49-F238E27FC236}">
                <a16:creationId xmlns:a16="http://schemas.microsoft.com/office/drawing/2014/main" id="{9110C37E-F04E-B9A0-C164-70E4E4EA3D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83218" y="5727574"/>
            <a:ext cx="914400" cy="914400"/>
          </a:xfrm>
          <a:prstGeom prst="rect">
            <a:avLst/>
          </a:prstGeom>
        </p:spPr>
      </p:pic>
      <p:pic>
        <p:nvPicPr>
          <p:cNvPr id="33" name="图形 32" descr="戏院 纯色填充">
            <a:extLst>
              <a:ext uri="{FF2B5EF4-FFF2-40B4-BE49-F238E27FC236}">
                <a16:creationId xmlns:a16="http://schemas.microsoft.com/office/drawing/2014/main" id="{301D74F4-304C-8B16-ED75-1E30C317AEC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48810" y="5704953"/>
            <a:ext cx="914400" cy="914400"/>
          </a:xfrm>
          <a:prstGeom prst="rect">
            <a:avLst/>
          </a:prstGeom>
        </p:spPr>
      </p:pic>
      <p:pic>
        <p:nvPicPr>
          <p:cNvPr id="35" name="图形 34" descr="维恩图 纯色填充">
            <a:extLst>
              <a:ext uri="{FF2B5EF4-FFF2-40B4-BE49-F238E27FC236}">
                <a16:creationId xmlns:a16="http://schemas.microsoft.com/office/drawing/2014/main" id="{B2A32DD6-28F8-C72E-1591-0A444CB077A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8787" y="4591186"/>
            <a:ext cx="914400" cy="914400"/>
          </a:xfrm>
          <a:prstGeom prst="rect">
            <a:avLst/>
          </a:prstGeom>
        </p:spPr>
      </p:pic>
      <p:sp>
        <p:nvSpPr>
          <p:cNvPr id="36" name="shield_249995">
            <a:extLst>
              <a:ext uri="{FF2B5EF4-FFF2-40B4-BE49-F238E27FC236}">
                <a16:creationId xmlns:a16="http://schemas.microsoft.com/office/drawing/2014/main" id="{BEB47589-447C-D457-D842-AA17DCD4DF67}"/>
              </a:ext>
            </a:extLst>
          </p:cNvPr>
          <p:cNvSpPr/>
          <p:nvPr/>
        </p:nvSpPr>
        <p:spPr>
          <a:xfrm>
            <a:off x="8784482" y="2869661"/>
            <a:ext cx="556508" cy="609685"/>
          </a:xfrm>
          <a:custGeom>
            <a:avLst/>
            <a:gdLst>
              <a:gd name="T0" fmla="*/ 6125 w 6223"/>
              <a:gd name="T1" fmla="*/ 875 h 6828"/>
              <a:gd name="T2" fmla="*/ 3146 w 6223"/>
              <a:gd name="T3" fmla="*/ 6 h 6828"/>
              <a:gd name="T4" fmla="*/ 3140 w 6223"/>
              <a:gd name="T5" fmla="*/ 4 h 6828"/>
              <a:gd name="T6" fmla="*/ 3134 w 6223"/>
              <a:gd name="T7" fmla="*/ 3 h 6828"/>
              <a:gd name="T8" fmla="*/ 3089 w 6223"/>
              <a:gd name="T9" fmla="*/ 3 h 6828"/>
              <a:gd name="T10" fmla="*/ 3083 w 6223"/>
              <a:gd name="T11" fmla="*/ 4 h 6828"/>
              <a:gd name="T12" fmla="*/ 3077 w 6223"/>
              <a:gd name="T13" fmla="*/ 6 h 6828"/>
              <a:gd name="T14" fmla="*/ 98 w 6223"/>
              <a:gd name="T15" fmla="*/ 875 h 6828"/>
              <a:gd name="T16" fmla="*/ 10 w 6223"/>
              <a:gd name="T17" fmla="*/ 1013 h 6828"/>
              <a:gd name="T18" fmla="*/ 630 w 6223"/>
              <a:gd name="T19" fmla="*/ 4985 h 6828"/>
              <a:gd name="T20" fmla="*/ 679 w 6223"/>
              <a:gd name="T21" fmla="*/ 5066 h 6828"/>
              <a:gd name="T22" fmla="*/ 3038 w 6223"/>
              <a:gd name="T23" fmla="*/ 6803 h 6828"/>
              <a:gd name="T24" fmla="*/ 3111 w 6223"/>
              <a:gd name="T25" fmla="*/ 6828 h 6828"/>
              <a:gd name="T26" fmla="*/ 3185 w 6223"/>
              <a:gd name="T27" fmla="*/ 6803 h 6828"/>
              <a:gd name="T28" fmla="*/ 5543 w 6223"/>
              <a:gd name="T29" fmla="*/ 5066 h 6828"/>
              <a:gd name="T30" fmla="*/ 5592 w 6223"/>
              <a:gd name="T31" fmla="*/ 4985 h 6828"/>
              <a:gd name="T32" fmla="*/ 6213 w 6223"/>
              <a:gd name="T33" fmla="*/ 1013 h 6828"/>
              <a:gd name="T34" fmla="*/ 6125 w 6223"/>
              <a:gd name="T35" fmla="*/ 875 h 6828"/>
              <a:gd name="T36" fmla="*/ 1388 w 6223"/>
              <a:gd name="T37" fmla="*/ 5269 h 6828"/>
              <a:gd name="T38" fmla="*/ 878 w 6223"/>
              <a:gd name="T39" fmla="*/ 4896 h 6828"/>
              <a:gd name="T40" fmla="*/ 279 w 6223"/>
              <a:gd name="T41" fmla="*/ 1082 h 6828"/>
              <a:gd name="T42" fmla="*/ 1388 w 6223"/>
              <a:gd name="T43" fmla="*/ 761 h 6828"/>
              <a:gd name="T44" fmla="*/ 1388 w 6223"/>
              <a:gd name="T45" fmla="*/ 5269 h 6828"/>
              <a:gd name="T46" fmla="*/ 3002 w 6223"/>
              <a:gd name="T47" fmla="*/ 6458 h 6828"/>
              <a:gd name="T48" fmla="*/ 1636 w 6223"/>
              <a:gd name="T49" fmla="*/ 5452 h 6828"/>
              <a:gd name="T50" fmla="*/ 1636 w 6223"/>
              <a:gd name="T51" fmla="*/ 689 h 6828"/>
              <a:gd name="T52" fmla="*/ 3002 w 6223"/>
              <a:gd name="T53" fmla="*/ 290 h 6828"/>
              <a:gd name="T54" fmla="*/ 3002 w 6223"/>
              <a:gd name="T55" fmla="*/ 6458 h 6828"/>
              <a:gd name="T56" fmla="*/ 4615 w 6223"/>
              <a:gd name="T57" fmla="*/ 5452 h 6828"/>
              <a:gd name="T58" fmla="*/ 3250 w 6223"/>
              <a:gd name="T59" fmla="*/ 6458 h 6828"/>
              <a:gd name="T60" fmla="*/ 3250 w 6223"/>
              <a:gd name="T61" fmla="*/ 290 h 6828"/>
              <a:gd name="T62" fmla="*/ 4615 w 6223"/>
              <a:gd name="T63" fmla="*/ 689 h 6828"/>
              <a:gd name="T64" fmla="*/ 4615 w 6223"/>
              <a:gd name="T65" fmla="*/ 5452 h 6828"/>
              <a:gd name="T66" fmla="*/ 5362 w 6223"/>
              <a:gd name="T67" fmla="*/ 4896 h 6828"/>
              <a:gd name="T68" fmla="*/ 4863 w 6223"/>
              <a:gd name="T69" fmla="*/ 5269 h 6828"/>
              <a:gd name="T70" fmla="*/ 4863 w 6223"/>
              <a:gd name="T71" fmla="*/ 761 h 6828"/>
              <a:gd name="T72" fmla="*/ 5962 w 6223"/>
              <a:gd name="T73" fmla="*/ 1082 h 6828"/>
              <a:gd name="T74" fmla="*/ 5362 w 6223"/>
              <a:gd name="T75" fmla="*/ 4896 h 6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223" h="6828">
                <a:moveTo>
                  <a:pt x="6125" y="875"/>
                </a:moveTo>
                <a:lnTo>
                  <a:pt x="3146" y="6"/>
                </a:lnTo>
                <a:cubicBezTo>
                  <a:pt x="3144" y="5"/>
                  <a:pt x="3142" y="5"/>
                  <a:pt x="3140" y="4"/>
                </a:cubicBezTo>
                <a:cubicBezTo>
                  <a:pt x="3138" y="4"/>
                  <a:pt x="3136" y="3"/>
                  <a:pt x="3134" y="3"/>
                </a:cubicBezTo>
                <a:cubicBezTo>
                  <a:pt x="3119" y="0"/>
                  <a:pt x="3104" y="0"/>
                  <a:pt x="3089" y="3"/>
                </a:cubicBezTo>
                <a:cubicBezTo>
                  <a:pt x="3087" y="3"/>
                  <a:pt x="3085" y="4"/>
                  <a:pt x="3083" y="4"/>
                </a:cubicBezTo>
                <a:cubicBezTo>
                  <a:pt x="3081" y="5"/>
                  <a:pt x="3079" y="5"/>
                  <a:pt x="3077" y="6"/>
                </a:cubicBezTo>
                <a:lnTo>
                  <a:pt x="98" y="875"/>
                </a:lnTo>
                <a:cubicBezTo>
                  <a:pt x="38" y="892"/>
                  <a:pt x="0" y="951"/>
                  <a:pt x="10" y="1013"/>
                </a:cubicBezTo>
                <a:lnTo>
                  <a:pt x="630" y="4985"/>
                </a:lnTo>
                <a:cubicBezTo>
                  <a:pt x="635" y="5017"/>
                  <a:pt x="653" y="5046"/>
                  <a:pt x="679" y="5066"/>
                </a:cubicBezTo>
                <a:lnTo>
                  <a:pt x="3038" y="6803"/>
                </a:lnTo>
                <a:cubicBezTo>
                  <a:pt x="3060" y="6820"/>
                  <a:pt x="3085" y="6828"/>
                  <a:pt x="3111" y="6828"/>
                </a:cubicBezTo>
                <a:cubicBezTo>
                  <a:pt x="3137" y="6828"/>
                  <a:pt x="3163" y="6820"/>
                  <a:pt x="3185" y="6803"/>
                </a:cubicBezTo>
                <a:lnTo>
                  <a:pt x="5543" y="5066"/>
                </a:lnTo>
                <a:cubicBezTo>
                  <a:pt x="5570" y="5046"/>
                  <a:pt x="5587" y="5017"/>
                  <a:pt x="5592" y="4985"/>
                </a:cubicBezTo>
                <a:lnTo>
                  <a:pt x="6213" y="1013"/>
                </a:lnTo>
                <a:cubicBezTo>
                  <a:pt x="6223" y="951"/>
                  <a:pt x="6185" y="892"/>
                  <a:pt x="6125" y="875"/>
                </a:cubicBezTo>
                <a:close/>
                <a:moveTo>
                  <a:pt x="1388" y="5269"/>
                </a:moveTo>
                <a:lnTo>
                  <a:pt x="878" y="4896"/>
                </a:lnTo>
                <a:lnTo>
                  <a:pt x="279" y="1082"/>
                </a:lnTo>
                <a:lnTo>
                  <a:pt x="1388" y="761"/>
                </a:lnTo>
                <a:lnTo>
                  <a:pt x="1388" y="5269"/>
                </a:lnTo>
                <a:close/>
                <a:moveTo>
                  <a:pt x="3002" y="6458"/>
                </a:moveTo>
                <a:lnTo>
                  <a:pt x="1636" y="5452"/>
                </a:lnTo>
                <a:lnTo>
                  <a:pt x="1636" y="689"/>
                </a:lnTo>
                <a:lnTo>
                  <a:pt x="3002" y="290"/>
                </a:lnTo>
                <a:lnTo>
                  <a:pt x="3002" y="6458"/>
                </a:lnTo>
                <a:close/>
                <a:moveTo>
                  <a:pt x="4615" y="5452"/>
                </a:moveTo>
                <a:lnTo>
                  <a:pt x="3250" y="6458"/>
                </a:lnTo>
                <a:lnTo>
                  <a:pt x="3250" y="290"/>
                </a:lnTo>
                <a:lnTo>
                  <a:pt x="4615" y="689"/>
                </a:lnTo>
                <a:lnTo>
                  <a:pt x="4615" y="5452"/>
                </a:lnTo>
                <a:close/>
                <a:moveTo>
                  <a:pt x="5362" y="4896"/>
                </a:moveTo>
                <a:lnTo>
                  <a:pt x="4863" y="5269"/>
                </a:lnTo>
                <a:lnTo>
                  <a:pt x="4863" y="761"/>
                </a:lnTo>
                <a:lnTo>
                  <a:pt x="5962" y="1082"/>
                </a:lnTo>
                <a:lnTo>
                  <a:pt x="5362" y="48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hield_251619">
            <a:extLst>
              <a:ext uri="{FF2B5EF4-FFF2-40B4-BE49-F238E27FC236}">
                <a16:creationId xmlns:a16="http://schemas.microsoft.com/office/drawing/2014/main" id="{967DEDE8-B85A-05BF-2CA9-CD5BC98F5D15}"/>
              </a:ext>
            </a:extLst>
          </p:cNvPr>
          <p:cNvSpPr/>
          <p:nvPr/>
        </p:nvSpPr>
        <p:spPr>
          <a:xfrm>
            <a:off x="6068909" y="3185403"/>
            <a:ext cx="550719" cy="609685"/>
          </a:xfrm>
          <a:custGeom>
            <a:avLst/>
            <a:gdLst>
              <a:gd name="connsiteX0" fmla="*/ 274005 w 548030"/>
              <a:gd name="connsiteY0" fmla="*/ 95609 h 606707"/>
              <a:gd name="connsiteX1" fmla="*/ 84437 w 548030"/>
              <a:gd name="connsiteY1" fmla="*/ 147247 h 606707"/>
              <a:gd name="connsiteX2" fmla="*/ 110425 w 548030"/>
              <a:gd name="connsiteY2" fmla="*/ 389617 h 606707"/>
              <a:gd name="connsiteX3" fmla="*/ 274005 w 548030"/>
              <a:gd name="connsiteY3" fmla="*/ 518578 h 606707"/>
              <a:gd name="connsiteX4" fmla="*/ 437674 w 548030"/>
              <a:gd name="connsiteY4" fmla="*/ 389617 h 606707"/>
              <a:gd name="connsiteX5" fmla="*/ 463662 w 548030"/>
              <a:gd name="connsiteY5" fmla="*/ 147247 h 606707"/>
              <a:gd name="connsiteX6" fmla="*/ 270890 w 548030"/>
              <a:gd name="connsiteY6" fmla="*/ 71790 h 606707"/>
              <a:gd name="connsiteX7" fmla="*/ 277209 w 548030"/>
              <a:gd name="connsiteY7" fmla="*/ 71790 h 606707"/>
              <a:gd name="connsiteX8" fmla="*/ 479682 w 548030"/>
              <a:gd name="connsiteY8" fmla="*/ 126894 h 606707"/>
              <a:gd name="connsiteX9" fmla="*/ 488404 w 548030"/>
              <a:gd name="connsiteY9" fmla="*/ 139692 h 606707"/>
              <a:gd name="connsiteX10" fmla="*/ 460814 w 548030"/>
              <a:gd name="connsiteY10" fmla="*/ 397082 h 606707"/>
              <a:gd name="connsiteX11" fmla="*/ 456364 w 548030"/>
              <a:gd name="connsiteY11" fmla="*/ 405170 h 606707"/>
              <a:gd name="connsiteX12" fmla="*/ 281392 w 548030"/>
              <a:gd name="connsiteY12" fmla="*/ 543020 h 606707"/>
              <a:gd name="connsiteX13" fmla="*/ 274005 w 548030"/>
              <a:gd name="connsiteY13" fmla="*/ 545597 h 606707"/>
              <a:gd name="connsiteX14" fmla="*/ 266618 w 548030"/>
              <a:gd name="connsiteY14" fmla="*/ 543020 h 606707"/>
              <a:gd name="connsiteX15" fmla="*/ 91735 w 548030"/>
              <a:gd name="connsiteY15" fmla="*/ 405170 h 606707"/>
              <a:gd name="connsiteX16" fmla="*/ 87285 w 548030"/>
              <a:gd name="connsiteY16" fmla="*/ 397082 h 606707"/>
              <a:gd name="connsiteX17" fmla="*/ 59695 w 548030"/>
              <a:gd name="connsiteY17" fmla="*/ 139692 h 606707"/>
              <a:gd name="connsiteX18" fmla="*/ 68417 w 548030"/>
              <a:gd name="connsiteY18" fmla="*/ 126894 h 606707"/>
              <a:gd name="connsiteX19" fmla="*/ 274014 w 548030"/>
              <a:gd name="connsiteY19" fmla="*/ 24282 h 606707"/>
              <a:gd name="connsiteX20" fmla="*/ 24898 w 548030"/>
              <a:gd name="connsiteY20" fmla="*/ 92087 h 606707"/>
              <a:gd name="connsiteX21" fmla="*/ 58986 w 548030"/>
              <a:gd name="connsiteY21" fmla="*/ 410137 h 606707"/>
              <a:gd name="connsiteX22" fmla="*/ 274014 w 548030"/>
              <a:gd name="connsiteY22" fmla="*/ 579603 h 606707"/>
              <a:gd name="connsiteX23" fmla="*/ 489042 w 548030"/>
              <a:gd name="connsiteY23" fmla="*/ 410137 h 606707"/>
              <a:gd name="connsiteX24" fmla="*/ 523219 w 548030"/>
              <a:gd name="connsiteY24" fmla="*/ 92087 h 606707"/>
              <a:gd name="connsiteX25" fmla="*/ 270899 w 548030"/>
              <a:gd name="connsiteY25" fmla="*/ 466 h 606707"/>
              <a:gd name="connsiteX26" fmla="*/ 277218 w 548030"/>
              <a:gd name="connsiteY26" fmla="*/ 466 h 606707"/>
              <a:gd name="connsiteX27" fmla="*/ 539239 w 548030"/>
              <a:gd name="connsiteY27" fmla="*/ 71825 h 606707"/>
              <a:gd name="connsiteX28" fmla="*/ 547961 w 548030"/>
              <a:gd name="connsiteY28" fmla="*/ 84533 h 606707"/>
              <a:gd name="connsiteX29" fmla="*/ 512271 w 548030"/>
              <a:gd name="connsiteY29" fmla="*/ 417601 h 606707"/>
              <a:gd name="connsiteX30" fmla="*/ 507821 w 548030"/>
              <a:gd name="connsiteY30" fmla="*/ 425688 h 606707"/>
              <a:gd name="connsiteX31" fmla="*/ 281401 w 548030"/>
              <a:gd name="connsiteY31" fmla="*/ 604130 h 606707"/>
              <a:gd name="connsiteX32" fmla="*/ 274014 w 548030"/>
              <a:gd name="connsiteY32" fmla="*/ 606707 h 606707"/>
              <a:gd name="connsiteX33" fmla="*/ 266627 w 548030"/>
              <a:gd name="connsiteY33" fmla="*/ 604130 h 606707"/>
              <a:gd name="connsiteX34" fmla="*/ 40296 w 548030"/>
              <a:gd name="connsiteY34" fmla="*/ 425688 h 606707"/>
              <a:gd name="connsiteX35" fmla="*/ 35846 w 548030"/>
              <a:gd name="connsiteY35" fmla="*/ 417601 h 606707"/>
              <a:gd name="connsiteX36" fmla="*/ 67 w 548030"/>
              <a:gd name="connsiteY36" fmla="*/ 84533 h 606707"/>
              <a:gd name="connsiteX37" fmla="*/ 8789 w 548030"/>
              <a:gd name="connsiteY37" fmla="*/ 71825 h 60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48030" h="606707">
                <a:moveTo>
                  <a:pt x="274005" y="95609"/>
                </a:moveTo>
                <a:lnTo>
                  <a:pt x="84437" y="147247"/>
                </a:lnTo>
                <a:lnTo>
                  <a:pt x="110425" y="389617"/>
                </a:lnTo>
                <a:lnTo>
                  <a:pt x="274005" y="518578"/>
                </a:lnTo>
                <a:lnTo>
                  <a:pt x="437674" y="389617"/>
                </a:lnTo>
                <a:lnTo>
                  <a:pt x="463662" y="147247"/>
                </a:lnTo>
                <a:close/>
                <a:moveTo>
                  <a:pt x="270890" y="71790"/>
                </a:moveTo>
                <a:cubicBezTo>
                  <a:pt x="272937" y="71256"/>
                  <a:pt x="275073" y="71256"/>
                  <a:pt x="277209" y="71790"/>
                </a:cubicBezTo>
                <a:lnTo>
                  <a:pt x="479682" y="126894"/>
                </a:lnTo>
                <a:cubicBezTo>
                  <a:pt x="485378" y="128494"/>
                  <a:pt x="489027" y="133826"/>
                  <a:pt x="488404" y="139692"/>
                </a:cubicBezTo>
                <a:lnTo>
                  <a:pt x="460814" y="397082"/>
                </a:lnTo>
                <a:cubicBezTo>
                  <a:pt x="460458" y="400282"/>
                  <a:pt x="458856" y="403215"/>
                  <a:pt x="456364" y="405170"/>
                </a:cubicBezTo>
                <a:lnTo>
                  <a:pt x="281392" y="543020"/>
                </a:lnTo>
                <a:cubicBezTo>
                  <a:pt x="279256" y="544797"/>
                  <a:pt x="276675" y="545597"/>
                  <a:pt x="274005" y="545597"/>
                </a:cubicBezTo>
                <a:cubicBezTo>
                  <a:pt x="271424" y="545597"/>
                  <a:pt x="268843" y="544797"/>
                  <a:pt x="266618" y="543020"/>
                </a:cubicBezTo>
                <a:lnTo>
                  <a:pt x="91735" y="405170"/>
                </a:lnTo>
                <a:cubicBezTo>
                  <a:pt x="89243" y="403215"/>
                  <a:pt x="87641" y="400282"/>
                  <a:pt x="87285" y="397082"/>
                </a:cubicBezTo>
                <a:lnTo>
                  <a:pt x="59695" y="139692"/>
                </a:lnTo>
                <a:cubicBezTo>
                  <a:pt x="59072" y="133826"/>
                  <a:pt x="62721" y="128494"/>
                  <a:pt x="68417" y="126894"/>
                </a:cubicBezTo>
                <a:close/>
                <a:moveTo>
                  <a:pt x="274014" y="24282"/>
                </a:moveTo>
                <a:lnTo>
                  <a:pt x="24898" y="92087"/>
                </a:lnTo>
                <a:lnTo>
                  <a:pt x="58986" y="410137"/>
                </a:lnTo>
                <a:lnTo>
                  <a:pt x="274014" y="579603"/>
                </a:lnTo>
                <a:lnTo>
                  <a:pt x="489042" y="410137"/>
                </a:lnTo>
                <a:lnTo>
                  <a:pt x="523219" y="92087"/>
                </a:lnTo>
                <a:close/>
                <a:moveTo>
                  <a:pt x="270899" y="466"/>
                </a:moveTo>
                <a:cubicBezTo>
                  <a:pt x="272946" y="-156"/>
                  <a:pt x="275082" y="-156"/>
                  <a:pt x="277218" y="466"/>
                </a:cubicBezTo>
                <a:lnTo>
                  <a:pt x="539239" y="71825"/>
                </a:lnTo>
                <a:cubicBezTo>
                  <a:pt x="544935" y="73336"/>
                  <a:pt x="548584" y="78757"/>
                  <a:pt x="547961" y="84533"/>
                </a:cubicBezTo>
                <a:lnTo>
                  <a:pt x="512271" y="417601"/>
                </a:lnTo>
                <a:cubicBezTo>
                  <a:pt x="511915" y="420800"/>
                  <a:pt x="510313" y="423733"/>
                  <a:pt x="507821" y="425688"/>
                </a:cubicBezTo>
                <a:lnTo>
                  <a:pt x="281401" y="604130"/>
                </a:lnTo>
                <a:cubicBezTo>
                  <a:pt x="279265" y="605819"/>
                  <a:pt x="276684" y="606707"/>
                  <a:pt x="274014" y="606707"/>
                </a:cubicBezTo>
                <a:cubicBezTo>
                  <a:pt x="271433" y="606707"/>
                  <a:pt x="268852" y="605819"/>
                  <a:pt x="266627" y="604130"/>
                </a:cubicBezTo>
                <a:lnTo>
                  <a:pt x="40296" y="425688"/>
                </a:lnTo>
                <a:cubicBezTo>
                  <a:pt x="37804" y="423733"/>
                  <a:pt x="36202" y="420800"/>
                  <a:pt x="35846" y="417601"/>
                </a:cubicBezTo>
                <a:lnTo>
                  <a:pt x="67" y="84533"/>
                </a:lnTo>
                <a:cubicBezTo>
                  <a:pt x="-556" y="78757"/>
                  <a:pt x="3182" y="73336"/>
                  <a:pt x="8789" y="718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hield_250039">
            <a:extLst>
              <a:ext uri="{FF2B5EF4-FFF2-40B4-BE49-F238E27FC236}">
                <a16:creationId xmlns:a16="http://schemas.microsoft.com/office/drawing/2014/main" id="{D3DC1DFB-14CD-409B-965F-83F1CF939F55}"/>
              </a:ext>
            </a:extLst>
          </p:cNvPr>
          <p:cNvSpPr/>
          <p:nvPr/>
        </p:nvSpPr>
        <p:spPr>
          <a:xfrm>
            <a:off x="9893461" y="3867441"/>
            <a:ext cx="512549" cy="609685"/>
          </a:xfrm>
          <a:custGeom>
            <a:avLst/>
            <a:gdLst>
              <a:gd name="T0" fmla="*/ 5685 w 5731"/>
              <a:gd name="T1" fmla="*/ 1611 h 6828"/>
              <a:gd name="T2" fmla="*/ 5591 w 5731"/>
              <a:gd name="T3" fmla="*/ 1584 h 6828"/>
              <a:gd name="T4" fmla="*/ 5261 w 5731"/>
              <a:gd name="T5" fmla="*/ 1606 h 6828"/>
              <a:gd name="T6" fmla="*/ 2946 w 5731"/>
              <a:gd name="T7" fmla="*/ 49 h 6828"/>
              <a:gd name="T8" fmla="*/ 2857 w 5731"/>
              <a:gd name="T9" fmla="*/ 1 h 6828"/>
              <a:gd name="T10" fmla="*/ 2765 w 5731"/>
              <a:gd name="T11" fmla="*/ 41 h 6828"/>
              <a:gd name="T12" fmla="*/ 2612 w 5731"/>
              <a:gd name="T13" fmla="*/ 221 h 6828"/>
              <a:gd name="T14" fmla="*/ 445 w 5731"/>
              <a:gd name="T15" fmla="*/ 1606 h 6828"/>
              <a:gd name="T16" fmla="*/ 116 w 5731"/>
              <a:gd name="T17" fmla="*/ 1584 h 6828"/>
              <a:gd name="T18" fmla="*/ 32 w 5731"/>
              <a:gd name="T19" fmla="*/ 1611 h 6828"/>
              <a:gd name="T20" fmla="*/ 0 w 5731"/>
              <a:gd name="T21" fmla="*/ 1697 h 6828"/>
              <a:gd name="T22" fmla="*/ 0 w 5731"/>
              <a:gd name="T23" fmla="*/ 1720 h 6828"/>
              <a:gd name="T24" fmla="*/ 110 w 5731"/>
              <a:gd name="T25" fmla="*/ 3072 h 6828"/>
              <a:gd name="T26" fmla="*/ 115 w 5731"/>
              <a:gd name="T27" fmla="*/ 3143 h 6828"/>
              <a:gd name="T28" fmla="*/ 121 w 5731"/>
              <a:gd name="T29" fmla="*/ 3159 h 6828"/>
              <a:gd name="T30" fmla="*/ 563 w 5731"/>
              <a:gd name="T31" fmla="*/ 4611 h 6828"/>
              <a:gd name="T32" fmla="*/ 570 w 5731"/>
              <a:gd name="T33" fmla="*/ 4633 h 6828"/>
              <a:gd name="T34" fmla="*/ 580 w 5731"/>
              <a:gd name="T35" fmla="*/ 4651 h 6828"/>
              <a:gd name="T36" fmla="*/ 2827 w 5731"/>
              <a:gd name="T37" fmla="*/ 6825 h 6828"/>
              <a:gd name="T38" fmla="*/ 2852 w 5731"/>
              <a:gd name="T39" fmla="*/ 6828 h 6828"/>
              <a:gd name="T40" fmla="*/ 2884 w 5731"/>
              <a:gd name="T41" fmla="*/ 6825 h 6828"/>
              <a:gd name="T42" fmla="*/ 5731 w 5731"/>
              <a:gd name="T43" fmla="*/ 1720 h 6828"/>
              <a:gd name="T44" fmla="*/ 5731 w 5731"/>
              <a:gd name="T45" fmla="*/ 1697 h 6828"/>
              <a:gd name="T46" fmla="*/ 5685 w 5731"/>
              <a:gd name="T47" fmla="*/ 1611 h 6828"/>
              <a:gd name="T48" fmla="*/ 216 w 5731"/>
              <a:gd name="T49" fmla="*/ 1825 h 6828"/>
              <a:gd name="T50" fmla="*/ 445 w 5731"/>
              <a:gd name="T51" fmla="*/ 1835 h 6828"/>
              <a:gd name="T52" fmla="*/ 2787 w 5731"/>
              <a:gd name="T53" fmla="*/ 369 h 6828"/>
              <a:gd name="T54" fmla="*/ 2845 w 5731"/>
              <a:gd name="T55" fmla="*/ 301 h 6828"/>
              <a:gd name="T56" fmla="*/ 3811 w 5731"/>
              <a:gd name="T57" fmla="*/ 1336 h 6828"/>
              <a:gd name="T58" fmla="*/ 311 w 5731"/>
              <a:gd name="T59" fmla="*/ 2927 h 6828"/>
              <a:gd name="T60" fmla="*/ 216 w 5731"/>
              <a:gd name="T61" fmla="*/ 1825 h 6828"/>
              <a:gd name="T62" fmla="*/ 2852 w 5731"/>
              <a:gd name="T63" fmla="*/ 6595 h 6828"/>
              <a:gd name="T64" fmla="*/ 1696 w 5731"/>
              <a:gd name="T65" fmla="*/ 5921 h 6828"/>
              <a:gd name="T66" fmla="*/ 5095 w 5731"/>
              <a:gd name="T67" fmla="*/ 4116 h 6828"/>
              <a:gd name="T68" fmla="*/ 2852 w 5731"/>
              <a:gd name="T69" fmla="*/ 6595 h 6828"/>
              <a:gd name="T70" fmla="*/ 5196 w 5731"/>
              <a:gd name="T71" fmla="*/ 3802 h 6828"/>
              <a:gd name="T72" fmla="*/ 1537 w 5731"/>
              <a:gd name="T73" fmla="*/ 5746 h 6828"/>
              <a:gd name="T74" fmla="*/ 1532 w 5731"/>
              <a:gd name="T75" fmla="*/ 5749 h 6828"/>
              <a:gd name="T76" fmla="*/ 824 w 5731"/>
              <a:gd name="T77" fmla="*/ 4644 h 6828"/>
              <a:gd name="T78" fmla="*/ 5443 w 5731"/>
              <a:gd name="T79" fmla="*/ 2554 h 6828"/>
              <a:gd name="T80" fmla="*/ 5196 w 5731"/>
              <a:gd name="T81" fmla="*/ 3802 h 6828"/>
              <a:gd name="T82" fmla="*/ 5467 w 5731"/>
              <a:gd name="T83" fmla="*/ 2296 h 6828"/>
              <a:gd name="T84" fmla="*/ 5441 w 5731"/>
              <a:gd name="T85" fmla="*/ 2304 h 6828"/>
              <a:gd name="T86" fmla="*/ 732 w 5731"/>
              <a:gd name="T87" fmla="*/ 4434 h 6828"/>
              <a:gd name="T88" fmla="*/ 352 w 5731"/>
              <a:gd name="T89" fmla="*/ 3160 h 6828"/>
              <a:gd name="T90" fmla="*/ 4033 w 5731"/>
              <a:gd name="T91" fmla="*/ 1487 h 6828"/>
              <a:gd name="T92" fmla="*/ 5259 w 5731"/>
              <a:gd name="T93" fmla="*/ 1835 h 6828"/>
              <a:gd name="T94" fmla="*/ 5488 w 5731"/>
              <a:gd name="T95" fmla="*/ 1825 h 6828"/>
              <a:gd name="T96" fmla="*/ 5467 w 5731"/>
              <a:gd name="T97" fmla="*/ 2296 h 6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731" h="6828">
                <a:moveTo>
                  <a:pt x="5685" y="1611"/>
                </a:moveTo>
                <a:cubicBezTo>
                  <a:pt x="5660" y="1589"/>
                  <a:pt x="5624" y="1579"/>
                  <a:pt x="5591" y="1584"/>
                </a:cubicBezTo>
                <a:cubicBezTo>
                  <a:pt x="5483" y="1598"/>
                  <a:pt x="5371" y="1606"/>
                  <a:pt x="5261" y="1606"/>
                </a:cubicBezTo>
                <a:cubicBezTo>
                  <a:pt x="4205" y="1606"/>
                  <a:pt x="3524" y="858"/>
                  <a:pt x="2946" y="49"/>
                </a:cubicBezTo>
                <a:cubicBezTo>
                  <a:pt x="2926" y="20"/>
                  <a:pt x="2893" y="3"/>
                  <a:pt x="2857" y="1"/>
                </a:cubicBezTo>
                <a:cubicBezTo>
                  <a:pt x="2822" y="0"/>
                  <a:pt x="2788" y="14"/>
                  <a:pt x="2765" y="41"/>
                </a:cubicBezTo>
                <a:cubicBezTo>
                  <a:pt x="2714" y="101"/>
                  <a:pt x="2663" y="161"/>
                  <a:pt x="2612" y="221"/>
                </a:cubicBezTo>
                <a:cubicBezTo>
                  <a:pt x="1982" y="964"/>
                  <a:pt x="1438" y="1606"/>
                  <a:pt x="445" y="1606"/>
                </a:cubicBezTo>
                <a:cubicBezTo>
                  <a:pt x="335" y="1606"/>
                  <a:pt x="224" y="1598"/>
                  <a:pt x="116" y="1584"/>
                </a:cubicBezTo>
                <a:cubicBezTo>
                  <a:pt x="84" y="1579"/>
                  <a:pt x="57" y="1589"/>
                  <a:pt x="32" y="1611"/>
                </a:cubicBezTo>
                <a:cubicBezTo>
                  <a:pt x="7" y="1633"/>
                  <a:pt x="0" y="1664"/>
                  <a:pt x="0" y="1697"/>
                </a:cubicBezTo>
                <a:lnTo>
                  <a:pt x="0" y="1720"/>
                </a:lnTo>
                <a:cubicBezTo>
                  <a:pt x="0" y="2186"/>
                  <a:pt x="34" y="2639"/>
                  <a:pt x="110" y="3072"/>
                </a:cubicBezTo>
                <a:cubicBezTo>
                  <a:pt x="105" y="3095"/>
                  <a:pt x="104" y="3120"/>
                  <a:pt x="115" y="3143"/>
                </a:cubicBezTo>
                <a:cubicBezTo>
                  <a:pt x="117" y="3149"/>
                  <a:pt x="118" y="3154"/>
                  <a:pt x="121" y="3159"/>
                </a:cubicBezTo>
                <a:cubicBezTo>
                  <a:pt x="220" y="3680"/>
                  <a:pt x="369" y="4169"/>
                  <a:pt x="563" y="4611"/>
                </a:cubicBezTo>
                <a:cubicBezTo>
                  <a:pt x="565" y="4619"/>
                  <a:pt x="567" y="4626"/>
                  <a:pt x="570" y="4633"/>
                </a:cubicBezTo>
                <a:cubicBezTo>
                  <a:pt x="573" y="4640"/>
                  <a:pt x="576" y="4645"/>
                  <a:pt x="580" y="4651"/>
                </a:cubicBezTo>
                <a:cubicBezTo>
                  <a:pt x="1091" y="5796"/>
                  <a:pt x="1893" y="6615"/>
                  <a:pt x="2827" y="6825"/>
                </a:cubicBezTo>
                <a:cubicBezTo>
                  <a:pt x="2835" y="6827"/>
                  <a:pt x="2844" y="6828"/>
                  <a:pt x="2852" y="6828"/>
                </a:cubicBezTo>
                <a:cubicBezTo>
                  <a:pt x="2861" y="6828"/>
                  <a:pt x="2876" y="6827"/>
                  <a:pt x="2884" y="6825"/>
                </a:cubicBezTo>
                <a:cubicBezTo>
                  <a:pt x="4503" y="6461"/>
                  <a:pt x="5731" y="4266"/>
                  <a:pt x="5731" y="1720"/>
                </a:cubicBezTo>
                <a:lnTo>
                  <a:pt x="5731" y="1697"/>
                </a:lnTo>
                <a:cubicBezTo>
                  <a:pt x="5731" y="1664"/>
                  <a:pt x="5710" y="1633"/>
                  <a:pt x="5685" y="1611"/>
                </a:cubicBezTo>
                <a:close/>
                <a:moveTo>
                  <a:pt x="216" y="1825"/>
                </a:moveTo>
                <a:cubicBezTo>
                  <a:pt x="292" y="1832"/>
                  <a:pt x="369" y="1835"/>
                  <a:pt x="445" y="1835"/>
                </a:cubicBezTo>
                <a:cubicBezTo>
                  <a:pt x="1544" y="1835"/>
                  <a:pt x="2148" y="1123"/>
                  <a:pt x="2787" y="369"/>
                </a:cubicBezTo>
                <a:cubicBezTo>
                  <a:pt x="2806" y="346"/>
                  <a:pt x="2825" y="324"/>
                  <a:pt x="2845" y="301"/>
                </a:cubicBezTo>
                <a:cubicBezTo>
                  <a:pt x="3130" y="689"/>
                  <a:pt x="3442" y="1057"/>
                  <a:pt x="3811" y="1336"/>
                </a:cubicBezTo>
                <a:lnTo>
                  <a:pt x="311" y="2927"/>
                </a:lnTo>
                <a:cubicBezTo>
                  <a:pt x="254" y="2572"/>
                  <a:pt x="221" y="2203"/>
                  <a:pt x="216" y="1825"/>
                </a:cubicBezTo>
                <a:close/>
                <a:moveTo>
                  <a:pt x="2852" y="6595"/>
                </a:moveTo>
                <a:cubicBezTo>
                  <a:pt x="2432" y="6495"/>
                  <a:pt x="2041" y="6260"/>
                  <a:pt x="1696" y="5921"/>
                </a:cubicBezTo>
                <a:lnTo>
                  <a:pt x="5095" y="4116"/>
                </a:lnTo>
                <a:cubicBezTo>
                  <a:pt x="4638" y="5413"/>
                  <a:pt x="3823" y="6364"/>
                  <a:pt x="2852" y="6595"/>
                </a:cubicBezTo>
                <a:close/>
                <a:moveTo>
                  <a:pt x="5196" y="3802"/>
                </a:moveTo>
                <a:lnTo>
                  <a:pt x="1537" y="5746"/>
                </a:lnTo>
                <a:cubicBezTo>
                  <a:pt x="1536" y="5747"/>
                  <a:pt x="1534" y="5748"/>
                  <a:pt x="1532" y="5749"/>
                </a:cubicBezTo>
                <a:cubicBezTo>
                  <a:pt x="1261" y="5443"/>
                  <a:pt x="1021" y="5069"/>
                  <a:pt x="824" y="4644"/>
                </a:cubicBezTo>
                <a:lnTo>
                  <a:pt x="5443" y="2554"/>
                </a:lnTo>
                <a:cubicBezTo>
                  <a:pt x="5396" y="2991"/>
                  <a:pt x="5312" y="3410"/>
                  <a:pt x="5196" y="3802"/>
                </a:cubicBezTo>
                <a:close/>
                <a:moveTo>
                  <a:pt x="5467" y="2296"/>
                </a:moveTo>
                <a:cubicBezTo>
                  <a:pt x="5458" y="2297"/>
                  <a:pt x="5450" y="2300"/>
                  <a:pt x="5441" y="2304"/>
                </a:cubicBezTo>
                <a:lnTo>
                  <a:pt x="732" y="4434"/>
                </a:lnTo>
                <a:cubicBezTo>
                  <a:pt x="569" y="4043"/>
                  <a:pt x="440" y="3615"/>
                  <a:pt x="352" y="3160"/>
                </a:cubicBezTo>
                <a:lnTo>
                  <a:pt x="4033" y="1487"/>
                </a:lnTo>
                <a:cubicBezTo>
                  <a:pt x="4384" y="1702"/>
                  <a:pt x="4785" y="1835"/>
                  <a:pt x="5259" y="1835"/>
                </a:cubicBezTo>
                <a:cubicBezTo>
                  <a:pt x="5335" y="1835"/>
                  <a:pt x="5412" y="1832"/>
                  <a:pt x="5488" y="1825"/>
                </a:cubicBezTo>
                <a:cubicBezTo>
                  <a:pt x="5486" y="1984"/>
                  <a:pt x="5479" y="2141"/>
                  <a:pt x="5467" y="2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peech-bubble_22262">
            <a:extLst>
              <a:ext uri="{FF2B5EF4-FFF2-40B4-BE49-F238E27FC236}">
                <a16:creationId xmlns:a16="http://schemas.microsoft.com/office/drawing/2014/main" id="{806E6428-070C-44E8-1EB4-CA1733E1D423}"/>
              </a:ext>
            </a:extLst>
          </p:cNvPr>
          <p:cNvSpPr/>
          <p:nvPr/>
        </p:nvSpPr>
        <p:spPr>
          <a:xfrm>
            <a:off x="2633528" y="2340876"/>
            <a:ext cx="609684" cy="602727"/>
          </a:xfrm>
          <a:custGeom>
            <a:avLst/>
            <a:gdLst>
              <a:gd name="connsiteX0" fmla="*/ 440858 w 605945"/>
              <a:gd name="connsiteY0" fmla="*/ 169750 h 599030"/>
              <a:gd name="connsiteX1" fmla="*/ 405036 w 605945"/>
              <a:gd name="connsiteY1" fmla="*/ 205522 h 599030"/>
              <a:gd name="connsiteX2" fmla="*/ 440858 w 605945"/>
              <a:gd name="connsiteY2" fmla="*/ 241295 h 599030"/>
              <a:gd name="connsiteX3" fmla="*/ 476679 w 605945"/>
              <a:gd name="connsiteY3" fmla="*/ 205522 h 599030"/>
              <a:gd name="connsiteX4" fmla="*/ 440858 w 605945"/>
              <a:gd name="connsiteY4" fmla="*/ 169750 h 599030"/>
              <a:gd name="connsiteX5" fmla="*/ 307101 w 605945"/>
              <a:gd name="connsiteY5" fmla="*/ 169750 h 599030"/>
              <a:gd name="connsiteX6" fmla="*/ 271255 w 605945"/>
              <a:gd name="connsiteY6" fmla="*/ 205522 h 599030"/>
              <a:gd name="connsiteX7" fmla="*/ 307101 w 605945"/>
              <a:gd name="connsiteY7" fmla="*/ 241295 h 599030"/>
              <a:gd name="connsiteX8" fmla="*/ 342947 w 605945"/>
              <a:gd name="connsiteY8" fmla="*/ 205522 h 599030"/>
              <a:gd name="connsiteX9" fmla="*/ 307101 w 605945"/>
              <a:gd name="connsiteY9" fmla="*/ 169750 h 599030"/>
              <a:gd name="connsiteX10" fmla="*/ 175814 w 605945"/>
              <a:gd name="connsiteY10" fmla="*/ 169750 h 599030"/>
              <a:gd name="connsiteX11" fmla="*/ 139992 w 605945"/>
              <a:gd name="connsiteY11" fmla="*/ 205522 h 599030"/>
              <a:gd name="connsiteX12" fmla="*/ 175814 w 605945"/>
              <a:gd name="connsiteY12" fmla="*/ 241295 h 599030"/>
              <a:gd name="connsiteX13" fmla="*/ 211635 w 605945"/>
              <a:gd name="connsiteY13" fmla="*/ 205522 h 599030"/>
              <a:gd name="connsiteX14" fmla="*/ 175814 w 605945"/>
              <a:gd name="connsiteY14" fmla="*/ 169750 h 599030"/>
              <a:gd name="connsiteX15" fmla="*/ 440858 w 605945"/>
              <a:gd name="connsiteY15" fmla="*/ 153974 h 599030"/>
              <a:gd name="connsiteX16" fmla="*/ 492476 w 605945"/>
              <a:gd name="connsiteY16" fmla="*/ 205522 h 599030"/>
              <a:gd name="connsiteX17" fmla="*/ 440858 w 605945"/>
              <a:gd name="connsiteY17" fmla="*/ 257070 h 599030"/>
              <a:gd name="connsiteX18" fmla="*/ 389239 w 605945"/>
              <a:gd name="connsiteY18" fmla="*/ 205522 h 599030"/>
              <a:gd name="connsiteX19" fmla="*/ 440858 w 605945"/>
              <a:gd name="connsiteY19" fmla="*/ 153974 h 599030"/>
              <a:gd name="connsiteX20" fmla="*/ 307101 w 605945"/>
              <a:gd name="connsiteY20" fmla="*/ 153974 h 599030"/>
              <a:gd name="connsiteX21" fmla="*/ 358755 w 605945"/>
              <a:gd name="connsiteY21" fmla="*/ 205522 h 599030"/>
              <a:gd name="connsiteX22" fmla="*/ 307101 w 605945"/>
              <a:gd name="connsiteY22" fmla="*/ 257070 h 599030"/>
              <a:gd name="connsiteX23" fmla="*/ 255447 w 605945"/>
              <a:gd name="connsiteY23" fmla="*/ 205522 h 599030"/>
              <a:gd name="connsiteX24" fmla="*/ 307101 w 605945"/>
              <a:gd name="connsiteY24" fmla="*/ 153974 h 599030"/>
              <a:gd name="connsiteX25" fmla="*/ 175814 w 605945"/>
              <a:gd name="connsiteY25" fmla="*/ 153974 h 599030"/>
              <a:gd name="connsiteX26" fmla="*/ 227432 w 605945"/>
              <a:gd name="connsiteY26" fmla="*/ 205522 h 599030"/>
              <a:gd name="connsiteX27" fmla="*/ 175814 w 605945"/>
              <a:gd name="connsiteY27" fmla="*/ 257070 h 599030"/>
              <a:gd name="connsiteX28" fmla="*/ 124195 w 605945"/>
              <a:gd name="connsiteY28" fmla="*/ 205522 h 599030"/>
              <a:gd name="connsiteX29" fmla="*/ 175814 w 605945"/>
              <a:gd name="connsiteY29" fmla="*/ 153974 h 599030"/>
              <a:gd name="connsiteX30" fmla="*/ 15800 w 605945"/>
              <a:gd name="connsiteY30" fmla="*/ 15998 h 599030"/>
              <a:gd name="connsiteX31" fmla="*/ 15800 w 605945"/>
              <a:gd name="connsiteY31" fmla="*/ 404612 h 599030"/>
              <a:gd name="connsiteX32" fmla="*/ 132850 w 605945"/>
              <a:gd name="connsiteY32" fmla="*/ 404612 h 599030"/>
              <a:gd name="connsiteX33" fmla="*/ 132850 w 605945"/>
              <a:gd name="connsiteY33" fmla="*/ 561035 h 599030"/>
              <a:gd name="connsiteX34" fmla="*/ 289732 w 605945"/>
              <a:gd name="connsiteY34" fmla="*/ 404612 h 599030"/>
              <a:gd name="connsiteX35" fmla="*/ 590146 w 605945"/>
              <a:gd name="connsiteY35" fmla="*/ 404612 h 599030"/>
              <a:gd name="connsiteX36" fmla="*/ 590146 w 605945"/>
              <a:gd name="connsiteY36" fmla="*/ 15998 h 599030"/>
              <a:gd name="connsiteX37" fmla="*/ 0 w 605945"/>
              <a:gd name="connsiteY37" fmla="*/ 0 h 599030"/>
              <a:gd name="connsiteX38" fmla="*/ 605945 w 605945"/>
              <a:gd name="connsiteY38" fmla="*/ 0 h 599030"/>
              <a:gd name="connsiteX39" fmla="*/ 605945 w 605945"/>
              <a:gd name="connsiteY39" fmla="*/ 420388 h 599030"/>
              <a:gd name="connsiteX40" fmla="*/ 296185 w 605945"/>
              <a:gd name="connsiteY40" fmla="*/ 420388 h 599030"/>
              <a:gd name="connsiteX41" fmla="*/ 116828 w 605945"/>
              <a:gd name="connsiteY41" fmla="*/ 599030 h 599030"/>
              <a:gd name="connsiteX42" fmla="*/ 117050 w 605945"/>
              <a:gd name="connsiteY42" fmla="*/ 420388 h 599030"/>
              <a:gd name="connsiteX43" fmla="*/ 0 w 605945"/>
              <a:gd name="connsiteY43" fmla="*/ 420388 h 59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05945" h="599030">
                <a:moveTo>
                  <a:pt x="440858" y="169750"/>
                </a:moveTo>
                <a:cubicBezTo>
                  <a:pt x="421056" y="169750"/>
                  <a:pt x="405036" y="185970"/>
                  <a:pt x="405036" y="205522"/>
                </a:cubicBezTo>
                <a:cubicBezTo>
                  <a:pt x="405036" y="225297"/>
                  <a:pt x="421056" y="241295"/>
                  <a:pt x="440858" y="241295"/>
                </a:cubicBezTo>
                <a:cubicBezTo>
                  <a:pt x="460659" y="241295"/>
                  <a:pt x="476679" y="225297"/>
                  <a:pt x="476679" y="205522"/>
                </a:cubicBezTo>
                <a:cubicBezTo>
                  <a:pt x="476679" y="185970"/>
                  <a:pt x="460659" y="169750"/>
                  <a:pt x="440858" y="169750"/>
                </a:cubicBezTo>
                <a:close/>
                <a:moveTo>
                  <a:pt x="307101" y="169750"/>
                </a:moveTo>
                <a:cubicBezTo>
                  <a:pt x="287286" y="169750"/>
                  <a:pt x="271255" y="185970"/>
                  <a:pt x="271255" y="205522"/>
                </a:cubicBezTo>
                <a:cubicBezTo>
                  <a:pt x="271255" y="225297"/>
                  <a:pt x="287286" y="241295"/>
                  <a:pt x="307101" y="241295"/>
                </a:cubicBezTo>
                <a:cubicBezTo>
                  <a:pt x="326694" y="241295"/>
                  <a:pt x="342947" y="225297"/>
                  <a:pt x="342947" y="205522"/>
                </a:cubicBezTo>
                <a:cubicBezTo>
                  <a:pt x="342947" y="185970"/>
                  <a:pt x="326694" y="169750"/>
                  <a:pt x="307101" y="169750"/>
                </a:cubicBezTo>
                <a:close/>
                <a:moveTo>
                  <a:pt x="175814" y="169750"/>
                </a:moveTo>
                <a:cubicBezTo>
                  <a:pt x="156012" y="169750"/>
                  <a:pt x="139992" y="185970"/>
                  <a:pt x="139992" y="205522"/>
                </a:cubicBezTo>
                <a:cubicBezTo>
                  <a:pt x="139992" y="225297"/>
                  <a:pt x="156012" y="241295"/>
                  <a:pt x="175814" y="241295"/>
                </a:cubicBezTo>
                <a:cubicBezTo>
                  <a:pt x="195615" y="241295"/>
                  <a:pt x="211635" y="225297"/>
                  <a:pt x="211635" y="205522"/>
                </a:cubicBezTo>
                <a:cubicBezTo>
                  <a:pt x="211635" y="185970"/>
                  <a:pt x="195615" y="169750"/>
                  <a:pt x="175814" y="169750"/>
                </a:cubicBezTo>
                <a:close/>
                <a:moveTo>
                  <a:pt x="440858" y="153974"/>
                </a:moveTo>
                <a:cubicBezTo>
                  <a:pt x="469337" y="153974"/>
                  <a:pt x="492476" y="177082"/>
                  <a:pt x="492476" y="205522"/>
                </a:cubicBezTo>
                <a:cubicBezTo>
                  <a:pt x="492476" y="233963"/>
                  <a:pt x="469337" y="257070"/>
                  <a:pt x="440858" y="257070"/>
                </a:cubicBezTo>
                <a:cubicBezTo>
                  <a:pt x="412378" y="257070"/>
                  <a:pt x="389239" y="233963"/>
                  <a:pt x="389239" y="205522"/>
                </a:cubicBezTo>
                <a:cubicBezTo>
                  <a:pt x="389239" y="177082"/>
                  <a:pt x="412378" y="153974"/>
                  <a:pt x="440858" y="153974"/>
                </a:cubicBezTo>
                <a:close/>
                <a:moveTo>
                  <a:pt x="307101" y="153974"/>
                </a:moveTo>
                <a:cubicBezTo>
                  <a:pt x="335600" y="153974"/>
                  <a:pt x="358755" y="177082"/>
                  <a:pt x="358755" y="205522"/>
                </a:cubicBezTo>
                <a:cubicBezTo>
                  <a:pt x="358755" y="233963"/>
                  <a:pt x="335600" y="257070"/>
                  <a:pt x="307101" y="257070"/>
                </a:cubicBezTo>
                <a:cubicBezTo>
                  <a:pt x="278602" y="257070"/>
                  <a:pt x="255447" y="233963"/>
                  <a:pt x="255447" y="205522"/>
                </a:cubicBezTo>
                <a:cubicBezTo>
                  <a:pt x="255447" y="177082"/>
                  <a:pt x="278602" y="153974"/>
                  <a:pt x="307101" y="153974"/>
                </a:cubicBezTo>
                <a:close/>
                <a:moveTo>
                  <a:pt x="175814" y="153974"/>
                </a:moveTo>
                <a:cubicBezTo>
                  <a:pt x="204293" y="153974"/>
                  <a:pt x="227432" y="177082"/>
                  <a:pt x="227432" y="205522"/>
                </a:cubicBezTo>
                <a:cubicBezTo>
                  <a:pt x="227432" y="233963"/>
                  <a:pt x="204293" y="257070"/>
                  <a:pt x="175814" y="257070"/>
                </a:cubicBezTo>
                <a:cubicBezTo>
                  <a:pt x="147334" y="257070"/>
                  <a:pt x="124195" y="233963"/>
                  <a:pt x="124195" y="205522"/>
                </a:cubicBezTo>
                <a:cubicBezTo>
                  <a:pt x="124195" y="177082"/>
                  <a:pt x="147334" y="153974"/>
                  <a:pt x="175814" y="153974"/>
                </a:cubicBezTo>
                <a:close/>
                <a:moveTo>
                  <a:pt x="15800" y="15998"/>
                </a:moveTo>
                <a:lnTo>
                  <a:pt x="15800" y="404612"/>
                </a:lnTo>
                <a:lnTo>
                  <a:pt x="132850" y="404612"/>
                </a:lnTo>
                <a:lnTo>
                  <a:pt x="132850" y="561035"/>
                </a:lnTo>
                <a:lnTo>
                  <a:pt x="289732" y="404612"/>
                </a:lnTo>
                <a:lnTo>
                  <a:pt x="590146" y="404612"/>
                </a:lnTo>
                <a:lnTo>
                  <a:pt x="590146" y="15998"/>
                </a:lnTo>
                <a:close/>
                <a:moveTo>
                  <a:pt x="0" y="0"/>
                </a:moveTo>
                <a:lnTo>
                  <a:pt x="605945" y="0"/>
                </a:lnTo>
                <a:lnTo>
                  <a:pt x="605945" y="420388"/>
                </a:lnTo>
                <a:lnTo>
                  <a:pt x="296185" y="420388"/>
                </a:lnTo>
                <a:lnTo>
                  <a:pt x="116828" y="599030"/>
                </a:lnTo>
                <a:lnTo>
                  <a:pt x="117050" y="420388"/>
                </a:lnTo>
                <a:lnTo>
                  <a:pt x="0" y="4203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world-grid_157447">
            <a:extLst>
              <a:ext uri="{FF2B5EF4-FFF2-40B4-BE49-F238E27FC236}">
                <a16:creationId xmlns:a16="http://schemas.microsoft.com/office/drawing/2014/main" id="{5722B473-E71E-47AC-8A8B-4D204A1A9412}"/>
              </a:ext>
            </a:extLst>
          </p:cNvPr>
          <p:cNvSpPr/>
          <p:nvPr/>
        </p:nvSpPr>
        <p:spPr>
          <a:xfrm>
            <a:off x="3692316" y="4692235"/>
            <a:ext cx="609685" cy="608652"/>
          </a:xfrm>
          <a:custGeom>
            <a:avLst/>
            <a:gdLst>
              <a:gd name="T0" fmla="*/ 0 w 853"/>
              <a:gd name="T1" fmla="*/ 427 h 853"/>
              <a:gd name="T2" fmla="*/ 853 w 853"/>
              <a:gd name="T3" fmla="*/ 427 h 853"/>
              <a:gd name="T4" fmla="*/ 799 w 853"/>
              <a:gd name="T5" fmla="*/ 280 h 853"/>
              <a:gd name="T6" fmla="*/ 583 w 853"/>
              <a:gd name="T7" fmla="*/ 59 h 853"/>
              <a:gd name="T8" fmla="*/ 674 w 853"/>
              <a:gd name="T9" fmla="*/ 408 h 853"/>
              <a:gd name="T10" fmla="*/ 440 w 853"/>
              <a:gd name="T11" fmla="*/ 547 h 853"/>
              <a:gd name="T12" fmla="*/ 666 w 853"/>
              <a:gd name="T13" fmla="*/ 307 h 853"/>
              <a:gd name="T14" fmla="*/ 520 w 853"/>
              <a:gd name="T15" fmla="*/ 816 h 853"/>
              <a:gd name="T16" fmla="*/ 440 w 853"/>
              <a:gd name="T17" fmla="*/ 573 h 853"/>
              <a:gd name="T18" fmla="*/ 520 w 853"/>
              <a:gd name="T19" fmla="*/ 816 h 853"/>
              <a:gd name="T20" fmla="*/ 270 w 853"/>
              <a:gd name="T21" fmla="*/ 725 h 853"/>
              <a:gd name="T22" fmla="*/ 413 w 853"/>
              <a:gd name="T23" fmla="*/ 573 h 853"/>
              <a:gd name="T24" fmla="*/ 351 w 853"/>
              <a:gd name="T25" fmla="*/ 819 h 853"/>
              <a:gd name="T26" fmla="*/ 193 w 853"/>
              <a:gd name="T27" fmla="*/ 408 h 853"/>
              <a:gd name="T28" fmla="*/ 413 w 853"/>
              <a:gd name="T29" fmla="*/ 307 h 853"/>
              <a:gd name="T30" fmla="*/ 205 w 853"/>
              <a:gd name="T31" fmla="*/ 547 h 853"/>
              <a:gd name="T32" fmla="*/ 327 w 853"/>
              <a:gd name="T33" fmla="*/ 39 h 853"/>
              <a:gd name="T34" fmla="*/ 413 w 853"/>
              <a:gd name="T35" fmla="*/ 280 h 853"/>
              <a:gd name="T36" fmla="*/ 327 w 853"/>
              <a:gd name="T37" fmla="*/ 39 h 853"/>
              <a:gd name="T38" fmla="*/ 440 w 853"/>
              <a:gd name="T39" fmla="*/ 27 h 853"/>
              <a:gd name="T40" fmla="*/ 520 w 853"/>
              <a:gd name="T41" fmla="*/ 38 h 853"/>
              <a:gd name="T42" fmla="*/ 440 w 853"/>
              <a:gd name="T43" fmla="*/ 280 h 853"/>
              <a:gd name="T44" fmla="*/ 177 w 853"/>
              <a:gd name="T45" fmla="*/ 280 h 853"/>
              <a:gd name="T46" fmla="*/ 271 w 853"/>
              <a:gd name="T47" fmla="*/ 58 h 853"/>
              <a:gd name="T48" fmla="*/ 173 w 853"/>
              <a:gd name="T49" fmla="*/ 307 h 853"/>
              <a:gd name="T50" fmla="*/ 179 w 853"/>
              <a:gd name="T51" fmla="*/ 547 h 853"/>
              <a:gd name="T52" fmla="*/ 27 w 853"/>
              <a:gd name="T53" fmla="*/ 427 h 853"/>
              <a:gd name="T54" fmla="*/ 55 w 853"/>
              <a:gd name="T55" fmla="*/ 573 h 853"/>
              <a:gd name="T56" fmla="*/ 297 w 853"/>
              <a:gd name="T57" fmla="*/ 805 h 853"/>
              <a:gd name="T58" fmla="*/ 576 w 853"/>
              <a:gd name="T59" fmla="*/ 798 h 853"/>
              <a:gd name="T60" fmla="*/ 799 w 853"/>
              <a:gd name="T61" fmla="*/ 573 h 853"/>
              <a:gd name="T62" fmla="*/ 808 w 853"/>
              <a:gd name="T63" fmla="*/ 547 h 853"/>
              <a:gd name="T64" fmla="*/ 700 w 853"/>
              <a:gd name="T65" fmla="*/ 408 h 853"/>
              <a:gd name="T66" fmla="*/ 808 w 853"/>
              <a:gd name="T67" fmla="*/ 307 h 853"/>
              <a:gd name="T68" fmla="*/ 808 w 853"/>
              <a:gd name="T69" fmla="*/ 547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53" h="853">
                <a:moveTo>
                  <a:pt x="427" y="0"/>
                </a:moveTo>
                <a:cubicBezTo>
                  <a:pt x="191" y="0"/>
                  <a:pt x="0" y="191"/>
                  <a:pt x="0" y="427"/>
                </a:cubicBezTo>
                <a:cubicBezTo>
                  <a:pt x="0" y="662"/>
                  <a:pt x="191" y="853"/>
                  <a:pt x="427" y="853"/>
                </a:cubicBezTo>
                <a:cubicBezTo>
                  <a:pt x="662" y="853"/>
                  <a:pt x="853" y="662"/>
                  <a:pt x="853" y="427"/>
                </a:cubicBezTo>
                <a:cubicBezTo>
                  <a:pt x="853" y="191"/>
                  <a:pt x="662" y="0"/>
                  <a:pt x="427" y="0"/>
                </a:cubicBezTo>
                <a:close/>
                <a:moveTo>
                  <a:pt x="799" y="280"/>
                </a:moveTo>
                <a:lnTo>
                  <a:pt x="688" y="280"/>
                </a:lnTo>
                <a:cubicBezTo>
                  <a:pt x="667" y="168"/>
                  <a:pt x="620" y="98"/>
                  <a:pt x="583" y="59"/>
                </a:cubicBezTo>
                <a:cubicBezTo>
                  <a:pt x="681" y="101"/>
                  <a:pt x="759" y="181"/>
                  <a:pt x="799" y="280"/>
                </a:cubicBezTo>
                <a:close/>
                <a:moveTo>
                  <a:pt x="674" y="408"/>
                </a:moveTo>
                <a:cubicBezTo>
                  <a:pt x="674" y="460"/>
                  <a:pt x="669" y="506"/>
                  <a:pt x="661" y="547"/>
                </a:cubicBezTo>
                <a:lnTo>
                  <a:pt x="440" y="547"/>
                </a:lnTo>
                <a:lnTo>
                  <a:pt x="440" y="307"/>
                </a:lnTo>
                <a:lnTo>
                  <a:pt x="666" y="307"/>
                </a:lnTo>
                <a:cubicBezTo>
                  <a:pt x="671" y="337"/>
                  <a:pt x="674" y="371"/>
                  <a:pt x="674" y="408"/>
                </a:cubicBezTo>
                <a:close/>
                <a:moveTo>
                  <a:pt x="520" y="816"/>
                </a:moveTo>
                <a:cubicBezTo>
                  <a:pt x="494" y="822"/>
                  <a:pt x="467" y="825"/>
                  <a:pt x="440" y="826"/>
                </a:cubicBezTo>
                <a:lnTo>
                  <a:pt x="440" y="573"/>
                </a:lnTo>
                <a:lnTo>
                  <a:pt x="656" y="573"/>
                </a:lnTo>
                <a:cubicBezTo>
                  <a:pt x="617" y="740"/>
                  <a:pt x="527" y="810"/>
                  <a:pt x="520" y="816"/>
                </a:cubicBezTo>
                <a:close/>
                <a:moveTo>
                  <a:pt x="347" y="816"/>
                </a:moveTo>
                <a:cubicBezTo>
                  <a:pt x="347" y="816"/>
                  <a:pt x="308" y="788"/>
                  <a:pt x="270" y="725"/>
                </a:cubicBezTo>
                <a:cubicBezTo>
                  <a:pt x="250" y="690"/>
                  <a:pt x="226" y="640"/>
                  <a:pt x="211" y="573"/>
                </a:cubicBezTo>
                <a:lnTo>
                  <a:pt x="413" y="573"/>
                </a:lnTo>
                <a:lnTo>
                  <a:pt x="413" y="826"/>
                </a:lnTo>
                <a:cubicBezTo>
                  <a:pt x="392" y="826"/>
                  <a:pt x="371" y="823"/>
                  <a:pt x="351" y="819"/>
                </a:cubicBezTo>
                <a:cubicBezTo>
                  <a:pt x="350" y="818"/>
                  <a:pt x="349" y="817"/>
                  <a:pt x="347" y="816"/>
                </a:cubicBezTo>
                <a:close/>
                <a:moveTo>
                  <a:pt x="193" y="408"/>
                </a:moveTo>
                <a:cubicBezTo>
                  <a:pt x="193" y="371"/>
                  <a:pt x="195" y="337"/>
                  <a:pt x="200" y="307"/>
                </a:cubicBezTo>
                <a:lnTo>
                  <a:pt x="413" y="307"/>
                </a:lnTo>
                <a:lnTo>
                  <a:pt x="413" y="547"/>
                </a:lnTo>
                <a:lnTo>
                  <a:pt x="205" y="547"/>
                </a:lnTo>
                <a:cubicBezTo>
                  <a:pt x="198" y="506"/>
                  <a:pt x="193" y="460"/>
                  <a:pt x="193" y="408"/>
                </a:cubicBezTo>
                <a:close/>
                <a:moveTo>
                  <a:pt x="327" y="39"/>
                </a:moveTo>
                <a:cubicBezTo>
                  <a:pt x="355" y="32"/>
                  <a:pt x="384" y="28"/>
                  <a:pt x="413" y="27"/>
                </a:cubicBezTo>
                <a:lnTo>
                  <a:pt x="413" y="280"/>
                </a:lnTo>
                <a:lnTo>
                  <a:pt x="204" y="280"/>
                </a:lnTo>
                <a:cubicBezTo>
                  <a:pt x="233" y="118"/>
                  <a:pt x="312" y="51"/>
                  <a:pt x="327" y="39"/>
                </a:cubicBezTo>
                <a:close/>
                <a:moveTo>
                  <a:pt x="440" y="280"/>
                </a:moveTo>
                <a:lnTo>
                  <a:pt x="440" y="27"/>
                </a:lnTo>
                <a:cubicBezTo>
                  <a:pt x="467" y="28"/>
                  <a:pt x="494" y="32"/>
                  <a:pt x="520" y="38"/>
                </a:cubicBezTo>
                <a:cubicBezTo>
                  <a:pt x="520" y="38"/>
                  <a:pt x="520" y="38"/>
                  <a:pt x="520" y="38"/>
                </a:cubicBezTo>
                <a:cubicBezTo>
                  <a:pt x="521" y="39"/>
                  <a:pt x="625" y="103"/>
                  <a:pt x="661" y="280"/>
                </a:cubicBezTo>
                <a:lnTo>
                  <a:pt x="440" y="280"/>
                </a:lnTo>
                <a:close/>
                <a:moveTo>
                  <a:pt x="271" y="58"/>
                </a:moveTo>
                <a:cubicBezTo>
                  <a:pt x="239" y="98"/>
                  <a:pt x="196" y="168"/>
                  <a:pt x="177" y="280"/>
                </a:cubicBezTo>
                <a:lnTo>
                  <a:pt x="55" y="280"/>
                </a:lnTo>
                <a:cubicBezTo>
                  <a:pt x="94" y="180"/>
                  <a:pt x="173" y="100"/>
                  <a:pt x="271" y="58"/>
                </a:cubicBezTo>
                <a:close/>
                <a:moveTo>
                  <a:pt x="45" y="307"/>
                </a:moveTo>
                <a:lnTo>
                  <a:pt x="173" y="307"/>
                </a:lnTo>
                <a:cubicBezTo>
                  <a:pt x="169" y="337"/>
                  <a:pt x="167" y="371"/>
                  <a:pt x="167" y="408"/>
                </a:cubicBezTo>
                <a:cubicBezTo>
                  <a:pt x="167" y="459"/>
                  <a:pt x="171" y="505"/>
                  <a:pt x="179" y="547"/>
                </a:cubicBezTo>
                <a:lnTo>
                  <a:pt x="45" y="547"/>
                </a:lnTo>
                <a:cubicBezTo>
                  <a:pt x="33" y="509"/>
                  <a:pt x="27" y="468"/>
                  <a:pt x="27" y="427"/>
                </a:cubicBezTo>
                <a:cubicBezTo>
                  <a:pt x="27" y="385"/>
                  <a:pt x="33" y="345"/>
                  <a:pt x="45" y="307"/>
                </a:cubicBezTo>
                <a:close/>
                <a:moveTo>
                  <a:pt x="55" y="573"/>
                </a:moveTo>
                <a:lnTo>
                  <a:pt x="184" y="573"/>
                </a:lnTo>
                <a:cubicBezTo>
                  <a:pt x="211" y="694"/>
                  <a:pt x="262" y="767"/>
                  <a:pt x="297" y="805"/>
                </a:cubicBezTo>
                <a:cubicBezTo>
                  <a:pt x="186" y="767"/>
                  <a:pt x="98" y="682"/>
                  <a:pt x="55" y="573"/>
                </a:cubicBezTo>
                <a:close/>
                <a:moveTo>
                  <a:pt x="576" y="798"/>
                </a:moveTo>
                <a:cubicBezTo>
                  <a:pt x="611" y="758"/>
                  <a:pt x="658" y="687"/>
                  <a:pt x="683" y="573"/>
                </a:cubicBezTo>
                <a:lnTo>
                  <a:pt x="799" y="573"/>
                </a:lnTo>
                <a:cubicBezTo>
                  <a:pt x="758" y="675"/>
                  <a:pt x="678" y="757"/>
                  <a:pt x="576" y="798"/>
                </a:cubicBezTo>
                <a:close/>
                <a:moveTo>
                  <a:pt x="808" y="547"/>
                </a:moveTo>
                <a:lnTo>
                  <a:pt x="688" y="547"/>
                </a:lnTo>
                <a:cubicBezTo>
                  <a:pt x="695" y="505"/>
                  <a:pt x="700" y="459"/>
                  <a:pt x="700" y="408"/>
                </a:cubicBezTo>
                <a:cubicBezTo>
                  <a:pt x="700" y="371"/>
                  <a:pt x="697" y="337"/>
                  <a:pt x="693" y="307"/>
                </a:cubicBezTo>
                <a:lnTo>
                  <a:pt x="808" y="307"/>
                </a:lnTo>
                <a:cubicBezTo>
                  <a:pt x="820" y="345"/>
                  <a:pt x="827" y="385"/>
                  <a:pt x="827" y="427"/>
                </a:cubicBezTo>
                <a:cubicBezTo>
                  <a:pt x="827" y="468"/>
                  <a:pt x="820" y="509"/>
                  <a:pt x="808" y="5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hree-pieces-pie-chart_16121">
            <a:extLst>
              <a:ext uri="{FF2B5EF4-FFF2-40B4-BE49-F238E27FC236}">
                <a16:creationId xmlns:a16="http://schemas.microsoft.com/office/drawing/2014/main" id="{4A7925DB-F063-8D69-1DD4-7B946D562672}"/>
              </a:ext>
            </a:extLst>
          </p:cNvPr>
          <p:cNvSpPr/>
          <p:nvPr/>
        </p:nvSpPr>
        <p:spPr>
          <a:xfrm>
            <a:off x="6109637" y="1342170"/>
            <a:ext cx="609685" cy="608827"/>
          </a:xfrm>
          <a:custGeom>
            <a:avLst/>
            <a:gdLst>
              <a:gd name="T0" fmla="*/ 1820 w 3640"/>
              <a:gd name="T1" fmla="*/ 0 h 3640"/>
              <a:gd name="T2" fmla="*/ 0 w 3640"/>
              <a:gd name="T3" fmla="*/ 1820 h 3640"/>
              <a:gd name="T4" fmla="*/ 1820 w 3640"/>
              <a:gd name="T5" fmla="*/ 3640 h 3640"/>
              <a:gd name="T6" fmla="*/ 3640 w 3640"/>
              <a:gd name="T7" fmla="*/ 1820 h 3640"/>
              <a:gd name="T8" fmla="*/ 1820 w 3640"/>
              <a:gd name="T9" fmla="*/ 0 h 3640"/>
              <a:gd name="T10" fmla="*/ 2976 w 3640"/>
              <a:gd name="T11" fmla="*/ 610 h 3640"/>
              <a:gd name="T12" fmla="*/ 1843 w 3640"/>
              <a:gd name="T13" fmla="*/ 1742 h 3640"/>
              <a:gd name="T14" fmla="*/ 1191 w 3640"/>
              <a:gd name="T15" fmla="*/ 268 h 3640"/>
              <a:gd name="T16" fmla="*/ 1820 w 3640"/>
              <a:gd name="T17" fmla="*/ 145 h 3640"/>
              <a:gd name="T18" fmla="*/ 2976 w 3640"/>
              <a:gd name="T19" fmla="*/ 610 h 3640"/>
              <a:gd name="T20" fmla="*/ 145 w 3640"/>
              <a:gd name="T21" fmla="*/ 1820 h 3640"/>
              <a:gd name="T22" fmla="*/ 1059 w 3640"/>
              <a:gd name="T23" fmla="*/ 329 h 3640"/>
              <a:gd name="T24" fmla="*/ 1733 w 3640"/>
              <a:gd name="T25" fmla="*/ 1852 h 3640"/>
              <a:gd name="T26" fmla="*/ 610 w 3640"/>
              <a:gd name="T27" fmla="*/ 2976 h 3640"/>
              <a:gd name="T28" fmla="*/ 145 w 3640"/>
              <a:gd name="T29" fmla="*/ 1820 h 3640"/>
              <a:gd name="T30" fmla="*/ 1820 w 3640"/>
              <a:gd name="T31" fmla="*/ 3495 h 3640"/>
              <a:gd name="T32" fmla="*/ 714 w 3640"/>
              <a:gd name="T33" fmla="*/ 3076 h 3640"/>
              <a:gd name="T34" fmla="*/ 1871 w 3640"/>
              <a:gd name="T35" fmla="*/ 1920 h 3640"/>
              <a:gd name="T36" fmla="*/ 3076 w 3640"/>
              <a:gd name="T37" fmla="*/ 714 h 3640"/>
              <a:gd name="T38" fmla="*/ 3495 w 3640"/>
              <a:gd name="T39" fmla="*/ 1820 h 3640"/>
              <a:gd name="T40" fmla="*/ 1820 w 3640"/>
              <a:gd name="T41" fmla="*/ 3495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40" h="3640">
                <a:moveTo>
                  <a:pt x="1820" y="0"/>
                </a:moveTo>
                <a:cubicBezTo>
                  <a:pt x="816" y="0"/>
                  <a:pt x="0" y="816"/>
                  <a:pt x="0" y="1820"/>
                </a:cubicBezTo>
                <a:cubicBezTo>
                  <a:pt x="0" y="2823"/>
                  <a:pt x="816" y="3640"/>
                  <a:pt x="1820" y="3640"/>
                </a:cubicBezTo>
                <a:cubicBezTo>
                  <a:pt x="2823" y="3640"/>
                  <a:pt x="3640" y="2823"/>
                  <a:pt x="3640" y="1820"/>
                </a:cubicBezTo>
                <a:cubicBezTo>
                  <a:pt x="3640" y="816"/>
                  <a:pt x="2823" y="0"/>
                  <a:pt x="1820" y="0"/>
                </a:cubicBezTo>
                <a:close/>
                <a:moveTo>
                  <a:pt x="2976" y="610"/>
                </a:moveTo>
                <a:lnTo>
                  <a:pt x="1843" y="1742"/>
                </a:lnTo>
                <a:lnTo>
                  <a:pt x="1191" y="268"/>
                </a:lnTo>
                <a:cubicBezTo>
                  <a:pt x="1385" y="189"/>
                  <a:pt x="1597" y="145"/>
                  <a:pt x="1820" y="145"/>
                </a:cubicBezTo>
                <a:cubicBezTo>
                  <a:pt x="2268" y="145"/>
                  <a:pt x="2675" y="322"/>
                  <a:pt x="2976" y="610"/>
                </a:cubicBezTo>
                <a:close/>
                <a:moveTo>
                  <a:pt x="145" y="1820"/>
                </a:moveTo>
                <a:cubicBezTo>
                  <a:pt x="145" y="1170"/>
                  <a:pt x="517" y="606"/>
                  <a:pt x="1059" y="329"/>
                </a:cubicBezTo>
                <a:lnTo>
                  <a:pt x="1733" y="1852"/>
                </a:lnTo>
                <a:lnTo>
                  <a:pt x="610" y="2976"/>
                </a:lnTo>
                <a:cubicBezTo>
                  <a:pt x="322" y="2675"/>
                  <a:pt x="145" y="2268"/>
                  <a:pt x="145" y="1820"/>
                </a:cubicBezTo>
                <a:close/>
                <a:moveTo>
                  <a:pt x="1820" y="3495"/>
                </a:moveTo>
                <a:cubicBezTo>
                  <a:pt x="1396" y="3495"/>
                  <a:pt x="1010" y="3337"/>
                  <a:pt x="714" y="3076"/>
                </a:cubicBezTo>
                <a:lnTo>
                  <a:pt x="1871" y="1920"/>
                </a:lnTo>
                <a:lnTo>
                  <a:pt x="3076" y="714"/>
                </a:lnTo>
                <a:cubicBezTo>
                  <a:pt x="3336" y="1010"/>
                  <a:pt x="3495" y="1396"/>
                  <a:pt x="3495" y="1820"/>
                </a:cubicBezTo>
                <a:cubicBezTo>
                  <a:pt x="3495" y="2743"/>
                  <a:pt x="2743" y="3495"/>
                  <a:pt x="1820" y="34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wifi_159301">
            <a:extLst>
              <a:ext uri="{FF2B5EF4-FFF2-40B4-BE49-F238E27FC236}">
                <a16:creationId xmlns:a16="http://schemas.microsoft.com/office/drawing/2014/main" id="{46878FD7-06BA-1EB9-6D66-31C352DA59CD}"/>
              </a:ext>
            </a:extLst>
          </p:cNvPr>
          <p:cNvSpPr/>
          <p:nvPr/>
        </p:nvSpPr>
        <p:spPr>
          <a:xfrm>
            <a:off x="6140213" y="4779435"/>
            <a:ext cx="609685" cy="581783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1318" h="554715">
                <a:moveTo>
                  <a:pt x="286558" y="416548"/>
                </a:moveTo>
                <a:lnTo>
                  <a:pt x="453108" y="416548"/>
                </a:lnTo>
                <a:cubicBezTo>
                  <a:pt x="461031" y="416548"/>
                  <a:pt x="467529" y="422946"/>
                  <a:pt x="467707" y="431120"/>
                </a:cubicBezTo>
                <a:cubicBezTo>
                  <a:pt x="467707" y="439206"/>
                  <a:pt x="461120" y="445692"/>
                  <a:pt x="453108" y="445692"/>
                </a:cubicBezTo>
                <a:lnTo>
                  <a:pt x="286558" y="445692"/>
                </a:lnTo>
                <a:cubicBezTo>
                  <a:pt x="278457" y="445692"/>
                  <a:pt x="271959" y="439206"/>
                  <a:pt x="271959" y="431120"/>
                </a:cubicBezTo>
                <a:cubicBezTo>
                  <a:pt x="271959" y="423034"/>
                  <a:pt x="278457" y="416548"/>
                  <a:pt x="286558" y="416548"/>
                </a:cubicBezTo>
                <a:close/>
                <a:moveTo>
                  <a:pt x="150587" y="413584"/>
                </a:moveTo>
                <a:cubicBezTo>
                  <a:pt x="160213" y="413584"/>
                  <a:pt x="168017" y="421388"/>
                  <a:pt x="168017" y="431014"/>
                </a:cubicBezTo>
                <a:cubicBezTo>
                  <a:pt x="168017" y="440640"/>
                  <a:pt x="160213" y="448444"/>
                  <a:pt x="150587" y="448444"/>
                </a:cubicBezTo>
                <a:cubicBezTo>
                  <a:pt x="140961" y="448444"/>
                  <a:pt x="133157" y="440640"/>
                  <a:pt x="133157" y="431014"/>
                </a:cubicBezTo>
                <a:cubicBezTo>
                  <a:pt x="133157" y="421388"/>
                  <a:pt x="140961" y="413584"/>
                  <a:pt x="150587" y="413584"/>
                </a:cubicBezTo>
                <a:close/>
                <a:moveTo>
                  <a:pt x="63098" y="336490"/>
                </a:moveTo>
                <a:cubicBezTo>
                  <a:pt x="44409" y="336490"/>
                  <a:pt x="29101" y="351773"/>
                  <a:pt x="29101" y="370432"/>
                </a:cubicBezTo>
                <a:lnTo>
                  <a:pt x="29101" y="491540"/>
                </a:lnTo>
                <a:cubicBezTo>
                  <a:pt x="29101" y="510288"/>
                  <a:pt x="44409" y="525571"/>
                  <a:pt x="63098" y="525571"/>
                </a:cubicBezTo>
                <a:lnTo>
                  <a:pt x="518042" y="525571"/>
                </a:lnTo>
                <a:cubicBezTo>
                  <a:pt x="536820" y="525571"/>
                  <a:pt x="552128" y="510288"/>
                  <a:pt x="552128" y="491540"/>
                </a:cubicBezTo>
                <a:lnTo>
                  <a:pt x="552217" y="491540"/>
                </a:lnTo>
                <a:lnTo>
                  <a:pt x="552217" y="370432"/>
                </a:lnTo>
                <a:cubicBezTo>
                  <a:pt x="552217" y="351773"/>
                  <a:pt x="536909" y="336490"/>
                  <a:pt x="518220" y="336490"/>
                </a:cubicBezTo>
                <a:close/>
                <a:moveTo>
                  <a:pt x="63098" y="307524"/>
                </a:moveTo>
                <a:lnTo>
                  <a:pt x="518042" y="307524"/>
                </a:lnTo>
                <a:cubicBezTo>
                  <a:pt x="552840" y="307524"/>
                  <a:pt x="581229" y="335779"/>
                  <a:pt x="581318" y="370432"/>
                </a:cubicBezTo>
                <a:lnTo>
                  <a:pt x="581318" y="491629"/>
                </a:lnTo>
                <a:cubicBezTo>
                  <a:pt x="581318" y="526460"/>
                  <a:pt x="552929" y="554715"/>
                  <a:pt x="518220" y="554715"/>
                </a:cubicBezTo>
                <a:lnTo>
                  <a:pt x="63098" y="554715"/>
                </a:lnTo>
                <a:cubicBezTo>
                  <a:pt x="28211" y="554715"/>
                  <a:pt x="0" y="526371"/>
                  <a:pt x="0" y="491629"/>
                </a:cubicBezTo>
                <a:lnTo>
                  <a:pt x="0" y="370610"/>
                </a:lnTo>
                <a:cubicBezTo>
                  <a:pt x="0" y="335779"/>
                  <a:pt x="28389" y="307524"/>
                  <a:pt x="63098" y="307524"/>
                </a:cubicBezTo>
                <a:close/>
                <a:moveTo>
                  <a:pt x="292352" y="207815"/>
                </a:moveTo>
                <a:cubicBezTo>
                  <a:pt x="310147" y="207815"/>
                  <a:pt x="327230" y="213146"/>
                  <a:pt x="341643" y="223453"/>
                </a:cubicBezTo>
                <a:cubicBezTo>
                  <a:pt x="348139" y="228073"/>
                  <a:pt x="349651" y="237136"/>
                  <a:pt x="345024" y="243710"/>
                </a:cubicBezTo>
                <a:cubicBezTo>
                  <a:pt x="342177" y="247709"/>
                  <a:pt x="337729" y="249841"/>
                  <a:pt x="333191" y="249841"/>
                </a:cubicBezTo>
                <a:cubicBezTo>
                  <a:pt x="330255" y="249841"/>
                  <a:pt x="327408" y="248864"/>
                  <a:pt x="324738" y="247087"/>
                </a:cubicBezTo>
                <a:cubicBezTo>
                  <a:pt x="315396" y="240334"/>
                  <a:pt x="304097" y="236780"/>
                  <a:pt x="292352" y="236780"/>
                </a:cubicBezTo>
                <a:cubicBezTo>
                  <a:pt x="280608" y="236780"/>
                  <a:pt x="269486" y="240334"/>
                  <a:pt x="259966" y="247087"/>
                </a:cubicBezTo>
                <a:cubicBezTo>
                  <a:pt x="253471" y="251707"/>
                  <a:pt x="244306" y="250196"/>
                  <a:pt x="239680" y="243710"/>
                </a:cubicBezTo>
                <a:cubicBezTo>
                  <a:pt x="235053" y="237136"/>
                  <a:pt x="236655" y="228073"/>
                  <a:pt x="243150" y="223453"/>
                </a:cubicBezTo>
                <a:cubicBezTo>
                  <a:pt x="257474" y="213235"/>
                  <a:pt x="274557" y="207815"/>
                  <a:pt x="292352" y="207815"/>
                </a:cubicBezTo>
                <a:close/>
                <a:moveTo>
                  <a:pt x="292353" y="104155"/>
                </a:moveTo>
                <a:cubicBezTo>
                  <a:pt x="333109" y="104155"/>
                  <a:pt x="371997" y="116511"/>
                  <a:pt x="405011" y="139890"/>
                </a:cubicBezTo>
                <a:cubicBezTo>
                  <a:pt x="411507" y="144512"/>
                  <a:pt x="413020" y="153579"/>
                  <a:pt x="408393" y="160158"/>
                </a:cubicBezTo>
                <a:cubicBezTo>
                  <a:pt x="405545" y="164158"/>
                  <a:pt x="401096" y="166291"/>
                  <a:pt x="396557" y="166291"/>
                </a:cubicBezTo>
                <a:cubicBezTo>
                  <a:pt x="393710" y="166291"/>
                  <a:pt x="390773" y="165491"/>
                  <a:pt x="388371" y="163535"/>
                </a:cubicBezTo>
                <a:cubicBezTo>
                  <a:pt x="360339" y="143801"/>
                  <a:pt x="327147" y="133223"/>
                  <a:pt x="292531" y="133223"/>
                </a:cubicBezTo>
                <a:cubicBezTo>
                  <a:pt x="257737" y="133223"/>
                  <a:pt x="224634" y="143623"/>
                  <a:pt x="196603" y="163535"/>
                </a:cubicBezTo>
                <a:cubicBezTo>
                  <a:pt x="190106" y="168158"/>
                  <a:pt x="180941" y="166647"/>
                  <a:pt x="176313" y="160158"/>
                </a:cubicBezTo>
                <a:cubicBezTo>
                  <a:pt x="171686" y="153579"/>
                  <a:pt x="173288" y="144512"/>
                  <a:pt x="179784" y="139890"/>
                </a:cubicBezTo>
                <a:cubicBezTo>
                  <a:pt x="212620" y="116511"/>
                  <a:pt x="251686" y="104155"/>
                  <a:pt x="292353" y="104155"/>
                </a:cubicBezTo>
                <a:close/>
                <a:moveTo>
                  <a:pt x="292343" y="0"/>
                </a:moveTo>
                <a:cubicBezTo>
                  <a:pt x="359806" y="0"/>
                  <a:pt x="424333" y="20529"/>
                  <a:pt x="478802" y="59010"/>
                </a:cubicBezTo>
                <a:cubicBezTo>
                  <a:pt x="485299" y="63631"/>
                  <a:pt x="486901" y="72785"/>
                  <a:pt x="482273" y="79273"/>
                </a:cubicBezTo>
                <a:cubicBezTo>
                  <a:pt x="479425" y="83361"/>
                  <a:pt x="474886" y="85494"/>
                  <a:pt x="470347" y="85494"/>
                </a:cubicBezTo>
                <a:cubicBezTo>
                  <a:pt x="467410" y="85494"/>
                  <a:pt x="464562" y="84605"/>
                  <a:pt x="461981" y="82739"/>
                </a:cubicBezTo>
                <a:cubicBezTo>
                  <a:pt x="412318" y="47635"/>
                  <a:pt x="353754" y="29061"/>
                  <a:pt x="292343" y="29061"/>
                </a:cubicBezTo>
                <a:cubicBezTo>
                  <a:pt x="231021" y="29061"/>
                  <a:pt x="172369" y="47635"/>
                  <a:pt x="122794" y="82739"/>
                </a:cubicBezTo>
                <a:cubicBezTo>
                  <a:pt x="116297" y="87360"/>
                  <a:pt x="107130" y="85849"/>
                  <a:pt x="102502" y="79273"/>
                </a:cubicBezTo>
                <a:cubicBezTo>
                  <a:pt x="97874" y="72785"/>
                  <a:pt x="99387" y="63631"/>
                  <a:pt x="105973" y="59010"/>
                </a:cubicBezTo>
                <a:cubicBezTo>
                  <a:pt x="160442" y="20440"/>
                  <a:pt x="224969" y="0"/>
                  <a:pt x="292343" y="0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vinyl_325420">
            <a:extLst>
              <a:ext uri="{FF2B5EF4-FFF2-40B4-BE49-F238E27FC236}">
                <a16:creationId xmlns:a16="http://schemas.microsoft.com/office/drawing/2014/main" id="{DD8C635D-19D3-A5F6-70A5-46EAC31CBC89}"/>
              </a:ext>
            </a:extLst>
          </p:cNvPr>
          <p:cNvSpPr/>
          <p:nvPr/>
        </p:nvSpPr>
        <p:spPr>
          <a:xfrm>
            <a:off x="2286507" y="5201204"/>
            <a:ext cx="609685" cy="608764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7639" h="606722">
                <a:moveTo>
                  <a:pt x="531097" y="336801"/>
                </a:moveTo>
                <a:cubicBezTo>
                  <a:pt x="537863" y="338134"/>
                  <a:pt x="542225" y="344711"/>
                  <a:pt x="540801" y="351376"/>
                </a:cubicBezTo>
                <a:cubicBezTo>
                  <a:pt x="529940" y="405234"/>
                  <a:pt x="500474" y="454292"/>
                  <a:pt x="457923" y="489486"/>
                </a:cubicBezTo>
                <a:cubicBezTo>
                  <a:pt x="414748" y="525124"/>
                  <a:pt x="360000" y="544765"/>
                  <a:pt x="303739" y="544765"/>
                </a:cubicBezTo>
                <a:cubicBezTo>
                  <a:pt x="296884" y="544765"/>
                  <a:pt x="291365" y="539255"/>
                  <a:pt x="291365" y="532412"/>
                </a:cubicBezTo>
                <a:cubicBezTo>
                  <a:pt x="291365" y="525568"/>
                  <a:pt x="296884" y="519969"/>
                  <a:pt x="303739" y="519969"/>
                </a:cubicBezTo>
                <a:cubicBezTo>
                  <a:pt x="406736" y="519969"/>
                  <a:pt x="496201" y="447004"/>
                  <a:pt x="516498" y="346488"/>
                </a:cubicBezTo>
                <a:cubicBezTo>
                  <a:pt x="517833" y="339734"/>
                  <a:pt x="524421" y="335468"/>
                  <a:pt x="531097" y="336801"/>
                </a:cubicBezTo>
                <a:close/>
                <a:moveTo>
                  <a:pt x="303784" y="293455"/>
                </a:moveTo>
                <a:cubicBezTo>
                  <a:pt x="298354" y="293455"/>
                  <a:pt x="293903" y="297901"/>
                  <a:pt x="293903" y="303326"/>
                </a:cubicBezTo>
                <a:cubicBezTo>
                  <a:pt x="293903" y="308840"/>
                  <a:pt x="298354" y="313286"/>
                  <a:pt x="303784" y="313286"/>
                </a:cubicBezTo>
                <a:cubicBezTo>
                  <a:pt x="309303" y="313286"/>
                  <a:pt x="313754" y="308840"/>
                  <a:pt x="313754" y="303326"/>
                </a:cubicBezTo>
                <a:cubicBezTo>
                  <a:pt x="313754" y="297901"/>
                  <a:pt x="309303" y="293455"/>
                  <a:pt x="303784" y="293455"/>
                </a:cubicBezTo>
                <a:close/>
                <a:moveTo>
                  <a:pt x="533220" y="290941"/>
                </a:moveTo>
                <a:cubicBezTo>
                  <a:pt x="540085" y="290941"/>
                  <a:pt x="545612" y="296458"/>
                  <a:pt x="545612" y="303310"/>
                </a:cubicBezTo>
                <a:cubicBezTo>
                  <a:pt x="545612" y="305267"/>
                  <a:pt x="545612" y="307225"/>
                  <a:pt x="545523" y="309182"/>
                </a:cubicBezTo>
                <a:cubicBezTo>
                  <a:pt x="545434" y="315945"/>
                  <a:pt x="539817" y="321284"/>
                  <a:pt x="533131" y="321284"/>
                </a:cubicBezTo>
                <a:cubicBezTo>
                  <a:pt x="533042" y="321284"/>
                  <a:pt x="532953" y="321284"/>
                  <a:pt x="532864" y="321284"/>
                </a:cubicBezTo>
                <a:cubicBezTo>
                  <a:pt x="525999" y="321106"/>
                  <a:pt x="520561" y="315411"/>
                  <a:pt x="520739" y="308560"/>
                </a:cubicBezTo>
                <a:cubicBezTo>
                  <a:pt x="520739" y="306869"/>
                  <a:pt x="520739" y="305089"/>
                  <a:pt x="520739" y="303310"/>
                </a:cubicBezTo>
                <a:cubicBezTo>
                  <a:pt x="520739" y="296458"/>
                  <a:pt x="526356" y="290941"/>
                  <a:pt x="533220" y="290941"/>
                </a:cubicBezTo>
                <a:close/>
                <a:moveTo>
                  <a:pt x="477421" y="290941"/>
                </a:moveTo>
                <a:cubicBezTo>
                  <a:pt x="484276" y="290941"/>
                  <a:pt x="489795" y="296453"/>
                  <a:pt x="489795" y="303298"/>
                </a:cubicBezTo>
                <a:cubicBezTo>
                  <a:pt x="489795" y="352990"/>
                  <a:pt x="470477" y="399660"/>
                  <a:pt x="435314" y="434685"/>
                </a:cubicBezTo>
                <a:cubicBezTo>
                  <a:pt x="400239" y="469799"/>
                  <a:pt x="353502" y="489089"/>
                  <a:pt x="303739" y="489089"/>
                </a:cubicBezTo>
                <a:cubicBezTo>
                  <a:pt x="296884" y="489089"/>
                  <a:pt x="291365" y="483578"/>
                  <a:pt x="291365" y="476733"/>
                </a:cubicBezTo>
                <a:cubicBezTo>
                  <a:pt x="291365" y="469888"/>
                  <a:pt x="296884" y="464287"/>
                  <a:pt x="303739" y="464287"/>
                </a:cubicBezTo>
                <a:cubicBezTo>
                  <a:pt x="392672" y="464287"/>
                  <a:pt x="464958" y="392104"/>
                  <a:pt x="464958" y="303298"/>
                </a:cubicBezTo>
                <a:cubicBezTo>
                  <a:pt x="464958" y="296453"/>
                  <a:pt x="470566" y="290941"/>
                  <a:pt x="477421" y="290941"/>
                </a:cubicBezTo>
                <a:close/>
                <a:moveTo>
                  <a:pt x="74775" y="285474"/>
                </a:moveTo>
                <a:cubicBezTo>
                  <a:pt x="81640" y="285652"/>
                  <a:pt x="87078" y="291251"/>
                  <a:pt x="86900" y="298094"/>
                </a:cubicBezTo>
                <a:cubicBezTo>
                  <a:pt x="86811" y="299872"/>
                  <a:pt x="86811" y="301649"/>
                  <a:pt x="86811" y="303338"/>
                </a:cubicBezTo>
                <a:cubicBezTo>
                  <a:pt x="86811" y="310181"/>
                  <a:pt x="81283" y="315780"/>
                  <a:pt x="74419" y="315780"/>
                </a:cubicBezTo>
                <a:cubicBezTo>
                  <a:pt x="67554" y="315780"/>
                  <a:pt x="62027" y="310181"/>
                  <a:pt x="62027" y="303338"/>
                </a:cubicBezTo>
                <a:cubicBezTo>
                  <a:pt x="62027" y="301382"/>
                  <a:pt x="62027" y="299427"/>
                  <a:pt x="62027" y="297561"/>
                </a:cubicBezTo>
                <a:cubicBezTo>
                  <a:pt x="62205" y="290717"/>
                  <a:pt x="67911" y="285296"/>
                  <a:pt x="74775" y="285474"/>
                </a:cubicBezTo>
                <a:close/>
                <a:moveTo>
                  <a:pt x="303784" y="268643"/>
                </a:moveTo>
                <a:cubicBezTo>
                  <a:pt x="322923" y="268643"/>
                  <a:pt x="338502" y="284206"/>
                  <a:pt x="338502" y="303326"/>
                </a:cubicBezTo>
                <a:cubicBezTo>
                  <a:pt x="338502" y="322446"/>
                  <a:pt x="322923" y="338009"/>
                  <a:pt x="303784" y="338009"/>
                </a:cubicBezTo>
                <a:cubicBezTo>
                  <a:pt x="284645" y="338009"/>
                  <a:pt x="269066" y="322446"/>
                  <a:pt x="269066" y="303326"/>
                </a:cubicBezTo>
                <a:cubicBezTo>
                  <a:pt x="269066" y="284206"/>
                  <a:pt x="284645" y="268643"/>
                  <a:pt x="303784" y="268643"/>
                </a:cubicBezTo>
                <a:close/>
                <a:moveTo>
                  <a:pt x="303776" y="211702"/>
                </a:moveTo>
                <a:cubicBezTo>
                  <a:pt x="253226" y="211702"/>
                  <a:pt x="212022" y="252845"/>
                  <a:pt x="212022" y="303317"/>
                </a:cubicBezTo>
                <a:cubicBezTo>
                  <a:pt x="212022" y="353879"/>
                  <a:pt x="253226" y="394932"/>
                  <a:pt x="303776" y="394932"/>
                </a:cubicBezTo>
                <a:cubicBezTo>
                  <a:pt x="354414" y="394932"/>
                  <a:pt x="395529" y="353879"/>
                  <a:pt x="395529" y="303317"/>
                </a:cubicBezTo>
                <a:cubicBezTo>
                  <a:pt x="395529" y="252845"/>
                  <a:pt x="354414" y="211702"/>
                  <a:pt x="303776" y="211702"/>
                </a:cubicBezTo>
                <a:close/>
                <a:moveTo>
                  <a:pt x="303776" y="186999"/>
                </a:moveTo>
                <a:cubicBezTo>
                  <a:pt x="368030" y="186999"/>
                  <a:pt x="420359" y="239160"/>
                  <a:pt x="420359" y="303317"/>
                </a:cubicBezTo>
                <a:cubicBezTo>
                  <a:pt x="420359" y="367474"/>
                  <a:pt x="368030" y="419724"/>
                  <a:pt x="303776" y="419724"/>
                </a:cubicBezTo>
                <a:cubicBezTo>
                  <a:pt x="239521" y="419724"/>
                  <a:pt x="187281" y="367474"/>
                  <a:pt x="187281" y="303317"/>
                </a:cubicBezTo>
                <a:cubicBezTo>
                  <a:pt x="187281" y="239160"/>
                  <a:pt x="239521" y="186999"/>
                  <a:pt x="303776" y="186999"/>
                </a:cubicBezTo>
                <a:close/>
                <a:moveTo>
                  <a:pt x="303744" y="117633"/>
                </a:moveTo>
                <a:cubicBezTo>
                  <a:pt x="310597" y="117633"/>
                  <a:pt x="316203" y="123145"/>
                  <a:pt x="316203" y="129990"/>
                </a:cubicBezTo>
                <a:cubicBezTo>
                  <a:pt x="316203" y="136834"/>
                  <a:pt x="310597" y="142346"/>
                  <a:pt x="303744" y="142346"/>
                </a:cubicBezTo>
                <a:cubicBezTo>
                  <a:pt x="214932" y="142346"/>
                  <a:pt x="142583" y="214618"/>
                  <a:pt x="142583" y="303336"/>
                </a:cubicBezTo>
                <a:cubicBezTo>
                  <a:pt x="142583" y="310181"/>
                  <a:pt x="137066" y="315781"/>
                  <a:pt x="130214" y="315781"/>
                </a:cubicBezTo>
                <a:cubicBezTo>
                  <a:pt x="123361" y="315781"/>
                  <a:pt x="117844" y="310181"/>
                  <a:pt x="117844" y="303336"/>
                </a:cubicBezTo>
                <a:cubicBezTo>
                  <a:pt x="117844" y="253732"/>
                  <a:pt x="137155" y="207062"/>
                  <a:pt x="172217" y="171948"/>
                </a:cubicBezTo>
                <a:cubicBezTo>
                  <a:pt x="207368" y="136923"/>
                  <a:pt x="254088" y="117633"/>
                  <a:pt x="303744" y="117633"/>
                </a:cubicBezTo>
                <a:close/>
                <a:moveTo>
                  <a:pt x="303745" y="61956"/>
                </a:moveTo>
                <a:cubicBezTo>
                  <a:pt x="310597" y="61956"/>
                  <a:pt x="316204" y="67466"/>
                  <a:pt x="316204" y="74310"/>
                </a:cubicBezTo>
                <a:cubicBezTo>
                  <a:pt x="316204" y="81154"/>
                  <a:pt x="310597" y="86664"/>
                  <a:pt x="303745" y="86664"/>
                </a:cubicBezTo>
                <a:cubicBezTo>
                  <a:pt x="200866" y="86664"/>
                  <a:pt x="111425" y="159632"/>
                  <a:pt x="91045" y="260241"/>
                </a:cubicBezTo>
                <a:cubicBezTo>
                  <a:pt x="89888" y="266107"/>
                  <a:pt x="84726" y="270195"/>
                  <a:pt x="78941" y="270195"/>
                </a:cubicBezTo>
                <a:cubicBezTo>
                  <a:pt x="78140" y="270195"/>
                  <a:pt x="77339" y="270106"/>
                  <a:pt x="76450" y="269928"/>
                </a:cubicBezTo>
                <a:cubicBezTo>
                  <a:pt x="69775" y="268595"/>
                  <a:pt x="65414" y="262018"/>
                  <a:pt x="66749" y="255353"/>
                </a:cubicBezTo>
                <a:cubicBezTo>
                  <a:pt x="77606" y="201493"/>
                  <a:pt x="107064" y="152433"/>
                  <a:pt x="149693" y="117238"/>
                </a:cubicBezTo>
                <a:cubicBezTo>
                  <a:pt x="192856" y="81598"/>
                  <a:pt x="247588" y="61956"/>
                  <a:pt x="303745" y="61956"/>
                </a:cubicBezTo>
                <a:close/>
                <a:moveTo>
                  <a:pt x="303775" y="24795"/>
                </a:moveTo>
                <a:cubicBezTo>
                  <a:pt x="149974" y="24795"/>
                  <a:pt x="24832" y="149748"/>
                  <a:pt x="24832" y="303317"/>
                </a:cubicBezTo>
                <a:cubicBezTo>
                  <a:pt x="24832" y="456975"/>
                  <a:pt x="149974" y="581927"/>
                  <a:pt x="303775" y="581927"/>
                </a:cubicBezTo>
                <a:cubicBezTo>
                  <a:pt x="457665" y="581927"/>
                  <a:pt x="582807" y="456975"/>
                  <a:pt x="582807" y="303317"/>
                </a:cubicBezTo>
                <a:cubicBezTo>
                  <a:pt x="582807" y="149748"/>
                  <a:pt x="457665" y="24795"/>
                  <a:pt x="303775" y="24795"/>
                </a:cubicBezTo>
                <a:close/>
                <a:moveTo>
                  <a:pt x="303775" y="0"/>
                </a:moveTo>
                <a:cubicBezTo>
                  <a:pt x="385037" y="0"/>
                  <a:pt x="461314" y="31549"/>
                  <a:pt x="518634" y="88782"/>
                </a:cubicBezTo>
                <a:cubicBezTo>
                  <a:pt x="576042" y="146104"/>
                  <a:pt x="607639" y="222266"/>
                  <a:pt x="607639" y="303317"/>
                </a:cubicBezTo>
                <a:cubicBezTo>
                  <a:pt x="607639" y="384456"/>
                  <a:pt x="576042" y="460618"/>
                  <a:pt x="518634" y="517851"/>
                </a:cubicBezTo>
                <a:cubicBezTo>
                  <a:pt x="461314" y="575173"/>
                  <a:pt x="385037" y="606722"/>
                  <a:pt x="303775" y="606722"/>
                </a:cubicBezTo>
                <a:cubicBezTo>
                  <a:pt x="222602" y="606722"/>
                  <a:pt x="146325" y="575173"/>
                  <a:pt x="88916" y="517851"/>
                </a:cubicBezTo>
                <a:cubicBezTo>
                  <a:pt x="31597" y="460618"/>
                  <a:pt x="0" y="384456"/>
                  <a:pt x="0" y="303317"/>
                </a:cubicBezTo>
                <a:cubicBezTo>
                  <a:pt x="0" y="222266"/>
                  <a:pt x="31597" y="146104"/>
                  <a:pt x="88916" y="88782"/>
                </a:cubicBezTo>
                <a:cubicBezTo>
                  <a:pt x="146325" y="31549"/>
                  <a:pt x="222602" y="0"/>
                  <a:pt x="3037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peech-bubble_88157">
            <a:extLst>
              <a:ext uri="{FF2B5EF4-FFF2-40B4-BE49-F238E27FC236}">
                <a16:creationId xmlns:a16="http://schemas.microsoft.com/office/drawing/2014/main" id="{456DD6BB-B87F-A7EE-3CAE-5420F63C831E}"/>
              </a:ext>
            </a:extLst>
          </p:cNvPr>
          <p:cNvSpPr/>
          <p:nvPr/>
        </p:nvSpPr>
        <p:spPr>
          <a:xfrm>
            <a:off x="5277021" y="3867441"/>
            <a:ext cx="608761" cy="609685"/>
          </a:xfrm>
          <a:custGeom>
            <a:avLst/>
            <a:gdLst>
              <a:gd name="connsiteX0" fmla="*/ 402188 w 604393"/>
              <a:gd name="connsiteY0" fmla="*/ 231949 h 605310"/>
              <a:gd name="connsiteX1" fmla="*/ 392415 w 604393"/>
              <a:gd name="connsiteY1" fmla="*/ 241722 h 605310"/>
              <a:gd name="connsiteX2" fmla="*/ 402188 w 604393"/>
              <a:gd name="connsiteY2" fmla="*/ 251495 h 605310"/>
              <a:gd name="connsiteX3" fmla="*/ 411962 w 604393"/>
              <a:gd name="connsiteY3" fmla="*/ 241722 h 605310"/>
              <a:gd name="connsiteX4" fmla="*/ 402188 w 604393"/>
              <a:gd name="connsiteY4" fmla="*/ 231949 h 605310"/>
              <a:gd name="connsiteX5" fmla="*/ 302161 w 604393"/>
              <a:gd name="connsiteY5" fmla="*/ 231949 h 605310"/>
              <a:gd name="connsiteX6" fmla="*/ 292376 w 604393"/>
              <a:gd name="connsiteY6" fmla="*/ 241722 h 605310"/>
              <a:gd name="connsiteX7" fmla="*/ 302161 w 604393"/>
              <a:gd name="connsiteY7" fmla="*/ 251495 h 605310"/>
              <a:gd name="connsiteX8" fmla="*/ 311946 w 604393"/>
              <a:gd name="connsiteY8" fmla="*/ 241722 h 605310"/>
              <a:gd name="connsiteX9" fmla="*/ 302161 w 604393"/>
              <a:gd name="connsiteY9" fmla="*/ 231949 h 605310"/>
              <a:gd name="connsiteX10" fmla="*/ 202135 w 604393"/>
              <a:gd name="connsiteY10" fmla="*/ 231949 h 605310"/>
              <a:gd name="connsiteX11" fmla="*/ 192361 w 604393"/>
              <a:gd name="connsiteY11" fmla="*/ 241722 h 605310"/>
              <a:gd name="connsiteX12" fmla="*/ 202135 w 604393"/>
              <a:gd name="connsiteY12" fmla="*/ 251495 h 605310"/>
              <a:gd name="connsiteX13" fmla="*/ 211908 w 604393"/>
              <a:gd name="connsiteY13" fmla="*/ 241722 h 605310"/>
              <a:gd name="connsiteX14" fmla="*/ 202135 w 604393"/>
              <a:gd name="connsiteY14" fmla="*/ 231949 h 605310"/>
              <a:gd name="connsiteX15" fmla="*/ 402188 w 604393"/>
              <a:gd name="connsiteY15" fmla="*/ 212402 h 605310"/>
              <a:gd name="connsiteX16" fmla="*/ 431508 w 604393"/>
              <a:gd name="connsiteY16" fmla="*/ 241722 h 605310"/>
              <a:gd name="connsiteX17" fmla="*/ 402188 w 604393"/>
              <a:gd name="connsiteY17" fmla="*/ 271042 h 605310"/>
              <a:gd name="connsiteX18" fmla="*/ 372868 w 604393"/>
              <a:gd name="connsiteY18" fmla="*/ 241722 h 605310"/>
              <a:gd name="connsiteX19" fmla="*/ 402188 w 604393"/>
              <a:gd name="connsiteY19" fmla="*/ 212402 h 605310"/>
              <a:gd name="connsiteX20" fmla="*/ 302161 w 604393"/>
              <a:gd name="connsiteY20" fmla="*/ 212402 h 605310"/>
              <a:gd name="connsiteX21" fmla="*/ 331516 w 604393"/>
              <a:gd name="connsiteY21" fmla="*/ 241722 h 605310"/>
              <a:gd name="connsiteX22" fmla="*/ 302161 w 604393"/>
              <a:gd name="connsiteY22" fmla="*/ 271042 h 605310"/>
              <a:gd name="connsiteX23" fmla="*/ 272806 w 604393"/>
              <a:gd name="connsiteY23" fmla="*/ 241722 h 605310"/>
              <a:gd name="connsiteX24" fmla="*/ 302161 w 604393"/>
              <a:gd name="connsiteY24" fmla="*/ 212402 h 605310"/>
              <a:gd name="connsiteX25" fmla="*/ 202135 w 604393"/>
              <a:gd name="connsiteY25" fmla="*/ 212402 h 605310"/>
              <a:gd name="connsiteX26" fmla="*/ 231455 w 604393"/>
              <a:gd name="connsiteY26" fmla="*/ 241722 h 605310"/>
              <a:gd name="connsiteX27" fmla="*/ 202135 w 604393"/>
              <a:gd name="connsiteY27" fmla="*/ 271042 h 605310"/>
              <a:gd name="connsiteX28" fmla="*/ 172815 w 604393"/>
              <a:gd name="connsiteY28" fmla="*/ 241722 h 605310"/>
              <a:gd name="connsiteX29" fmla="*/ 202135 w 604393"/>
              <a:gd name="connsiteY29" fmla="*/ 212402 h 605310"/>
              <a:gd name="connsiteX30" fmla="*/ 302197 w 604393"/>
              <a:gd name="connsiteY30" fmla="*/ 19526 h 605310"/>
              <a:gd name="connsiteX31" fmla="*/ 19553 w 604393"/>
              <a:gd name="connsiteY31" fmla="*/ 241733 h 605310"/>
              <a:gd name="connsiteX32" fmla="*/ 253020 w 604393"/>
              <a:gd name="connsiteY32" fmla="*/ 460524 h 605310"/>
              <a:gd name="connsiteX33" fmla="*/ 261428 w 604393"/>
              <a:gd name="connsiteY33" fmla="*/ 470873 h 605310"/>
              <a:gd name="connsiteX34" fmla="*/ 261428 w 604393"/>
              <a:gd name="connsiteY34" fmla="*/ 471556 h 605310"/>
              <a:gd name="connsiteX35" fmla="*/ 233955 w 604393"/>
              <a:gd name="connsiteY35" fmla="*/ 583831 h 605310"/>
              <a:gd name="connsiteX36" fmla="*/ 342965 w 604393"/>
              <a:gd name="connsiteY36" fmla="*/ 471654 h 605310"/>
              <a:gd name="connsiteX37" fmla="*/ 342868 w 604393"/>
              <a:gd name="connsiteY37" fmla="*/ 470873 h 605310"/>
              <a:gd name="connsiteX38" fmla="*/ 351276 w 604393"/>
              <a:gd name="connsiteY38" fmla="*/ 460524 h 605310"/>
              <a:gd name="connsiteX39" fmla="*/ 584840 w 604393"/>
              <a:gd name="connsiteY39" fmla="*/ 241733 h 605310"/>
              <a:gd name="connsiteX40" fmla="*/ 302197 w 604393"/>
              <a:gd name="connsiteY40" fmla="*/ 19526 h 605310"/>
              <a:gd name="connsiteX41" fmla="*/ 302197 w 604393"/>
              <a:gd name="connsiteY41" fmla="*/ 0 h 605310"/>
              <a:gd name="connsiteX42" fmla="*/ 515035 w 604393"/>
              <a:gd name="connsiteY42" fmla="*/ 70099 h 605310"/>
              <a:gd name="connsiteX43" fmla="*/ 604393 w 604393"/>
              <a:gd name="connsiteY43" fmla="*/ 241733 h 605310"/>
              <a:gd name="connsiteX44" fmla="*/ 531850 w 604393"/>
              <a:gd name="connsiteY44" fmla="*/ 398919 h 605310"/>
              <a:gd name="connsiteX45" fmla="*/ 361639 w 604393"/>
              <a:gd name="connsiteY45" fmla="*/ 478781 h 605310"/>
              <a:gd name="connsiteX46" fmla="*/ 211371 w 604393"/>
              <a:gd name="connsiteY46" fmla="*/ 605310 h 605310"/>
              <a:gd name="connsiteX47" fmla="*/ 202279 w 604393"/>
              <a:gd name="connsiteY47" fmla="*/ 599257 h 605310"/>
              <a:gd name="connsiteX48" fmla="*/ 204430 w 604393"/>
              <a:gd name="connsiteY48" fmla="*/ 588713 h 605310"/>
              <a:gd name="connsiteX49" fmla="*/ 242559 w 604393"/>
              <a:gd name="connsiteY49" fmla="*/ 478683 h 605310"/>
              <a:gd name="connsiteX50" fmla="*/ 72543 w 604393"/>
              <a:gd name="connsiteY50" fmla="*/ 398919 h 605310"/>
              <a:gd name="connsiteX51" fmla="*/ 0 w 604393"/>
              <a:gd name="connsiteY51" fmla="*/ 241733 h 605310"/>
              <a:gd name="connsiteX52" fmla="*/ 89358 w 604393"/>
              <a:gd name="connsiteY52" fmla="*/ 70099 h 605310"/>
              <a:gd name="connsiteX53" fmla="*/ 302197 w 604393"/>
              <a:gd name="connsiteY53" fmla="*/ 0 h 60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4393" h="605310">
                <a:moveTo>
                  <a:pt x="402188" y="231949"/>
                </a:moveTo>
                <a:cubicBezTo>
                  <a:pt x="396813" y="231949"/>
                  <a:pt x="392415" y="236347"/>
                  <a:pt x="392415" y="241722"/>
                </a:cubicBezTo>
                <a:cubicBezTo>
                  <a:pt x="392415" y="247097"/>
                  <a:pt x="396813" y="251495"/>
                  <a:pt x="402188" y="251495"/>
                </a:cubicBezTo>
                <a:cubicBezTo>
                  <a:pt x="407564" y="251495"/>
                  <a:pt x="411962" y="247097"/>
                  <a:pt x="411962" y="241722"/>
                </a:cubicBezTo>
                <a:cubicBezTo>
                  <a:pt x="411962" y="236347"/>
                  <a:pt x="407564" y="231949"/>
                  <a:pt x="402188" y="231949"/>
                </a:cubicBezTo>
                <a:close/>
                <a:moveTo>
                  <a:pt x="302161" y="231949"/>
                </a:moveTo>
                <a:cubicBezTo>
                  <a:pt x="296779" y="231949"/>
                  <a:pt x="292376" y="236347"/>
                  <a:pt x="292376" y="241722"/>
                </a:cubicBezTo>
                <a:cubicBezTo>
                  <a:pt x="292376" y="247097"/>
                  <a:pt x="296779" y="251495"/>
                  <a:pt x="302161" y="251495"/>
                </a:cubicBezTo>
                <a:cubicBezTo>
                  <a:pt x="307543" y="251495"/>
                  <a:pt x="311946" y="247097"/>
                  <a:pt x="311946" y="241722"/>
                </a:cubicBezTo>
                <a:cubicBezTo>
                  <a:pt x="311946" y="236347"/>
                  <a:pt x="307543" y="231949"/>
                  <a:pt x="302161" y="231949"/>
                </a:cubicBezTo>
                <a:close/>
                <a:moveTo>
                  <a:pt x="202135" y="231949"/>
                </a:moveTo>
                <a:cubicBezTo>
                  <a:pt x="196759" y="231949"/>
                  <a:pt x="192361" y="236347"/>
                  <a:pt x="192361" y="241722"/>
                </a:cubicBezTo>
                <a:cubicBezTo>
                  <a:pt x="192361" y="247097"/>
                  <a:pt x="196759" y="251495"/>
                  <a:pt x="202135" y="251495"/>
                </a:cubicBezTo>
                <a:cubicBezTo>
                  <a:pt x="207510" y="251495"/>
                  <a:pt x="211908" y="247097"/>
                  <a:pt x="211908" y="241722"/>
                </a:cubicBezTo>
                <a:cubicBezTo>
                  <a:pt x="211908" y="236347"/>
                  <a:pt x="207510" y="231949"/>
                  <a:pt x="202135" y="231949"/>
                </a:cubicBezTo>
                <a:close/>
                <a:moveTo>
                  <a:pt x="402188" y="212402"/>
                </a:moveTo>
                <a:cubicBezTo>
                  <a:pt x="418314" y="212402"/>
                  <a:pt x="431508" y="225498"/>
                  <a:pt x="431508" y="241722"/>
                </a:cubicBezTo>
                <a:cubicBezTo>
                  <a:pt x="431508" y="257848"/>
                  <a:pt x="418314" y="271042"/>
                  <a:pt x="402188" y="271042"/>
                </a:cubicBezTo>
                <a:cubicBezTo>
                  <a:pt x="385965" y="271042"/>
                  <a:pt x="372868" y="257848"/>
                  <a:pt x="372868" y="241722"/>
                </a:cubicBezTo>
                <a:cubicBezTo>
                  <a:pt x="372868" y="225498"/>
                  <a:pt x="385965" y="212402"/>
                  <a:pt x="402188" y="212402"/>
                </a:cubicBezTo>
                <a:close/>
                <a:moveTo>
                  <a:pt x="302161" y="212402"/>
                </a:moveTo>
                <a:cubicBezTo>
                  <a:pt x="318306" y="212402"/>
                  <a:pt x="331516" y="225498"/>
                  <a:pt x="331516" y="241722"/>
                </a:cubicBezTo>
                <a:cubicBezTo>
                  <a:pt x="331516" y="257848"/>
                  <a:pt x="318306" y="271042"/>
                  <a:pt x="302161" y="271042"/>
                </a:cubicBezTo>
                <a:cubicBezTo>
                  <a:pt x="286016" y="271042"/>
                  <a:pt x="272806" y="257848"/>
                  <a:pt x="272806" y="241722"/>
                </a:cubicBezTo>
                <a:cubicBezTo>
                  <a:pt x="272806" y="225498"/>
                  <a:pt x="286016" y="212402"/>
                  <a:pt x="302161" y="212402"/>
                </a:cubicBezTo>
                <a:close/>
                <a:moveTo>
                  <a:pt x="202135" y="212402"/>
                </a:moveTo>
                <a:cubicBezTo>
                  <a:pt x="218358" y="212402"/>
                  <a:pt x="231455" y="225498"/>
                  <a:pt x="231455" y="241722"/>
                </a:cubicBezTo>
                <a:cubicBezTo>
                  <a:pt x="231455" y="257848"/>
                  <a:pt x="218358" y="271042"/>
                  <a:pt x="202135" y="271042"/>
                </a:cubicBezTo>
                <a:cubicBezTo>
                  <a:pt x="186009" y="271042"/>
                  <a:pt x="172815" y="257848"/>
                  <a:pt x="172815" y="241722"/>
                </a:cubicBezTo>
                <a:cubicBezTo>
                  <a:pt x="172815" y="225498"/>
                  <a:pt x="186009" y="212402"/>
                  <a:pt x="202135" y="212402"/>
                </a:cubicBezTo>
                <a:close/>
                <a:moveTo>
                  <a:pt x="302197" y="19526"/>
                </a:moveTo>
                <a:cubicBezTo>
                  <a:pt x="146356" y="19526"/>
                  <a:pt x="19553" y="119207"/>
                  <a:pt x="19553" y="241733"/>
                </a:cubicBezTo>
                <a:cubicBezTo>
                  <a:pt x="19553" y="349811"/>
                  <a:pt x="117711" y="441876"/>
                  <a:pt x="253020" y="460524"/>
                </a:cubicBezTo>
                <a:cubicBezTo>
                  <a:pt x="258104" y="461207"/>
                  <a:pt x="261819" y="465698"/>
                  <a:pt x="261428" y="470873"/>
                </a:cubicBezTo>
                <a:cubicBezTo>
                  <a:pt x="261428" y="471068"/>
                  <a:pt x="261428" y="471361"/>
                  <a:pt x="261428" y="471556"/>
                </a:cubicBezTo>
                <a:cubicBezTo>
                  <a:pt x="267098" y="511292"/>
                  <a:pt x="257028" y="551711"/>
                  <a:pt x="233955" y="583831"/>
                </a:cubicBezTo>
                <a:cubicBezTo>
                  <a:pt x="289585" y="574068"/>
                  <a:pt x="334362" y="529256"/>
                  <a:pt x="342965" y="471654"/>
                </a:cubicBezTo>
                <a:cubicBezTo>
                  <a:pt x="342965" y="471458"/>
                  <a:pt x="342868" y="471165"/>
                  <a:pt x="342868" y="470873"/>
                </a:cubicBezTo>
                <a:cubicBezTo>
                  <a:pt x="342477" y="465796"/>
                  <a:pt x="346192" y="461207"/>
                  <a:pt x="351276" y="460524"/>
                </a:cubicBezTo>
                <a:cubicBezTo>
                  <a:pt x="486682" y="441876"/>
                  <a:pt x="584840" y="349811"/>
                  <a:pt x="584840" y="241733"/>
                </a:cubicBezTo>
                <a:cubicBezTo>
                  <a:pt x="584840" y="119207"/>
                  <a:pt x="458037" y="19526"/>
                  <a:pt x="302197" y="19526"/>
                </a:cubicBezTo>
                <a:close/>
                <a:moveTo>
                  <a:pt x="302197" y="0"/>
                </a:moveTo>
                <a:cubicBezTo>
                  <a:pt x="382463" y="0"/>
                  <a:pt x="458134" y="24896"/>
                  <a:pt x="515035" y="70099"/>
                </a:cubicBezTo>
                <a:cubicBezTo>
                  <a:pt x="572717" y="115790"/>
                  <a:pt x="604393" y="176711"/>
                  <a:pt x="604393" y="241733"/>
                </a:cubicBezTo>
                <a:cubicBezTo>
                  <a:pt x="604393" y="299433"/>
                  <a:pt x="578681" y="355180"/>
                  <a:pt x="531850" y="398919"/>
                </a:cubicBezTo>
                <a:cubicBezTo>
                  <a:pt x="487855" y="440021"/>
                  <a:pt x="427631" y="468237"/>
                  <a:pt x="361639" y="478781"/>
                </a:cubicBezTo>
                <a:cubicBezTo>
                  <a:pt x="348734" y="551418"/>
                  <a:pt x="285381" y="605310"/>
                  <a:pt x="211371" y="605310"/>
                </a:cubicBezTo>
                <a:cubicBezTo>
                  <a:pt x="207363" y="605310"/>
                  <a:pt x="203843" y="602967"/>
                  <a:pt x="202279" y="599257"/>
                </a:cubicBezTo>
                <a:cubicBezTo>
                  <a:pt x="200812" y="595645"/>
                  <a:pt x="201594" y="591446"/>
                  <a:pt x="204430" y="588713"/>
                </a:cubicBezTo>
                <a:cubicBezTo>
                  <a:pt x="233075" y="559814"/>
                  <a:pt x="247056" y="519102"/>
                  <a:pt x="242559" y="478683"/>
                </a:cubicBezTo>
                <a:cubicBezTo>
                  <a:pt x="176664" y="468139"/>
                  <a:pt x="116538" y="440021"/>
                  <a:pt x="72543" y="398919"/>
                </a:cubicBezTo>
                <a:cubicBezTo>
                  <a:pt x="25712" y="355180"/>
                  <a:pt x="0" y="299336"/>
                  <a:pt x="0" y="241733"/>
                </a:cubicBezTo>
                <a:cubicBezTo>
                  <a:pt x="0" y="176711"/>
                  <a:pt x="31676" y="115790"/>
                  <a:pt x="89358" y="70099"/>
                </a:cubicBezTo>
                <a:cubicBezTo>
                  <a:pt x="146259" y="24896"/>
                  <a:pt x="221832" y="0"/>
                  <a:pt x="30219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horn_160903">
            <a:extLst>
              <a:ext uri="{FF2B5EF4-FFF2-40B4-BE49-F238E27FC236}">
                <a16:creationId xmlns:a16="http://schemas.microsoft.com/office/drawing/2014/main" id="{9C5F71BD-D7A9-B511-173A-1850E4F211EE}"/>
              </a:ext>
            </a:extLst>
          </p:cNvPr>
          <p:cNvSpPr/>
          <p:nvPr/>
        </p:nvSpPr>
        <p:spPr>
          <a:xfrm>
            <a:off x="10885148" y="4679606"/>
            <a:ext cx="609685" cy="545423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585988" h="524224">
                <a:moveTo>
                  <a:pt x="475395" y="375580"/>
                </a:moveTo>
                <a:lnTo>
                  <a:pt x="504259" y="375580"/>
                </a:lnTo>
                <a:cubicBezTo>
                  <a:pt x="509576" y="375580"/>
                  <a:pt x="514134" y="380129"/>
                  <a:pt x="514134" y="385436"/>
                </a:cubicBezTo>
                <a:cubicBezTo>
                  <a:pt x="514134" y="391501"/>
                  <a:pt x="509576" y="396049"/>
                  <a:pt x="504259" y="396049"/>
                </a:cubicBezTo>
                <a:lnTo>
                  <a:pt x="475395" y="396049"/>
                </a:lnTo>
                <a:cubicBezTo>
                  <a:pt x="470078" y="396049"/>
                  <a:pt x="465520" y="391501"/>
                  <a:pt x="465520" y="385436"/>
                </a:cubicBezTo>
                <a:cubicBezTo>
                  <a:pt x="465520" y="380129"/>
                  <a:pt x="470078" y="375580"/>
                  <a:pt x="475395" y="375580"/>
                </a:cubicBezTo>
                <a:close/>
                <a:moveTo>
                  <a:pt x="368330" y="375580"/>
                </a:moveTo>
                <a:lnTo>
                  <a:pt x="446597" y="375580"/>
                </a:lnTo>
                <a:cubicBezTo>
                  <a:pt x="452676" y="375580"/>
                  <a:pt x="457235" y="380129"/>
                  <a:pt x="457235" y="385436"/>
                </a:cubicBezTo>
                <a:cubicBezTo>
                  <a:pt x="457235" y="391501"/>
                  <a:pt x="452676" y="396049"/>
                  <a:pt x="446597" y="396049"/>
                </a:cubicBezTo>
                <a:lnTo>
                  <a:pt x="368330" y="396049"/>
                </a:lnTo>
                <a:cubicBezTo>
                  <a:pt x="362251" y="396049"/>
                  <a:pt x="357692" y="391501"/>
                  <a:pt x="357692" y="385436"/>
                </a:cubicBezTo>
                <a:cubicBezTo>
                  <a:pt x="357692" y="380129"/>
                  <a:pt x="362251" y="375580"/>
                  <a:pt x="368330" y="375580"/>
                </a:cubicBezTo>
                <a:close/>
                <a:moveTo>
                  <a:pt x="501285" y="268540"/>
                </a:moveTo>
                <a:cubicBezTo>
                  <a:pt x="506602" y="267021"/>
                  <a:pt x="511920" y="270059"/>
                  <a:pt x="514199" y="275376"/>
                </a:cubicBezTo>
                <a:cubicBezTo>
                  <a:pt x="515718" y="280693"/>
                  <a:pt x="512679" y="286770"/>
                  <a:pt x="507362" y="288289"/>
                </a:cubicBezTo>
                <a:lnTo>
                  <a:pt x="342518" y="338419"/>
                </a:lnTo>
                <a:cubicBezTo>
                  <a:pt x="341759" y="338419"/>
                  <a:pt x="340239" y="338419"/>
                  <a:pt x="339480" y="338419"/>
                </a:cubicBezTo>
                <a:cubicBezTo>
                  <a:pt x="334922" y="338419"/>
                  <a:pt x="331124" y="336141"/>
                  <a:pt x="329604" y="331583"/>
                </a:cubicBezTo>
                <a:cubicBezTo>
                  <a:pt x="328085" y="326266"/>
                  <a:pt x="331124" y="320190"/>
                  <a:pt x="336441" y="318671"/>
                </a:cubicBezTo>
                <a:close/>
                <a:moveTo>
                  <a:pt x="113903" y="261029"/>
                </a:moveTo>
                <a:lnTo>
                  <a:pt x="27336" y="497677"/>
                </a:lnTo>
                <a:lnTo>
                  <a:pt x="263497" y="411210"/>
                </a:lnTo>
                <a:cubicBezTo>
                  <a:pt x="234641" y="400591"/>
                  <a:pt x="201989" y="377078"/>
                  <a:pt x="174652" y="349772"/>
                </a:cubicBezTo>
                <a:cubicBezTo>
                  <a:pt x="148834" y="323984"/>
                  <a:pt x="128331" y="295920"/>
                  <a:pt x="117700" y="270889"/>
                </a:cubicBezTo>
                <a:cubicBezTo>
                  <a:pt x="116181" y="267856"/>
                  <a:pt x="114663" y="264063"/>
                  <a:pt x="113903" y="261029"/>
                </a:cubicBezTo>
                <a:close/>
                <a:moveTo>
                  <a:pt x="573449" y="254163"/>
                </a:moveTo>
                <a:cubicBezTo>
                  <a:pt x="578764" y="252644"/>
                  <a:pt x="584079" y="255682"/>
                  <a:pt x="585597" y="261757"/>
                </a:cubicBezTo>
                <a:cubicBezTo>
                  <a:pt x="587116" y="267072"/>
                  <a:pt x="584079" y="272388"/>
                  <a:pt x="578764" y="273907"/>
                </a:cubicBezTo>
                <a:lnTo>
                  <a:pt x="539282" y="284538"/>
                </a:lnTo>
                <a:cubicBezTo>
                  <a:pt x="538523" y="284538"/>
                  <a:pt x="537004" y="285297"/>
                  <a:pt x="536245" y="285297"/>
                </a:cubicBezTo>
                <a:cubicBezTo>
                  <a:pt x="531689" y="285297"/>
                  <a:pt x="527893" y="282260"/>
                  <a:pt x="526375" y="277704"/>
                </a:cubicBezTo>
                <a:cubicBezTo>
                  <a:pt x="524856" y="272388"/>
                  <a:pt x="528652" y="266313"/>
                  <a:pt x="533967" y="264794"/>
                </a:cubicBezTo>
                <a:close/>
                <a:moveTo>
                  <a:pt x="143518" y="217795"/>
                </a:moveTo>
                <a:cubicBezTo>
                  <a:pt x="138203" y="217795"/>
                  <a:pt x="134406" y="218553"/>
                  <a:pt x="132128" y="221587"/>
                </a:cubicBezTo>
                <a:cubicBezTo>
                  <a:pt x="126053" y="227655"/>
                  <a:pt x="127572" y="242825"/>
                  <a:pt x="135925" y="262546"/>
                </a:cubicBezTo>
                <a:cubicBezTo>
                  <a:pt x="146556" y="286059"/>
                  <a:pt x="164780" y="311848"/>
                  <a:pt x="189080" y="335361"/>
                </a:cubicBezTo>
                <a:cubicBezTo>
                  <a:pt x="242235" y="388455"/>
                  <a:pt x="291593" y="405142"/>
                  <a:pt x="303743" y="393006"/>
                </a:cubicBezTo>
                <a:cubicBezTo>
                  <a:pt x="315893" y="380870"/>
                  <a:pt x="299946" y="331568"/>
                  <a:pt x="246032" y="278474"/>
                </a:cubicBezTo>
                <a:cubicBezTo>
                  <a:pt x="222492" y="254203"/>
                  <a:pt x="196674" y="235240"/>
                  <a:pt x="173133" y="225380"/>
                </a:cubicBezTo>
                <a:cubicBezTo>
                  <a:pt x="161743" y="220070"/>
                  <a:pt x="151112" y="217795"/>
                  <a:pt x="143518" y="217795"/>
                </a:cubicBezTo>
                <a:close/>
                <a:moveTo>
                  <a:pt x="409332" y="209380"/>
                </a:moveTo>
                <a:cubicBezTo>
                  <a:pt x="413890" y="206344"/>
                  <a:pt x="419967" y="207103"/>
                  <a:pt x="423006" y="212416"/>
                </a:cubicBezTo>
                <a:cubicBezTo>
                  <a:pt x="426044" y="216971"/>
                  <a:pt x="424525" y="223043"/>
                  <a:pt x="419967" y="226080"/>
                </a:cubicBezTo>
                <a:lnTo>
                  <a:pt x="319698" y="290601"/>
                </a:lnTo>
                <a:cubicBezTo>
                  <a:pt x="318178" y="291360"/>
                  <a:pt x="316659" y="292119"/>
                  <a:pt x="314380" y="292119"/>
                </a:cubicBezTo>
                <a:cubicBezTo>
                  <a:pt x="311342" y="292119"/>
                  <a:pt x="307544" y="290601"/>
                  <a:pt x="306024" y="287565"/>
                </a:cubicBezTo>
                <a:cubicBezTo>
                  <a:pt x="302986" y="283010"/>
                  <a:pt x="304505" y="276179"/>
                  <a:pt x="309063" y="273142"/>
                </a:cubicBezTo>
                <a:close/>
                <a:moveTo>
                  <a:pt x="143613" y="197411"/>
                </a:moveTo>
                <a:cubicBezTo>
                  <a:pt x="154339" y="197316"/>
                  <a:pt x="167059" y="200350"/>
                  <a:pt x="181486" y="206418"/>
                </a:cubicBezTo>
                <a:cubicBezTo>
                  <a:pt x="206545" y="217795"/>
                  <a:pt x="234641" y="238274"/>
                  <a:pt x="260460" y="264063"/>
                </a:cubicBezTo>
                <a:cubicBezTo>
                  <a:pt x="309059" y="312606"/>
                  <a:pt x="345508" y="379353"/>
                  <a:pt x="318171" y="407417"/>
                </a:cubicBezTo>
                <a:cubicBezTo>
                  <a:pt x="316652" y="408934"/>
                  <a:pt x="314374" y="409693"/>
                  <a:pt x="312856" y="411210"/>
                </a:cubicBezTo>
                <a:cubicBezTo>
                  <a:pt x="312096" y="413485"/>
                  <a:pt x="309818" y="415761"/>
                  <a:pt x="306781" y="416519"/>
                </a:cubicBezTo>
                <a:lnTo>
                  <a:pt x="13668" y="524224"/>
                </a:lnTo>
                <a:cubicBezTo>
                  <a:pt x="12149" y="524224"/>
                  <a:pt x="11390" y="524224"/>
                  <a:pt x="9871" y="524224"/>
                </a:cubicBezTo>
                <a:cubicBezTo>
                  <a:pt x="7593" y="524224"/>
                  <a:pt x="4556" y="523466"/>
                  <a:pt x="3037" y="521949"/>
                </a:cubicBezTo>
                <a:cubicBezTo>
                  <a:pt x="-1" y="518915"/>
                  <a:pt x="-760" y="514364"/>
                  <a:pt x="759" y="511330"/>
                </a:cubicBezTo>
                <a:lnTo>
                  <a:pt x="107828" y="217795"/>
                </a:lnTo>
                <a:cubicBezTo>
                  <a:pt x="109347" y="214761"/>
                  <a:pt x="110866" y="213244"/>
                  <a:pt x="113144" y="211727"/>
                </a:cubicBezTo>
                <a:cubicBezTo>
                  <a:pt x="114663" y="210210"/>
                  <a:pt x="116181" y="208693"/>
                  <a:pt x="117700" y="207176"/>
                </a:cubicBezTo>
                <a:cubicBezTo>
                  <a:pt x="124155" y="200729"/>
                  <a:pt x="132887" y="197505"/>
                  <a:pt x="143613" y="197411"/>
                </a:cubicBezTo>
                <a:close/>
                <a:moveTo>
                  <a:pt x="328038" y="174557"/>
                </a:moveTo>
                <a:cubicBezTo>
                  <a:pt x="332593" y="177590"/>
                  <a:pt x="332593" y="184413"/>
                  <a:pt x="329556" y="188203"/>
                </a:cubicBezTo>
                <a:lnTo>
                  <a:pt x="282489" y="242029"/>
                </a:lnTo>
                <a:cubicBezTo>
                  <a:pt x="280971" y="244304"/>
                  <a:pt x="277934" y="245820"/>
                  <a:pt x="274897" y="245820"/>
                </a:cubicBezTo>
                <a:cubicBezTo>
                  <a:pt x="272620" y="245820"/>
                  <a:pt x="270342" y="245062"/>
                  <a:pt x="268065" y="242787"/>
                </a:cubicBezTo>
                <a:cubicBezTo>
                  <a:pt x="264269" y="239755"/>
                  <a:pt x="263510" y="232932"/>
                  <a:pt x="267306" y="229141"/>
                </a:cubicBezTo>
                <a:lnTo>
                  <a:pt x="313614" y="175315"/>
                </a:lnTo>
                <a:cubicBezTo>
                  <a:pt x="317410" y="170767"/>
                  <a:pt x="324242" y="170767"/>
                  <a:pt x="328038" y="174557"/>
                </a:cubicBezTo>
                <a:close/>
                <a:moveTo>
                  <a:pt x="385029" y="102436"/>
                </a:moveTo>
                <a:cubicBezTo>
                  <a:pt x="389586" y="106234"/>
                  <a:pt x="390345" y="112311"/>
                  <a:pt x="386548" y="116869"/>
                </a:cubicBezTo>
                <a:lnTo>
                  <a:pt x="354653" y="156369"/>
                </a:lnTo>
                <a:cubicBezTo>
                  <a:pt x="352374" y="158648"/>
                  <a:pt x="349337" y="160167"/>
                  <a:pt x="346299" y="160167"/>
                </a:cubicBezTo>
                <a:cubicBezTo>
                  <a:pt x="344021" y="160167"/>
                  <a:pt x="341743" y="159407"/>
                  <a:pt x="340224" y="157888"/>
                </a:cubicBezTo>
                <a:cubicBezTo>
                  <a:pt x="335667" y="154090"/>
                  <a:pt x="334908" y="148013"/>
                  <a:pt x="338705" y="143455"/>
                </a:cubicBezTo>
                <a:lnTo>
                  <a:pt x="371360" y="103955"/>
                </a:lnTo>
                <a:cubicBezTo>
                  <a:pt x="374397" y="99397"/>
                  <a:pt x="381232" y="98638"/>
                  <a:pt x="385029" y="102436"/>
                </a:cubicBezTo>
                <a:close/>
                <a:moveTo>
                  <a:pt x="199747" y="47155"/>
                </a:moveTo>
                <a:cubicBezTo>
                  <a:pt x="205063" y="48671"/>
                  <a:pt x="207342" y="54739"/>
                  <a:pt x="205823" y="60048"/>
                </a:cubicBezTo>
                <a:lnTo>
                  <a:pt x="170126" y="166987"/>
                </a:lnTo>
                <a:cubicBezTo>
                  <a:pt x="168607" y="171537"/>
                  <a:pt x="164809" y="173813"/>
                  <a:pt x="160252" y="173813"/>
                </a:cubicBezTo>
                <a:cubicBezTo>
                  <a:pt x="159492" y="173813"/>
                  <a:pt x="158733" y="173813"/>
                  <a:pt x="157214" y="173813"/>
                </a:cubicBezTo>
                <a:cubicBezTo>
                  <a:pt x="151897" y="171537"/>
                  <a:pt x="148859" y="166228"/>
                  <a:pt x="151138" y="160919"/>
                </a:cubicBezTo>
                <a:lnTo>
                  <a:pt x="186835" y="53222"/>
                </a:lnTo>
                <a:cubicBezTo>
                  <a:pt x="188354" y="47913"/>
                  <a:pt x="194430" y="45638"/>
                  <a:pt x="199747" y="47155"/>
                </a:cubicBezTo>
                <a:close/>
                <a:moveTo>
                  <a:pt x="323592" y="26618"/>
                </a:moveTo>
                <a:cubicBezTo>
                  <a:pt x="328150" y="29652"/>
                  <a:pt x="329669" y="35719"/>
                  <a:pt x="326631" y="41028"/>
                </a:cubicBezTo>
                <a:lnTo>
                  <a:pt x="226361" y="198016"/>
                </a:lnTo>
                <a:cubicBezTo>
                  <a:pt x="224082" y="201050"/>
                  <a:pt x="221044" y="202567"/>
                  <a:pt x="218005" y="202567"/>
                </a:cubicBezTo>
                <a:cubicBezTo>
                  <a:pt x="215726" y="202567"/>
                  <a:pt x="214207" y="201808"/>
                  <a:pt x="212688" y="201050"/>
                </a:cubicBezTo>
                <a:cubicBezTo>
                  <a:pt x="207371" y="198016"/>
                  <a:pt x="206611" y="191949"/>
                  <a:pt x="208890" y="187399"/>
                </a:cubicBezTo>
                <a:lnTo>
                  <a:pt x="309919" y="29652"/>
                </a:lnTo>
                <a:cubicBezTo>
                  <a:pt x="312198" y="25102"/>
                  <a:pt x="319034" y="23585"/>
                  <a:pt x="323592" y="26618"/>
                </a:cubicBezTo>
                <a:close/>
                <a:moveTo>
                  <a:pt x="208826" y="96"/>
                </a:moveTo>
                <a:cubicBezTo>
                  <a:pt x="214143" y="1611"/>
                  <a:pt x="217942" y="6912"/>
                  <a:pt x="217182" y="12213"/>
                </a:cubicBezTo>
                <a:lnTo>
                  <a:pt x="213384" y="30389"/>
                </a:lnTo>
                <a:cubicBezTo>
                  <a:pt x="212624" y="34932"/>
                  <a:pt x="208066" y="37962"/>
                  <a:pt x="203508" y="37962"/>
                </a:cubicBezTo>
                <a:cubicBezTo>
                  <a:pt x="202748" y="37962"/>
                  <a:pt x="201988" y="37962"/>
                  <a:pt x="201228" y="37962"/>
                </a:cubicBezTo>
                <a:cubicBezTo>
                  <a:pt x="195911" y="37204"/>
                  <a:pt x="192112" y="31903"/>
                  <a:pt x="193631" y="25845"/>
                </a:cubicBezTo>
                <a:lnTo>
                  <a:pt x="197430" y="8427"/>
                </a:lnTo>
                <a:cubicBezTo>
                  <a:pt x="198190" y="3125"/>
                  <a:pt x="203508" y="-661"/>
                  <a:pt x="208826" y="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wireframe_339553">
            <a:extLst>
              <a:ext uri="{FF2B5EF4-FFF2-40B4-BE49-F238E27FC236}">
                <a16:creationId xmlns:a16="http://schemas.microsoft.com/office/drawing/2014/main" id="{DB53E961-E362-5659-FA1F-6456E6774514}"/>
              </a:ext>
            </a:extLst>
          </p:cNvPr>
          <p:cNvSpPr/>
          <p:nvPr/>
        </p:nvSpPr>
        <p:spPr>
          <a:xfrm>
            <a:off x="10842853" y="1321501"/>
            <a:ext cx="480840" cy="609685"/>
          </a:xfrm>
          <a:custGeom>
            <a:avLst/>
            <a:gdLst>
              <a:gd name="connsiteX0" fmla="*/ 0 w 478504"/>
              <a:gd name="connsiteY0" fmla="*/ 587740 h 606722"/>
              <a:gd name="connsiteX1" fmla="*/ 478504 w 478504"/>
              <a:gd name="connsiteY1" fmla="*/ 587740 h 606722"/>
              <a:gd name="connsiteX2" fmla="*/ 478504 w 478504"/>
              <a:gd name="connsiteY2" fmla="*/ 606722 h 606722"/>
              <a:gd name="connsiteX3" fmla="*/ 0 w 478504"/>
              <a:gd name="connsiteY3" fmla="*/ 606722 h 606722"/>
              <a:gd name="connsiteX4" fmla="*/ 0 w 478504"/>
              <a:gd name="connsiteY4" fmla="*/ 508071 h 606722"/>
              <a:gd name="connsiteX5" fmla="*/ 478504 w 478504"/>
              <a:gd name="connsiteY5" fmla="*/ 508071 h 606722"/>
              <a:gd name="connsiteX6" fmla="*/ 478504 w 478504"/>
              <a:gd name="connsiteY6" fmla="*/ 527124 h 606722"/>
              <a:gd name="connsiteX7" fmla="*/ 0 w 478504"/>
              <a:gd name="connsiteY7" fmla="*/ 527124 h 606722"/>
              <a:gd name="connsiteX8" fmla="*/ 0 w 478504"/>
              <a:gd name="connsiteY8" fmla="*/ 428474 h 606722"/>
              <a:gd name="connsiteX9" fmla="*/ 478504 w 478504"/>
              <a:gd name="connsiteY9" fmla="*/ 428474 h 606722"/>
              <a:gd name="connsiteX10" fmla="*/ 478504 w 478504"/>
              <a:gd name="connsiteY10" fmla="*/ 447456 h 606722"/>
              <a:gd name="connsiteX11" fmla="*/ 0 w 478504"/>
              <a:gd name="connsiteY11" fmla="*/ 447456 h 606722"/>
              <a:gd name="connsiteX12" fmla="*/ 0 w 478504"/>
              <a:gd name="connsiteY12" fmla="*/ 348805 h 606722"/>
              <a:gd name="connsiteX13" fmla="*/ 478504 w 478504"/>
              <a:gd name="connsiteY13" fmla="*/ 348805 h 606722"/>
              <a:gd name="connsiteX14" fmla="*/ 478504 w 478504"/>
              <a:gd name="connsiteY14" fmla="*/ 367858 h 606722"/>
              <a:gd name="connsiteX15" fmla="*/ 0 w 478504"/>
              <a:gd name="connsiteY15" fmla="*/ 367858 h 606722"/>
              <a:gd name="connsiteX16" fmla="*/ 0 w 478504"/>
              <a:gd name="connsiteY16" fmla="*/ 269207 h 606722"/>
              <a:gd name="connsiteX17" fmla="*/ 478504 w 478504"/>
              <a:gd name="connsiteY17" fmla="*/ 269207 h 606722"/>
              <a:gd name="connsiteX18" fmla="*/ 478504 w 478504"/>
              <a:gd name="connsiteY18" fmla="*/ 288189 h 606722"/>
              <a:gd name="connsiteX19" fmla="*/ 0 w 478504"/>
              <a:gd name="connsiteY19" fmla="*/ 288189 h 606722"/>
              <a:gd name="connsiteX20" fmla="*/ 19048 w 478504"/>
              <a:gd name="connsiteY20" fmla="*/ 18934 h 606722"/>
              <a:gd name="connsiteX21" fmla="*/ 19048 w 478504"/>
              <a:gd name="connsiteY21" fmla="*/ 166847 h 606722"/>
              <a:gd name="connsiteX22" fmla="*/ 459546 w 478504"/>
              <a:gd name="connsiteY22" fmla="*/ 166847 h 606722"/>
              <a:gd name="connsiteX23" fmla="*/ 459546 w 478504"/>
              <a:gd name="connsiteY23" fmla="*/ 18934 h 606722"/>
              <a:gd name="connsiteX24" fmla="*/ 0 w 478504"/>
              <a:gd name="connsiteY24" fmla="*/ 0 h 606722"/>
              <a:gd name="connsiteX25" fmla="*/ 478504 w 478504"/>
              <a:gd name="connsiteY25" fmla="*/ 0 h 606722"/>
              <a:gd name="connsiteX26" fmla="*/ 478504 w 478504"/>
              <a:gd name="connsiteY26" fmla="*/ 185869 h 606722"/>
              <a:gd name="connsiteX27" fmla="*/ 0 w 478504"/>
              <a:gd name="connsiteY27" fmla="*/ 185869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8504" h="606722">
                <a:moveTo>
                  <a:pt x="0" y="587740"/>
                </a:moveTo>
                <a:lnTo>
                  <a:pt x="478504" y="587740"/>
                </a:lnTo>
                <a:lnTo>
                  <a:pt x="478504" y="606722"/>
                </a:lnTo>
                <a:lnTo>
                  <a:pt x="0" y="606722"/>
                </a:lnTo>
                <a:close/>
                <a:moveTo>
                  <a:pt x="0" y="508071"/>
                </a:moveTo>
                <a:lnTo>
                  <a:pt x="478504" y="508071"/>
                </a:lnTo>
                <a:lnTo>
                  <a:pt x="478504" y="527124"/>
                </a:lnTo>
                <a:lnTo>
                  <a:pt x="0" y="527124"/>
                </a:lnTo>
                <a:close/>
                <a:moveTo>
                  <a:pt x="0" y="428474"/>
                </a:moveTo>
                <a:lnTo>
                  <a:pt x="478504" y="428474"/>
                </a:lnTo>
                <a:lnTo>
                  <a:pt x="478504" y="447456"/>
                </a:lnTo>
                <a:lnTo>
                  <a:pt x="0" y="447456"/>
                </a:lnTo>
                <a:close/>
                <a:moveTo>
                  <a:pt x="0" y="348805"/>
                </a:moveTo>
                <a:lnTo>
                  <a:pt x="478504" y="348805"/>
                </a:lnTo>
                <a:lnTo>
                  <a:pt x="478504" y="367858"/>
                </a:lnTo>
                <a:lnTo>
                  <a:pt x="0" y="367858"/>
                </a:lnTo>
                <a:close/>
                <a:moveTo>
                  <a:pt x="0" y="269207"/>
                </a:moveTo>
                <a:lnTo>
                  <a:pt x="478504" y="269207"/>
                </a:lnTo>
                <a:lnTo>
                  <a:pt x="478504" y="288189"/>
                </a:lnTo>
                <a:lnTo>
                  <a:pt x="0" y="288189"/>
                </a:lnTo>
                <a:close/>
                <a:moveTo>
                  <a:pt x="19048" y="18934"/>
                </a:moveTo>
                <a:lnTo>
                  <a:pt x="19048" y="166847"/>
                </a:lnTo>
                <a:lnTo>
                  <a:pt x="459546" y="166847"/>
                </a:lnTo>
                <a:lnTo>
                  <a:pt x="459546" y="18934"/>
                </a:lnTo>
                <a:close/>
                <a:moveTo>
                  <a:pt x="0" y="0"/>
                </a:moveTo>
                <a:lnTo>
                  <a:pt x="478504" y="0"/>
                </a:lnTo>
                <a:lnTo>
                  <a:pt x="478504" y="185869"/>
                </a:lnTo>
                <a:lnTo>
                  <a:pt x="0" y="1858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visualization_309404">
            <a:extLst>
              <a:ext uri="{FF2B5EF4-FFF2-40B4-BE49-F238E27FC236}">
                <a16:creationId xmlns:a16="http://schemas.microsoft.com/office/drawing/2014/main" id="{A6583076-5AEB-167F-6041-F79DA9D04C3A}"/>
              </a:ext>
            </a:extLst>
          </p:cNvPr>
          <p:cNvSpPr/>
          <p:nvPr/>
        </p:nvSpPr>
        <p:spPr>
          <a:xfrm>
            <a:off x="1397723" y="5952209"/>
            <a:ext cx="609685" cy="608764"/>
          </a:xfrm>
          <a:custGeom>
            <a:avLst/>
            <a:gdLst>
              <a:gd name="connsiteX0" fmla="*/ 342560 w 607639"/>
              <a:gd name="connsiteY0" fmla="*/ 429250 h 606722"/>
              <a:gd name="connsiteX1" fmla="*/ 352263 w 607639"/>
              <a:gd name="connsiteY1" fmla="*/ 438882 h 606722"/>
              <a:gd name="connsiteX2" fmla="*/ 342560 w 607639"/>
              <a:gd name="connsiteY2" fmla="*/ 448514 h 606722"/>
              <a:gd name="connsiteX3" fmla="*/ 332857 w 607639"/>
              <a:gd name="connsiteY3" fmla="*/ 438882 h 606722"/>
              <a:gd name="connsiteX4" fmla="*/ 342560 w 607639"/>
              <a:gd name="connsiteY4" fmla="*/ 429250 h 606722"/>
              <a:gd name="connsiteX5" fmla="*/ 303749 w 607639"/>
              <a:gd name="connsiteY5" fmla="*/ 429250 h 606722"/>
              <a:gd name="connsiteX6" fmla="*/ 313452 w 607639"/>
              <a:gd name="connsiteY6" fmla="*/ 438882 h 606722"/>
              <a:gd name="connsiteX7" fmla="*/ 303749 w 607639"/>
              <a:gd name="connsiteY7" fmla="*/ 448514 h 606722"/>
              <a:gd name="connsiteX8" fmla="*/ 294046 w 607639"/>
              <a:gd name="connsiteY8" fmla="*/ 438882 h 606722"/>
              <a:gd name="connsiteX9" fmla="*/ 303749 w 607639"/>
              <a:gd name="connsiteY9" fmla="*/ 429250 h 606722"/>
              <a:gd name="connsiteX10" fmla="*/ 265079 w 607639"/>
              <a:gd name="connsiteY10" fmla="*/ 429250 h 606722"/>
              <a:gd name="connsiteX11" fmla="*/ 274782 w 607639"/>
              <a:gd name="connsiteY11" fmla="*/ 438882 h 606722"/>
              <a:gd name="connsiteX12" fmla="*/ 265079 w 607639"/>
              <a:gd name="connsiteY12" fmla="*/ 448514 h 606722"/>
              <a:gd name="connsiteX13" fmla="*/ 255376 w 607639"/>
              <a:gd name="connsiteY13" fmla="*/ 438882 h 606722"/>
              <a:gd name="connsiteX14" fmla="*/ 265079 w 607639"/>
              <a:gd name="connsiteY14" fmla="*/ 429250 h 606722"/>
              <a:gd name="connsiteX15" fmla="*/ 19403 w 607639"/>
              <a:gd name="connsiteY15" fmla="*/ 290417 h 606722"/>
              <a:gd name="connsiteX16" fmla="*/ 19403 w 607639"/>
              <a:gd name="connsiteY16" fmla="*/ 587347 h 606722"/>
              <a:gd name="connsiteX17" fmla="*/ 588236 w 607639"/>
              <a:gd name="connsiteY17" fmla="*/ 587347 h 606722"/>
              <a:gd name="connsiteX18" fmla="*/ 588236 w 607639"/>
              <a:gd name="connsiteY18" fmla="*/ 290417 h 606722"/>
              <a:gd name="connsiteX19" fmla="*/ 9702 w 607639"/>
              <a:gd name="connsiteY19" fmla="*/ 271042 h 606722"/>
              <a:gd name="connsiteX20" fmla="*/ 597938 w 607639"/>
              <a:gd name="connsiteY20" fmla="*/ 271042 h 606722"/>
              <a:gd name="connsiteX21" fmla="*/ 607639 w 607639"/>
              <a:gd name="connsiteY21" fmla="*/ 280729 h 606722"/>
              <a:gd name="connsiteX22" fmla="*/ 607639 w 607639"/>
              <a:gd name="connsiteY22" fmla="*/ 597035 h 606722"/>
              <a:gd name="connsiteX23" fmla="*/ 597938 w 607639"/>
              <a:gd name="connsiteY23" fmla="*/ 606722 h 606722"/>
              <a:gd name="connsiteX24" fmla="*/ 9702 w 607639"/>
              <a:gd name="connsiteY24" fmla="*/ 606722 h 606722"/>
              <a:gd name="connsiteX25" fmla="*/ 0 w 607639"/>
              <a:gd name="connsiteY25" fmla="*/ 597035 h 606722"/>
              <a:gd name="connsiteX26" fmla="*/ 0 w 607639"/>
              <a:gd name="connsiteY26" fmla="*/ 280729 h 606722"/>
              <a:gd name="connsiteX27" fmla="*/ 9702 w 607639"/>
              <a:gd name="connsiteY27" fmla="*/ 271042 h 606722"/>
              <a:gd name="connsiteX28" fmla="*/ 48513 w 607639"/>
              <a:gd name="connsiteY28" fmla="*/ 180648 h 606722"/>
              <a:gd name="connsiteX29" fmla="*/ 559127 w 607639"/>
              <a:gd name="connsiteY29" fmla="*/ 180648 h 606722"/>
              <a:gd name="connsiteX30" fmla="*/ 568828 w 607639"/>
              <a:gd name="connsiteY30" fmla="*/ 190342 h 606722"/>
              <a:gd name="connsiteX31" fmla="*/ 568828 w 607639"/>
              <a:gd name="connsiteY31" fmla="*/ 242013 h 606722"/>
              <a:gd name="connsiteX32" fmla="*/ 559127 w 607639"/>
              <a:gd name="connsiteY32" fmla="*/ 251707 h 606722"/>
              <a:gd name="connsiteX33" fmla="*/ 549425 w 607639"/>
              <a:gd name="connsiteY33" fmla="*/ 242013 h 606722"/>
              <a:gd name="connsiteX34" fmla="*/ 549425 w 607639"/>
              <a:gd name="connsiteY34" fmla="*/ 200036 h 606722"/>
              <a:gd name="connsiteX35" fmla="*/ 58214 w 607639"/>
              <a:gd name="connsiteY35" fmla="*/ 200036 h 606722"/>
              <a:gd name="connsiteX36" fmla="*/ 58214 w 607639"/>
              <a:gd name="connsiteY36" fmla="*/ 242013 h 606722"/>
              <a:gd name="connsiteX37" fmla="*/ 48513 w 607639"/>
              <a:gd name="connsiteY37" fmla="*/ 251707 h 606722"/>
              <a:gd name="connsiteX38" fmla="*/ 38811 w 607639"/>
              <a:gd name="connsiteY38" fmla="*/ 242013 h 606722"/>
              <a:gd name="connsiteX39" fmla="*/ 38811 w 607639"/>
              <a:gd name="connsiteY39" fmla="*/ 190342 h 606722"/>
              <a:gd name="connsiteX40" fmla="*/ 48513 w 607639"/>
              <a:gd name="connsiteY40" fmla="*/ 180648 h 606722"/>
              <a:gd name="connsiteX41" fmla="*/ 87252 w 607639"/>
              <a:gd name="connsiteY41" fmla="*/ 90394 h 606722"/>
              <a:gd name="connsiteX42" fmla="*/ 520316 w 607639"/>
              <a:gd name="connsiteY42" fmla="*/ 90394 h 606722"/>
              <a:gd name="connsiteX43" fmla="*/ 530017 w 607639"/>
              <a:gd name="connsiteY43" fmla="*/ 100078 h 606722"/>
              <a:gd name="connsiteX44" fmla="*/ 530017 w 607639"/>
              <a:gd name="connsiteY44" fmla="*/ 151699 h 606722"/>
              <a:gd name="connsiteX45" fmla="*/ 520316 w 607639"/>
              <a:gd name="connsiteY45" fmla="*/ 161383 h 606722"/>
              <a:gd name="connsiteX46" fmla="*/ 510616 w 607639"/>
              <a:gd name="connsiteY46" fmla="*/ 151699 h 606722"/>
              <a:gd name="connsiteX47" fmla="*/ 510616 w 607639"/>
              <a:gd name="connsiteY47" fmla="*/ 109763 h 606722"/>
              <a:gd name="connsiteX48" fmla="*/ 96953 w 607639"/>
              <a:gd name="connsiteY48" fmla="*/ 109763 h 606722"/>
              <a:gd name="connsiteX49" fmla="*/ 96953 w 607639"/>
              <a:gd name="connsiteY49" fmla="*/ 151699 h 606722"/>
              <a:gd name="connsiteX50" fmla="*/ 87252 w 607639"/>
              <a:gd name="connsiteY50" fmla="*/ 161383 h 606722"/>
              <a:gd name="connsiteX51" fmla="*/ 77551 w 607639"/>
              <a:gd name="connsiteY51" fmla="*/ 151699 h 606722"/>
              <a:gd name="connsiteX52" fmla="*/ 77551 w 607639"/>
              <a:gd name="connsiteY52" fmla="*/ 100078 h 606722"/>
              <a:gd name="connsiteX53" fmla="*/ 87252 w 607639"/>
              <a:gd name="connsiteY53" fmla="*/ 90394 h 606722"/>
              <a:gd name="connsiteX54" fmla="*/ 126063 w 607639"/>
              <a:gd name="connsiteY54" fmla="*/ 0 h 606722"/>
              <a:gd name="connsiteX55" fmla="*/ 481506 w 607639"/>
              <a:gd name="connsiteY55" fmla="*/ 0 h 606722"/>
              <a:gd name="connsiteX56" fmla="*/ 491206 w 607639"/>
              <a:gd name="connsiteY56" fmla="*/ 9684 h 606722"/>
              <a:gd name="connsiteX57" fmla="*/ 491206 w 607639"/>
              <a:gd name="connsiteY57" fmla="*/ 61305 h 606722"/>
              <a:gd name="connsiteX58" fmla="*/ 481506 w 607639"/>
              <a:gd name="connsiteY58" fmla="*/ 70989 h 606722"/>
              <a:gd name="connsiteX59" fmla="*/ 471894 w 607639"/>
              <a:gd name="connsiteY59" fmla="*/ 61305 h 606722"/>
              <a:gd name="connsiteX60" fmla="*/ 471894 w 607639"/>
              <a:gd name="connsiteY60" fmla="*/ 19369 h 606722"/>
              <a:gd name="connsiteX61" fmla="*/ 135763 w 607639"/>
              <a:gd name="connsiteY61" fmla="*/ 19369 h 606722"/>
              <a:gd name="connsiteX62" fmla="*/ 135763 w 607639"/>
              <a:gd name="connsiteY62" fmla="*/ 61305 h 606722"/>
              <a:gd name="connsiteX63" fmla="*/ 126063 w 607639"/>
              <a:gd name="connsiteY63" fmla="*/ 70989 h 606722"/>
              <a:gd name="connsiteX64" fmla="*/ 116362 w 607639"/>
              <a:gd name="connsiteY64" fmla="*/ 61305 h 606722"/>
              <a:gd name="connsiteX65" fmla="*/ 116362 w 607639"/>
              <a:gd name="connsiteY65" fmla="*/ 9684 h 606722"/>
              <a:gd name="connsiteX66" fmla="*/ 126063 w 607639"/>
              <a:gd name="connsiteY6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7639" h="606722">
                <a:moveTo>
                  <a:pt x="342560" y="429250"/>
                </a:moveTo>
                <a:cubicBezTo>
                  <a:pt x="347919" y="429250"/>
                  <a:pt x="352263" y="433562"/>
                  <a:pt x="352263" y="438882"/>
                </a:cubicBezTo>
                <a:cubicBezTo>
                  <a:pt x="352263" y="444202"/>
                  <a:pt x="347919" y="448514"/>
                  <a:pt x="342560" y="448514"/>
                </a:cubicBezTo>
                <a:cubicBezTo>
                  <a:pt x="337201" y="448514"/>
                  <a:pt x="332857" y="444202"/>
                  <a:pt x="332857" y="438882"/>
                </a:cubicBezTo>
                <a:cubicBezTo>
                  <a:pt x="332857" y="433562"/>
                  <a:pt x="337201" y="429250"/>
                  <a:pt x="342560" y="429250"/>
                </a:cubicBezTo>
                <a:close/>
                <a:moveTo>
                  <a:pt x="303749" y="429250"/>
                </a:moveTo>
                <a:cubicBezTo>
                  <a:pt x="309108" y="429250"/>
                  <a:pt x="313452" y="433562"/>
                  <a:pt x="313452" y="438882"/>
                </a:cubicBezTo>
                <a:cubicBezTo>
                  <a:pt x="313452" y="444202"/>
                  <a:pt x="309108" y="448514"/>
                  <a:pt x="303749" y="448514"/>
                </a:cubicBezTo>
                <a:cubicBezTo>
                  <a:pt x="298390" y="448514"/>
                  <a:pt x="294046" y="444202"/>
                  <a:pt x="294046" y="438882"/>
                </a:cubicBezTo>
                <a:cubicBezTo>
                  <a:pt x="294046" y="433562"/>
                  <a:pt x="298390" y="429250"/>
                  <a:pt x="303749" y="429250"/>
                </a:cubicBezTo>
                <a:close/>
                <a:moveTo>
                  <a:pt x="265079" y="429250"/>
                </a:moveTo>
                <a:cubicBezTo>
                  <a:pt x="270438" y="429250"/>
                  <a:pt x="274782" y="433562"/>
                  <a:pt x="274782" y="438882"/>
                </a:cubicBezTo>
                <a:cubicBezTo>
                  <a:pt x="274782" y="444202"/>
                  <a:pt x="270438" y="448514"/>
                  <a:pt x="265079" y="448514"/>
                </a:cubicBezTo>
                <a:cubicBezTo>
                  <a:pt x="259720" y="448514"/>
                  <a:pt x="255376" y="444202"/>
                  <a:pt x="255376" y="438882"/>
                </a:cubicBezTo>
                <a:cubicBezTo>
                  <a:pt x="255376" y="433562"/>
                  <a:pt x="259720" y="429250"/>
                  <a:pt x="265079" y="429250"/>
                </a:cubicBezTo>
                <a:close/>
                <a:moveTo>
                  <a:pt x="19403" y="290417"/>
                </a:moveTo>
                <a:lnTo>
                  <a:pt x="19403" y="587347"/>
                </a:lnTo>
                <a:lnTo>
                  <a:pt x="588236" y="587347"/>
                </a:lnTo>
                <a:lnTo>
                  <a:pt x="588236" y="290417"/>
                </a:lnTo>
                <a:close/>
                <a:moveTo>
                  <a:pt x="9702" y="271042"/>
                </a:moveTo>
                <a:lnTo>
                  <a:pt x="597938" y="271042"/>
                </a:lnTo>
                <a:cubicBezTo>
                  <a:pt x="603278" y="271042"/>
                  <a:pt x="607639" y="275397"/>
                  <a:pt x="607639" y="280729"/>
                </a:cubicBezTo>
                <a:lnTo>
                  <a:pt x="607639" y="597035"/>
                </a:lnTo>
                <a:cubicBezTo>
                  <a:pt x="607639" y="602367"/>
                  <a:pt x="603278" y="606722"/>
                  <a:pt x="597938" y="606722"/>
                </a:cubicBezTo>
                <a:lnTo>
                  <a:pt x="9702" y="606722"/>
                </a:lnTo>
                <a:cubicBezTo>
                  <a:pt x="4362" y="606722"/>
                  <a:pt x="0" y="602367"/>
                  <a:pt x="0" y="597035"/>
                </a:cubicBezTo>
                <a:lnTo>
                  <a:pt x="0" y="280729"/>
                </a:lnTo>
                <a:cubicBezTo>
                  <a:pt x="0" y="275397"/>
                  <a:pt x="4362" y="271042"/>
                  <a:pt x="9702" y="271042"/>
                </a:cubicBezTo>
                <a:close/>
                <a:moveTo>
                  <a:pt x="48513" y="180648"/>
                </a:moveTo>
                <a:lnTo>
                  <a:pt x="559127" y="180648"/>
                </a:lnTo>
                <a:cubicBezTo>
                  <a:pt x="564467" y="180648"/>
                  <a:pt x="568828" y="185006"/>
                  <a:pt x="568828" y="190342"/>
                </a:cubicBezTo>
                <a:lnTo>
                  <a:pt x="568828" y="242013"/>
                </a:lnTo>
                <a:cubicBezTo>
                  <a:pt x="568828" y="247438"/>
                  <a:pt x="564467" y="251707"/>
                  <a:pt x="559127" y="251707"/>
                </a:cubicBezTo>
                <a:cubicBezTo>
                  <a:pt x="553787" y="251707"/>
                  <a:pt x="549425" y="247438"/>
                  <a:pt x="549425" y="242013"/>
                </a:cubicBezTo>
                <a:lnTo>
                  <a:pt x="549425" y="200036"/>
                </a:lnTo>
                <a:lnTo>
                  <a:pt x="58214" y="200036"/>
                </a:lnTo>
                <a:lnTo>
                  <a:pt x="58214" y="242013"/>
                </a:lnTo>
                <a:cubicBezTo>
                  <a:pt x="58214" y="247438"/>
                  <a:pt x="53853" y="251707"/>
                  <a:pt x="48513" y="251707"/>
                </a:cubicBezTo>
                <a:cubicBezTo>
                  <a:pt x="43172" y="251707"/>
                  <a:pt x="38811" y="247438"/>
                  <a:pt x="38811" y="242013"/>
                </a:cubicBezTo>
                <a:lnTo>
                  <a:pt x="38811" y="190342"/>
                </a:lnTo>
                <a:cubicBezTo>
                  <a:pt x="38811" y="185006"/>
                  <a:pt x="43172" y="180648"/>
                  <a:pt x="48513" y="180648"/>
                </a:cubicBezTo>
                <a:close/>
                <a:moveTo>
                  <a:pt x="87252" y="90394"/>
                </a:moveTo>
                <a:lnTo>
                  <a:pt x="520316" y="90394"/>
                </a:lnTo>
                <a:cubicBezTo>
                  <a:pt x="525656" y="90394"/>
                  <a:pt x="530017" y="94659"/>
                  <a:pt x="530017" y="100078"/>
                </a:cubicBezTo>
                <a:lnTo>
                  <a:pt x="530017" y="151699"/>
                </a:lnTo>
                <a:cubicBezTo>
                  <a:pt x="530017" y="157029"/>
                  <a:pt x="525656" y="161383"/>
                  <a:pt x="520316" y="161383"/>
                </a:cubicBezTo>
                <a:cubicBezTo>
                  <a:pt x="514977" y="161383"/>
                  <a:pt x="510616" y="157029"/>
                  <a:pt x="510616" y="151699"/>
                </a:cubicBezTo>
                <a:lnTo>
                  <a:pt x="510616" y="109763"/>
                </a:lnTo>
                <a:lnTo>
                  <a:pt x="96953" y="109763"/>
                </a:lnTo>
                <a:lnTo>
                  <a:pt x="96953" y="151699"/>
                </a:lnTo>
                <a:cubicBezTo>
                  <a:pt x="96953" y="157029"/>
                  <a:pt x="92681" y="161383"/>
                  <a:pt x="87252" y="161383"/>
                </a:cubicBezTo>
                <a:cubicBezTo>
                  <a:pt x="81912" y="161383"/>
                  <a:pt x="77551" y="157029"/>
                  <a:pt x="77551" y="151699"/>
                </a:cubicBezTo>
                <a:lnTo>
                  <a:pt x="77551" y="100078"/>
                </a:lnTo>
                <a:cubicBezTo>
                  <a:pt x="77551" y="94659"/>
                  <a:pt x="81912" y="90394"/>
                  <a:pt x="87252" y="90394"/>
                </a:cubicBezTo>
                <a:close/>
                <a:moveTo>
                  <a:pt x="126063" y="0"/>
                </a:moveTo>
                <a:lnTo>
                  <a:pt x="481506" y="0"/>
                </a:lnTo>
                <a:cubicBezTo>
                  <a:pt x="486935" y="0"/>
                  <a:pt x="491206" y="4354"/>
                  <a:pt x="491206" y="9684"/>
                </a:cubicBezTo>
                <a:lnTo>
                  <a:pt x="491206" y="61305"/>
                </a:lnTo>
                <a:cubicBezTo>
                  <a:pt x="491206" y="66635"/>
                  <a:pt x="486935" y="70989"/>
                  <a:pt x="481506" y="70989"/>
                </a:cubicBezTo>
                <a:cubicBezTo>
                  <a:pt x="476166" y="70989"/>
                  <a:pt x="471894" y="66635"/>
                  <a:pt x="471894" y="61305"/>
                </a:cubicBezTo>
                <a:lnTo>
                  <a:pt x="471894" y="19369"/>
                </a:lnTo>
                <a:lnTo>
                  <a:pt x="135763" y="19369"/>
                </a:lnTo>
                <a:lnTo>
                  <a:pt x="135763" y="61305"/>
                </a:lnTo>
                <a:cubicBezTo>
                  <a:pt x="135763" y="66635"/>
                  <a:pt x="131402" y="70989"/>
                  <a:pt x="126063" y="70989"/>
                </a:cubicBezTo>
                <a:cubicBezTo>
                  <a:pt x="120723" y="70989"/>
                  <a:pt x="116362" y="66635"/>
                  <a:pt x="116362" y="61305"/>
                </a:cubicBezTo>
                <a:lnTo>
                  <a:pt x="116362" y="9684"/>
                </a:lnTo>
                <a:cubicBezTo>
                  <a:pt x="116362" y="4354"/>
                  <a:pt x="120723" y="0"/>
                  <a:pt x="1260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iconfont-1188-605014">
            <a:extLst>
              <a:ext uri="{FF2B5EF4-FFF2-40B4-BE49-F238E27FC236}">
                <a16:creationId xmlns:a16="http://schemas.microsoft.com/office/drawing/2014/main" id="{7376A01B-8AC9-1E59-8C22-39A0476EE847}"/>
              </a:ext>
            </a:extLst>
          </p:cNvPr>
          <p:cNvSpPr/>
          <p:nvPr/>
        </p:nvSpPr>
        <p:spPr>
          <a:xfrm>
            <a:off x="9860950" y="2075657"/>
            <a:ext cx="448161" cy="609685"/>
          </a:xfrm>
          <a:custGeom>
            <a:avLst/>
            <a:gdLst>
              <a:gd name="T0" fmla="*/ 8961 w 9409"/>
              <a:gd name="T1" fmla="*/ 8073 h 12801"/>
              <a:gd name="T2" fmla="*/ 448 w 9409"/>
              <a:gd name="T3" fmla="*/ 8562 h 12801"/>
              <a:gd name="T4" fmla="*/ 1662 w 9409"/>
              <a:gd name="T5" fmla="*/ 9410 h 12801"/>
              <a:gd name="T6" fmla="*/ 3045 w 9409"/>
              <a:gd name="T7" fmla="*/ 9799 h 12801"/>
              <a:gd name="T8" fmla="*/ 2224 w 9409"/>
              <a:gd name="T9" fmla="*/ 10115 h 12801"/>
              <a:gd name="T10" fmla="*/ 2925 w 9409"/>
              <a:gd name="T11" fmla="*/ 10481 h 12801"/>
              <a:gd name="T12" fmla="*/ 2224 w 9409"/>
              <a:gd name="T13" fmla="*/ 11220 h 12801"/>
              <a:gd name="T14" fmla="*/ 1662 w 9409"/>
              <a:gd name="T15" fmla="*/ 9410 h 12801"/>
              <a:gd name="T16" fmla="*/ 4056 w 9409"/>
              <a:gd name="T17" fmla="*/ 9410 h 12801"/>
              <a:gd name="T18" fmla="*/ 3495 w 9409"/>
              <a:gd name="T19" fmla="*/ 11221 h 12801"/>
              <a:gd name="T20" fmla="*/ 4584 w 9409"/>
              <a:gd name="T21" fmla="*/ 9410 h 12801"/>
              <a:gd name="T22" fmla="*/ 5143 w 9409"/>
              <a:gd name="T23" fmla="*/ 10775 h 12801"/>
              <a:gd name="T24" fmla="*/ 6016 w 9409"/>
              <a:gd name="T25" fmla="*/ 11221 h 12801"/>
              <a:gd name="T26" fmla="*/ 4584 w 9409"/>
              <a:gd name="T27" fmla="*/ 9410 h 12801"/>
              <a:gd name="T28" fmla="*/ 7895 w 9409"/>
              <a:gd name="T29" fmla="*/ 9410 h 12801"/>
              <a:gd name="T30" fmla="*/ 6956 w 9409"/>
              <a:gd name="T31" fmla="*/ 9797 h 12801"/>
              <a:gd name="T32" fmla="*/ 7827 w 9409"/>
              <a:gd name="T33" fmla="*/ 10084 h 12801"/>
              <a:gd name="T34" fmla="*/ 6956 w 9409"/>
              <a:gd name="T35" fmla="*/ 10454 h 12801"/>
              <a:gd name="T36" fmla="*/ 7922 w 9409"/>
              <a:gd name="T37" fmla="*/ 10811 h 12801"/>
              <a:gd name="T38" fmla="*/ 6396 w 9409"/>
              <a:gd name="T39" fmla="*/ 11220 h 12801"/>
              <a:gd name="T40" fmla="*/ 9397 w 9409"/>
              <a:gd name="T41" fmla="*/ 3575 h 12801"/>
              <a:gd name="T42" fmla="*/ 8948 w 9409"/>
              <a:gd name="T43" fmla="*/ 2475 h 12801"/>
              <a:gd name="T44" fmla="*/ 6995 w 9409"/>
              <a:gd name="T45" fmla="*/ 41 h 12801"/>
              <a:gd name="T46" fmla="*/ 6952 w 9409"/>
              <a:gd name="T47" fmla="*/ 0 h 12801"/>
              <a:gd name="T48" fmla="*/ 1 w 9409"/>
              <a:gd name="T49" fmla="*/ 1122 h 12801"/>
              <a:gd name="T50" fmla="*/ 913 w 9409"/>
              <a:gd name="T51" fmla="*/ 12800 h 12801"/>
              <a:gd name="T52" fmla="*/ 9409 w 9409"/>
              <a:gd name="T53" fmla="*/ 11675 h 12801"/>
              <a:gd name="T54" fmla="*/ 6933 w 9409"/>
              <a:gd name="T55" fmla="*/ 752 h 12801"/>
              <a:gd name="T56" fmla="*/ 7383 w 9409"/>
              <a:gd name="T57" fmla="*/ 3058 h 12801"/>
              <a:gd name="T58" fmla="*/ 6933 w 9409"/>
              <a:gd name="T59" fmla="*/ 752 h 12801"/>
              <a:gd name="T60" fmla="*/ 8515 w 9409"/>
              <a:gd name="T61" fmla="*/ 12233 h 12801"/>
              <a:gd name="T62" fmla="*/ 464 w 9409"/>
              <a:gd name="T63" fmla="*/ 11688 h 12801"/>
              <a:gd name="T64" fmla="*/ 895 w 9409"/>
              <a:gd name="T65" fmla="*/ 565 h 12801"/>
              <a:gd name="T66" fmla="*/ 6488 w 9409"/>
              <a:gd name="T67" fmla="*/ 2503 h 12801"/>
              <a:gd name="T68" fmla="*/ 8949 w 9409"/>
              <a:gd name="T69" fmla="*/ 3612 h 12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409" h="12801">
                <a:moveTo>
                  <a:pt x="448" y="8073"/>
                </a:moveTo>
                <a:lnTo>
                  <a:pt x="8961" y="8073"/>
                </a:lnTo>
                <a:lnTo>
                  <a:pt x="8961" y="8562"/>
                </a:lnTo>
                <a:lnTo>
                  <a:pt x="448" y="8562"/>
                </a:lnTo>
                <a:lnTo>
                  <a:pt x="448" y="8073"/>
                </a:lnTo>
                <a:close/>
                <a:moveTo>
                  <a:pt x="1662" y="9410"/>
                </a:moveTo>
                <a:lnTo>
                  <a:pt x="3045" y="9410"/>
                </a:lnTo>
                <a:lnTo>
                  <a:pt x="3045" y="9799"/>
                </a:lnTo>
                <a:lnTo>
                  <a:pt x="2224" y="9799"/>
                </a:lnTo>
                <a:lnTo>
                  <a:pt x="2224" y="10115"/>
                </a:lnTo>
                <a:lnTo>
                  <a:pt x="2925" y="10115"/>
                </a:lnTo>
                <a:lnTo>
                  <a:pt x="2925" y="10481"/>
                </a:lnTo>
                <a:lnTo>
                  <a:pt x="2224" y="10481"/>
                </a:lnTo>
                <a:lnTo>
                  <a:pt x="2224" y="11220"/>
                </a:lnTo>
                <a:lnTo>
                  <a:pt x="1662" y="11220"/>
                </a:lnTo>
                <a:lnTo>
                  <a:pt x="1662" y="9410"/>
                </a:lnTo>
                <a:close/>
                <a:moveTo>
                  <a:pt x="3495" y="9410"/>
                </a:moveTo>
                <a:lnTo>
                  <a:pt x="4056" y="9410"/>
                </a:lnTo>
                <a:lnTo>
                  <a:pt x="4056" y="11221"/>
                </a:lnTo>
                <a:lnTo>
                  <a:pt x="3495" y="11221"/>
                </a:lnTo>
                <a:lnTo>
                  <a:pt x="3495" y="9410"/>
                </a:lnTo>
                <a:close/>
                <a:moveTo>
                  <a:pt x="4584" y="9410"/>
                </a:moveTo>
                <a:lnTo>
                  <a:pt x="5143" y="9410"/>
                </a:lnTo>
                <a:lnTo>
                  <a:pt x="5143" y="10775"/>
                </a:lnTo>
                <a:lnTo>
                  <a:pt x="6016" y="10775"/>
                </a:lnTo>
                <a:lnTo>
                  <a:pt x="6016" y="11221"/>
                </a:lnTo>
                <a:lnTo>
                  <a:pt x="4584" y="11221"/>
                </a:lnTo>
                <a:lnTo>
                  <a:pt x="4584" y="9410"/>
                </a:lnTo>
                <a:close/>
                <a:moveTo>
                  <a:pt x="6396" y="9410"/>
                </a:moveTo>
                <a:lnTo>
                  <a:pt x="7895" y="9410"/>
                </a:lnTo>
                <a:lnTo>
                  <a:pt x="7895" y="9797"/>
                </a:lnTo>
                <a:lnTo>
                  <a:pt x="6956" y="9797"/>
                </a:lnTo>
                <a:lnTo>
                  <a:pt x="6956" y="10084"/>
                </a:lnTo>
                <a:lnTo>
                  <a:pt x="7827" y="10084"/>
                </a:lnTo>
                <a:lnTo>
                  <a:pt x="7827" y="10454"/>
                </a:lnTo>
                <a:lnTo>
                  <a:pt x="6956" y="10454"/>
                </a:lnTo>
                <a:lnTo>
                  <a:pt x="6956" y="10811"/>
                </a:lnTo>
                <a:lnTo>
                  <a:pt x="7922" y="10811"/>
                </a:lnTo>
                <a:lnTo>
                  <a:pt x="7922" y="11220"/>
                </a:lnTo>
                <a:lnTo>
                  <a:pt x="6396" y="11220"/>
                </a:lnTo>
                <a:lnTo>
                  <a:pt x="6396" y="9410"/>
                </a:lnTo>
                <a:close/>
                <a:moveTo>
                  <a:pt x="9397" y="3575"/>
                </a:moveTo>
                <a:lnTo>
                  <a:pt x="9396" y="3030"/>
                </a:lnTo>
                <a:lnTo>
                  <a:pt x="8948" y="2475"/>
                </a:lnTo>
                <a:lnTo>
                  <a:pt x="8948" y="2484"/>
                </a:lnTo>
                <a:lnTo>
                  <a:pt x="6995" y="41"/>
                </a:lnTo>
                <a:cubicBezTo>
                  <a:pt x="6986" y="29"/>
                  <a:pt x="6975" y="22"/>
                  <a:pt x="6965" y="15"/>
                </a:cubicBezTo>
                <a:lnTo>
                  <a:pt x="6952" y="0"/>
                </a:lnTo>
                <a:lnTo>
                  <a:pt x="894" y="9"/>
                </a:lnTo>
                <a:cubicBezTo>
                  <a:pt x="400" y="10"/>
                  <a:pt x="0" y="508"/>
                  <a:pt x="1" y="1122"/>
                </a:cubicBezTo>
                <a:lnTo>
                  <a:pt x="16" y="11689"/>
                </a:lnTo>
                <a:cubicBezTo>
                  <a:pt x="17" y="12303"/>
                  <a:pt x="418" y="12801"/>
                  <a:pt x="913" y="12800"/>
                </a:cubicBezTo>
                <a:lnTo>
                  <a:pt x="8516" y="12789"/>
                </a:lnTo>
                <a:cubicBezTo>
                  <a:pt x="9010" y="12788"/>
                  <a:pt x="9409" y="12290"/>
                  <a:pt x="9409" y="11675"/>
                </a:cubicBezTo>
                <a:lnTo>
                  <a:pt x="9397" y="3611"/>
                </a:lnTo>
                <a:moveTo>
                  <a:pt x="6933" y="752"/>
                </a:moveTo>
                <a:lnTo>
                  <a:pt x="8775" y="3056"/>
                </a:lnTo>
                <a:lnTo>
                  <a:pt x="7383" y="3058"/>
                </a:lnTo>
                <a:cubicBezTo>
                  <a:pt x="7136" y="3058"/>
                  <a:pt x="6936" y="2810"/>
                  <a:pt x="6935" y="2503"/>
                </a:cubicBezTo>
                <a:lnTo>
                  <a:pt x="6933" y="752"/>
                </a:lnTo>
                <a:close/>
                <a:moveTo>
                  <a:pt x="8961" y="11676"/>
                </a:moveTo>
                <a:cubicBezTo>
                  <a:pt x="8962" y="11983"/>
                  <a:pt x="8762" y="12232"/>
                  <a:pt x="8515" y="12233"/>
                </a:cubicBezTo>
                <a:lnTo>
                  <a:pt x="912" y="12244"/>
                </a:lnTo>
                <a:cubicBezTo>
                  <a:pt x="665" y="12244"/>
                  <a:pt x="464" y="11995"/>
                  <a:pt x="464" y="11688"/>
                </a:cubicBezTo>
                <a:lnTo>
                  <a:pt x="448" y="1122"/>
                </a:lnTo>
                <a:cubicBezTo>
                  <a:pt x="448" y="815"/>
                  <a:pt x="648" y="565"/>
                  <a:pt x="895" y="565"/>
                </a:cubicBezTo>
                <a:lnTo>
                  <a:pt x="6485" y="557"/>
                </a:lnTo>
                <a:lnTo>
                  <a:pt x="6488" y="2503"/>
                </a:lnTo>
                <a:cubicBezTo>
                  <a:pt x="6489" y="3117"/>
                  <a:pt x="6890" y="3615"/>
                  <a:pt x="7384" y="3614"/>
                </a:cubicBezTo>
                <a:lnTo>
                  <a:pt x="8949" y="3612"/>
                </a:lnTo>
                <a:lnTo>
                  <a:pt x="8961" y="116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confont-11894-5689079">
            <a:extLst>
              <a:ext uri="{FF2B5EF4-FFF2-40B4-BE49-F238E27FC236}">
                <a16:creationId xmlns:a16="http://schemas.microsoft.com/office/drawing/2014/main" id="{96722C17-1BFC-7F4D-11F4-F7CEA5D625DF}"/>
              </a:ext>
            </a:extLst>
          </p:cNvPr>
          <p:cNvSpPr/>
          <p:nvPr/>
        </p:nvSpPr>
        <p:spPr>
          <a:xfrm>
            <a:off x="8869484" y="4853991"/>
            <a:ext cx="609685" cy="609685"/>
          </a:xfrm>
          <a:custGeom>
            <a:avLst/>
            <a:gdLst>
              <a:gd name="T0" fmla="*/ 12533 w 12800"/>
              <a:gd name="T1" fmla="*/ 10105 h 12800"/>
              <a:gd name="T2" fmla="*/ 12267 w 12800"/>
              <a:gd name="T3" fmla="*/ 9839 h 12800"/>
              <a:gd name="T4" fmla="*/ 12267 w 12800"/>
              <a:gd name="T5" fmla="*/ 6949 h 12800"/>
              <a:gd name="T6" fmla="*/ 6400 w 12800"/>
              <a:gd name="T7" fmla="*/ 533 h 12800"/>
              <a:gd name="T8" fmla="*/ 533 w 12800"/>
              <a:gd name="T9" fmla="*/ 6949 h 12800"/>
              <a:gd name="T10" fmla="*/ 533 w 12800"/>
              <a:gd name="T11" fmla="*/ 9839 h 12800"/>
              <a:gd name="T12" fmla="*/ 267 w 12800"/>
              <a:gd name="T13" fmla="*/ 10105 h 12800"/>
              <a:gd name="T14" fmla="*/ 0 w 12800"/>
              <a:gd name="T15" fmla="*/ 9839 h 12800"/>
              <a:gd name="T16" fmla="*/ 0 w 12800"/>
              <a:gd name="T17" fmla="*/ 6949 h 12800"/>
              <a:gd name="T18" fmla="*/ 6400 w 12800"/>
              <a:gd name="T19" fmla="*/ 0 h 12800"/>
              <a:gd name="T20" fmla="*/ 12800 w 12800"/>
              <a:gd name="T21" fmla="*/ 6949 h 12800"/>
              <a:gd name="T22" fmla="*/ 12800 w 12800"/>
              <a:gd name="T23" fmla="*/ 9839 h 12800"/>
              <a:gd name="T24" fmla="*/ 12533 w 12800"/>
              <a:gd name="T25" fmla="*/ 10105 h 12800"/>
              <a:gd name="T26" fmla="*/ 2285 w 12800"/>
              <a:gd name="T27" fmla="*/ 12800 h 12800"/>
              <a:gd name="T28" fmla="*/ 0 w 12800"/>
              <a:gd name="T29" fmla="*/ 10043 h 12800"/>
              <a:gd name="T30" fmla="*/ 2285 w 12800"/>
              <a:gd name="T31" fmla="*/ 7286 h 12800"/>
              <a:gd name="T32" fmla="*/ 3042 w 12800"/>
              <a:gd name="T33" fmla="*/ 7451 h 12800"/>
              <a:gd name="T34" fmla="*/ 3204 w 12800"/>
              <a:gd name="T35" fmla="*/ 7697 h 12800"/>
              <a:gd name="T36" fmla="*/ 3204 w 12800"/>
              <a:gd name="T37" fmla="*/ 12389 h 12800"/>
              <a:gd name="T38" fmla="*/ 3041 w 12800"/>
              <a:gd name="T39" fmla="*/ 12635 h 12800"/>
              <a:gd name="T40" fmla="*/ 2285 w 12800"/>
              <a:gd name="T41" fmla="*/ 12800 h 12800"/>
              <a:gd name="T42" fmla="*/ 2285 w 12800"/>
              <a:gd name="T43" fmla="*/ 7819 h 12800"/>
              <a:gd name="T44" fmla="*/ 533 w 12800"/>
              <a:gd name="T45" fmla="*/ 10043 h 12800"/>
              <a:gd name="T46" fmla="*/ 2285 w 12800"/>
              <a:gd name="T47" fmla="*/ 12267 h 12800"/>
              <a:gd name="T48" fmla="*/ 2671 w 12800"/>
              <a:gd name="T49" fmla="*/ 12204 h 12800"/>
              <a:gd name="T50" fmla="*/ 2671 w 12800"/>
              <a:gd name="T51" fmla="*/ 7882 h 12800"/>
              <a:gd name="T52" fmla="*/ 2285 w 12800"/>
              <a:gd name="T53" fmla="*/ 7819 h 12800"/>
              <a:gd name="T54" fmla="*/ 10516 w 12800"/>
              <a:gd name="T55" fmla="*/ 12800 h 12800"/>
              <a:gd name="T56" fmla="*/ 9759 w 12800"/>
              <a:gd name="T57" fmla="*/ 12635 h 12800"/>
              <a:gd name="T58" fmla="*/ 9597 w 12800"/>
              <a:gd name="T59" fmla="*/ 12389 h 12800"/>
              <a:gd name="T60" fmla="*/ 9597 w 12800"/>
              <a:gd name="T61" fmla="*/ 7697 h 12800"/>
              <a:gd name="T62" fmla="*/ 9759 w 12800"/>
              <a:gd name="T63" fmla="*/ 7452 h 12800"/>
              <a:gd name="T64" fmla="*/ 10516 w 12800"/>
              <a:gd name="T65" fmla="*/ 7286 h 12800"/>
              <a:gd name="T66" fmla="*/ 12800 w 12800"/>
              <a:gd name="T67" fmla="*/ 10043 h 12800"/>
              <a:gd name="T68" fmla="*/ 10516 w 12800"/>
              <a:gd name="T69" fmla="*/ 12800 h 12800"/>
              <a:gd name="T70" fmla="*/ 10130 w 12800"/>
              <a:gd name="T71" fmla="*/ 12204 h 12800"/>
              <a:gd name="T72" fmla="*/ 10516 w 12800"/>
              <a:gd name="T73" fmla="*/ 12267 h 12800"/>
              <a:gd name="T74" fmla="*/ 12267 w 12800"/>
              <a:gd name="T75" fmla="*/ 10043 h 12800"/>
              <a:gd name="T76" fmla="*/ 10516 w 12800"/>
              <a:gd name="T77" fmla="*/ 7819 h 12800"/>
              <a:gd name="T78" fmla="*/ 10130 w 12800"/>
              <a:gd name="T79" fmla="*/ 7882 h 12800"/>
              <a:gd name="T80" fmla="*/ 10130 w 12800"/>
              <a:gd name="T81" fmla="*/ 12204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800" h="12800">
                <a:moveTo>
                  <a:pt x="12533" y="10105"/>
                </a:moveTo>
                <a:cubicBezTo>
                  <a:pt x="12386" y="10105"/>
                  <a:pt x="12267" y="9986"/>
                  <a:pt x="12267" y="9839"/>
                </a:cubicBezTo>
                <a:lnTo>
                  <a:pt x="12267" y="6949"/>
                </a:lnTo>
                <a:cubicBezTo>
                  <a:pt x="12267" y="3411"/>
                  <a:pt x="9635" y="533"/>
                  <a:pt x="6400" y="533"/>
                </a:cubicBezTo>
                <a:cubicBezTo>
                  <a:pt x="3165" y="533"/>
                  <a:pt x="533" y="3411"/>
                  <a:pt x="533" y="6949"/>
                </a:cubicBezTo>
                <a:lnTo>
                  <a:pt x="533" y="9839"/>
                </a:lnTo>
                <a:cubicBezTo>
                  <a:pt x="533" y="9986"/>
                  <a:pt x="414" y="10105"/>
                  <a:pt x="267" y="10105"/>
                </a:cubicBezTo>
                <a:cubicBezTo>
                  <a:pt x="119" y="10105"/>
                  <a:pt x="0" y="9986"/>
                  <a:pt x="0" y="9839"/>
                </a:cubicBezTo>
                <a:lnTo>
                  <a:pt x="0" y="6949"/>
                </a:lnTo>
                <a:cubicBezTo>
                  <a:pt x="0" y="3117"/>
                  <a:pt x="2871" y="0"/>
                  <a:pt x="6400" y="0"/>
                </a:cubicBezTo>
                <a:cubicBezTo>
                  <a:pt x="9929" y="0"/>
                  <a:pt x="12800" y="3117"/>
                  <a:pt x="12800" y="6949"/>
                </a:cubicBezTo>
                <a:lnTo>
                  <a:pt x="12800" y="9839"/>
                </a:lnTo>
                <a:cubicBezTo>
                  <a:pt x="12800" y="9986"/>
                  <a:pt x="12681" y="10105"/>
                  <a:pt x="12533" y="10105"/>
                </a:cubicBezTo>
                <a:close/>
                <a:moveTo>
                  <a:pt x="2285" y="12800"/>
                </a:moveTo>
                <a:cubicBezTo>
                  <a:pt x="1025" y="12800"/>
                  <a:pt x="0" y="11563"/>
                  <a:pt x="0" y="10043"/>
                </a:cubicBezTo>
                <a:cubicBezTo>
                  <a:pt x="0" y="8523"/>
                  <a:pt x="1025" y="7286"/>
                  <a:pt x="2285" y="7286"/>
                </a:cubicBezTo>
                <a:cubicBezTo>
                  <a:pt x="2533" y="7286"/>
                  <a:pt x="2781" y="7340"/>
                  <a:pt x="3042" y="7451"/>
                </a:cubicBezTo>
                <a:cubicBezTo>
                  <a:pt x="3140" y="7493"/>
                  <a:pt x="3204" y="7590"/>
                  <a:pt x="3204" y="7697"/>
                </a:cubicBezTo>
                <a:lnTo>
                  <a:pt x="3204" y="12389"/>
                </a:lnTo>
                <a:cubicBezTo>
                  <a:pt x="3204" y="12496"/>
                  <a:pt x="3140" y="12593"/>
                  <a:pt x="3041" y="12635"/>
                </a:cubicBezTo>
                <a:cubicBezTo>
                  <a:pt x="2778" y="12746"/>
                  <a:pt x="2530" y="12800"/>
                  <a:pt x="2285" y="12800"/>
                </a:cubicBezTo>
                <a:close/>
                <a:moveTo>
                  <a:pt x="2285" y="7819"/>
                </a:moveTo>
                <a:cubicBezTo>
                  <a:pt x="1319" y="7819"/>
                  <a:pt x="533" y="8817"/>
                  <a:pt x="533" y="10043"/>
                </a:cubicBezTo>
                <a:cubicBezTo>
                  <a:pt x="533" y="11269"/>
                  <a:pt x="1319" y="12267"/>
                  <a:pt x="2285" y="12267"/>
                </a:cubicBezTo>
                <a:cubicBezTo>
                  <a:pt x="2409" y="12267"/>
                  <a:pt x="2536" y="12246"/>
                  <a:pt x="2671" y="12204"/>
                </a:cubicBezTo>
                <a:lnTo>
                  <a:pt x="2671" y="7882"/>
                </a:lnTo>
                <a:cubicBezTo>
                  <a:pt x="2546" y="7841"/>
                  <a:pt x="2416" y="7820"/>
                  <a:pt x="2285" y="7819"/>
                </a:cubicBezTo>
                <a:close/>
                <a:moveTo>
                  <a:pt x="10516" y="12800"/>
                </a:moveTo>
                <a:cubicBezTo>
                  <a:pt x="10269" y="12800"/>
                  <a:pt x="10022" y="12746"/>
                  <a:pt x="9759" y="12635"/>
                </a:cubicBezTo>
                <a:cubicBezTo>
                  <a:pt x="9661" y="12593"/>
                  <a:pt x="9597" y="12496"/>
                  <a:pt x="9597" y="12389"/>
                </a:cubicBezTo>
                <a:lnTo>
                  <a:pt x="9597" y="7697"/>
                </a:lnTo>
                <a:cubicBezTo>
                  <a:pt x="9597" y="7590"/>
                  <a:pt x="9661" y="7494"/>
                  <a:pt x="9759" y="7452"/>
                </a:cubicBezTo>
                <a:cubicBezTo>
                  <a:pt x="10019" y="7340"/>
                  <a:pt x="10267" y="7286"/>
                  <a:pt x="10516" y="7286"/>
                </a:cubicBezTo>
                <a:cubicBezTo>
                  <a:pt x="11775" y="7286"/>
                  <a:pt x="12800" y="8523"/>
                  <a:pt x="12800" y="10043"/>
                </a:cubicBezTo>
                <a:cubicBezTo>
                  <a:pt x="12800" y="11563"/>
                  <a:pt x="11775" y="12800"/>
                  <a:pt x="10516" y="12800"/>
                </a:cubicBezTo>
                <a:close/>
                <a:moveTo>
                  <a:pt x="10130" y="12204"/>
                </a:moveTo>
                <a:cubicBezTo>
                  <a:pt x="10264" y="12246"/>
                  <a:pt x="10391" y="12267"/>
                  <a:pt x="10516" y="12267"/>
                </a:cubicBezTo>
                <a:cubicBezTo>
                  <a:pt x="11481" y="12267"/>
                  <a:pt x="12267" y="11269"/>
                  <a:pt x="12267" y="10043"/>
                </a:cubicBezTo>
                <a:cubicBezTo>
                  <a:pt x="12267" y="8817"/>
                  <a:pt x="11481" y="7819"/>
                  <a:pt x="10516" y="7819"/>
                </a:cubicBezTo>
                <a:cubicBezTo>
                  <a:pt x="10390" y="7819"/>
                  <a:pt x="10263" y="7840"/>
                  <a:pt x="10130" y="7882"/>
                </a:cubicBezTo>
                <a:lnTo>
                  <a:pt x="10130" y="1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confont-1188-594172">
            <a:extLst>
              <a:ext uri="{FF2B5EF4-FFF2-40B4-BE49-F238E27FC236}">
                <a16:creationId xmlns:a16="http://schemas.microsoft.com/office/drawing/2014/main" id="{39E1C667-4494-D81D-DF29-AE140F121FA4}"/>
              </a:ext>
            </a:extLst>
          </p:cNvPr>
          <p:cNvSpPr/>
          <p:nvPr/>
        </p:nvSpPr>
        <p:spPr>
          <a:xfrm>
            <a:off x="7142914" y="2471727"/>
            <a:ext cx="609685" cy="609584"/>
          </a:xfrm>
          <a:custGeom>
            <a:avLst/>
            <a:gdLst>
              <a:gd name="T0" fmla="*/ 11509 w 12531"/>
              <a:gd name="T1" fmla="*/ 7831 h 12529"/>
              <a:gd name="T2" fmla="*/ 10586 w 12531"/>
              <a:gd name="T3" fmla="*/ 7230 h 12529"/>
              <a:gd name="T4" fmla="*/ 9463 w 12531"/>
              <a:gd name="T5" fmla="*/ 9005 h 12529"/>
              <a:gd name="T6" fmla="*/ 9463 w 12531"/>
              <a:gd name="T7" fmla="*/ 10049 h 12529"/>
              <a:gd name="T8" fmla="*/ 9429 w 12531"/>
              <a:gd name="T9" fmla="*/ 10441 h 12529"/>
              <a:gd name="T10" fmla="*/ 7033 w 12531"/>
              <a:gd name="T11" fmla="*/ 12529 h 12529"/>
              <a:gd name="T12" fmla="*/ 4603 w 12531"/>
              <a:gd name="T13" fmla="*/ 10049 h 12529"/>
              <a:gd name="T14" fmla="*/ 4603 w 12531"/>
              <a:gd name="T15" fmla="*/ 8862 h 12529"/>
              <a:gd name="T16" fmla="*/ 767 w 12531"/>
              <a:gd name="T17" fmla="*/ 4437 h 12529"/>
              <a:gd name="T18" fmla="*/ 767 w 12531"/>
              <a:gd name="T19" fmla="*/ 2051 h 12529"/>
              <a:gd name="T20" fmla="*/ 0 w 12531"/>
              <a:gd name="T21" fmla="*/ 1044 h 12529"/>
              <a:gd name="T22" fmla="*/ 1022 w 12531"/>
              <a:gd name="T23" fmla="*/ 0 h 12529"/>
              <a:gd name="T24" fmla="*/ 2045 w 12531"/>
              <a:gd name="T25" fmla="*/ 1044 h 12529"/>
              <a:gd name="T26" fmla="*/ 1277 w 12531"/>
              <a:gd name="T27" fmla="*/ 2051 h 12529"/>
              <a:gd name="T28" fmla="*/ 1277 w 12531"/>
              <a:gd name="T29" fmla="*/ 4438 h 12529"/>
              <a:gd name="T30" fmla="*/ 4857 w 12531"/>
              <a:gd name="T31" fmla="*/ 8353 h 12529"/>
              <a:gd name="T32" fmla="*/ 8438 w 12531"/>
              <a:gd name="T33" fmla="*/ 4438 h 12529"/>
              <a:gd name="T34" fmla="*/ 8438 w 12531"/>
              <a:gd name="T35" fmla="*/ 2051 h 12529"/>
              <a:gd name="T36" fmla="*/ 7672 w 12531"/>
              <a:gd name="T37" fmla="*/ 1044 h 12529"/>
              <a:gd name="T38" fmla="*/ 8694 w 12531"/>
              <a:gd name="T39" fmla="*/ 0 h 12529"/>
              <a:gd name="T40" fmla="*/ 9717 w 12531"/>
              <a:gd name="T41" fmla="*/ 1044 h 12529"/>
              <a:gd name="T42" fmla="*/ 8949 w 12531"/>
              <a:gd name="T43" fmla="*/ 2051 h 12529"/>
              <a:gd name="T44" fmla="*/ 8949 w 12531"/>
              <a:gd name="T45" fmla="*/ 4438 h 12529"/>
              <a:gd name="T46" fmla="*/ 5113 w 12531"/>
              <a:gd name="T47" fmla="*/ 8862 h 12529"/>
              <a:gd name="T48" fmla="*/ 5113 w 12531"/>
              <a:gd name="T49" fmla="*/ 10050 h 12529"/>
              <a:gd name="T50" fmla="*/ 7031 w 12531"/>
              <a:gd name="T51" fmla="*/ 12008 h 12529"/>
              <a:gd name="T52" fmla="*/ 8949 w 12531"/>
              <a:gd name="T53" fmla="*/ 10050 h 12529"/>
              <a:gd name="T54" fmla="*/ 8949 w 12531"/>
              <a:gd name="T55" fmla="*/ 9005 h 12529"/>
              <a:gd name="T56" fmla="*/ 8983 w 12531"/>
              <a:gd name="T57" fmla="*/ 8614 h 12529"/>
              <a:gd name="T58" fmla="*/ 10492 w 12531"/>
              <a:gd name="T59" fmla="*/ 6706 h 12529"/>
              <a:gd name="T60" fmla="*/ 11506 w 12531"/>
              <a:gd name="T61" fmla="*/ 5743 h 12529"/>
              <a:gd name="T62" fmla="*/ 12529 w 12531"/>
              <a:gd name="T63" fmla="*/ 6787 h 12529"/>
              <a:gd name="T64" fmla="*/ 11509 w 12531"/>
              <a:gd name="T65" fmla="*/ 7831 h 12529"/>
              <a:gd name="T66" fmla="*/ 1534 w 12531"/>
              <a:gd name="T67" fmla="*/ 1044 h 12529"/>
              <a:gd name="T68" fmla="*/ 1022 w 12531"/>
              <a:gd name="T69" fmla="*/ 522 h 12529"/>
              <a:gd name="T70" fmla="*/ 511 w 12531"/>
              <a:gd name="T71" fmla="*/ 1044 h 12529"/>
              <a:gd name="T72" fmla="*/ 1023 w 12531"/>
              <a:gd name="T73" fmla="*/ 1566 h 12529"/>
              <a:gd name="T74" fmla="*/ 1534 w 12531"/>
              <a:gd name="T75" fmla="*/ 1044 h 12529"/>
              <a:gd name="T76" fmla="*/ 9207 w 12531"/>
              <a:gd name="T77" fmla="*/ 1044 h 12529"/>
              <a:gd name="T78" fmla="*/ 8695 w 12531"/>
              <a:gd name="T79" fmla="*/ 522 h 12529"/>
              <a:gd name="T80" fmla="*/ 8183 w 12531"/>
              <a:gd name="T81" fmla="*/ 1044 h 12529"/>
              <a:gd name="T82" fmla="*/ 8695 w 12531"/>
              <a:gd name="T83" fmla="*/ 1566 h 12529"/>
              <a:gd name="T84" fmla="*/ 9207 w 12531"/>
              <a:gd name="T85" fmla="*/ 1044 h 12529"/>
              <a:gd name="T86" fmla="*/ 11509 w 12531"/>
              <a:gd name="T87" fmla="*/ 6265 h 12529"/>
              <a:gd name="T88" fmla="*/ 10997 w 12531"/>
              <a:gd name="T89" fmla="*/ 6787 h 12529"/>
              <a:gd name="T90" fmla="*/ 11509 w 12531"/>
              <a:gd name="T91" fmla="*/ 7309 h 12529"/>
              <a:gd name="T92" fmla="*/ 12020 w 12531"/>
              <a:gd name="T93" fmla="*/ 6787 h 12529"/>
              <a:gd name="T94" fmla="*/ 11509 w 12531"/>
              <a:gd name="T95" fmla="*/ 6265 h 12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531" h="12529">
                <a:moveTo>
                  <a:pt x="11509" y="7831"/>
                </a:moveTo>
                <a:cubicBezTo>
                  <a:pt x="11100" y="7831"/>
                  <a:pt x="10750" y="7585"/>
                  <a:pt x="10586" y="7230"/>
                </a:cubicBezTo>
                <a:cubicBezTo>
                  <a:pt x="9926" y="7539"/>
                  <a:pt x="9463" y="8214"/>
                  <a:pt x="9463" y="9005"/>
                </a:cubicBezTo>
                <a:lnTo>
                  <a:pt x="9463" y="10049"/>
                </a:lnTo>
                <a:lnTo>
                  <a:pt x="9429" y="10441"/>
                </a:lnTo>
                <a:cubicBezTo>
                  <a:pt x="9245" y="11623"/>
                  <a:pt x="8244" y="12529"/>
                  <a:pt x="7033" y="12529"/>
                </a:cubicBezTo>
                <a:cubicBezTo>
                  <a:pt x="5691" y="12529"/>
                  <a:pt x="4603" y="11418"/>
                  <a:pt x="4603" y="10049"/>
                </a:cubicBezTo>
                <a:lnTo>
                  <a:pt x="4603" y="8862"/>
                </a:lnTo>
                <a:cubicBezTo>
                  <a:pt x="2322" y="8726"/>
                  <a:pt x="767" y="6800"/>
                  <a:pt x="767" y="4437"/>
                </a:cubicBezTo>
                <a:lnTo>
                  <a:pt x="767" y="2051"/>
                </a:lnTo>
                <a:cubicBezTo>
                  <a:pt x="327" y="1935"/>
                  <a:pt x="0" y="1530"/>
                  <a:pt x="0" y="1044"/>
                </a:cubicBezTo>
                <a:cubicBezTo>
                  <a:pt x="0" y="468"/>
                  <a:pt x="458" y="0"/>
                  <a:pt x="1022" y="0"/>
                </a:cubicBezTo>
                <a:cubicBezTo>
                  <a:pt x="1588" y="0"/>
                  <a:pt x="2045" y="468"/>
                  <a:pt x="2045" y="1044"/>
                </a:cubicBezTo>
                <a:cubicBezTo>
                  <a:pt x="2045" y="1530"/>
                  <a:pt x="1718" y="1935"/>
                  <a:pt x="1277" y="2051"/>
                </a:cubicBezTo>
                <a:lnTo>
                  <a:pt x="1277" y="4438"/>
                </a:lnTo>
                <a:cubicBezTo>
                  <a:pt x="1277" y="6601"/>
                  <a:pt x="2739" y="8353"/>
                  <a:pt x="4857" y="8353"/>
                </a:cubicBezTo>
                <a:cubicBezTo>
                  <a:pt x="6976" y="8353"/>
                  <a:pt x="8438" y="6601"/>
                  <a:pt x="8438" y="4438"/>
                </a:cubicBezTo>
                <a:lnTo>
                  <a:pt x="8438" y="2051"/>
                </a:lnTo>
                <a:cubicBezTo>
                  <a:pt x="7999" y="1935"/>
                  <a:pt x="7672" y="1530"/>
                  <a:pt x="7672" y="1044"/>
                </a:cubicBezTo>
                <a:cubicBezTo>
                  <a:pt x="7672" y="468"/>
                  <a:pt x="8130" y="0"/>
                  <a:pt x="8694" y="0"/>
                </a:cubicBezTo>
                <a:cubicBezTo>
                  <a:pt x="9260" y="0"/>
                  <a:pt x="9717" y="468"/>
                  <a:pt x="9717" y="1044"/>
                </a:cubicBezTo>
                <a:cubicBezTo>
                  <a:pt x="9717" y="1530"/>
                  <a:pt x="9390" y="1935"/>
                  <a:pt x="8949" y="2051"/>
                </a:cubicBezTo>
                <a:lnTo>
                  <a:pt x="8949" y="4438"/>
                </a:lnTo>
                <a:cubicBezTo>
                  <a:pt x="8949" y="6800"/>
                  <a:pt x="7395" y="8726"/>
                  <a:pt x="5113" y="8862"/>
                </a:cubicBezTo>
                <a:lnTo>
                  <a:pt x="5113" y="10050"/>
                </a:lnTo>
                <a:cubicBezTo>
                  <a:pt x="5113" y="11131"/>
                  <a:pt x="5972" y="12008"/>
                  <a:pt x="7031" y="12008"/>
                </a:cubicBezTo>
                <a:cubicBezTo>
                  <a:pt x="8091" y="12008"/>
                  <a:pt x="8949" y="11131"/>
                  <a:pt x="8949" y="10050"/>
                </a:cubicBezTo>
                <a:lnTo>
                  <a:pt x="8949" y="9005"/>
                </a:lnTo>
                <a:lnTo>
                  <a:pt x="8983" y="8614"/>
                </a:lnTo>
                <a:cubicBezTo>
                  <a:pt x="9119" y="7738"/>
                  <a:pt x="9706" y="7023"/>
                  <a:pt x="10492" y="6706"/>
                </a:cubicBezTo>
                <a:cubicBezTo>
                  <a:pt x="10532" y="6167"/>
                  <a:pt x="10968" y="5743"/>
                  <a:pt x="11506" y="5743"/>
                </a:cubicBezTo>
                <a:cubicBezTo>
                  <a:pt x="12071" y="5743"/>
                  <a:pt x="12529" y="6210"/>
                  <a:pt x="12529" y="6787"/>
                </a:cubicBezTo>
                <a:cubicBezTo>
                  <a:pt x="12531" y="7363"/>
                  <a:pt x="12073" y="7831"/>
                  <a:pt x="11509" y="7831"/>
                </a:cubicBezTo>
                <a:close/>
                <a:moveTo>
                  <a:pt x="1534" y="1044"/>
                </a:moveTo>
                <a:cubicBezTo>
                  <a:pt x="1534" y="755"/>
                  <a:pt x="1305" y="522"/>
                  <a:pt x="1022" y="522"/>
                </a:cubicBezTo>
                <a:cubicBezTo>
                  <a:pt x="739" y="522"/>
                  <a:pt x="511" y="755"/>
                  <a:pt x="511" y="1044"/>
                </a:cubicBezTo>
                <a:cubicBezTo>
                  <a:pt x="511" y="1333"/>
                  <a:pt x="740" y="1566"/>
                  <a:pt x="1023" y="1566"/>
                </a:cubicBezTo>
                <a:cubicBezTo>
                  <a:pt x="1305" y="1566"/>
                  <a:pt x="1534" y="1333"/>
                  <a:pt x="1534" y="1044"/>
                </a:cubicBezTo>
                <a:close/>
                <a:moveTo>
                  <a:pt x="9207" y="1044"/>
                </a:moveTo>
                <a:cubicBezTo>
                  <a:pt x="9207" y="755"/>
                  <a:pt x="8978" y="522"/>
                  <a:pt x="8695" y="522"/>
                </a:cubicBezTo>
                <a:cubicBezTo>
                  <a:pt x="8412" y="522"/>
                  <a:pt x="8183" y="755"/>
                  <a:pt x="8183" y="1044"/>
                </a:cubicBezTo>
                <a:cubicBezTo>
                  <a:pt x="8183" y="1333"/>
                  <a:pt x="8412" y="1566"/>
                  <a:pt x="8695" y="1566"/>
                </a:cubicBezTo>
                <a:cubicBezTo>
                  <a:pt x="8978" y="1566"/>
                  <a:pt x="9207" y="1333"/>
                  <a:pt x="9207" y="1044"/>
                </a:cubicBezTo>
                <a:close/>
                <a:moveTo>
                  <a:pt x="11509" y="6265"/>
                </a:moveTo>
                <a:cubicBezTo>
                  <a:pt x="11226" y="6265"/>
                  <a:pt x="10997" y="6498"/>
                  <a:pt x="10997" y="6787"/>
                </a:cubicBezTo>
                <a:cubicBezTo>
                  <a:pt x="10997" y="7076"/>
                  <a:pt x="11226" y="7309"/>
                  <a:pt x="11509" y="7309"/>
                </a:cubicBezTo>
                <a:cubicBezTo>
                  <a:pt x="11792" y="7309"/>
                  <a:pt x="12020" y="7076"/>
                  <a:pt x="12020" y="6787"/>
                </a:cubicBezTo>
                <a:cubicBezTo>
                  <a:pt x="12019" y="6498"/>
                  <a:pt x="11791" y="6265"/>
                  <a:pt x="11509" y="62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5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0706-7338-222B-2999-CFD49D63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4128242-58B4-7BE3-FC54-D3F6AF90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数据分组</a:t>
            </a:r>
          </a:p>
        </p:txBody>
      </p:sp>
      <p:pic>
        <p:nvPicPr>
          <p:cNvPr id="2" name="内容占位符 8" descr="打开的书 纯色填充">
            <a:extLst>
              <a:ext uri="{FF2B5EF4-FFF2-40B4-BE49-F238E27FC236}">
                <a16:creationId xmlns:a16="http://schemas.microsoft.com/office/drawing/2014/main" id="{8392F412-F1CA-C4F2-9377-C8C0FF37A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3876" y="2036238"/>
            <a:ext cx="914400" cy="914400"/>
          </a:xfrm>
          <a:prstGeom prst="rect">
            <a:avLst/>
          </a:prstGeom>
        </p:spPr>
      </p:pic>
      <p:pic>
        <p:nvPicPr>
          <p:cNvPr id="5" name="图形 4" descr="调色板 纯色填充">
            <a:extLst>
              <a:ext uri="{FF2B5EF4-FFF2-40B4-BE49-F238E27FC236}">
                <a16:creationId xmlns:a16="http://schemas.microsoft.com/office/drawing/2014/main" id="{2E61069D-0732-152B-CCEA-05D8158C54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3515" y="2463945"/>
            <a:ext cx="914400" cy="914400"/>
          </a:xfrm>
          <a:prstGeom prst="rect">
            <a:avLst/>
          </a:prstGeom>
        </p:spPr>
      </p:pic>
      <p:pic>
        <p:nvPicPr>
          <p:cNvPr id="6" name="图形 5" descr="饼图 纯色填充">
            <a:extLst>
              <a:ext uri="{FF2B5EF4-FFF2-40B4-BE49-F238E27FC236}">
                <a16:creationId xmlns:a16="http://schemas.microsoft.com/office/drawing/2014/main" id="{0E2E1789-00BF-3041-29C9-CF57BD3879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41027" y="2366600"/>
            <a:ext cx="914400" cy="914400"/>
          </a:xfrm>
          <a:prstGeom prst="rect">
            <a:avLst/>
          </a:prstGeom>
        </p:spPr>
      </p:pic>
      <p:pic>
        <p:nvPicPr>
          <p:cNvPr id="7" name="图形 6" descr="固定 纯色填充">
            <a:extLst>
              <a:ext uri="{FF2B5EF4-FFF2-40B4-BE49-F238E27FC236}">
                <a16:creationId xmlns:a16="http://schemas.microsoft.com/office/drawing/2014/main" id="{B52C6BE9-8BD7-1D5D-184D-358DD24281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04803" y="3988429"/>
            <a:ext cx="914400" cy="914400"/>
          </a:xfrm>
          <a:prstGeom prst="rect">
            <a:avLst/>
          </a:prstGeom>
        </p:spPr>
      </p:pic>
      <p:pic>
        <p:nvPicPr>
          <p:cNvPr id="8" name="图形 7" descr="条形图演示文稿 纯色填充">
            <a:extLst>
              <a:ext uri="{FF2B5EF4-FFF2-40B4-BE49-F238E27FC236}">
                <a16:creationId xmlns:a16="http://schemas.microsoft.com/office/drawing/2014/main" id="{9DF0921B-8C10-15A9-EA75-ED91C178F2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34390" y="1822019"/>
            <a:ext cx="914400" cy="914400"/>
          </a:xfrm>
          <a:prstGeom prst="rect">
            <a:avLst/>
          </a:prstGeom>
        </p:spPr>
      </p:pic>
      <p:pic>
        <p:nvPicPr>
          <p:cNvPr id="9" name="图形 8" descr="条形图演示文稿 纯色填充">
            <a:extLst>
              <a:ext uri="{FF2B5EF4-FFF2-40B4-BE49-F238E27FC236}">
                <a16:creationId xmlns:a16="http://schemas.microsoft.com/office/drawing/2014/main" id="{50D3D21F-D525-4DB8-A90D-B49BF9FE03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95116" y="2775162"/>
            <a:ext cx="914400" cy="914400"/>
          </a:xfrm>
          <a:prstGeom prst="rect">
            <a:avLst/>
          </a:prstGeom>
        </p:spPr>
      </p:pic>
      <p:pic>
        <p:nvPicPr>
          <p:cNvPr id="10" name="图形 9" descr="饼图演示文稿 纯色填充">
            <a:extLst>
              <a:ext uri="{FF2B5EF4-FFF2-40B4-BE49-F238E27FC236}">
                <a16:creationId xmlns:a16="http://schemas.microsoft.com/office/drawing/2014/main" id="{2D345908-7C73-1B7D-0E64-2F305E8DF0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63876" y="4031495"/>
            <a:ext cx="914400" cy="914400"/>
          </a:xfrm>
          <a:prstGeom prst="rect">
            <a:avLst/>
          </a:prstGeom>
        </p:spPr>
      </p:pic>
      <p:pic>
        <p:nvPicPr>
          <p:cNvPr id="11" name="图形 10" descr="拼图 纯色填充">
            <a:extLst>
              <a:ext uri="{FF2B5EF4-FFF2-40B4-BE49-F238E27FC236}">
                <a16:creationId xmlns:a16="http://schemas.microsoft.com/office/drawing/2014/main" id="{273C8CCF-A4EE-6A10-EF3C-E856300ECD4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60553" y="4700696"/>
            <a:ext cx="914400" cy="914400"/>
          </a:xfrm>
          <a:prstGeom prst="rect">
            <a:avLst/>
          </a:prstGeom>
        </p:spPr>
      </p:pic>
      <p:pic>
        <p:nvPicPr>
          <p:cNvPr id="12" name="图形 11" descr="听筒 纯色填充">
            <a:extLst>
              <a:ext uri="{FF2B5EF4-FFF2-40B4-BE49-F238E27FC236}">
                <a16:creationId xmlns:a16="http://schemas.microsoft.com/office/drawing/2014/main" id="{DDA35CC4-3AF8-AAAE-454B-9DCA7BC5FC6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036579" y="3310964"/>
            <a:ext cx="914400" cy="914400"/>
          </a:xfrm>
          <a:prstGeom prst="rect">
            <a:avLst/>
          </a:prstGeom>
        </p:spPr>
      </p:pic>
      <p:pic>
        <p:nvPicPr>
          <p:cNvPr id="13" name="图形 12" descr="火箭 纯色填充">
            <a:extLst>
              <a:ext uri="{FF2B5EF4-FFF2-40B4-BE49-F238E27FC236}">
                <a16:creationId xmlns:a16="http://schemas.microsoft.com/office/drawing/2014/main" id="{F5522D4F-6D8A-8588-E9FD-64F3DF3DC6E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0695" y="3310964"/>
            <a:ext cx="914400" cy="914400"/>
          </a:xfrm>
          <a:prstGeom prst="rect">
            <a:avLst/>
          </a:prstGeom>
        </p:spPr>
      </p:pic>
      <p:pic>
        <p:nvPicPr>
          <p:cNvPr id="14" name="图形 13" descr="单级齿轮 纯色填充">
            <a:extLst>
              <a:ext uri="{FF2B5EF4-FFF2-40B4-BE49-F238E27FC236}">
                <a16:creationId xmlns:a16="http://schemas.microsoft.com/office/drawing/2014/main" id="{0636E1AC-D0B7-660D-F5CA-B466B358560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33688" y="2801518"/>
            <a:ext cx="914400" cy="914400"/>
          </a:xfrm>
          <a:prstGeom prst="rect">
            <a:avLst/>
          </a:prstGeom>
        </p:spPr>
      </p:pic>
      <p:pic>
        <p:nvPicPr>
          <p:cNvPr id="15" name="图形 14" descr="试管 纯色填充">
            <a:extLst>
              <a:ext uri="{FF2B5EF4-FFF2-40B4-BE49-F238E27FC236}">
                <a16:creationId xmlns:a16="http://schemas.microsoft.com/office/drawing/2014/main" id="{2ACF7746-8B18-0F53-862E-FA31716F9B3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630832" y="4357949"/>
            <a:ext cx="914400" cy="914400"/>
          </a:xfrm>
          <a:prstGeom prst="rect">
            <a:avLst/>
          </a:prstGeom>
        </p:spPr>
      </p:pic>
      <p:pic>
        <p:nvPicPr>
          <p:cNvPr id="16" name="图形 15" descr="戏院 纯色填充">
            <a:extLst>
              <a:ext uri="{FF2B5EF4-FFF2-40B4-BE49-F238E27FC236}">
                <a16:creationId xmlns:a16="http://schemas.microsoft.com/office/drawing/2014/main" id="{CD399D03-692C-9803-13BD-9E420E5BA4C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169517" y="4630170"/>
            <a:ext cx="914400" cy="914400"/>
          </a:xfrm>
          <a:prstGeom prst="rect">
            <a:avLst/>
          </a:prstGeom>
        </p:spPr>
      </p:pic>
      <p:pic>
        <p:nvPicPr>
          <p:cNvPr id="17" name="图形 16" descr="维恩图 纯色填充">
            <a:extLst>
              <a:ext uri="{FF2B5EF4-FFF2-40B4-BE49-F238E27FC236}">
                <a16:creationId xmlns:a16="http://schemas.microsoft.com/office/drawing/2014/main" id="{90ED7255-354D-ECF3-DB6C-54F75601AFB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21476" y="3100177"/>
            <a:ext cx="914400" cy="914400"/>
          </a:xfrm>
          <a:prstGeom prst="rect">
            <a:avLst/>
          </a:prstGeom>
        </p:spPr>
      </p:pic>
      <p:sp>
        <p:nvSpPr>
          <p:cNvPr id="18" name="shield_249995">
            <a:extLst>
              <a:ext uri="{FF2B5EF4-FFF2-40B4-BE49-F238E27FC236}">
                <a16:creationId xmlns:a16="http://schemas.microsoft.com/office/drawing/2014/main" id="{9C146213-1153-C921-C6EC-3396EE6A1180}"/>
              </a:ext>
            </a:extLst>
          </p:cNvPr>
          <p:cNvSpPr/>
          <p:nvPr/>
        </p:nvSpPr>
        <p:spPr>
          <a:xfrm>
            <a:off x="9809778" y="2950638"/>
            <a:ext cx="556508" cy="609685"/>
          </a:xfrm>
          <a:custGeom>
            <a:avLst/>
            <a:gdLst>
              <a:gd name="T0" fmla="*/ 6125 w 6223"/>
              <a:gd name="T1" fmla="*/ 875 h 6828"/>
              <a:gd name="T2" fmla="*/ 3146 w 6223"/>
              <a:gd name="T3" fmla="*/ 6 h 6828"/>
              <a:gd name="T4" fmla="*/ 3140 w 6223"/>
              <a:gd name="T5" fmla="*/ 4 h 6828"/>
              <a:gd name="T6" fmla="*/ 3134 w 6223"/>
              <a:gd name="T7" fmla="*/ 3 h 6828"/>
              <a:gd name="T8" fmla="*/ 3089 w 6223"/>
              <a:gd name="T9" fmla="*/ 3 h 6828"/>
              <a:gd name="T10" fmla="*/ 3083 w 6223"/>
              <a:gd name="T11" fmla="*/ 4 h 6828"/>
              <a:gd name="T12" fmla="*/ 3077 w 6223"/>
              <a:gd name="T13" fmla="*/ 6 h 6828"/>
              <a:gd name="T14" fmla="*/ 98 w 6223"/>
              <a:gd name="T15" fmla="*/ 875 h 6828"/>
              <a:gd name="T16" fmla="*/ 10 w 6223"/>
              <a:gd name="T17" fmla="*/ 1013 h 6828"/>
              <a:gd name="T18" fmla="*/ 630 w 6223"/>
              <a:gd name="T19" fmla="*/ 4985 h 6828"/>
              <a:gd name="T20" fmla="*/ 679 w 6223"/>
              <a:gd name="T21" fmla="*/ 5066 h 6828"/>
              <a:gd name="T22" fmla="*/ 3038 w 6223"/>
              <a:gd name="T23" fmla="*/ 6803 h 6828"/>
              <a:gd name="T24" fmla="*/ 3111 w 6223"/>
              <a:gd name="T25" fmla="*/ 6828 h 6828"/>
              <a:gd name="T26" fmla="*/ 3185 w 6223"/>
              <a:gd name="T27" fmla="*/ 6803 h 6828"/>
              <a:gd name="T28" fmla="*/ 5543 w 6223"/>
              <a:gd name="T29" fmla="*/ 5066 h 6828"/>
              <a:gd name="T30" fmla="*/ 5592 w 6223"/>
              <a:gd name="T31" fmla="*/ 4985 h 6828"/>
              <a:gd name="T32" fmla="*/ 6213 w 6223"/>
              <a:gd name="T33" fmla="*/ 1013 h 6828"/>
              <a:gd name="T34" fmla="*/ 6125 w 6223"/>
              <a:gd name="T35" fmla="*/ 875 h 6828"/>
              <a:gd name="T36" fmla="*/ 1388 w 6223"/>
              <a:gd name="T37" fmla="*/ 5269 h 6828"/>
              <a:gd name="T38" fmla="*/ 878 w 6223"/>
              <a:gd name="T39" fmla="*/ 4896 h 6828"/>
              <a:gd name="T40" fmla="*/ 279 w 6223"/>
              <a:gd name="T41" fmla="*/ 1082 h 6828"/>
              <a:gd name="T42" fmla="*/ 1388 w 6223"/>
              <a:gd name="T43" fmla="*/ 761 h 6828"/>
              <a:gd name="T44" fmla="*/ 1388 w 6223"/>
              <a:gd name="T45" fmla="*/ 5269 h 6828"/>
              <a:gd name="T46" fmla="*/ 3002 w 6223"/>
              <a:gd name="T47" fmla="*/ 6458 h 6828"/>
              <a:gd name="T48" fmla="*/ 1636 w 6223"/>
              <a:gd name="T49" fmla="*/ 5452 h 6828"/>
              <a:gd name="T50" fmla="*/ 1636 w 6223"/>
              <a:gd name="T51" fmla="*/ 689 h 6828"/>
              <a:gd name="T52" fmla="*/ 3002 w 6223"/>
              <a:gd name="T53" fmla="*/ 290 h 6828"/>
              <a:gd name="T54" fmla="*/ 3002 w 6223"/>
              <a:gd name="T55" fmla="*/ 6458 h 6828"/>
              <a:gd name="T56" fmla="*/ 4615 w 6223"/>
              <a:gd name="T57" fmla="*/ 5452 h 6828"/>
              <a:gd name="T58" fmla="*/ 3250 w 6223"/>
              <a:gd name="T59" fmla="*/ 6458 h 6828"/>
              <a:gd name="T60" fmla="*/ 3250 w 6223"/>
              <a:gd name="T61" fmla="*/ 290 h 6828"/>
              <a:gd name="T62" fmla="*/ 4615 w 6223"/>
              <a:gd name="T63" fmla="*/ 689 h 6828"/>
              <a:gd name="T64" fmla="*/ 4615 w 6223"/>
              <a:gd name="T65" fmla="*/ 5452 h 6828"/>
              <a:gd name="T66" fmla="*/ 5362 w 6223"/>
              <a:gd name="T67" fmla="*/ 4896 h 6828"/>
              <a:gd name="T68" fmla="*/ 4863 w 6223"/>
              <a:gd name="T69" fmla="*/ 5269 h 6828"/>
              <a:gd name="T70" fmla="*/ 4863 w 6223"/>
              <a:gd name="T71" fmla="*/ 761 h 6828"/>
              <a:gd name="T72" fmla="*/ 5962 w 6223"/>
              <a:gd name="T73" fmla="*/ 1082 h 6828"/>
              <a:gd name="T74" fmla="*/ 5362 w 6223"/>
              <a:gd name="T75" fmla="*/ 4896 h 6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223" h="6828">
                <a:moveTo>
                  <a:pt x="6125" y="875"/>
                </a:moveTo>
                <a:lnTo>
                  <a:pt x="3146" y="6"/>
                </a:lnTo>
                <a:cubicBezTo>
                  <a:pt x="3144" y="5"/>
                  <a:pt x="3142" y="5"/>
                  <a:pt x="3140" y="4"/>
                </a:cubicBezTo>
                <a:cubicBezTo>
                  <a:pt x="3138" y="4"/>
                  <a:pt x="3136" y="3"/>
                  <a:pt x="3134" y="3"/>
                </a:cubicBezTo>
                <a:cubicBezTo>
                  <a:pt x="3119" y="0"/>
                  <a:pt x="3104" y="0"/>
                  <a:pt x="3089" y="3"/>
                </a:cubicBezTo>
                <a:cubicBezTo>
                  <a:pt x="3087" y="3"/>
                  <a:pt x="3085" y="4"/>
                  <a:pt x="3083" y="4"/>
                </a:cubicBezTo>
                <a:cubicBezTo>
                  <a:pt x="3081" y="5"/>
                  <a:pt x="3079" y="5"/>
                  <a:pt x="3077" y="6"/>
                </a:cubicBezTo>
                <a:lnTo>
                  <a:pt x="98" y="875"/>
                </a:lnTo>
                <a:cubicBezTo>
                  <a:pt x="38" y="892"/>
                  <a:pt x="0" y="951"/>
                  <a:pt x="10" y="1013"/>
                </a:cubicBezTo>
                <a:lnTo>
                  <a:pt x="630" y="4985"/>
                </a:lnTo>
                <a:cubicBezTo>
                  <a:pt x="635" y="5017"/>
                  <a:pt x="653" y="5046"/>
                  <a:pt x="679" y="5066"/>
                </a:cubicBezTo>
                <a:lnTo>
                  <a:pt x="3038" y="6803"/>
                </a:lnTo>
                <a:cubicBezTo>
                  <a:pt x="3060" y="6820"/>
                  <a:pt x="3085" y="6828"/>
                  <a:pt x="3111" y="6828"/>
                </a:cubicBezTo>
                <a:cubicBezTo>
                  <a:pt x="3137" y="6828"/>
                  <a:pt x="3163" y="6820"/>
                  <a:pt x="3185" y="6803"/>
                </a:cubicBezTo>
                <a:lnTo>
                  <a:pt x="5543" y="5066"/>
                </a:lnTo>
                <a:cubicBezTo>
                  <a:pt x="5570" y="5046"/>
                  <a:pt x="5587" y="5017"/>
                  <a:pt x="5592" y="4985"/>
                </a:cubicBezTo>
                <a:lnTo>
                  <a:pt x="6213" y="1013"/>
                </a:lnTo>
                <a:cubicBezTo>
                  <a:pt x="6223" y="951"/>
                  <a:pt x="6185" y="892"/>
                  <a:pt x="6125" y="875"/>
                </a:cubicBezTo>
                <a:close/>
                <a:moveTo>
                  <a:pt x="1388" y="5269"/>
                </a:moveTo>
                <a:lnTo>
                  <a:pt x="878" y="4896"/>
                </a:lnTo>
                <a:lnTo>
                  <a:pt x="279" y="1082"/>
                </a:lnTo>
                <a:lnTo>
                  <a:pt x="1388" y="761"/>
                </a:lnTo>
                <a:lnTo>
                  <a:pt x="1388" y="5269"/>
                </a:lnTo>
                <a:close/>
                <a:moveTo>
                  <a:pt x="3002" y="6458"/>
                </a:moveTo>
                <a:lnTo>
                  <a:pt x="1636" y="5452"/>
                </a:lnTo>
                <a:lnTo>
                  <a:pt x="1636" y="689"/>
                </a:lnTo>
                <a:lnTo>
                  <a:pt x="3002" y="290"/>
                </a:lnTo>
                <a:lnTo>
                  <a:pt x="3002" y="6458"/>
                </a:lnTo>
                <a:close/>
                <a:moveTo>
                  <a:pt x="4615" y="5452"/>
                </a:moveTo>
                <a:lnTo>
                  <a:pt x="3250" y="6458"/>
                </a:lnTo>
                <a:lnTo>
                  <a:pt x="3250" y="290"/>
                </a:lnTo>
                <a:lnTo>
                  <a:pt x="4615" y="689"/>
                </a:lnTo>
                <a:lnTo>
                  <a:pt x="4615" y="5452"/>
                </a:lnTo>
                <a:close/>
                <a:moveTo>
                  <a:pt x="5362" y="4896"/>
                </a:moveTo>
                <a:lnTo>
                  <a:pt x="4863" y="5269"/>
                </a:lnTo>
                <a:lnTo>
                  <a:pt x="4863" y="761"/>
                </a:lnTo>
                <a:lnTo>
                  <a:pt x="5962" y="1082"/>
                </a:lnTo>
                <a:lnTo>
                  <a:pt x="5362" y="48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hield_251619">
            <a:extLst>
              <a:ext uri="{FF2B5EF4-FFF2-40B4-BE49-F238E27FC236}">
                <a16:creationId xmlns:a16="http://schemas.microsoft.com/office/drawing/2014/main" id="{80C55499-54AF-42B3-23F4-F8786D037FB9}"/>
              </a:ext>
            </a:extLst>
          </p:cNvPr>
          <p:cNvSpPr/>
          <p:nvPr/>
        </p:nvSpPr>
        <p:spPr>
          <a:xfrm>
            <a:off x="8256127" y="3255481"/>
            <a:ext cx="550719" cy="609685"/>
          </a:xfrm>
          <a:custGeom>
            <a:avLst/>
            <a:gdLst>
              <a:gd name="connsiteX0" fmla="*/ 274005 w 548030"/>
              <a:gd name="connsiteY0" fmla="*/ 95609 h 606707"/>
              <a:gd name="connsiteX1" fmla="*/ 84437 w 548030"/>
              <a:gd name="connsiteY1" fmla="*/ 147247 h 606707"/>
              <a:gd name="connsiteX2" fmla="*/ 110425 w 548030"/>
              <a:gd name="connsiteY2" fmla="*/ 389617 h 606707"/>
              <a:gd name="connsiteX3" fmla="*/ 274005 w 548030"/>
              <a:gd name="connsiteY3" fmla="*/ 518578 h 606707"/>
              <a:gd name="connsiteX4" fmla="*/ 437674 w 548030"/>
              <a:gd name="connsiteY4" fmla="*/ 389617 h 606707"/>
              <a:gd name="connsiteX5" fmla="*/ 463662 w 548030"/>
              <a:gd name="connsiteY5" fmla="*/ 147247 h 606707"/>
              <a:gd name="connsiteX6" fmla="*/ 270890 w 548030"/>
              <a:gd name="connsiteY6" fmla="*/ 71790 h 606707"/>
              <a:gd name="connsiteX7" fmla="*/ 277209 w 548030"/>
              <a:gd name="connsiteY7" fmla="*/ 71790 h 606707"/>
              <a:gd name="connsiteX8" fmla="*/ 479682 w 548030"/>
              <a:gd name="connsiteY8" fmla="*/ 126894 h 606707"/>
              <a:gd name="connsiteX9" fmla="*/ 488404 w 548030"/>
              <a:gd name="connsiteY9" fmla="*/ 139692 h 606707"/>
              <a:gd name="connsiteX10" fmla="*/ 460814 w 548030"/>
              <a:gd name="connsiteY10" fmla="*/ 397082 h 606707"/>
              <a:gd name="connsiteX11" fmla="*/ 456364 w 548030"/>
              <a:gd name="connsiteY11" fmla="*/ 405170 h 606707"/>
              <a:gd name="connsiteX12" fmla="*/ 281392 w 548030"/>
              <a:gd name="connsiteY12" fmla="*/ 543020 h 606707"/>
              <a:gd name="connsiteX13" fmla="*/ 274005 w 548030"/>
              <a:gd name="connsiteY13" fmla="*/ 545597 h 606707"/>
              <a:gd name="connsiteX14" fmla="*/ 266618 w 548030"/>
              <a:gd name="connsiteY14" fmla="*/ 543020 h 606707"/>
              <a:gd name="connsiteX15" fmla="*/ 91735 w 548030"/>
              <a:gd name="connsiteY15" fmla="*/ 405170 h 606707"/>
              <a:gd name="connsiteX16" fmla="*/ 87285 w 548030"/>
              <a:gd name="connsiteY16" fmla="*/ 397082 h 606707"/>
              <a:gd name="connsiteX17" fmla="*/ 59695 w 548030"/>
              <a:gd name="connsiteY17" fmla="*/ 139692 h 606707"/>
              <a:gd name="connsiteX18" fmla="*/ 68417 w 548030"/>
              <a:gd name="connsiteY18" fmla="*/ 126894 h 606707"/>
              <a:gd name="connsiteX19" fmla="*/ 274014 w 548030"/>
              <a:gd name="connsiteY19" fmla="*/ 24282 h 606707"/>
              <a:gd name="connsiteX20" fmla="*/ 24898 w 548030"/>
              <a:gd name="connsiteY20" fmla="*/ 92087 h 606707"/>
              <a:gd name="connsiteX21" fmla="*/ 58986 w 548030"/>
              <a:gd name="connsiteY21" fmla="*/ 410137 h 606707"/>
              <a:gd name="connsiteX22" fmla="*/ 274014 w 548030"/>
              <a:gd name="connsiteY22" fmla="*/ 579603 h 606707"/>
              <a:gd name="connsiteX23" fmla="*/ 489042 w 548030"/>
              <a:gd name="connsiteY23" fmla="*/ 410137 h 606707"/>
              <a:gd name="connsiteX24" fmla="*/ 523219 w 548030"/>
              <a:gd name="connsiteY24" fmla="*/ 92087 h 606707"/>
              <a:gd name="connsiteX25" fmla="*/ 270899 w 548030"/>
              <a:gd name="connsiteY25" fmla="*/ 466 h 606707"/>
              <a:gd name="connsiteX26" fmla="*/ 277218 w 548030"/>
              <a:gd name="connsiteY26" fmla="*/ 466 h 606707"/>
              <a:gd name="connsiteX27" fmla="*/ 539239 w 548030"/>
              <a:gd name="connsiteY27" fmla="*/ 71825 h 606707"/>
              <a:gd name="connsiteX28" fmla="*/ 547961 w 548030"/>
              <a:gd name="connsiteY28" fmla="*/ 84533 h 606707"/>
              <a:gd name="connsiteX29" fmla="*/ 512271 w 548030"/>
              <a:gd name="connsiteY29" fmla="*/ 417601 h 606707"/>
              <a:gd name="connsiteX30" fmla="*/ 507821 w 548030"/>
              <a:gd name="connsiteY30" fmla="*/ 425688 h 606707"/>
              <a:gd name="connsiteX31" fmla="*/ 281401 w 548030"/>
              <a:gd name="connsiteY31" fmla="*/ 604130 h 606707"/>
              <a:gd name="connsiteX32" fmla="*/ 274014 w 548030"/>
              <a:gd name="connsiteY32" fmla="*/ 606707 h 606707"/>
              <a:gd name="connsiteX33" fmla="*/ 266627 w 548030"/>
              <a:gd name="connsiteY33" fmla="*/ 604130 h 606707"/>
              <a:gd name="connsiteX34" fmla="*/ 40296 w 548030"/>
              <a:gd name="connsiteY34" fmla="*/ 425688 h 606707"/>
              <a:gd name="connsiteX35" fmla="*/ 35846 w 548030"/>
              <a:gd name="connsiteY35" fmla="*/ 417601 h 606707"/>
              <a:gd name="connsiteX36" fmla="*/ 67 w 548030"/>
              <a:gd name="connsiteY36" fmla="*/ 84533 h 606707"/>
              <a:gd name="connsiteX37" fmla="*/ 8789 w 548030"/>
              <a:gd name="connsiteY37" fmla="*/ 71825 h 60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48030" h="606707">
                <a:moveTo>
                  <a:pt x="274005" y="95609"/>
                </a:moveTo>
                <a:lnTo>
                  <a:pt x="84437" y="147247"/>
                </a:lnTo>
                <a:lnTo>
                  <a:pt x="110425" y="389617"/>
                </a:lnTo>
                <a:lnTo>
                  <a:pt x="274005" y="518578"/>
                </a:lnTo>
                <a:lnTo>
                  <a:pt x="437674" y="389617"/>
                </a:lnTo>
                <a:lnTo>
                  <a:pt x="463662" y="147247"/>
                </a:lnTo>
                <a:close/>
                <a:moveTo>
                  <a:pt x="270890" y="71790"/>
                </a:moveTo>
                <a:cubicBezTo>
                  <a:pt x="272937" y="71256"/>
                  <a:pt x="275073" y="71256"/>
                  <a:pt x="277209" y="71790"/>
                </a:cubicBezTo>
                <a:lnTo>
                  <a:pt x="479682" y="126894"/>
                </a:lnTo>
                <a:cubicBezTo>
                  <a:pt x="485378" y="128494"/>
                  <a:pt x="489027" y="133826"/>
                  <a:pt x="488404" y="139692"/>
                </a:cubicBezTo>
                <a:lnTo>
                  <a:pt x="460814" y="397082"/>
                </a:lnTo>
                <a:cubicBezTo>
                  <a:pt x="460458" y="400282"/>
                  <a:pt x="458856" y="403215"/>
                  <a:pt x="456364" y="405170"/>
                </a:cubicBezTo>
                <a:lnTo>
                  <a:pt x="281392" y="543020"/>
                </a:lnTo>
                <a:cubicBezTo>
                  <a:pt x="279256" y="544797"/>
                  <a:pt x="276675" y="545597"/>
                  <a:pt x="274005" y="545597"/>
                </a:cubicBezTo>
                <a:cubicBezTo>
                  <a:pt x="271424" y="545597"/>
                  <a:pt x="268843" y="544797"/>
                  <a:pt x="266618" y="543020"/>
                </a:cubicBezTo>
                <a:lnTo>
                  <a:pt x="91735" y="405170"/>
                </a:lnTo>
                <a:cubicBezTo>
                  <a:pt x="89243" y="403215"/>
                  <a:pt x="87641" y="400282"/>
                  <a:pt x="87285" y="397082"/>
                </a:cubicBezTo>
                <a:lnTo>
                  <a:pt x="59695" y="139692"/>
                </a:lnTo>
                <a:cubicBezTo>
                  <a:pt x="59072" y="133826"/>
                  <a:pt x="62721" y="128494"/>
                  <a:pt x="68417" y="126894"/>
                </a:cubicBezTo>
                <a:close/>
                <a:moveTo>
                  <a:pt x="274014" y="24282"/>
                </a:moveTo>
                <a:lnTo>
                  <a:pt x="24898" y="92087"/>
                </a:lnTo>
                <a:lnTo>
                  <a:pt x="58986" y="410137"/>
                </a:lnTo>
                <a:lnTo>
                  <a:pt x="274014" y="579603"/>
                </a:lnTo>
                <a:lnTo>
                  <a:pt x="489042" y="410137"/>
                </a:lnTo>
                <a:lnTo>
                  <a:pt x="523219" y="92087"/>
                </a:lnTo>
                <a:close/>
                <a:moveTo>
                  <a:pt x="270899" y="466"/>
                </a:moveTo>
                <a:cubicBezTo>
                  <a:pt x="272946" y="-156"/>
                  <a:pt x="275082" y="-156"/>
                  <a:pt x="277218" y="466"/>
                </a:cubicBezTo>
                <a:lnTo>
                  <a:pt x="539239" y="71825"/>
                </a:lnTo>
                <a:cubicBezTo>
                  <a:pt x="544935" y="73336"/>
                  <a:pt x="548584" y="78757"/>
                  <a:pt x="547961" y="84533"/>
                </a:cubicBezTo>
                <a:lnTo>
                  <a:pt x="512271" y="417601"/>
                </a:lnTo>
                <a:cubicBezTo>
                  <a:pt x="511915" y="420800"/>
                  <a:pt x="510313" y="423733"/>
                  <a:pt x="507821" y="425688"/>
                </a:cubicBezTo>
                <a:lnTo>
                  <a:pt x="281401" y="604130"/>
                </a:lnTo>
                <a:cubicBezTo>
                  <a:pt x="279265" y="605819"/>
                  <a:pt x="276684" y="606707"/>
                  <a:pt x="274014" y="606707"/>
                </a:cubicBezTo>
                <a:cubicBezTo>
                  <a:pt x="271433" y="606707"/>
                  <a:pt x="268852" y="605819"/>
                  <a:pt x="266627" y="604130"/>
                </a:cubicBezTo>
                <a:lnTo>
                  <a:pt x="40296" y="425688"/>
                </a:lnTo>
                <a:cubicBezTo>
                  <a:pt x="37804" y="423733"/>
                  <a:pt x="36202" y="420800"/>
                  <a:pt x="35846" y="417601"/>
                </a:cubicBezTo>
                <a:lnTo>
                  <a:pt x="67" y="84533"/>
                </a:lnTo>
                <a:cubicBezTo>
                  <a:pt x="-556" y="78757"/>
                  <a:pt x="3182" y="73336"/>
                  <a:pt x="8789" y="718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hield_250039">
            <a:extLst>
              <a:ext uri="{FF2B5EF4-FFF2-40B4-BE49-F238E27FC236}">
                <a16:creationId xmlns:a16="http://schemas.microsoft.com/office/drawing/2014/main" id="{763B1C33-B57F-D1A3-DD2C-F7C0D4FBFBEC}"/>
              </a:ext>
            </a:extLst>
          </p:cNvPr>
          <p:cNvSpPr/>
          <p:nvPr/>
        </p:nvSpPr>
        <p:spPr>
          <a:xfrm>
            <a:off x="10508710" y="3255481"/>
            <a:ext cx="512549" cy="609685"/>
          </a:xfrm>
          <a:custGeom>
            <a:avLst/>
            <a:gdLst>
              <a:gd name="T0" fmla="*/ 5685 w 5731"/>
              <a:gd name="T1" fmla="*/ 1611 h 6828"/>
              <a:gd name="T2" fmla="*/ 5591 w 5731"/>
              <a:gd name="T3" fmla="*/ 1584 h 6828"/>
              <a:gd name="T4" fmla="*/ 5261 w 5731"/>
              <a:gd name="T5" fmla="*/ 1606 h 6828"/>
              <a:gd name="T6" fmla="*/ 2946 w 5731"/>
              <a:gd name="T7" fmla="*/ 49 h 6828"/>
              <a:gd name="T8" fmla="*/ 2857 w 5731"/>
              <a:gd name="T9" fmla="*/ 1 h 6828"/>
              <a:gd name="T10" fmla="*/ 2765 w 5731"/>
              <a:gd name="T11" fmla="*/ 41 h 6828"/>
              <a:gd name="T12" fmla="*/ 2612 w 5731"/>
              <a:gd name="T13" fmla="*/ 221 h 6828"/>
              <a:gd name="T14" fmla="*/ 445 w 5731"/>
              <a:gd name="T15" fmla="*/ 1606 h 6828"/>
              <a:gd name="T16" fmla="*/ 116 w 5731"/>
              <a:gd name="T17" fmla="*/ 1584 h 6828"/>
              <a:gd name="T18" fmla="*/ 32 w 5731"/>
              <a:gd name="T19" fmla="*/ 1611 h 6828"/>
              <a:gd name="T20" fmla="*/ 0 w 5731"/>
              <a:gd name="T21" fmla="*/ 1697 h 6828"/>
              <a:gd name="T22" fmla="*/ 0 w 5731"/>
              <a:gd name="T23" fmla="*/ 1720 h 6828"/>
              <a:gd name="T24" fmla="*/ 110 w 5731"/>
              <a:gd name="T25" fmla="*/ 3072 h 6828"/>
              <a:gd name="T26" fmla="*/ 115 w 5731"/>
              <a:gd name="T27" fmla="*/ 3143 h 6828"/>
              <a:gd name="T28" fmla="*/ 121 w 5731"/>
              <a:gd name="T29" fmla="*/ 3159 h 6828"/>
              <a:gd name="T30" fmla="*/ 563 w 5731"/>
              <a:gd name="T31" fmla="*/ 4611 h 6828"/>
              <a:gd name="T32" fmla="*/ 570 w 5731"/>
              <a:gd name="T33" fmla="*/ 4633 h 6828"/>
              <a:gd name="T34" fmla="*/ 580 w 5731"/>
              <a:gd name="T35" fmla="*/ 4651 h 6828"/>
              <a:gd name="T36" fmla="*/ 2827 w 5731"/>
              <a:gd name="T37" fmla="*/ 6825 h 6828"/>
              <a:gd name="T38" fmla="*/ 2852 w 5731"/>
              <a:gd name="T39" fmla="*/ 6828 h 6828"/>
              <a:gd name="T40" fmla="*/ 2884 w 5731"/>
              <a:gd name="T41" fmla="*/ 6825 h 6828"/>
              <a:gd name="T42" fmla="*/ 5731 w 5731"/>
              <a:gd name="T43" fmla="*/ 1720 h 6828"/>
              <a:gd name="T44" fmla="*/ 5731 w 5731"/>
              <a:gd name="T45" fmla="*/ 1697 h 6828"/>
              <a:gd name="T46" fmla="*/ 5685 w 5731"/>
              <a:gd name="T47" fmla="*/ 1611 h 6828"/>
              <a:gd name="T48" fmla="*/ 216 w 5731"/>
              <a:gd name="T49" fmla="*/ 1825 h 6828"/>
              <a:gd name="T50" fmla="*/ 445 w 5731"/>
              <a:gd name="T51" fmla="*/ 1835 h 6828"/>
              <a:gd name="T52" fmla="*/ 2787 w 5731"/>
              <a:gd name="T53" fmla="*/ 369 h 6828"/>
              <a:gd name="T54" fmla="*/ 2845 w 5731"/>
              <a:gd name="T55" fmla="*/ 301 h 6828"/>
              <a:gd name="T56" fmla="*/ 3811 w 5731"/>
              <a:gd name="T57" fmla="*/ 1336 h 6828"/>
              <a:gd name="T58" fmla="*/ 311 w 5731"/>
              <a:gd name="T59" fmla="*/ 2927 h 6828"/>
              <a:gd name="T60" fmla="*/ 216 w 5731"/>
              <a:gd name="T61" fmla="*/ 1825 h 6828"/>
              <a:gd name="T62" fmla="*/ 2852 w 5731"/>
              <a:gd name="T63" fmla="*/ 6595 h 6828"/>
              <a:gd name="T64" fmla="*/ 1696 w 5731"/>
              <a:gd name="T65" fmla="*/ 5921 h 6828"/>
              <a:gd name="T66" fmla="*/ 5095 w 5731"/>
              <a:gd name="T67" fmla="*/ 4116 h 6828"/>
              <a:gd name="T68" fmla="*/ 2852 w 5731"/>
              <a:gd name="T69" fmla="*/ 6595 h 6828"/>
              <a:gd name="T70" fmla="*/ 5196 w 5731"/>
              <a:gd name="T71" fmla="*/ 3802 h 6828"/>
              <a:gd name="T72" fmla="*/ 1537 w 5731"/>
              <a:gd name="T73" fmla="*/ 5746 h 6828"/>
              <a:gd name="T74" fmla="*/ 1532 w 5731"/>
              <a:gd name="T75" fmla="*/ 5749 h 6828"/>
              <a:gd name="T76" fmla="*/ 824 w 5731"/>
              <a:gd name="T77" fmla="*/ 4644 h 6828"/>
              <a:gd name="T78" fmla="*/ 5443 w 5731"/>
              <a:gd name="T79" fmla="*/ 2554 h 6828"/>
              <a:gd name="T80" fmla="*/ 5196 w 5731"/>
              <a:gd name="T81" fmla="*/ 3802 h 6828"/>
              <a:gd name="T82" fmla="*/ 5467 w 5731"/>
              <a:gd name="T83" fmla="*/ 2296 h 6828"/>
              <a:gd name="T84" fmla="*/ 5441 w 5731"/>
              <a:gd name="T85" fmla="*/ 2304 h 6828"/>
              <a:gd name="T86" fmla="*/ 732 w 5731"/>
              <a:gd name="T87" fmla="*/ 4434 h 6828"/>
              <a:gd name="T88" fmla="*/ 352 w 5731"/>
              <a:gd name="T89" fmla="*/ 3160 h 6828"/>
              <a:gd name="T90" fmla="*/ 4033 w 5731"/>
              <a:gd name="T91" fmla="*/ 1487 h 6828"/>
              <a:gd name="T92" fmla="*/ 5259 w 5731"/>
              <a:gd name="T93" fmla="*/ 1835 h 6828"/>
              <a:gd name="T94" fmla="*/ 5488 w 5731"/>
              <a:gd name="T95" fmla="*/ 1825 h 6828"/>
              <a:gd name="T96" fmla="*/ 5467 w 5731"/>
              <a:gd name="T97" fmla="*/ 2296 h 6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731" h="6828">
                <a:moveTo>
                  <a:pt x="5685" y="1611"/>
                </a:moveTo>
                <a:cubicBezTo>
                  <a:pt x="5660" y="1589"/>
                  <a:pt x="5624" y="1579"/>
                  <a:pt x="5591" y="1584"/>
                </a:cubicBezTo>
                <a:cubicBezTo>
                  <a:pt x="5483" y="1598"/>
                  <a:pt x="5371" y="1606"/>
                  <a:pt x="5261" y="1606"/>
                </a:cubicBezTo>
                <a:cubicBezTo>
                  <a:pt x="4205" y="1606"/>
                  <a:pt x="3524" y="858"/>
                  <a:pt x="2946" y="49"/>
                </a:cubicBezTo>
                <a:cubicBezTo>
                  <a:pt x="2926" y="20"/>
                  <a:pt x="2893" y="3"/>
                  <a:pt x="2857" y="1"/>
                </a:cubicBezTo>
                <a:cubicBezTo>
                  <a:pt x="2822" y="0"/>
                  <a:pt x="2788" y="14"/>
                  <a:pt x="2765" y="41"/>
                </a:cubicBezTo>
                <a:cubicBezTo>
                  <a:pt x="2714" y="101"/>
                  <a:pt x="2663" y="161"/>
                  <a:pt x="2612" y="221"/>
                </a:cubicBezTo>
                <a:cubicBezTo>
                  <a:pt x="1982" y="964"/>
                  <a:pt x="1438" y="1606"/>
                  <a:pt x="445" y="1606"/>
                </a:cubicBezTo>
                <a:cubicBezTo>
                  <a:pt x="335" y="1606"/>
                  <a:pt x="224" y="1598"/>
                  <a:pt x="116" y="1584"/>
                </a:cubicBezTo>
                <a:cubicBezTo>
                  <a:pt x="84" y="1579"/>
                  <a:pt x="57" y="1589"/>
                  <a:pt x="32" y="1611"/>
                </a:cubicBezTo>
                <a:cubicBezTo>
                  <a:pt x="7" y="1633"/>
                  <a:pt x="0" y="1664"/>
                  <a:pt x="0" y="1697"/>
                </a:cubicBezTo>
                <a:lnTo>
                  <a:pt x="0" y="1720"/>
                </a:lnTo>
                <a:cubicBezTo>
                  <a:pt x="0" y="2186"/>
                  <a:pt x="34" y="2639"/>
                  <a:pt x="110" y="3072"/>
                </a:cubicBezTo>
                <a:cubicBezTo>
                  <a:pt x="105" y="3095"/>
                  <a:pt x="104" y="3120"/>
                  <a:pt x="115" y="3143"/>
                </a:cubicBezTo>
                <a:cubicBezTo>
                  <a:pt x="117" y="3149"/>
                  <a:pt x="118" y="3154"/>
                  <a:pt x="121" y="3159"/>
                </a:cubicBezTo>
                <a:cubicBezTo>
                  <a:pt x="220" y="3680"/>
                  <a:pt x="369" y="4169"/>
                  <a:pt x="563" y="4611"/>
                </a:cubicBezTo>
                <a:cubicBezTo>
                  <a:pt x="565" y="4619"/>
                  <a:pt x="567" y="4626"/>
                  <a:pt x="570" y="4633"/>
                </a:cubicBezTo>
                <a:cubicBezTo>
                  <a:pt x="573" y="4640"/>
                  <a:pt x="576" y="4645"/>
                  <a:pt x="580" y="4651"/>
                </a:cubicBezTo>
                <a:cubicBezTo>
                  <a:pt x="1091" y="5796"/>
                  <a:pt x="1893" y="6615"/>
                  <a:pt x="2827" y="6825"/>
                </a:cubicBezTo>
                <a:cubicBezTo>
                  <a:pt x="2835" y="6827"/>
                  <a:pt x="2844" y="6828"/>
                  <a:pt x="2852" y="6828"/>
                </a:cubicBezTo>
                <a:cubicBezTo>
                  <a:pt x="2861" y="6828"/>
                  <a:pt x="2876" y="6827"/>
                  <a:pt x="2884" y="6825"/>
                </a:cubicBezTo>
                <a:cubicBezTo>
                  <a:pt x="4503" y="6461"/>
                  <a:pt x="5731" y="4266"/>
                  <a:pt x="5731" y="1720"/>
                </a:cubicBezTo>
                <a:lnTo>
                  <a:pt x="5731" y="1697"/>
                </a:lnTo>
                <a:cubicBezTo>
                  <a:pt x="5731" y="1664"/>
                  <a:pt x="5710" y="1633"/>
                  <a:pt x="5685" y="1611"/>
                </a:cubicBezTo>
                <a:close/>
                <a:moveTo>
                  <a:pt x="216" y="1825"/>
                </a:moveTo>
                <a:cubicBezTo>
                  <a:pt x="292" y="1832"/>
                  <a:pt x="369" y="1835"/>
                  <a:pt x="445" y="1835"/>
                </a:cubicBezTo>
                <a:cubicBezTo>
                  <a:pt x="1544" y="1835"/>
                  <a:pt x="2148" y="1123"/>
                  <a:pt x="2787" y="369"/>
                </a:cubicBezTo>
                <a:cubicBezTo>
                  <a:pt x="2806" y="346"/>
                  <a:pt x="2825" y="324"/>
                  <a:pt x="2845" y="301"/>
                </a:cubicBezTo>
                <a:cubicBezTo>
                  <a:pt x="3130" y="689"/>
                  <a:pt x="3442" y="1057"/>
                  <a:pt x="3811" y="1336"/>
                </a:cubicBezTo>
                <a:lnTo>
                  <a:pt x="311" y="2927"/>
                </a:lnTo>
                <a:cubicBezTo>
                  <a:pt x="254" y="2572"/>
                  <a:pt x="221" y="2203"/>
                  <a:pt x="216" y="1825"/>
                </a:cubicBezTo>
                <a:close/>
                <a:moveTo>
                  <a:pt x="2852" y="6595"/>
                </a:moveTo>
                <a:cubicBezTo>
                  <a:pt x="2432" y="6495"/>
                  <a:pt x="2041" y="6260"/>
                  <a:pt x="1696" y="5921"/>
                </a:cubicBezTo>
                <a:lnTo>
                  <a:pt x="5095" y="4116"/>
                </a:lnTo>
                <a:cubicBezTo>
                  <a:pt x="4638" y="5413"/>
                  <a:pt x="3823" y="6364"/>
                  <a:pt x="2852" y="6595"/>
                </a:cubicBezTo>
                <a:close/>
                <a:moveTo>
                  <a:pt x="5196" y="3802"/>
                </a:moveTo>
                <a:lnTo>
                  <a:pt x="1537" y="5746"/>
                </a:lnTo>
                <a:cubicBezTo>
                  <a:pt x="1536" y="5747"/>
                  <a:pt x="1534" y="5748"/>
                  <a:pt x="1532" y="5749"/>
                </a:cubicBezTo>
                <a:cubicBezTo>
                  <a:pt x="1261" y="5443"/>
                  <a:pt x="1021" y="5069"/>
                  <a:pt x="824" y="4644"/>
                </a:cubicBezTo>
                <a:lnTo>
                  <a:pt x="5443" y="2554"/>
                </a:lnTo>
                <a:cubicBezTo>
                  <a:pt x="5396" y="2991"/>
                  <a:pt x="5312" y="3410"/>
                  <a:pt x="5196" y="3802"/>
                </a:cubicBezTo>
                <a:close/>
                <a:moveTo>
                  <a:pt x="5467" y="2296"/>
                </a:moveTo>
                <a:cubicBezTo>
                  <a:pt x="5458" y="2297"/>
                  <a:pt x="5450" y="2300"/>
                  <a:pt x="5441" y="2304"/>
                </a:cubicBezTo>
                <a:lnTo>
                  <a:pt x="732" y="4434"/>
                </a:lnTo>
                <a:cubicBezTo>
                  <a:pt x="569" y="4043"/>
                  <a:pt x="440" y="3615"/>
                  <a:pt x="352" y="3160"/>
                </a:cubicBezTo>
                <a:lnTo>
                  <a:pt x="4033" y="1487"/>
                </a:lnTo>
                <a:cubicBezTo>
                  <a:pt x="4384" y="1702"/>
                  <a:pt x="4785" y="1835"/>
                  <a:pt x="5259" y="1835"/>
                </a:cubicBezTo>
                <a:cubicBezTo>
                  <a:pt x="5335" y="1835"/>
                  <a:pt x="5412" y="1832"/>
                  <a:pt x="5488" y="1825"/>
                </a:cubicBezTo>
                <a:cubicBezTo>
                  <a:pt x="5486" y="1984"/>
                  <a:pt x="5479" y="2141"/>
                  <a:pt x="5467" y="2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peech-bubble_22262">
            <a:extLst>
              <a:ext uri="{FF2B5EF4-FFF2-40B4-BE49-F238E27FC236}">
                <a16:creationId xmlns:a16="http://schemas.microsoft.com/office/drawing/2014/main" id="{E37B2285-B4E2-192F-CF2C-D0317857711D}"/>
              </a:ext>
            </a:extLst>
          </p:cNvPr>
          <p:cNvSpPr/>
          <p:nvPr/>
        </p:nvSpPr>
        <p:spPr>
          <a:xfrm>
            <a:off x="7258006" y="2133692"/>
            <a:ext cx="609684" cy="602727"/>
          </a:xfrm>
          <a:custGeom>
            <a:avLst/>
            <a:gdLst>
              <a:gd name="connsiteX0" fmla="*/ 440858 w 605945"/>
              <a:gd name="connsiteY0" fmla="*/ 169750 h 599030"/>
              <a:gd name="connsiteX1" fmla="*/ 405036 w 605945"/>
              <a:gd name="connsiteY1" fmla="*/ 205522 h 599030"/>
              <a:gd name="connsiteX2" fmla="*/ 440858 w 605945"/>
              <a:gd name="connsiteY2" fmla="*/ 241295 h 599030"/>
              <a:gd name="connsiteX3" fmla="*/ 476679 w 605945"/>
              <a:gd name="connsiteY3" fmla="*/ 205522 h 599030"/>
              <a:gd name="connsiteX4" fmla="*/ 440858 w 605945"/>
              <a:gd name="connsiteY4" fmla="*/ 169750 h 599030"/>
              <a:gd name="connsiteX5" fmla="*/ 307101 w 605945"/>
              <a:gd name="connsiteY5" fmla="*/ 169750 h 599030"/>
              <a:gd name="connsiteX6" fmla="*/ 271255 w 605945"/>
              <a:gd name="connsiteY6" fmla="*/ 205522 h 599030"/>
              <a:gd name="connsiteX7" fmla="*/ 307101 w 605945"/>
              <a:gd name="connsiteY7" fmla="*/ 241295 h 599030"/>
              <a:gd name="connsiteX8" fmla="*/ 342947 w 605945"/>
              <a:gd name="connsiteY8" fmla="*/ 205522 h 599030"/>
              <a:gd name="connsiteX9" fmla="*/ 307101 w 605945"/>
              <a:gd name="connsiteY9" fmla="*/ 169750 h 599030"/>
              <a:gd name="connsiteX10" fmla="*/ 175814 w 605945"/>
              <a:gd name="connsiteY10" fmla="*/ 169750 h 599030"/>
              <a:gd name="connsiteX11" fmla="*/ 139992 w 605945"/>
              <a:gd name="connsiteY11" fmla="*/ 205522 h 599030"/>
              <a:gd name="connsiteX12" fmla="*/ 175814 w 605945"/>
              <a:gd name="connsiteY12" fmla="*/ 241295 h 599030"/>
              <a:gd name="connsiteX13" fmla="*/ 211635 w 605945"/>
              <a:gd name="connsiteY13" fmla="*/ 205522 h 599030"/>
              <a:gd name="connsiteX14" fmla="*/ 175814 w 605945"/>
              <a:gd name="connsiteY14" fmla="*/ 169750 h 599030"/>
              <a:gd name="connsiteX15" fmla="*/ 440858 w 605945"/>
              <a:gd name="connsiteY15" fmla="*/ 153974 h 599030"/>
              <a:gd name="connsiteX16" fmla="*/ 492476 w 605945"/>
              <a:gd name="connsiteY16" fmla="*/ 205522 h 599030"/>
              <a:gd name="connsiteX17" fmla="*/ 440858 w 605945"/>
              <a:gd name="connsiteY17" fmla="*/ 257070 h 599030"/>
              <a:gd name="connsiteX18" fmla="*/ 389239 w 605945"/>
              <a:gd name="connsiteY18" fmla="*/ 205522 h 599030"/>
              <a:gd name="connsiteX19" fmla="*/ 440858 w 605945"/>
              <a:gd name="connsiteY19" fmla="*/ 153974 h 599030"/>
              <a:gd name="connsiteX20" fmla="*/ 307101 w 605945"/>
              <a:gd name="connsiteY20" fmla="*/ 153974 h 599030"/>
              <a:gd name="connsiteX21" fmla="*/ 358755 w 605945"/>
              <a:gd name="connsiteY21" fmla="*/ 205522 h 599030"/>
              <a:gd name="connsiteX22" fmla="*/ 307101 w 605945"/>
              <a:gd name="connsiteY22" fmla="*/ 257070 h 599030"/>
              <a:gd name="connsiteX23" fmla="*/ 255447 w 605945"/>
              <a:gd name="connsiteY23" fmla="*/ 205522 h 599030"/>
              <a:gd name="connsiteX24" fmla="*/ 307101 w 605945"/>
              <a:gd name="connsiteY24" fmla="*/ 153974 h 599030"/>
              <a:gd name="connsiteX25" fmla="*/ 175814 w 605945"/>
              <a:gd name="connsiteY25" fmla="*/ 153974 h 599030"/>
              <a:gd name="connsiteX26" fmla="*/ 227432 w 605945"/>
              <a:gd name="connsiteY26" fmla="*/ 205522 h 599030"/>
              <a:gd name="connsiteX27" fmla="*/ 175814 w 605945"/>
              <a:gd name="connsiteY27" fmla="*/ 257070 h 599030"/>
              <a:gd name="connsiteX28" fmla="*/ 124195 w 605945"/>
              <a:gd name="connsiteY28" fmla="*/ 205522 h 599030"/>
              <a:gd name="connsiteX29" fmla="*/ 175814 w 605945"/>
              <a:gd name="connsiteY29" fmla="*/ 153974 h 599030"/>
              <a:gd name="connsiteX30" fmla="*/ 15800 w 605945"/>
              <a:gd name="connsiteY30" fmla="*/ 15998 h 599030"/>
              <a:gd name="connsiteX31" fmla="*/ 15800 w 605945"/>
              <a:gd name="connsiteY31" fmla="*/ 404612 h 599030"/>
              <a:gd name="connsiteX32" fmla="*/ 132850 w 605945"/>
              <a:gd name="connsiteY32" fmla="*/ 404612 h 599030"/>
              <a:gd name="connsiteX33" fmla="*/ 132850 w 605945"/>
              <a:gd name="connsiteY33" fmla="*/ 561035 h 599030"/>
              <a:gd name="connsiteX34" fmla="*/ 289732 w 605945"/>
              <a:gd name="connsiteY34" fmla="*/ 404612 h 599030"/>
              <a:gd name="connsiteX35" fmla="*/ 590146 w 605945"/>
              <a:gd name="connsiteY35" fmla="*/ 404612 h 599030"/>
              <a:gd name="connsiteX36" fmla="*/ 590146 w 605945"/>
              <a:gd name="connsiteY36" fmla="*/ 15998 h 599030"/>
              <a:gd name="connsiteX37" fmla="*/ 0 w 605945"/>
              <a:gd name="connsiteY37" fmla="*/ 0 h 599030"/>
              <a:gd name="connsiteX38" fmla="*/ 605945 w 605945"/>
              <a:gd name="connsiteY38" fmla="*/ 0 h 599030"/>
              <a:gd name="connsiteX39" fmla="*/ 605945 w 605945"/>
              <a:gd name="connsiteY39" fmla="*/ 420388 h 599030"/>
              <a:gd name="connsiteX40" fmla="*/ 296185 w 605945"/>
              <a:gd name="connsiteY40" fmla="*/ 420388 h 599030"/>
              <a:gd name="connsiteX41" fmla="*/ 116828 w 605945"/>
              <a:gd name="connsiteY41" fmla="*/ 599030 h 599030"/>
              <a:gd name="connsiteX42" fmla="*/ 117050 w 605945"/>
              <a:gd name="connsiteY42" fmla="*/ 420388 h 599030"/>
              <a:gd name="connsiteX43" fmla="*/ 0 w 605945"/>
              <a:gd name="connsiteY43" fmla="*/ 420388 h 59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05945" h="599030">
                <a:moveTo>
                  <a:pt x="440858" y="169750"/>
                </a:moveTo>
                <a:cubicBezTo>
                  <a:pt x="421056" y="169750"/>
                  <a:pt x="405036" y="185970"/>
                  <a:pt x="405036" y="205522"/>
                </a:cubicBezTo>
                <a:cubicBezTo>
                  <a:pt x="405036" y="225297"/>
                  <a:pt x="421056" y="241295"/>
                  <a:pt x="440858" y="241295"/>
                </a:cubicBezTo>
                <a:cubicBezTo>
                  <a:pt x="460659" y="241295"/>
                  <a:pt x="476679" y="225297"/>
                  <a:pt x="476679" y="205522"/>
                </a:cubicBezTo>
                <a:cubicBezTo>
                  <a:pt x="476679" y="185970"/>
                  <a:pt x="460659" y="169750"/>
                  <a:pt x="440858" y="169750"/>
                </a:cubicBezTo>
                <a:close/>
                <a:moveTo>
                  <a:pt x="307101" y="169750"/>
                </a:moveTo>
                <a:cubicBezTo>
                  <a:pt x="287286" y="169750"/>
                  <a:pt x="271255" y="185970"/>
                  <a:pt x="271255" y="205522"/>
                </a:cubicBezTo>
                <a:cubicBezTo>
                  <a:pt x="271255" y="225297"/>
                  <a:pt x="287286" y="241295"/>
                  <a:pt x="307101" y="241295"/>
                </a:cubicBezTo>
                <a:cubicBezTo>
                  <a:pt x="326694" y="241295"/>
                  <a:pt x="342947" y="225297"/>
                  <a:pt x="342947" y="205522"/>
                </a:cubicBezTo>
                <a:cubicBezTo>
                  <a:pt x="342947" y="185970"/>
                  <a:pt x="326694" y="169750"/>
                  <a:pt x="307101" y="169750"/>
                </a:cubicBezTo>
                <a:close/>
                <a:moveTo>
                  <a:pt x="175814" y="169750"/>
                </a:moveTo>
                <a:cubicBezTo>
                  <a:pt x="156012" y="169750"/>
                  <a:pt x="139992" y="185970"/>
                  <a:pt x="139992" y="205522"/>
                </a:cubicBezTo>
                <a:cubicBezTo>
                  <a:pt x="139992" y="225297"/>
                  <a:pt x="156012" y="241295"/>
                  <a:pt x="175814" y="241295"/>
                </a:cubicBezTo>
                <a:cubicBezTo>
                  <a:pt x="195615" y="241295"/>
                  <a:pt x="211635" y="225297"/>
                  <a:pt x="211635" y="205522"/>
                </a:cubicBezTo>
                <a:cubicBezTo>
                  <a:pt x="211635" y="185970"/>
                  <a:pt x="195615" y="169750"/>
                  <a:pt x="175814" y="169750"/>
                </a:cubicBezTo>
                <a:close/>
                <a:moveTo>
                  <a:pt x="440858" y="153974"/>
                </a:moveTo>
                <a:cubicBezTo>
                  <a:pt x="469337" y="153974"/>
                  <a:pt x="492476" y="177082"/>
                  <a:pt x="492476" y="205522"/>
                </a:cubicBezTo>
                <a:cubicBezTo>
                  <a:pt x="492476" y="233963"/>
                  <a:pt x="469337" y="257070"/>
                  <a:pt x="440858" y="257070"/>
                </a:cubicBezTo>
                <a:cubicBezTo>
                  <a:pt x="412378" y="257070"/>
                  <a:pt x="389239" y="233963"/>
                  <a:pt x="389239" y="205522"/>
                </a:cubicBezTo>
                <a:cubicBezTo>
                  <a:pt x="389239" y="177082"/>
                  <a:pt x="412378" y="153974"/>
                  <a:pt x="440858" y="153974"/>
                </a:cubicBezTo>
                <a:close/>
                <a:moveTo>
                  <a:pt x="307101" y="153974"/>
                </a:moveTo>
                <a:cubicBezTo>
                  <a:pt x="335600" y="153974"/>
                  <a:pt x="358755" y="177082"/>
                  <a:pt x="358755" y="205522"/>
                </a:cubicBezTo>
                <a:cubicBezTo>
                  <a:pt x="358755" y="233963"/>
                  <a:pt x="335600" y="257070"/>
                  <a:pt x="307101" y="257070"/>
                </a:cubicBezTo>
                <a:cubicBezTo>
                  <a:pt x="278602" y="257070"/>
                  <a:pt x="255447" y="233963"/>
                  <a:pt x="255447" y="205522"/>
                </a:cubicBezTo>
                <a:cubicBezTo>
                  <a:pt x="255447" y="177082"/>
                  <a:pt x="278602" y="153974"/>
                  <a:pt x="307101" y="153974"/>
                </a:cubicBezTo>
                <a:close/>
                <a:moveTo>
                  <a:pt x="175814" y="153974"/>
                </a:moveTo>
                <a:cubicBezTo>
                  <a:pt x="204293" y="153974"/>
                  <a:pt x="227432" y="177082"/>
                  <a:pt x="227432" y="205522"/>
                </a:cubicBezTo>
                <a:cubicBezTo>
                  <a:pt x="227432" y="233963"/>
                  <a:pt x="204293" y="257070"/>
                  <a:pt x="175814" y="257070"/>
                </a:cubicBezTo>
                <a:cubicBezTo>
                  <a:pt x="147334" y="257070"/>
                  <a:pt x="124195" y="233963"/>
                  <a:pt x="124195" y="205522"/>
                </a:cubicBezTo>
                <a:cubicBezTo>
                  <a:pt x="124195" y="177082"/>
                  <a:pt x="147334" y="153974"/>
                  <a:pt x="175814" y="153974"/>
                </a:cubicBezTo>
                <a:close/>
                <a:moveTo>
                  <a:pt x="15800" y="15998"/>
                </a:moveTo>
                <a:lnTo>
                  <a:pt x="15800" y="404612"/>
                </a:lnTo>
                <a:lnTo>
                  <a:pt x="132850" y="404612"/>
                </a:lnTo>
                <a:lnTo>
                  <a:pt x="132850" y="561035"/>
                </a:lnTo>
                <a:lnTo>
                  <a:pt x="289732" y="404612"/>
                </a:lnTo>
                <a:lnTo>
                  <a:pt x="590146" y="404612"/>
                </a:lnTo>
                <a:lnTo>
                  <a:pt x="590146" y="15998"/>
                </a:lnTo>
                <a:close/>
                <a:moveTo>
                  <a:pt x="0" y="0"/>
                </a:moveTo>
                <a:lnTo>
                  <a:pt x="605945" y="0"/>
                </a:lnTo>
                <a:lnTo>
                  <a:pt x="605945" y="420388"/>
                </a:lnTo>
                <a:lnTo>
                  <a:pt x="296185" y="420388"/>
                </a:lnTo>
                <a:lnTo>
                  <a:pt x="116828" y="599030"/>
                </a:lnTo>
                <a:lnTo>
                  <a:pt x="117050" y="420388"/>
                </a:lnTo>
                <a:lnTo>
                  <a:pt x="0" y="4203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world-grid_157447">
            <a:extLst>
              <a:ext uri="{FF2B5EF4-FFF2-40B4-BE49-F238E27FC236}">
                <a16:creationId xmlns:a16="http://schemas.microsoft.com/office/drawing/2014/main" id="{ABD7F169-D9C3-A2BA-5FFE-BAA9151EBE32}"/>
              </a:ext>
            </a:extLst>
          </p:cNvPr>
          <p:cNvSpPr/>
          <p:nvPr/>
        </p:nvSpPr>
        <p:spPr>
          <a:xfrm>
            <a:off x="7004674" y="3802574"/>
            <a:ext cx="609685" cy="608652"/>
          </a:xfrm>
          <a:custGeom>
            <a:avLst/>
            <a:gdLst>
              <a:gd name="T0" fmla="*/ 0 w 853"/>
              <a:gd name="T1" fmla="*/ 427 h 853"/>
              <a:gd name="T2" fmla="*/ 853 w 853"/>
              <a:gd name="T3" fmla="*/ 427 h 853"/>
              <a:gd name="T4" fmla="*/ 799 w 853"/>
              <a:gd name="T5" fmla="*/ 280 h 853"/>
              <a:gd name="T6" fmla="*/ 583 w 853"/>
              <a:gd name="T7" fmla="*/ 59 h 853"/>
              <a:gd name="T8" fmla="*/ 674 w 853"/>
              <a:gd name="T9" fmla="*/ 408 h 853"/>
              <a:gd name="T10" fmla="*/ 440 w 853"/>
              <a:gd name="T11" fmla="*/ 547 h 853"/>
              <a:gd name="T12" fmla="*/ 666 w 853"/>
              <a:gd name="T13" fmla="*/ 307 h 853"/>
              <a:gd name="T14" fmla="*/ 520 w 853"/>
              <a:gd name="T15" fmla="*/ 816 h 853"/>
              <a:gd name="T16" fmla="*/ 440 w 853"/>
              <a:gd name="T17" fmla="*/ 573 h 853"/>
              <a:gd name="T18" fmla="*/ 520 w 853"/>
              <a:gd name="T19" fmla="*/ 816 h 853"/>
              <a:gd name="T20" fmla="*/ 270 w 853"/>
              <a:gd name="T21" fmla="*/ 725 h 853"/>
              <a:gd name="T22" fmla="*/ 413 w 853"/>
              <a:gd name="T23" fmla="*/ 573 h 853"/>
              <a:gd name="T24" fmla="*/ 351 w 853"/>
              <a:gd name="T25" fmla="*/ 819 h 853"/>
              <a:gd name="T26" fmla="*/ 193 w 853"/>
              <a:gd name="T27" fmla="*/ 408 h 853"/>
              <a:gd name="T28" fmla="*/ 413 w 853"/>
              <a:gd name="T29" fmla="*/ 307 h 853"/>
              <a:gd name="T30" fmla="*/ 205 w 853"/>
              <a:gd name="T31" fmla="*/ 547 h 853"/>
              <a:gd name="T32" fmla="*/ 327 w 853"/>
              <a:gd name="T33" fmla="*/ 39 h 853"/>
              <a:gd name="T34" fmla="*/ 413 w 853"/>
              <a:gd name="T35" fmla="*/ 280 h 853"/>
              <a:gd name="T36" fmla="*/ 327 w 853"/>
              <a:gd name="T37" fmla="*/ 39 h 853"/>
              <a:gd name="T38" fmla="*/ 440 w 853"/>
              <a:gd name="T39" fmla="*/ 27 h 853"/>
              <a:gd name="T40" fmla="*/ 520 w 853"/>
              <a:gd name="T41" fmla="*/ 38 h 853"/>
              <a:gd name="T42" fmla="*/ 440 w 853"/>
              <a:gd name="T43" fmla="*/ 280 h 853"/>
              <a:gd name="T44" fmla="*/ 177 w 853"/>
              <a:gd name="T45" fmla="*/ 280 h 853"/>
              <a:gd name="T46" fmla="*/ 271 w 853"/>
              <a:gd name="T47" fmla="*/ 58 h 853"/>
              <a:gd name="T48" fmla="*/ 173 w 853"/>
              <a:gd name="T49" fmla="*/ 307 h 853"/>
              <a:gd name="T50" fmla="*/ 179 w 853"/>
              <a:gd name="T51" fmla="*/ 547 h 853"/>
              <a:gd name="T52" fmla="*/ 27 w 853"/>
              <a:gd name="T53" fmla="*/ 427 h 853"/>
              <a:gd name="T54" fmla="*/ 55 w 853"/>
              <a:gd name="T55" fmla="*/ 573 h 853"/>
              <a:gd name="T56" fmla="*/ 297 w 853"/>
              <a:gd name="T57" fmla="*/ 805 h 853"/>
              <a:gd name="T58" fmla="*/ 576 w 853"/>
              <a:gd name="T59" fmla="*/ 798 h 853"/>
              <a:gd name="T60" fmla="*/ 799 w 853"/>
              <a:gd name="T61" fmla="*/ 573 h 853"/>
              <a:gd name="T62" fmla="*/ 808 w 853"/>
              <a:gd name="T63" fmla="*/ 547 h 853"/>
              <a:gd name="T64" fmla="*/ 700 w 853"/>
              <a:gd name="T65" fmla="*/ 408 h 853"/>
              <a:gd name="T66" fmla="*/ 808 w 853"/>
              <a:gd name="T67" fmla="*/ 307 h 853"/>
              <a:gd name="T68" fmla="*/ 808 w 853"/>
              <a:gd name="T69" fmla="*/ 547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53" h="853">
                <a:moveTo>
                  <a:pt x="427" y="0"/>
                </a:moveTo>
                <a:cubicBezTo>
                  <a:pt x="191" y="0"/>
                  <a:pt x="0" y="191"/>
                  <a:pt x="0" y="427"/>
                </a:cubicBezTo>
                <a:cubicBezTo>
                  <a:pt x="0" y="662"/>
                  <a:pt x="191" y="853"/>
                  <a:pt x="427" y="853"/>
                </a:cubicBezTo>
                <a:cubicBezTo>
                  <a:pt x="662" y="853"/>
                  <a:pt x="853" y="662"/>
                  <a:pt x="853" y="427"/>
                </a:cubicBezTo>
                <a:cubicBezTo>
                  <a:pt x="853" y="191"/>
                  <a:pt x="662" y="0"/>
                  <a:pt x="427" y="0"/>
                </a:cubicBezTo>
                <a:close/>
                <a:moveTo>
                  <a:pt x="799" y="280"/>
                </a:moveTo>
                <a:lnTo>
                  <a:pt x="688" y="280"/>
                </a:lnTo>
                <a:cubicBezTo>
                  <a:pt x="667" y="168"/>
                  <a:pt x="620" y="98"/>
                  <a:pt x="583" y="59"/>
                </a:cubicBezTo>
                <a:cubicBezTo>
                  <a:pt x="681" y="101"/>
                  <a:pt x="759" y="181"/>
                  <a:pt x="799" y="280"/>
                </a:cubicBezTo>
                <a:close/>
                <a:moveTo>
                  <a:pt x="674" y="408"/>
                </a:moveTo>
                <a:cubicBezTo>
                  <a:pt x="674" y="460"/>
                  <a:pt x="669" y="506"/>
                  <a:pt x="661" y="547"/>
                </a:cubicBezTo>
                <a:lnTo>
                  <a:pt x="440" y="547"/>
                </a:lnTo>
                <a:lnTo>
                  <a:pt x="440" y="307"/>
                </a:lnTo>
                <a:lnTo>
                  <a:pt x="666" y="307"/>
                </a:lnTo>
                <a:cubicBezTo>
                  <a:pt x="671" y="337"/>
                  <a:pt x="674" y="371"/>
                  <a:pt x="674" y="408"/>
                </a:cubicBezTo>
                <a:close/>
                <a:moveTo>
                  <a:pt x="520" y="816"/>
                </a:moveTo>
                <a:cubicBezTo>
                  <a:pt x="494" y="822"/>
                  <a:pt x="467" y="825"/>
                  <a:pt x="440" y="826"/>
                </a:cubicBezTo>
                <a:lnTo>
                  <a:pt x="440" y="573"/>
                </a:lnTo>
                <a:lnTo>
                  <a:pt x="656" y="573"/>
                </a:lnTo>
                <a:cubicBezTo>
                  <a:pt x="617" y="740"/>
                  <a:pt x="527" y="810"/>
                  <a:pt x="520" y="816"/>
                </a:cubicBezTo>
                <a:close/>
                <a:moveTo>
                  <a:pt x="347" y="816"/>
                </a:moveTo>
                <a:cubicBezTo>
                  <a:pt x="347" y="816"/>
                  <a:pt x="308" y="788"/>
                  <a:pt x="270" y="725"/>
                </a:cubicBezTo>
                <a:cubicBezTo>
                  <a:pt x="250" y="690"/>
                  <a:pt x="226" y="640"/>
                  <a:pt x="211" y="573"/>
                </a:cubicBezTo>
                <a:lnTo>
                  <a:pt x="413" y="573"/>
                </a:lnTo>
                <a:lnTo>
                  <a:pt x="413" y="826"/>
                </a:lnTo>
                <a:cubicBezTo>
                  <a:pt x="392" y="826"/>
                  <a:pt x="371" y="823"/>
                  <a:pt x="351" y="819"/>
                </a:cubicBezTo>
                <a:cubicBezTo>
                  <a:pt x="350" y="818"/>
                  <a:pt x="349" y="817"/>
                  <a:pt x="347" y="816"/>
                </a:cubicBezTo>
                <a:close/>
                <a:moveTo>
                  <a:pt x="193" y="408"/>
                </a:moveTo>
                <a:cubicBezTo>
                  <a:pt x="193" y="371"/>
                  <a:pt x="195" y="337"/>
                  <a:pt x="200" y="307"/>
                </a:cubicBezTo>
                <a:lnTo>
                  <a:pt x="413" y="307"/>
                </a:lnTo>
                <a:lnTo>
                  <a:pt x="413" y="547"/>
                </a:lnTo>
                <a:lnTo>
                  <a:pt x="205" y="547"/>
                </a:lnTo>
                <a:cubicBezTo>
                  <a:pt x="198" y="506"/>
                  <a:pt x="193" y="460"/>
                  <a:pt x="193" y="408"/>
                </a:cubicBezTo>
                <a:close/>
                <a:moveTo>
                  <a:pt x="327" y="39"/>
                </a:moveTo>
                <a:cubicBezTo>
                  <a:pt x="355" y="32"/>
                  <a:pt x="384" y="28"/>
                  <a:pt x="413" y="27"/>
                </a:cubicBezTo>
                <a:lnTo>
                  <a:pt x="413" y="280"/>
                </a:lnTo>
                <a:lnTo>
                  <a:pt x="204" y="280"/>
                </a:lnTo>
                <a:cubicBezTo>
                  <a:pt x="233" y="118"/>
                  <a:pt x="312" y="51"/>
                  <a:pt x="327" y="39"/>
                </a:cubicBezTo>
                <a:close/>
                <a:moveTo>
                  <a:pt x="440" y="280"/>
                </a:moveTo>
                <a:lnTo>
                  <a:pt x="440" y="27"/>
                </a:lnTo>
                <a:cubicBezTo>
                  <a:pt x="467" y="28"/>
                  <a:pt x="494" y="32"/>
                  <a:pt x="520" y="38"/>
                </a:cubicBezTo>
                <a:cubicBezTo>
                  <a:pt x="520" y="38"/>
                  <a:pt x="520" y="38"/>
                  <a:pt x="520" y="38"/>
                </a:cubicBezTo>
                <a:cubicBezTo>
                  <a:pt x="521" y="39"/>
                  <a:pt x="625" y="103"/>
                  <a:pt x="661" y="280"/>
                </a:cubicBezTo>
                <a:lnTo>
                  <a:pt x="440" y="280"/>
                </a:lnTo>
                <a:close/>
                <a:moveTo>
                  <a:pt x="271" y="58"/>
                </a:moveTo>
                <a:cubicBezTo>
                  <a:pt x="239" y="98"/>
                  <a:pt x="196" y="168"/>
                  <a:pt x="177" y="280"/>
                </a:cubicBezTo>
                <a:lnTo>
                  <a:pt x="55" y="280"/>
                </a:lnTo>
                <a:cubicBezTo>
                  <a:pt x="94" y="180"/>
                  <a:pt x="173" y="100"/>
                  <a:pt x="271" y="58"/>
                </a:cubicBezTo>
                <a:close/>
                <a:moveTo>
                  <a:pt x="45" y="307"/>
                </a:moveTo>
                <a:lnTo>
                  <a:pt x="173" y="307"/>
                </a:lnTo>
                <a:cubicBezTo>
                  <a:pt x="169" y="337"/>
                  <a:pt x="167" y="371"/>
                  <a:pt x="167" y="408"/>
                </a:cubicBezTo>
                <a:cubicBezTo>
                  <a:pt x="167" y="459"/>
                  <a:pt x="171" y="505"/>
                  <a:pt x="179" y="547"/>
                </a:cubicBezTo>
                <a:lnTo>
                  <a:pt x="45" y="547"/>
                </a:lnTo>
                <a:cubicBezTo>
                  <a:pt x="33" y="509"/>
                  <a:pt x="27" y="468"/>
                  <a:pt x="27" y="427"/>
                </a:cubicBezTo>
                <a:cubicBezTo>
                  <a:pt x="27" y="385"/>
                  <a:pt x="33" y="345"/>
                  <a:pt x="45" y="307"/>
                </a:cubicBezTo>
                <a:close/>
                <a:moveTo>
                  <a:pt x="55" y="573"/>
                </a:moveTo>
                <a:lnTo>
                  <a:pt x="184" y="573"/>
                </a:lnTo>
                <a:cubicBezTo>
                  <a:pt x="211" y="694"/>
                  <a:pt x="262" y="767"/>
                  <a:pt x="297" y="805"/>
                </a:cubicBezTo>
                <a:cubicBezTo>
                  <a:pt x="186" y="767"/>
                  <a:pt x="98" y="682"/>
                  <a:pt x="55" y="573"/>
                </a:cubicBezTo>
                <a:close/>
                <a:moveTo>
                  <a:pt x="576" y="798"/>
                </a:moveTo>
                <a:cubicBezTo>
                  <a:pt x="611" y="758"/>
                  <a:pt x="658" y="687"/>
                  <a:pt x="683" y="573"/>
                </a:cubicBezTo>
                <a:lnTo>
                  <a:pt x="799" y="573"/>
                </a:lnTo>
                <a:cubicBezTo>
                  <a:pt x="758" y="675"/>
                  <a:pt x="678" y="757"/>
                  <a:pt x="576" y="798"/>
                </a:cubicBezTo>
                <a:close/>
                <a:moveTo>
                  <a:pt x="808" y="547"/>
                </a:moveTo>
                <a:lnTo>
                  <a:pt x="688" y="547"/>
                </a:lnTo>
                <a:cubicBezTo>
                  <a:pt x="695" y="505"/>
                  <a:pt x="700" y="459"/>
                  <a:pt x="700" y="408"/>
                </a:cubicBezTo>
                <a:cubicBezTo>
                  <a:pt x="700" y="371"/>
                  <a:pt x="697" y="337"/>
                  <a:pt x="693" y="307"/>
                </a:cubicBezTo>
                <a:lnTo>
                  <a:pt x="808" y="307"/>
                </a:lnTo>
                <a:cubicBezTo>
                  <a:pt x="820" y="345"/>
                  <a:pt x="827" y="385"/>
                  <a:pt x="827" y="427"/>
                </a:cubicBezTo>
                <a:cubicBezTo>
                  <a:pt x="827" y="468"/>
                  <a:pt x="820" y="509"/>
                  <a:pt x="808" y="5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hree-pieces-pie-chart_16121">
            <a:extLst>
              <a:ext uri="{FF2B5EF4-FFF2-40B4-BE49-F238E27FC236}">
                <a16:creationId xmlns:a16="http://schemas.microsoft.com/office/drawing/2014/main" id="{E3AB9F5A-3082-B3CD-3F8A-093414F77968}"/>
              </a:ext>
            </a:extLst>
          </p:cNvPr>
          <p:cNvSpPr/>
          <p:nvPr/>
        </p:nvSpPr>
        <p:spPr>
          <a:xfrm>
            <a:off x="8983542" y="2804986"/>
            <a:ext cx="609685" cy="608827"/>
          </a:xfrm>
          <a:custGeom>
            <a:avLst/>
            <a:gdLst>
              <a:gd name="T0" fmla="*/ 1820 w 3640"/>
              <a:gd name="T1" fmla="*/ 0 h 3640"/>
              <a:gd name="T2" fmla="*/ 0 w 3640"/>
              <a:gd name="T3" fmla="*/ 1820 h 3640"/>
              <a:gd name="T4" fmla="*/ 1820 w 3640"/>
              <a:gd name="T5" fmla="*/ 3640 h 3640"/>
              <a:gd name="T6" fmla="*/ 3640 w 3640"/>
              <a:gd name="T7" fmla="*/ 1820 h 3640"/>
              <a:gd name="T8" fmla="*/ 1820 w 3640"/>
              <a:gd name="T9" fmla="*/ 0 h 3640"/>
              <a:gd name="T10" fmla="*/ 2976 w 3640"/>
              <a:gd name="T11" fmla="*/ 610 h 3640"/>
              <a:gd name="T12" fmla="*/ 1843 w 3640"/>
              <a:gd name="T13" fmla="*/ 1742 h 3640"/>
              <a:gd name="T14" fmla="*/ 1191 w 3640"/>
              <a:gd name="T15" fmla="*/ 268 h 3640"/>
              <a:gd name="T16" fmla="*/ 1820 w 3640"/>
              <a:gd name="T17" fmla="*/ 145 h 3640"/>
              <a:gd name="T18" fmla="*/ 2976 w 3640"/>
              <a:gd name="T19" fmla="*/ 610 h 3640"/>
              <a:gd name="T20" fmla="*/ 145 w 3640"/>
              <a:gd name="T21" fmla="*/ 1820 h 3640"/>
              <a:gd name="T22" fmla="*/ 1059 w 3640"/>
              <a:gd name="T23" fmla="*/ 329 h 3640"/>
              <a:gd name="T24" fmla="*/ 1733 w 3640"/>
              <a:gd name="T25" fmla="*/ 1852 h 3640"/>
              <a:gd name="T26" fmla="*/ 610 w 3640"/>
              <a:gd name="T27" fmla="*/ 2976 h 3640"/>
              <a:gd name="T28" fmla="*/ 145 w 3640"/>
              <a:gd name="T29" fmla="*/ 1820 h 3640"/>
              <a:gd name="T30" fmla="*/ 1820 w 3640"/>
              <a:gd name="T31" fmla="*/ 3495 h 3640"/>
              <a:gd name="T32" fmla="*/ 714 w 3640"/>
              <a:gd name="T33" fmla="*/ 3076 h 3640"/>
              <a:gd name="T34" fmla="*/ 1871 w 3640"/>
              <a:gd name="T35" fmla="*/ 1920 h 3640"/>
              <a:gd name="T36" fmla="*/ 3076 w 3640"/>
              <a:gd name="T37" fmla="*/ 714 h 3640"/>
              <a:gd name="T38" fmla="*/ 3495 w 3640"/>
              <a:gd name="T39" fmla="*/ 1820 h 3640"/>
              <a:gd name="T40" fmla="*/ 1820 w 3640"/>
              <a:gd name="T41" fmla="*/ 3495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40" h="3640">
                <a:moveTo>
                  <a:pt x="1820" y="0"/>
                </a:moveTo>
                <a:cubicBezTo>
                  <a:pt x="816" y="0"/>
                  <a:pt x="0" y="816"/>
                  <a:pt x="0" y="1820"/>
                </a:cubicBezTo>
                <a:cubicBezTo>
                  <a:pt x="0" y="2823"/>
                  <a:pt x="816" y="3640"/>
                  <a:pt x="1820" y="3640"/>
                </a:cubicBezTo>
                <a:cubicBezTo>
                  <a:pt x="2823" y="3640"/>
                  <a:pt x="3640" y="2823"/>
                  <a:pt x="3640" y="1820"/>
                </a:cubicBezTo>
                <a:cubicBezTo>
                  <a:pt x="3640" y="816"/>
                  <a:pt x="2823" y="0"/>
                  <a:pt x="1820" y="0"/>
                </a:cubicBezTo>
                <a:close/>
                <a:moveTo>
                  <a:pt x="2976" y="610"/>
                </a:moveTo>
                <a:lnTo>
                  <a:pt x="1843" y="1742"/>
                </a:lnTo>
                <a:lnTo>
                  <a:pt x="1191" y="268"/>
                </a:lnTo>
                <a:cubicBezTo>
                  <a:pt x="1385" y="189"/>
                  <a:pt x="1597" y="145"/>
                  <a:pt x="1820" y="145"/>
                </a:cubicBezTo>
                <a:cubicBezTo>
                  <a:pt x="2268" y="145"/>
                  <a:pt x="2675" y="322"/>
                  <a:pt x="2976" y="610"/>
                </a:cubicBezTo>
                <a:close/>
                <a:moveTo>
                  <a:pt x="145" y="1820"/>
                </a:moveTo>
                <a:cubicBezTo>
                  <a:pt x="145" y="1170"/>
                  <a:pt x="517" y="606"/>
                  <a:pt x="1059" y="329"/>
                </a:cubicBezTo>
                <a:lnTo>
                  <a:pt x="1733" y="1852"/>
                </a:lnTo>
                <a:lnTo>
                  <a:pt x="610" y="2976"/>
                </a:lnTo>
                <a:cubicBezTo>
                  <a:pt x="322" y="2675"/>
                  <a:pt x="145" y="2268"/>
                  <a:pt x="145" y="1820"/>
                </a:cubicBezTo>
                <a:close/>
                <a:moveTo>
                  <a:pt x="1820" y="3495"/>
                </a:moveTo>
                <a:cubicBezTo>
                  <a:pt x="1396" y="3495"/>
                  <a:pt x="1010" y="3337"/>
                  <a:pt x="714" y="3076"/>
                </a:cubicBezTo>
                <a:lnTo>
                  <a:pt x="1871" y="1920"/>
                </a:lnTo>
                <a:lnTo>
                  <a:pt x="3076" y="714"/>
                </a:lnTo>
                <a:cubicBezTo>
                  <a:pt x="3336" y="1010"/>
                  <a:pt x="3495" y="1396"/>
                  <a:pt x="3495" y="1820"/>
                </a:cubicBezTo>
                <a:cubicBezTo>
                  <a:pt x="3495" y="2743"/>
                  <a:pt x="2743" y="3495"/>
                  <a:pt x="1820" y="34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wifi_159301">
            <a:extLst>
              <a:ext uri="{FF2B5EF4-FFF2-40B4-BE49-F238E27FC236}">
                <a16:creationId xmlns:a16="http://schemas.microsoft.com/office/drawing/2014/main" id="{70D5F452-9B62-7C48-891A-26358C039067}"/>
              </a:ext>
            </a:extLst>
          </p:cNvPr>
          <p:cNvSpPr/>
          <p:nvPr/>
        </p:nvSpPr>
        <p:spPr>
          <a:xfrm>
            <a:off x="2913997" y="3920749"/>
            <a:ext cx="609685" cy="581783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1318" h="554715">
                <a:moveTo>
                  <a:pt x="286558" y="416548"/>
                </a:moveTo>
                <a:lnTo>
                  <a:pt x="453108" y="416548"/>
                </a:lnTo>
                <a:cubicBezTo>
                  <a:pt x="461031" y="416548"/>
                  <a:pt x="467529" y="422946"/>
                  <a:pt x="467707" y="431120"/>
                </a:cubicBezTo>
                <a:cubicBezTo>
                  <a:pt x="467707" y="439206"/>
                  <a:pt x="461120" y="445692"/>
                  <a:pt x="453108" y="445692"/>
                </a:cubicBezTo>
                <a:lnTo>
                  <a:pt x="286558" y="445692"/>
                </a:lnTo>
                <a:cubicBezTo>
                  <a:pt x="278457" y="445692"/>
                  <a:pt x="271959" y="439206"/>
                  <a:pt x="271959" y="431120"/>
                </a:cubicBezTo>
                <a:cubicBezTo>
                  <a:pt x="271959" y="423034"/>
                  <a:pt x="278457" y="416548"/>
                  <a:pt x="286558" y="416548"/>
                </a:cubicBezTo>
                <a:close/>
                <a:moveTo>
                  <a:pt x="150587" y="413584"/>
                </a:moveTo>
                <a:cubicBezTo>
                  <a:pt x="160213" y="413584"/>
                  <a:pt x="168017" y="421388"/>
                  <a:pt x="168017" y="431014"/>
                </a:cubicBezTo>
                <a:cubicBezTo>
                  <a:pt x="168017" y="440640"/>
                  <a:pt x="160213" y="448444"/>
                  <a:pt x="150587" y="448444"/>
                </a:cubicBezTo>
                <a:cubicBezTo>
                  <a:pt x="140961" y="448444"/>
                  <a:pt x="133157" y="440640"/>
                  <a:pt x="133157" y="431014"/>
                </a:cubicBezTo>
                <a:cubicBezTo>
                  <a:pt x="133157" y="421388"/>
                  <a:pt x="140961" y="413584"/>
                  <a:pt x="150587" y="413584"/>
                </a:cubicBezTo>
                <a:close/>
                <a:moveTo>
                  <a:pt x="63098" y="336490"/>
                </a:moveTo>
                <a:cubicBezTo>
                  <a:pt x="44409" y="336490"/>
                  <a:pt x="29101" y="351773"/>
                  <a:pt x="29101" y="370432"/>
                </a:cubicBezTo>
                <a:lnTo>
                  <a:pt x="29101" y="491540"/>
                </a:lnTo>
                <a:cubicBezTo>
                  <a:pt x="29101" y="510288"/>
                  <a:pt x="44409" y="525571"/>
                  <a:pt x="63098" y="525571"/>
                </a:cubicBezTo>
                <a:lnTo>
                  <a:pt x="518042" y="525571"/>
                </a:lnTo>
                <a:cubicBezTo>
                  <a:pt x="536820" y="525571"/>
                  <a:pt x="552128" y="510288"/>
                  <a:pt x="552128" y="491540"/>
                </a:cubicBezTo>
                <a:lnTo>
                  <a:pt x="552217" y="491540"/>
                </a:lnTo>
                <a:lnTo>
                  <a:pt x="552217" y="370432"/>
                </a:lnTo>
                <a:cubicBezTo>
                  <a:pt x="552217" y="351773"/>
                  <a:pt x="536909" y="336490"/>
                  <a:pt x="518220" y="336490"/>
                </a:cubicBezTo>
                <a:close/>
                <a:moveTo>
                  <a:pt x="63098" y="307524"/>
                </a:moveTo>
                <a:lnTo>
                  <a:pt x="518042" y="307524"/>
                </a:lnTo>
                <a:cubicBezTo>
                  <a:pt x="552840" y="307524"/>
                  <a:pt x="581229" y="335779"/>
                  <a:pt x="581318" y="370432"/>
                </a:cubicBezTo>
                <a:lnTo>
                  <a:pt x="581318" y="491629"/>
                </a:lnTo>
                <a:cubicBezTo>
                  <a:pt x="581318" y="526460"/>
                  <a:pt x="552929" y="554715"/>
                  <a:pt x="518220" y="554715"/>
                </a:cubicBezTo>
                <a:lnTo>
                  <a:pt x="63098" y="554715"/>
                </a:lnTo>
                <a:cubicBezTo>
                  <a:pt x="28211" y="554715"/>
                  <a:pt x="0" y="526371"/>
                  <a:pt x="0" y="491629"/>
                </a:cubicBezTo>
                <a:lnTo>
                  <a:pt x="0" y="370610"/>
                </a:lnTo>
                <a:cubicBezTo>
                  <a:pt x="0" y="335779"/>
                  <a:pt x="28389" y="307524"/>
                  <a:pt x="63098" y="307524"/>
                </a:cubicBezTo>
                <a:close/>
                <a:moveTo>
                  <a:pt x="292352" y="207815"/>
                </a:moveTo>
                <a:cubicBezTo>
                  <a:pt x="310147" y="207815"/>
                  <a:pt x="327230" y="213146"/>
                  <a:pt x="341643" y="223453"/>
                </a:cubicBezTo>
                <a:cubicBezTo>
                  <a:pt x="348139" y="228073"/>
                  <a:pt x="349651" y="237136"/>
                  <a:pt x="345024" y="243710"/>
                </a:cubicBezTo>
                <a:cubicBezTo>
                  <a:pt x="342177" y="247709"/>
                  <a:pt x="337729" y="249841"/>
                  <a:pt x="333191" y="249841"/>
                </a:cubicBezTo>
                <a:cubicBezTo>
                  <a:pt x="330255" y="249841"/>
                  <a:pt x="327408" y="248864"/>
                  <a:pt x="324738" y="247087"/>
                </a:cubicBezTo>
                <a:cubicBezTo>
                  <a:pt x="315396" y="240334"/>
                  <a:pt x="304097" y="236780"/>
                  <a:pt x="292352" y="236780"/>
                </a:cubicBezTo>
                <a:cubicBezTo>
                  <a:pt x="280608" y="236780"/>
                  <a:pt x="269486" y="240334"/>
                  <a:pt x="259966" y="247087"/>
                </a:cubicBezTo>
                <a:cubicBezTo>
                  <a:pt x="253471" y="251707"/>
                  <a:pt x="244306" y="250196"/>
                  <a:pt x="239680" y="243710"/>
                </a:cubicBezTo>
                <a:cubicBezTo>
                  <a:pt x="235053" y="237136"/>
                  <a:pt x="236655" y="228073"/>
                  <a:pt x="243150" y="223453"/>
                </a:cubicBezTo>
                <a:cubicBezTo>
                  <a:pt x="257474" y="213235"/>
                  <a:pt x="274557" y="207815"/>
                  <a:pt x="292352" y="207815"/>
                </a:cubicBezTo>
                <a:close/>
                <a:moveTo>
                  <a:pt x="292353" y="104155"/>
                </a:moveTo>
                <a:cubicBezTo>
                  <a:pt x="333109" y="104155"/>
                  <a:pt x="371997" y="116511"/>
                  <a:pt x="405011" y="139890"/>
                </a:cubicBezTo>
                <a:cubicBezTo>
                  <a:pt x="411507" y="144512"/>
                  <a:pt x="413020" y="153579"/>
                  <a:pt x="408393" y="160158"/>
                </a:cubicBezTo>
                <a:cubicBezTo>
                  <a:pt x="405545" y="164158"/>
                  <a:pt x="401096" y="166291"/>
                  <a:pt x="396557" y="166291"/>
                </a:cubicBezTo>
                <a:cubicBezTo>
                  <a:pt x="393710" y="166291"/>
                  <a:pt x="390773" y="165491"/>
                  <a:pt x="388371" y="163535"/>
                </a:cubicBezTo>
                <a:cubicBezTo>
                  <a:pt x="360339" y="143801"/>
                  <a:pt x="327147" y="133223"/>
                  <a:pt x="292531" y="133223"/>
                </a:cubicBezTo>
                <a:cubicBezTo>
                  <a:pt x="257737" y="133223"/>
                  <a:pt x="224634" y="143623"/>
                  <a:pt x="196603" y="163535"/>
                </a:cubicBezTo>
                <a:cubicBezTo>
                  <a:pt x="190106" y="168158"/>
                  <a:pt x="180941" y="166647"/>
                  <a:pt x="176313" y="160158"/>
                </a:cubicBezTo>
                <a:cubicBezTo>
                  <a:pt x="171686" y="153579"/>
                  <a:pt x="173288" y="144512"/>
                  <a:pt x="179784" y="139890"/>
                </a:cubicBezTo>
                <a:cubicBezTo>
                  <a:pt x="212620" y="116511"/>
                  <a:pt x="251686" y="104155"/>
                  <a:pt x="292353" y="104155"/>
                </a:cubicBezTo>
                <a:close/>
                <a:moveTo>
                  <a:pt x="292343" y="0"/>
                </a:moveTo>
                <a:cubicBezTo>
                  <a:pt x="359806" y="0"/>
                  <a:pt x="424333" y="20529"/>
                  <a:pt x="478802" y="59010"/>
                </a:cubicBezTo>
                <a:cubicBezTo>
                  <a:pt x="485299" y="63631"/>
                  <a:pt x="486901" y="72785"/>
                  <a:pt x="482273" y="79273"/>
                </a:cubicBezTo>
                <a:cubicBezTo>
                  <a:pt x="479425" y="83361"/>
                  <a:pt x="474886" y="85494"/>
                  <a:pt x="470347" y="85494"/>
                </a:cubicBezTo>
                <a:cubicBezTo>
                  <a:pt x="467410" y="85494"/>
                  <a:pt x="464562" y="84605"/>
                  <a:pt x="461981" y="82739"/>
                </a:cubicBezTo>
                <a:cubicBezTo>
                  <a:pt x="412318" y="47635"/>
                  <a:pt x="353754" y="29061"/>
                  <a:pt x="292343" y="29061"/>
                </a:cubicBezTo>
                <a:cubicBezTo>
                  <a:pt x="231021" y="29061"/>
                  <a:pt x="172369" y="47635"/>
                  <a:pt x="122794" y="82739"/>
                </a:cubicBezTo>
                <a:cubicBezTo>
                  <a:pt x="116297" y="87360"/>
                  <a:pt x="107130" y="85849"/>
                  <a:pt x="102502" y="79273"/>
                </a:cubicBezTo>
                <a:cubicBezTo>
                  <a:pt x="97874" y="72785"/>
                  <a:pt x="99387" y="63631"/>
                  <a:pt x="105973" y="59010"/>
                </a:cubicBezTo>
                <a:cubicBezTo>
                  <a:pt x="160442" y="20440"/>
                  <a:pt x="224969" y="0"/>
                  <a:pt x="292343" y="0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vinyl_325420">
            <a:extLst>
              <a:ext uri="{FF2B5EF4-FFF2-40B4-BE49-F238E27FC236}">
                <a16:creationId xmlns:a16="http://schemas.microsoft.com/office/drawing/2014/main" id="{53359A77-ACA5-6499-DEEA-9BFBDC985EA5}"/>
              </a:ext>
            </a:extLst>
          </p:cNvPr>
          <p:cNvSpPr/>
          <p:nvPr/>
        </p:nvSpPr>
        <p:spPr>
          <a:xfrm>
            <a:off x="8531486" y="4737350"/>
            <a:ext cx="609685" cy="608764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7639" h="606722">
                <a:moveTo>
                  <a:pt x="531097" y="336801"/>
                </a:moveTo>
                <a:cubicBezTo>
                  <a:pt x="537863" y="338134"/>
                  <a:pt x="542225" y="344711"/>
                  <a:pt x="540801" y="351376"/>
                </a:cubicBezTo>
                <a:cubicBezTo>
                  <a:pt x="529940" y="405234"/>
                  <a:pt x="500474" y="454292"/>
                  <a:pt x="457923" y="489486"/>
                </a:cubicBezTo>
                <a:cubicBezTo>
                  <a:pt x="414748" y="525124"/>
                  <a:pt x="360000" y="544765"/>
                  <a:pt x="303739" y="544765"/>
                </a:cubicBezTo>
                <a:cubicBezTo>
                  <a:pt x="296884" y="544765"/>
                  <a:pt x="291365" y="539255"/>
                  <a:pt x="291365" y="532412"/>
                </a:cubicBezTo>
                <a:cubicBezTo>
                  <a:pt x="291365" y="525568"/>
                  <a:pt x="296884" y="519969"/>
                  <a:pt x="303739" y="519969"/>
                </a:cubicBezTo>
                <a:cubicBezTo>
                  <a:pt x="406736" y="519969"/>
                  <a:pt x="496201" y="447004"/>
                  <a:pt x="516498" y="346488"/>
                </a:cubicBezTo>
                <a:cubicBezTo>
                  <a:pt x="517833" y="339734"/>
                  <a:pt x="524421" y="335468"/>
                  <a:pt x="531097" y="336801"/>
                </a:cubicBezTo>
                <a:close/>
                <a:moveTo>
                  <a:pt x="303784" y="293455"/>
                </a:moveTo>
                <a:cubicBezTo>
                  <a:pt x="298354" y="293455"/>
                  <a:pt x="293903" y="297901"/>
                  <a:pt x="293903" y="303326"/>
                </a:cubicBezTo>
                <a:cubicBezTo>
                  <a:pt x="293903" y="308840"/>
                  <a:pt x="298354" y="313286"/>
                  <a:pt x="303784" y="313286"/>
                </a:cubicBezTo>
                <a:cubicBezTo>
                  <a:pt x="309303" y="313286"/>
                  <a:pt x="313754" y="308840"/>
                  <a:pt x="313754" y="303326"/>
                </a:cubicBezTo>
                <a:cubicBezTo>
                  <a:pt x="313754" y="297901"/>
                  <a:pt x="309303" y="293455"/>
                  <a:pt x="303784" y="293455"/>
                </a:cubicBezTo>
                <a:close/>
                <a:moveTo>
                  <a:pt x="533220" y="290941"/>
                </a:moveTo>
                <a:cubicBezTo>
                  <a:pt x="540085" y="290941"/>
                  <a:pt x="545612" y="296458"/>
                  <a:pt x="545612" y="303310"/>
                </a:cubicBezTo>
                <a:cubicBezTo>
                  <a:pt x="545612" y="305267"/>
                  <a:pt x="545612" y="307225"/>
                  <a:pt x="545523" y="309182"/>
                </a:cubicBezTo>
                <a:cubicBezTo>
                  <a:pt x="545434" y="315945"/>
                  <a:pt x="539817" y="321284"/>
                  <a:pt x="533131" y="321284"/>
                </a:cubicBezTo>
                <a:cubicBezTo>
                  <a:pt x="533042" y="321284"/>
                  <a:pt x="532953" y="321284"/>
                  <a:pt x="532864" y="321284"/>
                </a:cubicBezTo>
                <a:cubicBezTo>
                  <a:pt x="525999" y="321106"/>
                  <a:pt x="520561" y="315411"/>
                  <a:pt x="520739" y="308560"/>
                </a:cubicBezTo>
                <a:cubicBezTo>
                  <a:pt x="520739" y="306869"/>
                  <a:pt x="520739" y="305089"/>
                  <a:pt x="520739" y="303310"/>
                </a:cubicBezTo>
                <a:cubicBezTo>
                  <a:pt x="520739" y="296458"/>
                  <a:pt x="526356" y="290941"/>
                  <a:pt x="533220" y="290941"/>
                </a:cubicBezTo>
                <a:close/>
                <a:moveTo>
                  <a:pt x="477421" y="290941"/>
                </a:moveTo>
                <a:cubicBezTo>
                  <a:pt x="484276" y="290941"/>
                  <a:pt x="489795" y="296453"/>
                  <a:pt x="489795" y="303298"/>
                </a:cubicBezTo>
                <a:cubicBezTo>
                  <a:pt x="489795" y="352990"/>
                  <a:pt x="470477" y="399660"/>
                  <a:pt x="435314" y="434685"/>
                </a:cubicBezTo>
                <a:cubicBezTo>
                  <a:pt x="400239" y="469799"/>
                  <a:pt x="353502" y="489089"/>
                  <a:pt x="303739" y="489089"/>
                </a:cubicBezTo>
                <a:cubicBezTo>
                  <a:pt x="296884" y="489089"/>
                  <a:pt x="291365" y="483578"/>
                  <a:pt x="291365" y="476733"/>
                </a:cubicBezTo>
                <a:cubicBezTo>
                  <a:pt x="291365" y="469888"/>
                  <a:pt x="296884" y="464287"/>
                  <a:pt x="303739" y="464287"/>
                </a:cubicBezTo>
                <a:cubicBezTo>
                  <a:pt x="392672" y="464287"/>
                  <a:pt x="464958" y="392104"/>
                  <a:pt x="464958" y="303298"/>
                </a:cubicBezTo>
                <a:cubicBezTo>
                  <a:pt x="464958" y="296453"/>
                  <a:pt x="470566" y="290941"/>
                  <a:pt x="477421" y="290941"/>
                </a:cubicBezTo>
                <a:close/>
                <a:moveTo>
                  <a:pt x="74775" y="285474"/>
                </a:moveTo>
                <a:cubicBezTo>
                  <a:pt x="81640" y="285652"/>
                  <a:pt x="87078" y="291251"/>
                  <a:pt x="86900" y="298094"/>
                </a:cubicBezTo>
                <a:cubicBezTo>
                  <a:pt x="86811" y="299872"/>
                  <a:pt x="86811" y="301649"/>
                  <a:pt x="86811" y="303338"/>
                </a:cubicBezTo>
                <a:cubicBezTo>
                  <a:pt x="86811" y="310181"/>
                  <a:pt x="81283" y="315780"/>
                  <a:pt x="74419" y="315780"/>
                </a:cubicBezTo>
                <a:cubicBezTo>
                  <a:pt x="67554" y="315780"/>
                  <a:pt x="62027" y="310181"/>
                  <a:pt x="62027" y="303338"/>
                </a:cubicBezTo>
                <a:cubicBezTo>
                  <a:pt x="62027" y="301382"/>
                  <a:pt x="62027" y="299427"/>
                  <a:pt x="62027" y="297561"/>
                </a:cubicBezTo>
                <a:cubicBezTo>
                  <a:pt x="62205" y="290717"/>
                  <a:pt x="67911" y="285296"/>
                  <a:pt x="74775" y="285474"/>
                </a:cubicBezTo>
                <a:close/>
                <a:moveTo>
                  <a:pt x="303784" y="268643"/>
                </a:moveTo>
                <a:cubicBezTo>
                  <a:pt x="322923" y="268643"/>
                  <a:pt x="338502" y="284206"/>
                  <a:pt x="338502" y="303326"/>
                </a:cubicBezTo>
                <a:cubicBezTo>
                  <a:pt x="338502" y="322446"/>
                  <a:pt x="322923" y="338009"/>
                  <a:pt x="303784" y="338009"/>
                </a:cubicBezTo>
                <a:cubicBezTo>
                  <a:pt x="284645" y="338009"/>
                  <a:pt x="269066" y="322446"/>
                  <a:pt x="269066" y="303326"/>
                </a:cubicBezTo>
                <a:cubicBezTo>
                  <a:pt x="269066" y="284206"/>
                  <a:pt x="284645" y="268643"/>
                  <a:pt x="303784" y="268643"/>
                </a:cubicBezTo>
                <a:close/>
                <a:moveTo>
                  <a:pt x="303776" y="211702"/>
                </a:moveTo>
                <a:cubicBezTo>
                  <a:pt x="253226" y="211702"/>
                  <a:pt x="212022" y="252845"/>
                  <a:pt x="212022" y="303317"/>
                </a:cubicBezTo>
                <a:cubicBezTo>
                  <a:pt x="212022" y="353879"/>
                  <a:pt x="253226" y="394932"/>
                  <a:pt x="303776" y="394932"/>
                </a:cubicBezTo>
                <a:cubicBezTo>
                  <a:pt x="354414" y="394932"/>
                  <a:pt x="395529" y="353879"/>
                  <a:pt x="395529" y="303317"/>
                </a:cubicBezTo>
                <a:cubicBezTo>
                  <a:pt x="395529" y="252845"/>
                  <a:pt x="354414" y="211702"/>
                  <a:pt x="303776" y="211702"/>
                </a:cubicBezTo>
                <a:close/>
                <a:moveTo>
                  <a:pt x="303776" y="186999"/>
                </a:moveTo>
                <a:cubicBezTo>
                  <a:pt x="368030" y="186999"/>
                  <a:pt x="420359" y="239160"/>
                  <a:pt x="420359" y="303317"/>
                </a:cubicBezTo>
                <a:cubicBezTo>
                  <a:pt x="420359" y="367474"/>
                  <a:pt x="368030" y="419724"/>
                  <a:pt x="303776" y="419724"/>
                </a:cubicBezTo>
                <a:cubicBezTo>
                  <a:pt x="239521" y="419724"/>
                  <a:pt x="187281" y="367474"/>
                  <a:pt x="187281" y="303317"/>
                </a:cubicBezTo>
                <a:cubicBezTo>
                  <a:pt x="187281" y="239160"/>
                  <a:pt x="239521" y="186999"/>
                  <a:pt x="303776" y="186999"/>
                </a:cubicBezTo>
                <a:close/>
                <a:moveTo>
                  <a:pt x="303744" y="117633"/>
                </a:moveTo>
                <a:cubicBezTo>
                  <a:pt x="310597" y="117633"/>
                  <a:pt x="316203" y="123145"/>
                  <a:pt x="316203" y="129990"/>
                </a:cubicBezTo>
                <a:cubicBezTo>
                  <a:pt x="316203" y="136834"/>
                  <a:pt x="310597" y="142346"/>
                  <a:pt x="303744" y="142346"/>
                </a:cubicBezTo>
                <a:cubicBezTo>
                  <a:pt x="214932" y="142346"/>
                  <a:pt x="142583" y="214618"/>
                  <a:pt x="142583" y="303336"/>
                </a:cubicBezTo>
                <a:cubicBezTo>
                  <a:pt x="142583" y="310181"/>
                  <a:pt x="137066" y="315781"/>
                  <a:pt x="130214" y="315781"/>
                </a:cubicBezTo>
                <a:cubicBezTo>
                  <a:pt x="123361" y="315781"/>
                  <a:pt x="117844" y="310181"/>
                  <a:pt x="117844" y="303336"/>
                </a:cubicBezTo>
                <a:cubicBezTo>
                  <a:pt x="117844" y="253732"/>
                  <a:pt x="137155" y="207062"/>
                  <a:pt x="172217" y="171948"/>
                </a:cubicBezTo>
                <a:cubicBezTo>
                  <a:pt x="207368" y="136923"/>
                  <a:pt x="254088" y="117633"/>
                  <a:pt x="303744" y="117633"/>
                </a:cubicBezTo>
                <a:close/>
                <a:moveTo>
                  <a:pt x="303745" y="61956"/>
                </a:moveTo>
                <a:cubicBezTo>
                  <a:pt x="310597" y="61956"/>
                  <a:pt x="316204" y="67466"/>
                  <a:pt x="316204" y="74310"/>
                </a:cubicBezTo>
                <a:cubicBezTo>
                  <a:pt x="316204" y="81154"/>
                  <a:pt x="310597" y="86664"/>
                  <a:pt x="303745" y="86664"/>
                </a:cubicBezTo>
                <a:cubicBezTo>
                  <a:pt x="200866" y="86664"/>
                  <a:pt x="111425" y="159632"/>
                  <a:pt x="91045" y="260241"/>
                </a:cubicBezTo>
                <a:cubicBezTo>
                  <a:pt x="89888" y="266107"/>
                  <a:pt x="84726" y="270195"/>
                  <a:pt x="78941" y="270195"/>
                </a:cubicBezTo>
                <a:cubicBezTo>
                  <a:pt x="78140" y="270195"/>
                  <a:pt x="77339" y="270106"/>
                  <a:pt x="76450" y="269928"/>
                </a:cubicBezTo>
                <a:cubicBezTo>
                  <a:pt x="69775" y="268595"/>
                  <a:pt x="65414" y="262018"/>
                  <a:pt x="66749" y="255353"/>
                </a:cubicBezTo>
                <a:cubicBezTo>
                  <a:pt x="77606" y="201493"/>
                  <a:pt x="107064" y="152433"/>
                  <a:pt x="149693" y="117238"/>
                </a:cubicBezTo>
                <a:cubicBezTo>
                  <a:pt x="192856" y="81598"/>
                  <a:pt x="247588" y="61956"/>
                  <a:pt x="303745" y="61956"/>
                </a:cubicBezTo>
                <a:close/>
                <a:moveTo>
                  <a:pt x="303775" y="24795"/>
                </a:moveTo>
                <a:cubicBezTo>
                  <a:pt x="149974" y="24795"/>
                  <a:pt x="24832" y="149748"/>
                  <a:pt x="24832" y="303317"/>
                </a:cubicBezTo>
                <a:cubicBezTo>
                  <a:pt x="24832" y="456975"/>
                  <a:pt x="149974" y="581927"/>
                  <a:pt x="303775" y="581927"/>
                </a:cubicBezTo>
                <a:cubicBezTo>
                  <a:pt x="457665" y="581927"/>
                  <a:pt x="582807" y="456975"/>
                  <a:pt x="582807" y="303317"/>
                </a:cubicBezTo>
                <a:cubicBezTo>
                  <a:pt x="582807" y="149748"/>
                  <a:pt x="457665" y="24795"/>
                  <a:pt x="303775" y="24795"/>
                </a:cubicBezTo>
                <a:close/>
                <a:moveTo>
                  <a:pt x="303775" y="0"/>
                </a:moveTo>
                <a:cubicBezTo>
                  <a:pt x="385037" y="0"/>
                  <a:pt x="461314" y="31549"/>
                  <a:pt x="518634" y="88782"/>
                </a:cubicBezTo>
                <a:cubicBezTo>
                  <a:pt x="576042" y="146104"/>
                  <a:pt x="607639" y="222266"/>
                  <a:pt x="607639" y="303317"/>
                </a:cubicBezTo>
                <a:cubicBezTo>
                  <a:pt x="607639" y="384456"/>
                  <a:pt x="576042" y="460618"/>
                  <a:pt x="518634" y="517851"/>
                </a:cubicBezTo>
                <a:cubicBezTo>
                  <a:pt x="461314" y="575173"/>
                  <a:pt x="385037" y="606722"/>
                  <a:pt x="303775" y="606722"/>
                </a:cubicBezTo>
                <a:cubicBezTo>
                  <a:pt x="222602" y="606722"/>
                  <a:pt x="146325" y="575173"/>
                  <a:pt x="88916" y="517851"/>
                </a:cubicBezTo>
                <a:cubicBezTo>
                  <a:pt x="31597" y="460618"/>
                  <a:pt x="0" y="384456"/>
                  <a:pt x="0" y="303317"/>
                </a:cubicBezTo>
                <a:cubicBezTo>
                  <a:pt x="0" y="222266"/>
                  <a:pt x="31597" y="146104"/>
                  <a:pt x="88916" y="88782"/>
                </a:cubicBezTo>
                <a:cubicBezTo>
                  <a:pt x="146325" y="31549"/>
                  <a:pt x="222602" y="0"/>
                  <a:pt x="3037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peech-bubble_88157">
            <a:extLst>
              <a:ext uri="{FF2B5EF4-FFF2-40B4-BE49-F238E27FC236}">
                <a16:creationId xmlns:a16="http://schemas.microsoft.com/office/drawing/2014/main" id="{9788198B-9879-203B-8C54-B2380D95511A}"/>
              </a:ext>
            </a:extLst>
          </p:cNvPr>
          <p:cNvSpPr/>
          <p:nvPr/>
        </p:nvSpPr>
        <p:spPr>
          <a:xfrm>
            <a:off x="8284470" y="3978417"/>
            <a:ext cx="608761" cy="609685"/>
          </a:xfrm>
          <a:custGeom>
            <a:avLst/>
            <a:gdLst>
              <a:gd name="connsiteX0" fmla="*/ 402188 w 604393"/>
              <a:gd name="connsiteY0" fmla="*/ 231949 h 605310"/>
              <a:gd name="connsiteX1" fmla="*/ 392415 w 604393"/>
              <a:gd name="connsiteY1" fmla="*/ 241722 h 605310"/>
              <a:gd name="connsiteX2" fmla="*/ 402188 w 604393"/>
              <a:gd name="connsiteY2" fmla="*/ 251495 h 605310"/>
              <a:gd name="connsiteX3" fmla="*/ 411962 w 604393"/>
              <a:gd name="connsiteY3" fmla="*/ 241722 h 605310"/>
              <a:gd name="connsiteX4" fmla="*/ 402188 w 604393"/>
              <a:gd name="connsiteY4" fmla="*/ 231949 h 605310"/>
              <a:gd name="connsiteX5" fmla="*/ 302161 w 604393"/>
              <a:gd name="connsiteY5" fmla="*/ 231949 h 605310"/>
              <a:gd name="connsiteX6" fmla="*/ 292376 w 604393"/>
              <a:gd name="connsiteY6" fmla="*/ 241722 h 605310"/>
              <a:gd name="connsiteX7" fmla="*/ 302161 w 604393"/>
              <a:gd name="connsiteY7" fmla="*/ 251495 h 605310"/>
              <a:gd name="connsiteX8" fmla="*/ 311946 w 604393"/>
              <a:gd name="connsiteY8" fmla="*/ 241722 h 605310"/>
              <a:gd name="connsiteX9" fmla="*/ 302161 w 604393"/>
              <a:gd name="connsiteY9" fmla="*/ 231949 h 605310"/>
              <a:gd name="connsiteX10" fmla="*/ 202135 w 604393"/>
              <a:gd name="connsiteY10" fmla="*/ 231949 h 605310"/>
              <a:gd name="connsiteX11" fmla="*/ 192361 w 604393"/>
              <a:gd name="connsiteY11" fmla="*/ 241722 h 605310"/>
              <a:gd name="connsiteX12" fmla="*/ 202135 w 604393"/>
              <a:gd name="connsiteY12" fmla="*/ 251495 h 605310"/>
              <a:gd name="connsiteX13" fmla="*/ 211908 w 604393"/>
              <a:gd name="connsiteY13" fmla="*/ 241722 h 605310"/>
              <a:gd name="connsiteX14" fmla="*/ 202135 w 604393"/>
              <a:gd name="connsiteY14" fmla="*/ 231949 h 605310"/>
              <a:gd name="connsiteX15" fmla="*/ 402188 w 604393"/>
              <a:gd name="connsiteY15" fmla="*/ 212402 h 605310"/>
              <a:gd name="connsiteX16" fmla="*/ 431508 w 604393"/>
              <a:gd name="connsiteY16" fmla="*/ 241722 h 605310"/>
              <a:gd name="connsiteX17" fmla="*/ 402188 w 604393"/>
              <a:gd name="connsiteY17" fmla="*/ 271042 h 605310"/>
              <a:gd name="connsiteX18" fmla="*/ 372868 w 604393"/>
              <a:gd name="connsiteY18" fmla="*/ 241722 h 605310"/>
              <a:gd name="connsiteX19" fmla="*/ 402188 w 604393"/>
              <a:gd name="connsiteY19" fmla="*/ 212402 h 605310"/>
              <a:gd name="connsiteX20" fmla="*/ 302161 w 604393"/>
              <a:gd name="connsiteY20" fmla="*/ 212402 h 605310"/>
              <a:gd name="connsiteX21" fmla="*/ 331516 w 604393"/>
              <a:gd name="connsiteY21" fmla="*/ 241722 h 605310"/>
              <a:gd name="connsiteX22" fmla="*/ 302161 w 604393"/>
              <a:gd name="connsiteY22" fmla="*/ 271042 h 605310"/>
              <a:gd name="connsiteX23" fmla="*/ 272806 w 604393"/>
              <a:gd name="connsiteY23" fmla="*/ 241722 h 605310"/>
              <a:gd name="connsiteX24" fmla="*/ 302161 w 604393"/>
              <a:gd name="connsiteY24" fmla="*/ 212402 h 605310"/>
              <a:gd name="connsiteX25" fmla="*/ 202135 w 604393"/>
              <a:gd name="connsiteY25" fmla="*/ 212402 h 605310"/>
              <a:gd name="connsiteX26" fmla="*/ 231455 w 604393"/>
              <a:gd name="connsiteY26" fmla="*/ 241722 h 605310"/>
              <a:gd name="connsiteX27" fmla="*/ 202135 w 604393"/>
              <a:gd name="connsiteY27" fmla="*/ 271042 h 605310"/>
              <a:gd name="connsiteX28" fmla="*/ 172815 w 604393"/>
              <a:gd name="connsiteY28" fmla="*/ 241722 h 605310"/>
              <a:gd name="connsiteX29" fmla="*/ 202135 w 604393"/>
              <a:gd name="connsiteY29" fmla="*/ 212402 h 605310"/>
              <a:gd name="connsiteX30" fmla="*/ 302197 w 604393"/>
              <a:gd name="connsiteY30" fmla="*/ 19526 h 605310"/>
              <a:gd name="connsiteX31" fmla="*/ 19553 w 604393"/>
              <a:gd name="connsiteY31" fmla="*/ 241733 h 605310"/>
              <a:gd name="connsiteX32" fmla="*/ 253020 w 604393"/>
              <a:gd name="connsiteY32" fmla="*/ 460524 h 605310"/>
              <a:gd name="connsiteX33" fmla="*/ 261428 w 604393"/>
              <a:gd name="connsiteY33" fmla="*/ 470873 h 605310"/>
              <a:gd name="connsiteX34" fmla="*/ 261428 w 604393"/>
              <a:gd name="connsiteY34" fmla="*/ 471556 h 605310"/>
              <a:gd name="connsiteX35" fmla="*/ 233955 w 604393"/>
              <a:gd name="connsiteY35" fmla="*/ 583831 h 605310"/>
              <a:gd name="connsiteX36" fmla="*/ 342965 w 604393"/>
              <a:gd name="connsiteY36" fmla="*/ 471654 h 605310"/>
              <a:gd name="connsiteX37" fmla="*/ 342868 w 604393"/>
              <a:gd name="connsiteY37" fmla="*/ 470873 h 605310"/>
              <a:gd name="connsiteX38" fmla="*/ 351276 w 604393"/>
              <a:gd name="connsiteY38" fmla="*/ 460524 h 605310"/>
              <a:gd name="connsiteX39" fmla="*/ 584840 w 604393"/>
              <a:gd name="connsiteY39" fmla="*/ 241733 h 605310"/>
              <a:gd name="connsiteX40" fmla="*/ 302197 w 604393"/>
              <a:gd name="connsiteY40" fmla="*/ 19526 h 605310"/>
              <a:gd name="connsiteX41" fmla="*/ 302197 w 604393"/>
              <a:gd name="connsiteY41" fmla="*/ 0 h 605310"/>
              <a:gd name="connsiteX42" fmla="*/ 515035 w 604393"/>
              <a:gd name="connsiteY42" fmla="*/ 70099 h 605310"/>
              <a:gd name="connsiteX43" fmla="*/ 604393 w 604393"/>
              <a:gd name="connsiteY43" fmla="*/ 241733 h 605310"/>
              <a:gd name="connsiteX44" fmla="*/ 531850 w 604393"/>
              <a:gd name="connsiteY44" fmla="*/ 398919 h 605310"/>
              <a:gd name="connsiteX45" fmla="*/ 361639 w 604393"/>
              <a:gd name="connsiteY45" fmla="*/ 478781 h 605310"/>
              <a:gd name="connsiteX46" fmla="*/ 211371 w 604393"/>
              <a:gd name="connsiteY46" fmla="*/ 605310 h 605310"/>
              <a:gd name="connsiteX47" fmla="*/ 202279 w 604393"/>
              <a:gd name="connsiteY47" fmla="*/ 599257 h 605310"/>
              <a:gd name="connsiteX48" fmla="*/ 204430 w 604393"/>
              <a:gd name="connsiteY48" fmla="*/ 588713 h 605310"/>
              <a:gd name="connsiteX49" fmla="*/ 242559 w 604393"/>
              <a:gd name="connsiteY49" fmla="*/ 478683 h 605310"/>
              <a:gd name="connsiteX50" fmla="*/ 72543 w 604393"/>
              <a:gd name="connsiteY50" fmla="*/ 398919 h 605310"/>
              <a:gd name="connsiteX51" fmla="*/ 0 w 604393"/>
              <a:gd name="connsiteY51" fmla="*/ 241733 h 605310"/>
              <a:gd name="connsiteX52" fmla="*/ 89358 w 604393"/>
              <a:gd name="connsiteY52" fmla="*/ 70099 h 605310"/>
              <a:gd name="connsiteX53" fmla="*/ 302197 w 604393"/>
              <a:gd name="connsiteY53" fmla="*/ 0 h 60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4393" h="605310">
                <a:moveTo>
                  <a:pt x="402188" y="231949"/>
                </a:moveTo>
                <a:cubicBezTo>
                  <a:pt x="396813" y="231949"/>
                  <a:pt x="392415" y="236347"/>
                  <a:pt x="392415" y="241722"/>
                </a:cubicBezTo>
                <a:cubicBezTo>
                  <a:pt x="392415" y="247097"/>
                  <a:pt x="396813" y="251495"/>
                  <a:pt x="402188" y="251495"/>
                </a:cubicBezTo>
                <a:cubicBezTo>
                  <a:pt x="407564" y="251495"/>
                  <a:pt x="411962" y="247097"/>
                  <a:pt x="411962" y="241722"/>
                </a:cubicBezTo>
                <a:cubicBezTo>
                  <a:pt x="411962" y="236347"/>
                  <a:pt x="407564" y="231949"/>
                  <a:pt x="402188" y="231949"/>
                </a:cubicBezTo>
                <a:close/>
                <a:moveTo>
                  <a:pt x="302161" y="231949"/>
                </a:moveTo>
                <a:cubicBezTo>
                  <a:pt x="296779" y="231949"/>
                  <a:pt x="292376" y="236347"/>
                  <a:pt x="292376" y="241722"/>
                </a:cubicBezTo>
                <a:cubicBezTo>
                  <a:pt x="292376" y="247097"/>
                  <a:pt x="296779" y="251495"/>
                  <a:pt x="302161" y="251495"/>
                </a:cubicBezTo>
                <a:cubicBezTo>
                  <a:pt x="307543" y="251495"/>
                  <a:pt x="311946" y="247097"/>
                  <a:pt x="311946" y="241722"/>
                </a:cubicBezTo>
                <a:cubicBezTo>
                  <a:pt x="311946" y="236347"/>
                  <a:pt x="307543" y="231949"/>
                  <a:pt x="302161" y="231949"/>
                </a:cubicBezTo>
                <a:close/>
                <a:moveTo>
                  <a:pt x="202135" y="231949"/>
                </a:moveTo>
                <a:cubicBezTo>
                  <a:pt x="196759" y="231949"/>
                  <a:pt x="192361" y="236347"/>
                  <a:pt x="192361" y="241722"/>
                </a:cubicBezTo>
                <a:cubicBezTo>
                  <a:pt x="192361" y="247097"/>
                  <a:pt x="196759" y="251495"/>
                  <a:pt x="202135" y="251495"/>
                </a:cubicBezTo>
                <a:cubicBezTo>
                  <a:pt x="207510" y="251495"/>
                  <a:pt x="211908" y="247097"/>
                  <a:pt x="211908" y="241722"/>
                </a:cubicBezTo>
                <a:cubicBezTo>
                  <a:pt x="211908" y="236347"/>
                  <a:pt x="207510" y="231949"/>
                  <a:pt x="202135" y="231949"/>
                </a:cubicBezTo>
                <a:close/>
                <a:moveTo>
                  <a:pt x="402188" y="212402"/>
                </a:moveTo>
                <a:cubicBezTo>
                  <a:pt x="418314" y="212402"/>
                  <a:pt x="431508" y="225498"/>
                  <a:pt x="431508" y="241722"/>
                </a:cubicBezTo>
                <a:cubicBezTo>
                  <a:pt x="431508" y="257848"/>
                  <a:pt x="418314" y="271042"/>
                  <a:pt x="402188" y="271042"/>
                </a:cubicBezTo>
                <a:cubicBezTo>
                  <a:pt x="385965" y="271042"/>
                  <a:pt x="372868" y="257848"/>
                  <a:pt x="372868" y="241722"/>
                </a:cubicBezTo>
                <a:cubicBezTo>
                  <a:pt x="372868" y="225498"/>
                  <a:pt x="385965" y="212402"/>
                  <a:pt x="402188" y="212402"/>
                </a:cubicBezTo>
                <a:close/>
                <a:moveTo>
                  <a:pt x="302161" y="212402"/>
                </a:moveTo>
                <a:cubicBezTo>
                  <a:pt x="318306" y="212402"/>
                  <a:pt x="331516" y="225498"/>
                  <a:pt x="331516" y="241722"/>
                </a:cubicBezTo>
                <a:cubicBezTo>
                  <a:pt x="331516" y="257848"/>
                  <a:pt x="318306" y="271042"/>
                  <a:pt x="302161" y="271042"/>
                </a:cubicBezTo>
                <a:cubicBezTo>
                  <a:pt x="286016" y="271042"/>
                  <a:pt x="272806" y="257848"/>
                  <a:pt x="272806" y="241722"/>
                </a:cubicBezTo>
                <a:cubicBezTo>
                  <a:pt x="272806" y="225498"/>
                  <a:pt x="286016" y="212402"/>
                  <a:pt x="302161" y="212402"/>
                </a:cubicBezTo>
                <a:close/>
                <a:moveTo>
                  <a:pt x="202135" y="212402"/>
                </a:moveTo>
                <a:cubicBezTo>
                  <a:pt x="218358" y="212402"/>
                  <a:pt x="231455" y="225498"/>
                  <a:pt x="231455" y="241722"/>
                </a:cubicBezTo>
                <a:cubicBezTo>
                  <a:pt x="231455" y="257848"/>
                  <a:pt x="218358" y="271042"/>
                  <a:pt x="202135" y="271042"/>
                </a:cubicBezTo>
                <a:cubicBezTo>
                  <a:pt x="186009" y="271042"/>
                  <a:pt x="172815" y="257848"/>
                  <a:pt x="172815" y="241722"/>
                </a:cubicBezTo>
                <a:cubicBezTo>
                  <a:pt x="172815" y="225498"/>
                  <a:pt x="186009" y="212402"/>
                  <a:pt x="202135" y="212402"/>
                </a:cubicBezTo>
                <a:close/>
                <a:moveTo>
                  <a:pt x="302197" y="19526"/>
                </a:moveTo>
                <a:cubicBezTo>
                  <a:pt x="146356" y="19526"/>
                  <a:pt x="19553" y="119207"/>
                  <a:pt x="19553" y="241733"/>
                </a:cubicBezTo>
                <a:cubicBezTo>
                  <a:pt x="19553" y="349811"/>
                  <a:pt x="117711" y="441876"/>
                  <a:pt x="253020" y="460524"/>
                </a:cubicBezTo>
                <a:cubicBezTo>
                  <a:pt x="258104" y="461207"/>
                  <a:pt x="261819" y="465698"/>
                  <a:pt x="261428" y="470873"/>
                </a:cubicBezTo>
                <a:cubicBezTo>
                  <a:pt x="261428" y="471068"/>
                  <a:pt x="261428" y="471361"/>
                  <a:pt x="261428" y="471556"/>
                </a:cubicBezTo>
                <a:cubicBezTo>
                  <a:pt x="267098" y="511292"/>
                  <a:pt x="257028" y="551711"/>
                  <a:pt x="233955" y="583831"/>
                </a:cubicBezTo>
                <a:cubicBezTo>
                  <a:pt x="289585" y="574068"/>
                  <a:pt x="334362" y="529256"/>
                  <a:pt x="342965" y="471654"/>
                </a:cubicBezTo>
                <a:cubicBezTo>
                  <a:pt x="342965" y="471458"/>
                  <a:pt x="342868" y="471165"/>
                  <a:pt x="342868" y="470873"/>
                </a:cubicBezTo>
                <a:cubicBezTo>
                  <a:pt x="342477" y="465796"/>
                  <a:pt x="346192" y="461207"/>
                  <a:pt x="351276" y="460524"/>
                </a:cubicBezTo>
                <a:cubicBezTo>
                  <a:pt x="486682" y="441876"/>
                  <a:pt x="584840" y="349811"/>
                  <a:pt x="584840" y="241733"/>
                </a:cubicBezTo>
                <a:cubicBezTo>
                  <a:pt x="584840" y="119207"/>
                  <a:pt x="458037" y="19526"/>
                  <a:pt x="302197" y="19526"/>
                </a:cubicBezTo>
                <a:close/>
                <a:moveTo>
                  <a:pt x="302197" y="0"/>
                </a:moveTo>
                <a:cubicBezTo>
                  <a:pt x="382463" y="0"/>
                  <a:pt x="458134" y="24896"/>
                  <a:pt x="515035" y="70099"/>
                </a:cubicBezTo>
                <a:cubicBezTo>
                  <a:pt x="572717" y="115790"/>
                  <a:pt x="604393" y="176711"/>
                  <a:pt x="604393" y="241733"/>
                </a:cubicBezTo>
                <a:cubicBezTo>
                  <a:pt x="604393" y="299433"/>
                  <a:pt x="578681" y="355180"/>
                  <a:pt x="531850" y="398919"/>
                </a:cubicBezTo>
                <a:cubicBezTo>
                  <a:pt x="487855" y="440021"/>
                  <a:pt x="427631" y="468237"/>
                  <a:pt x="361639" y="478781"/>
                </a:cubicBezTo>
                <a:cubicBezTo>
                  <a:pt x="348734" y="551418"/>
                  <a:pt x="285381" y="605310"/>
                  <a:pt x="211371" y="605310"/>
                </a:cubicBezTo>
                <a:cubicBezTo>
                  <a:pt x="207363" y="605310"/>
                  <a:pt x="203843" y="602967"/>
                  <a:pt x="202279" y="599257"/>
                </a:cubicBezTo>
                <a:cubicBezTo>
                  <a:pt x="200812" y="595645"/>
                  <a:pt x="201594" y="591446"/>
                  <a:pt x="204430" y="588713"/>
                </a:cubicBezTo>
                <a:cubicBezTo>
                  <a:pt x="233075" y="559814"/>
                  <a:pt x="247056" y="519102"/>
                  <a:pt x="242559" y="478683"/>
                </a:cubicBezTo>
                <a:cubicBezTo>
                  <a:pt x="176664" y="468139"/>
                  <a:pt x="116538" y="440021"/>
                  <a:pt x="72543" y="398919"/>
                </a:cubicBezTo>
                <a:cubicBezTo>
                  <a:pt x="25712" y="355180"/>
                  <a:pt x="0" y="299336"/>
                  <a:pt x="0" y="241733"/>
                </a:cubicBezTo>
                <a:cubicBezTo>
                  <a:pt x="0" y="176711"/>
                  <a:pt x="31676" y="115790"/>
                  <a:pt x="89358" y="70099"/>
                </a:cubicBezTo>
                <a:cubicBezTo>
                  <a:pt x="146259" y="24896"/>
                  <a:pt x="221832" y="0"/>
                  <a:pt x="30219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horn_160903">
            <a:extLst>
              <a:ext uri="{FF2B5EF4-FFF2-40B4-BE49-F238E27FC236}">
                <a16:creationId xmlns:a16="http://schemas.microsoft.com/office/drawing/2014/main" id="{97F6A08A-D6EE-86C9-D140-46B47B7D1B52}"/>
              </a:ext>
            </a:extLst>
          </p:cNvPr>
          <p:cNvSpPr/>
          <p:nvPr/>
        </p:nvSpPr>
        <p:spPr>
          <a:xfrm>
            <a:off x="10577693" y="3975312"/>
            <a:ext cx="609685" cy="545423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585988" h="524224">
                <a:moveTo>
                  <a:pt x="475395" y="375580"/>
                </a:moveTo>
                <a:lnTo>
                  <a:pt x="504259" y="375580"/>
                </a:lnTo>
                <a:cubicBezTo>
                  <a:pt x="509576" y="375580"/>
                  <a:pt x="514134" y="380129"/>
                  <a:pt x="514134" y="385436"/>
                </a:cubicBezTo>
                <a:cubicBezTo>
                  <a:pt x="514134" y="391501"/>
                  <a:pt x="509576" y="396049"/>
                  <a:pt x="504259" y="396049"/>
                </a:cubicBezTo>
                <a:lnTo>
                  <a:pt x="475395" y="396049"/>
                </a:lnTo>
                <a:cubicBezTo>
                  <a:pt x="470078" y="396049"/>
                  <a:pt x="465520" y="391501"/>
                  <a:pt x="465520" y="385436"/>
                </a:cubicBezTo>
                <a:cubicBezTo>
                  <a:pt x="465520" y="380129"/>
                  <a:pt x="470078" y="375580"/>
                  <a:pt x="475395" y="375580"/>
                </a:cubicBezTo>
                <a:close/>
                <a:moveTo>
                  <a:pt x="368330" y="375580"/>
                </a:moveTo>
                <a:lnTo>
                  <a:pt x="446597" y="375580"/>
                </a:lnTo>
                <a:cubicBezTo>
                  <a:pt x="452676" y="375580"/>
                  <a:pt x="457235" y="380129"/>
                  <a:pt x="457235" y="385436"/>
                </a:cubicBezTo>
                <a:cubicBezTo>
                  <a:pt x="457235" y="391501"/>
                  <a:pt x="452676" y="396049"/>
                  <a:pt x="446597" y="396049"/>
                </a:cubicBezTo>
                <a:lnTo>
                  <a:pt x="368330" y="396049"/>
                </a:lnTo>
                <a:cubicBezTo>
                  <a:pt x="362251" y="396049"/>
                  <a:pt x="357692" y="391501"/>
                  <a:pt x="357692" y="385436"/>
                </a:cubicBezTo>
                <a:cubicBezTo>
                  <a:pt x="357692" y="380129"/>
                  <a:pt x="362251" y="375580"/>
                  <a:pt x="368330" y="375580"/>
                </a:cubicBezTo>
                <a:close/>
                <a:moveTo>
                  <a:pt x="501285" y="268540"/>
                </a:moveTo>
                <a:cubicBezTo>
                  <a:pt x="506602" y="267021"/>
                  <a:pt x="511920" y="270059"/>
                  <a:pt x="514199" y="275376"/>
                </a:cubicBezTo>
                <a:cubicBezTo>
                  <a:pt x="515718" y="280693"/>
                  <a:pt x="512679" y="286770"/>
                  <a:pt x="507362" y="288289"/>
                </a:cubicBezTo>
                <a:lnTo>
                  <a:pt x="342518" y="338419"/>
                </a:lnTo>
                <a:cubicBezTo>
                  <a:pt x="341759" y="338419"/>
                  <a:pt x="340239" y="338419"/>
                  <a:pt x="339480" y="338419"/>
                </a:cubicBezTo>
                <a:cubicBezTo>
                  <a:pt x="334922" y="338419"/>
                  <a:pt x="331124" y="336141"/>
                  <a:pt x="329604" y="331583"/>
                </a:cubicBezTo>
                <a:cubicBezTo>
                  <a:pt x="328085" y="326266"/>
                  <a:pt x="331124" y="320190"/>
                  <a:pt x="336441" y="318671"/>
                </a:cubicBezTo>
                <a:close/>
                <a:moveTo>
                  <a:pt x="113903" y="261029"/>
                </a:moveTo>
                <a:lnTo>
                  <a:pt x="27336" y="497677"/>
                </a:lnTo>
                <a:lnTo>
                  <a:pt x="263497" y="411210"/>
                </a:lnTo>
                <a:cubicBezTo>
                  <a:pt x="234641" y="400591"/>
                  <a:pt x="201989" y="377078"/>
                  <a:pt x="174652" y="349772"/>
                </a:cubicBezTo>
                <a:cubicBezTo>
                  <a:pt x="148834" y="323984"/>
                  <a:pt x="128331" y="295920"/>
                  <a:pt x="117700" y="270889"/>
                </a:cubicBezTo>
                <a:cubicBezTo>
                  <a:pt x="116181" y="267856"/>
                  <a:pt x="114663" y="264063"/>
                  <a:pt x="113903" y="261029"/>
                </a:cubicBezTo>
                <a:close/>
                <a:moveTo>
                  <a:pt x="573449" y="254163"/>
                </a:moveTo>
                <a:cubicBezTo>
                  <a:pt x="578764" y="252644"/>
                  <a:pt x="584079" y="255682"/>
                  <a:pt x="585597" y="261757"/>
                </a:cubicBezTo>
                <a:cubicBezTo>
                  <a:pt x="587116" y="267072"/>
                  <a:pt x="584079" y="272388"/>
                  <a:pt x="578764" y="273907"/>
                </a:cubicBezTo>
                <a:lnTo>
                  <a:pt x="539282" y="284538"/>
                </a:lnTo>
                <a:cubicBezTo>
                  <a:pt x="538523" y="284538"/>
                  <a:pt x="537004" y="285297"/>
                  <a:pt x="536245" y="285297"/>
                </a:cubicBezTo>
                <a:cubicBezTo>
                  <a:pt x="531689" y="285297"/>
                  <a:pt x="527893" y="282260"/>
                  <a:pt x="526375" y="277704"/>
                </a:cubicBezTo>
                <a:cubicBezTo>
                  <a:pt x="524856" y="272388"/>
                  <a:pt x="528652" y="266313"/>
                  <a:pt x="533967" y="264794"/>
                </a:cubicBezTo>
                <a:close/>
                <a:moveTo>
                  <a:pt x="143518" y="217795"/>
                </a:moveTo>
                <a:cubicBezTo>
                  <a:pt x="138203" y="217795"/>
                  <a:pt x="134406" y="218553"/>
                  <a:pt x="132128" y="221587"/>
                </a:cubicBezTo>
                <a:cubicBezTo>
                  <a:pt x="126053" y="227655"/>
                  <a:pt x="127572" y="242825"/>
                  <a:pt x="135925" y="262546"/>
                </a:cubicBezTo>
                <a:cubicBezTo>
                  <a:pt x="146556" y="286059"/>
                  <a:pt x="164780" y="311848"/>
                  <a:pt x="189080" y="335361"/>
                </a:cubicBezTo>
                <a:cubicBezTo>
                  <a:pt x="242235" y="388455"/>
                  <a:pt x="291593" y="405142"/>
                  <a:pt x="303743" y="393006"/>
                </a:cubicBezTo>
                <a:cubicBezTo>
                  <a:pt x="315893" y="380870"/>
                  <a:pt x="299946" y="331568"/>
                  <a:pt x="246032" y="278474"/>
                </a:cubicBezTo>
                <a:cubicBezTo>
                  <a:pt x="222492" y="254203"/>
                  <a:pt x="196674" y="235240"/>
                  <a:pt x="173133" y="225380"/>
                </a:cubicBezTo>
                <a:cubicBezTo>
                  <a:pt x="161743" y="220070"/>
                  <a:pt x="151112" y="217795"/>
                  <a:pt x="143518" y="217795"/>
                </a:cubicBezTo>
                <a:close/>
                <a:moveTo>
                  <a:pt x="409332" y="209380"/>
                </a:moveTo>
                <a:cubicBezTo>
                  <a:pt x="413890" y="206344"/>
                  <a:pt x="419967" y="207103"/>
                  <a:pt x="423006" y="212416"/>
                </a:cubicBezTo>
                <a:cubicBezTo>
                  <a:pt x="426044" y="216971"/>
                  <a:pt x="424525" y="223043"/>
                  <a:pt x="419967" y="226080"/>
                </a:cubicBezTo>
                <a:lnTo>
                  <a:pt x="319698" y="290601"/>
                </a:lnTo>
                <a:cubicBezTo>
                  <a:pt x="318178" y="291360"/>
                  <a:pt x="316659" y="292119"/>
                  <a:pt x="314380" y="292119"/>
                </a:cubicBezTo>
                <a:cubicBezTo>
                  <a:pt x="311342" y="292119"/>
                  <a:pt x="307544" y="290601"/>
                  <a:pt x="306024" y="287565"/>
                </a:cubicBezTo>
                <a:cubicBezTo>
                  <a:pt x="302986" y="283010"/>
                  <a:pt x="304505" y="276179"/>
                  <a:pt x="309063" y="273142"/>
                </a:cubicBezTo>
                <a:close/>
                <a:moveTo>
                  <a:pt x="143613" y="197411"/>
                </a:moveTo>
                <a:cubicBezTo>
                  <a:pt x="154339" y="197316"/>
                  <a:pt x="167059" y="200350"/>
                  <a:pt x="181486" y="206418"/>
                </a:cubicBezTo>
                <a:cubicBezTo>
                  <a:pt x="206545" y="217795"/>
                  <a:pt x="234641" y="238274"/>
                  <a:pt x="260460" y="264063"/>
                </a:cubicBezTo>
                <a:cubicBezTo>
                  <a:pt x="309059" y="312606"/>
                  <a:pt x="345508" y="379353"/>
                  <a:pt x="318171" y="407417"/>
                </a:cubicBezTo>
                <a:cubicBezTo>
                  <a:pt x="316652" y="408934"/>
                  <a:pt x="314374" y="409693"/>
                  <a:pt x="312856" y="411210"/>
                </a:cubicBezTo>
                <a:cubicBezTo>
                  <a:pt x="312096" y="413485"/>
                  <a:pt x="309818" y="415761"/>
                  <a:pt x="306781" y="416519"/>
                </a:cubicBezTo>
                <a:lnTo>
                  <a:pt x="13668" y="524224"/>
                </a:lnTo>
                <a:cubicBezTo>
                  <a:pt x="12149" y="524224"/>
                  <a:pt x="11390" y="524224"/>
                  <a:pt x="9871" y="524224"/>
                </a:cubicBezTo>
                <a:cubicBezTo>
                  <a:pt x="7593" y="524224"/>
                  <a:pt x="4556" y="523466"/>
                  <a:pt x="3037" y="521949"/>
                </a:cubicBezTo>
                <a:cubicBezTo>
                  <a:pt x="-1" y="518915"/>
                  <a:pt x="-760" y="514364"/>
                  <a:pt x="759" y="511330"/>
                </a:cubicBezTo>
                <a:lnTo>
                  <a:pt x="107828" y="217795"/>
                </a:lnTo>
                <a:cubicBezTo>
                  <a:pt x="109347" y="214761"/>
                  <a:pt x="110866" y="213244"/>
                  <a:pt x="113144" y="211727"/>
                </a:cubicBezTo>
                <a:cubicBezTo>
                  <a:pt x="114663" y="210210"/>
                  <a:pt x="116181" y="208693"/>
                  <a:pt x="117700" y="207176"/>
                </a:cubicBezTo>
                <a:cubicBezTo>
                  <a:pt x="124155" y="200729"/>
                  <a:pt x="132887" y="197505"/>
                  <a:pt x="143613" y="197411"/>
                </a:cubicBezTo>
                <a:close/>
                <a:moveTo>
                  <a:pt x="328038" y="174557"/>
                </a:moveTo>
                <a:cubicBezTo>
                  <a:pt x="332593" y="177590"/>
                  <a:pt x="332593" y="184413"/>
                  <a:pt x="329556" y="188203"/>
                </a:cubicBezTo>
                <a:lnTo>
                  <a:pt x="282489" y="242029"/>
                </a:lnTo>
                <a:cubicBezTo>
                  <a:pt x="280971" y="244304"/>
                  <a:pt x="277934" y="245820"/>
                  <a:pt x="274897" y="245820"/>
                </a:cubicBezTo>
                <a:cubicBezTo>
                  <a:pt x="272620" y="245820"/>
                  <a:pt x="270342" y="245062"/>
                  <a:pt x="268065" y="242787"/>
                </a:cubicBezTo>
                <a:cubicBezTo>
                  <a:pt x="264269" y="239755"/>
                  <a:pt x="263510" y="232932"/>
                  <a:pt x="267306" y="229141"/>
                </a:cubicBezTo>
                <a:lnTo>
                  <a:pt x="313614" y="175315"/>
                </a:lnTo>
                <a:cubicBezTo>
                  <a:pt x="317410" y="170767"/>
                  <a:pt x="324242" y="170767"/>
                  <a:pt x="328038" y="174557"/>
                </a:cubicBezTo>
                <a:close/>
                <a:moveTo>
                  <a:pt x="385029" y="102436"/>
                </a:moveTo>
                <a:cubicBezTo>
                  <a:pt x="389586" y="106234"/>
                  <a:pt x="390345" y="112311"/>
                  <a:pt x="386548" y="116869"/>
                </a:cubicBezTo>
                <a:lnTo>
                  <a:pt x="354653" y="156369"/>
                </a:lnTo>
                <a:cubicBezTo>
                  <a:pt x="352374" y="158648"/>
                  <a:pt x="349337" y="160167"/>
                  <a:pt x="346299" y="160167"/>
                </a:cubicBezTo>
                <a:cubicBezTo>
                  <a:pt x="344021" y="160167"/>
                  <a:pt x="341743" y="159407"/>
                  <a:pt x="340224" y="157888"/>
                </a:cubicBezTo>
                <a:cubicBezTo>
                  <a:pt x="335667" y="154090"/>
                  <a:pt x="334908" y="148013"/>
                  <a:pt x="338705" y="143455"/>
                </a:cubicBezTo>
                <a:lnTo>
                  <a:pt x="371360" y="103955"/>
                </a:lnTo>
                <a:cubicBezTo>
                  <a:pt x="374397" y="99397"/>
                  <a:pt x="381232" y="98638"/>
                  <a:pt x="385029" y="102436"/>
                </a:cubicBezTo>
                <a:close/>
                <a:moveTo>
                  <a:pt x="199747" y="47155"/>
                </a:moveTo>
                <a:cubicBezTo>
                  <a:pt x="205063" y="48671"/>
                  <a:pt x="207342" y="54739"/>
                  <a:pt x="205823" y="60048"/>
                </a:cubicBezTo>
                <a:lnTo>
                  <a:pt x="170126" y="166987"/>
                </a:lnTo>
                <a:cubicBezTo>
                  <a:pt x="168607" y="171537"/>
                  <a:pt x="164809" y="173813"/>
                  <a:pt x="160252" y="173813"/>
                </a:cubicBezTo>
                <a:cubicBezTo>
                  <a:pt x="159492" y="173813"/>
                  <a:pt x="158733" y="173813"/>
                  <a:pt x="157214" y="173813"/>
                </a:cubicBezTo>
                <a:cubicBezTo>
                  <a:pt x="151897" y="171537"/>
                  <a:pt x="148859" y="166228"/>
                  <a:pt x="151138" y="160919"/>
                </a:cubicBezTo>
                <a:lnTo>
                  <a:pt x="186835" y="53222"/>
                </a:lnTo>
                <a:cubicBezTo>
                  <a:pt x="188354" y="47913"/>
                  <a:pt x="194430" y="45638"/>
                  <a:pt x="199747" y="47155"/>
                </a:cubicBezTo>
                <a:close/>
                <a:moveTo>
                  <a:pt x="323592" y="26618"/>
                </a:moveTo>
                <a:cubicBezTo>
                  <a:pt x="328150" y="29652"/>
                  <a:pt x="329669" y="35719"/>
                  <a:pt x="326631" y="41028"/>
                </a:cubicBezTo>
                <a:lnTo>
                  <a:pt x="226361" y="198016"/>
                </a:lnTo>
                <a:cubicBezTo>
                  <a:pt x="224082" y="201050"/>
                  <a:pt x="221044" y="202567"/>
                  <a:pt x="218005" y="202567"/>
                </a:cubicBezTo>
                <a:cubicBezTo>
                  <a:pt x="215726" y="202567"/>
                  <a:pt x="214207" y="201808"/>
                  <a:pt x="212688" y="201050"/>
                </a:cubicBezTo>
                <a:cubicBezTo>
                  <a:pt x="207371" y="198016"/>
                  <a:pt x="206611" y="191949"/>
                  <a:pt x="208890" y="187399"/>
                </a:cubicBezTo>
                <a:lnTo>
                  <a:pt x="309919" y="29652"/>
                </a:lnTo>
                <a:cubicBezTo>
                  <a:pt x="312198" y="25102"/>
                  <a:pt x="319034" y="23585"/>
                  <a:pt x="323592" y="26618"/>
                </a:cubicBezTo>
                <a:close/>
                <a:moveTo>
                  <a:pt x="208826" y="96"/>
                </a:moveTo>
                <a:cubicBezTo>
                  <a:pt x="214143" y="1611"/>
                  <a:pt x="217942" y="6912"/>
                  <a:pt x="217182" y="12213"/>
                </a:cubicBezTo>
                <a:lnTo>
                  <a:pt x="213384" y="30389"/>
                </a:lnTo>
                <a:cubicBezTo>
                  <a:pt x="212624" y="34932"/>
                  <a:pt x="208066" y="37962"/>
                  <a:pt x="203508" y="37962"/>
                </a:cubicBezTo>
                <a:cubicBezTo>
                  <a:pt x="202748" y="37962"/>
                  <a:pt x="201988" y="37962"/>
                  <a:pt x="201228" y="37962"/>
                </a:cubicBezTo>
                <a:cubicBezTo>
                  <a:pt x="195911" y="37204"/>
                  <a:pt x="192112" y="31903"/>
                  <a:pt x="193631" y="25845"/>
                </a:cubicBezTo>
                <a:lnTo>
                  <a:pt x="197430" y="8427"/>
                </a:lnTo>
                <a:cubicBezTo>
                  <a:pt x="198190" y="3125"/>
                  <a:pt x="203508" y="-661"/>
                  <a:pt x="208826" y="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wireframe_339553">
            <a:extLst>
              <a:ext uri="{FF2B5EF4-FFF2-40B4-BE49-F238E27FC236}">
                <a16:creationId xmlns:a16="http://schemas.microsoft.com/office/drawing/2014/main" id="{D7A3C5DF-8080-7417-B3CF-484B7B5EABD5}"/>
              </a:ext>
            </a:extLst>
          </p:cNvPr>
          <p:cNvSpPr/>
          <p:nvPr/>
        </p:nvSpPr>
        <p:spPr>
          <a:xfrm>
            <a:off x="10842853" y="2574481"/>
            <a:ext cx="480840" cy="609685"/>
          </a:xfrm>
          <a:custGeom>
            <a:avLst/>
            <a:gdLst>
              <a:gd name="connsiteX0" fmla="*/ 0 w 478504"/>
              <a:gd name="connsiteY0" fmla="*/ 587740 h 606722"/>
              <a:gd name="connsiteX1" fmla="*/ 478504 w 478504"/>
              <a:gd name="connsiteY1" fmla="*/ 587740 h 606722"/>
              <a:gd name="connsiteX2" fmla="*/ 478504 w 478504"/>
              <a:gd name="connsiteY2" fmla="*/ 606722 h 606722"/>
              <a:gd name="connsiteX3" fmla="*/ 0 w 478504"/>
              <a:gd name="connsiteY3" fmla="*/ 606722 h 606722"/>
              <a:gd name="connsiteX4" fmla="*/ 0 w 478504"/>
              <a:gd name="connsiteY4" fmla="*/ 508071 h 606722"/>
              <a:gd name="connsiteX5" fmla="*/ 478504 w 478504"/>
              <a:gd name="connsiteY5" fmla="*/ 508071 h 606722"/>
              <a:gd name="connsiteX6" fmla="*/ 478504 w 478504"/>
              <a:gd name="connsiteY6" fmla="*/ 527124 h 606722"/>
              <a:gd name="connsiteX7" fmla="*/ 0 w 478504"/>
              <a:gd name="connsiteY7" fmla="*/ 527124 h 606722"/>
              <a:gd name="connsiteX8" fmla="*/ 0 w 478504"/>
              <a:gd name="connsiteY8" fmla="*/ 428474 h 606722"/>
              <a:gd name="connsiteX9" fmla="*/ 478504 w 478504"/>
              <a:gd name="connsiteY9" fmla="*/ 428474 h 606722"/>
              <a:gd name="connsiteX10" fmla="*/ 478504 w 478504"/>
              <a:gd name="connsiteY10" fmla="*/ 447456 h 606722"/>
              <a:gd name="connsiteX11" fmla="*/ 0 w 478504"/>
              <a:gd name="connsiteY11" fmla="*/ 447456 h 606722"/>
              <a:gd name="connsiteX12" fmla="*/ 0 w 478504"/>
              <a:gd name="connsiteY12" fmla="*/ 348805 h 606722"/>
              <a:gd name="connsiteX13" fmla="*/ 478504 w 478504"/>
              <a:gd name="connsiteY13" fmla="*/ 348805 h 606722"/>
              <a:gd name="connsiteX14" fmla="*/ 478504 w 478504"/>
              <a:gd name="connsiteY14" fmla="*/ 367858 h 606722"/>
              <a:gd name="connsiteX15" fmla="*/ 0 w 478504"/>
              <a:gd name="connsiteY15" fmla="*/ 367858 h 606722"/>
              <a:gd name="connsiteX16" fmla="*/ 0 w 478504"/>
              <a:gd name="connsiteY16" fmla="*/ 269207 h 606722"/>
              <a:gd name="connsiteX17" fmla="*/ 478504 w 478504"/>
              <a:gd name="connsiteY17" fmla="*/ 269207 h 606722"/>
              <a:gd name="connsiteX18" fmla="*/ 478504 w 478504"/>
              <a:gd name="connsiteY18" fmla="*/ 288189 h 606722"/>
              <a:gd name="connsiteX19" fmla="*/ 0 w 478504"/>
              <a:gd name="connsiteY19" fmla="*/ 288189 h 606722"/>
              <a:gd name="connsiteX20" fmla="*/ 19048 w 478504"/>
              <a:gd name="connsiteY20" fmla="*/ 18934 h 606722"/>
              <a:gd name="connsiteX21" fmla="*/ 19048 w 478504"/>
              <a:gd name="connsiteY21" fmla="*/ 166847 h 606722"/>
              <a:gd name="connsiteX22" fmla="*/ 459546 w 478504"/>
              <a:gd name="connsiteY22" fmla="*/ 166847 h 606722"/>
              <a:gd name="connsiteX23" fmla="*/ 459546 w 478504"/>
              <a:gd name="connsiteY23" fmla="*/ 18934 h 606722"/>
              <a:gd name="connsiteX24" fmla="*/ 0 w 478504"/>
              <a:gd name="connsiteY24" fmla="*/ 0 h 606722"/>
              <a:gd name="connsiteX25" fmla="*/ 478504 w 478504"/>
              <a:gd name="connsiteY25" fmla="*/ 0 h 606722"/>
              <a:gd name="connsiteX26" fmla="*/ 478504 w 478504"/>
              <a:gd name="connsiteY26" fmla="*/ 185869 h 606722"/>
              <a:gd name="connsiteX27" fmla="*/ 0 w 478504"/>
              <a:gd name="connsiteY27" fmla="*/ 185869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8504" h="606722">
                <a:moveTo>
                  <a:pt x="0" y="587740"/>
                </a:moveTo>
                <a:lnTo>
                  <a:pt x="478504" y="587740"/>
                </a:lnTo>
                <a:lnTo>
                  <a:pt x="478504" y="606722"/>
                </a:lnTo>
                <a:lnTo>
                  <a:pt x="0" y="606722"/>
                </a:lnTo>
                <a:close/>
                <a:moveTo>
                  <a:pt x="0" y="508071"/>
                </a:moveTo>
                <a:lnTo>
                  <a:pt x="478504" y="508071"/>
                </a:lnTo>
                <a:lnTo>
                  <a:pt x="478504" y="527124"/>
                </a:lnTo>
                <a:lnTo>
                  <a:pt x="0" y="527124"/>
                </a:lnTo>
                <a:close/>
                <a:moveTo>
                  <a:pt x="0" y="428474"/>
                </a:moveTo>
                <a:lnTo>
                  <a:pt x="478504" y="428474"/>
                </a:lnTo>
                <a:lnTo>
                  <a:pt x="478504" y="447456"/>
                </a:lnTo>
                <a:lnTo>
                  <a:pt x="0" y="447456"/>
                </a:lnTo>
                <a:close/>
                <a:moveTo>
                  <a:pt x="0" y="348805"/>
                </a:moveTo>
                <a:lnTo>
                  <a:pt x="478504" y="348805"/>
                </a:lnTo>
                <a:lnTo>
                  <a:pt x="478504" y="367858"/>
                </a:lnTo>
                <a:lnTo>
                  <a:pt x="0" y="367858"/>
                </a:lnTo>
                <a:close/>
                <a:moveTo>
                  <a:pt x="0" y="269207"/>
                </a:moveTo>
                <a:lnTo>
                  <a:pt x="478504" y="269207"/>
                </a:lnTo>
                <a:lnTo>
                  <a:pt x="478504" y="288189"/>
                </a:lnTo>
                <a:lnTo>
                  <a:pt x="0" y="288189"/>
                </a:lnTo>
                <a:close/>
                <a:moveTo>
                  <a:pt x="19048" y="18934"/>
                </a:moveTo>
                <a:lnTo>
                  <a:pt x="19048" y="166847"/>
                </a:lnTo>
                <a:lnTo>
                  <a:pt x="459546" y="166847"/>
                </a:lnTo>
                <a:lnTo>
                  <a:pt x="459546" y="18934"/>
                </a:lnTo>
                <a:close/>
                <a:moveTo>
                  <a:pt x="0" y="0"/>
                </a:moveTo>
                <a:lnTo>
                  <a:pt x="478504" y="0"/>
                </a:lnTo>
                <a:lnTo>
                  <a:pt x="478504" y="185869"/>
                </a:lnTo>
                <a:lnTo>
                  <a:pt x="0" y="1858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visualization_309404">
            <a:extLst>
              <a:ext uri="{FF2B5EF4-FFF2-40B4-BE49-F238E27FC236}">
                <a16:creationId xmlns:a16="http://schemas.microsoft.com/office/drawing/2014/main" id="{9F10010C-2766-2C54-EA46-C57192EB3DC1}"/>
              </a:ext>
            </a:extLst>
          </p:cNvPr>
          <p:cNvSpPr/>
          <p:nvPr/>
        </p:nvSpPr>
        <p:spPr>
          <a:xfrm>
            <a:off x="7614359" y="4752129"/>
            <a:ext cx="609685" cy="608764"/>
          </a:xfrm>
          <a:custGeom>
            <a:avLst/>
            <a:gdLst>
              <a:gd name="connsiteX0" fmla="*/ 342560 w 607639"/>
              <a:gd name="connsiteY0" fmla="*/ 429250 h 606722"/>
              <a:gd name="connsiteX1" fmla="*/ 352263 w 607639"/>
              <a:gd name="connsiteY1" fmla="*/ 438882 h 606722"/>
              <a:gd name="connsiteX2" fmla="*/ 342560 w 607639"/>
              <a:gd name="connsiteY2" fmla="*/ 448514 h 606722"/>
              <a:gd name="connsiteX3" fmla="*/ 332857 w 607639"/>
              <a:gd name="connsiteY3" fmla="*/ 438882 h 606722"/>
              <a:gd name="connsiteX4" fmla="*/ 342560 w 607639"/>
              <a:gd name="connsiteY4" fmla="*/ 429250 h 606722"/>
              <a:gd name="connsiteX5" fmla="*/ 303749 w 607639"/>
              <a:gd name="connsiteY5" fmla="*/ 429250 h 606722"/>
              <a:gd name="connsiteX6" fmla="*/ 313452 w 607639"/>
              <a:gd name="connsiteY6" fmla="*/ 438882 h 606722"/>
              <a:gd name="connsiteX7" fmla="*/ 303749 w 607639"/>
              <a:gd name="connsiteY7" fmla="*/ 448514 h 606722"/>
              <a:gd name="connsiteX8" fmla="*/ 294046 w 607639"/>
              <a:gd name="connsiteY8" fmla="*/ 438882 h 606722"/>
              <a:gd name="connsiteX9" fmla="*/ 303749 w 607639"/>
              <a:gd name="connsiteY9" fmla="*/ 429250 h 606722"/>
              <a:gd name="connsiteX10" fmla="*/ 265079 w 607639"/>
              <a:gd name="connsiteY10" fmla="*/ 429250 h 606722"/>
              <a:gd name="connsiteX11" fmla="*/ 274782 w 607639"/>
              <a:gd name="connsiteY11" fmla="*/ 438882 h 606722"/>
              <a:gd name="connsiteX12" fmla="*/ 265079 w 607639"/>
              <a:gd name="connsiteY12" fmla="*/ 448514 h 606722"/>
              <a:gd name="connsiteX13" fmla="*/ 255376 w 607639"/>
              <a:gd name="connsiteY13" fmla="*/ 438882 h 606722"/>
              <a:gd name="connsiteX14" fmla="*/ 265079 w 607639"/>
              <a:gd name="connsiteY14" fmla="*/ 429250 h 606722"/>
              <a:gd name="connsiteX15" fmla="*/ 19403 w 607639"/>
              <a:gd name="connsiteY15" fmla="*/ 290417 h 606722"/>
              <a:gd name="connsiteX16" fmla="*/ 19403 w 607639"/>
              <a:gd name="connsiteY16" fmla="*/ 587347 h 606722"/>
              <a:gd name="connsiteX17" fmla="*/ 588236 w 607639"/>
              <a:gd name="connsiteY17" fmla="*/ 587347 h 606722"/>
              <a:gd name="connsiteX18" fmla="*/ 588236 w 607639"/>
              <a:gd name="connsiteY18" fmla="*/ 290417 h 606722"/>
              <a:gd name="connsiteX19" fmla="*/ 9702 w 607639"/>
              <a:gd name="connsiteY19" fmla="*/ 271042 h 606722"/>
              <a:gd name="connsiteX20" fmla="*/ 597938 w 607639"/>
              <a:gd name="connsiteY20" fmla="*/ 271042 h 606722"/>
              <a:gd name="connsiteX21" fmla="*/ 607639 w 607639"/>
              <a:gd name="connsiteY21" fmla="*/ 280729 h 606722"/>
              <a:gd name="connsiteX22" fmla="*/ 607639 w 607639"/>
              <a:gd name="connsiteY22" fmla="*/ 597035 h 606722"/>
              <a:gd name="connsiteX23" fmla="*/ 597938 w 607639"/>
              <a:gd name="connsiteY23" fmla="*/ 606722 h 606722"/>
              <a:gd name="connsiteX24" fmla="*/ 9702 w 607639"/>
              <a:gd name="connsiteY24" fmla="*/ 606722 h 606722"/>
              <a:gd name="connsiteX25" fmla="*/ 0 w 607639"/>
              <a:gd name="connsiteY25" fmla="*/ 597035 h 606722"/>
              <a:gd name="connsiteX26" fmla="*/ 0 w 607639"/>
              <a:gd name="connsiteY26" fmla="*/ 280729 h 606722"/>
              <a:gd name="connsiteX27" fmla="*/ 9702 w 607639"/>
              <a:gd name="connsiteY27" fmla="*/ 271042 h 606722"/>
              <a:gd name="connsiteX28" fmla="*/ 48513 w 607639"/>
              <a:gd name="connsiteY28" fmla="*/ 180648 h 606722"/>
              <a:gd name="connsiteX29" fmla="*/ 559127 w 607639"/>
              <a:gd name="connsiteY29" fmla="*/ 180648 h 606722"/>
              <a:gd name="connsiteX30" fmla="*/ 568828 w 607639"/>
              <a:gd name="connsiteY30" fmla="*/ 190342 h 606722"/>
              <a:gd name="connsiteX31" fmla="*/ 568828 w 607639"/>
              <a:gd name="connsiteY31" fmla="*/ 242013 h 606722"/>
              <a:gd name="connsiteX32" fmla="*/ 559127 w 607639"/>
              <a:gd name="connsiteY32" fmla="*/ 251707 h 606722"/>
              <a:gd name="connsiteX33" fmla="*/ 549425 w 607639"/>
              <a:gd name="connsiteY33" fmla="*/ 242013 h 606722"/>
              <a:gd name="connsiteX34" fmla="*/ 549425 w 607639"/>
              <a:gd name="connsiteY34" fmla="*/ 200036 h 606722"/>
              <a:gd name="connsiteX35" fmla="*/ 58214 w 607639"/>
              <a:gd name="connsiteY35" fmla="*/ 200036 h 606722"/>
              <a:gd name="connsiteX36" fmla="*/ 58214 w 607639"/>
              <a:gd name="connsiteY36" fmla="*/ 242013 h 606722"/>
              <a:gd name="connsiteX37" fmla="*/ 48513 w 607639"/>
              <a:gd name="connsiteY37" fmla="*/ 251707 h 606722"/>
              <a:gd name="connsiteX38" fmla="*/ 38811 w 607639"/>
              <a:gd name="connsiteY38" fmla="*/ 242013 h 606722"/>
              <a:gd name="connsiteX39" fmla="*/ 38811 w 607639"/>
              <a:gd name="connsiteY39" fmla="*/ 190342 h 606722"/>
              <a:gd name="connsiteX40" fmla="*/ 48513 w 607639"/>
              <a:gd name="connsiteY40" fmla="*/ 180648 h 606722"/>
              <a:gd name="connsiteX41" fmla="*/ 87252 w 607639"/>
              <a:gd name="connsiteY41" fmla="*/ 90394 h 606722"/>
              <a:gd name="connsiteX42" fmla="*/ 520316 w 607639"/>
              <a:gd name="connsiteY42" fmla="*/ 90394 h 606722"/>
              <a:gd name="connsiteX43" fmla="*/ 530017 w 607639"/>
              <a:gd name="connsiteY43" fmla="*/ 100078 h 606722"/>
              <a:gd name="connsiteX44" fmla="*/ 530017 w 607639"/>
              <a:gd name="connsiteY44" fmla="*/ 151699 h 606722"/>
              <a:gd name="connsiteX45" fmla="*/ 520316 w 607639"/>
              <a:gd name="connsiteY45" fmla="*/ 161383 h 606722"/>
              <a:gd name="connsiteX46" fmla="*/ 510616 w 607639"/>
              <a:gd name="connsiteY46" fmla="*/ 151699 h 606722"/>
              <a:gd name="connsiteX47" fmla="*/ 510616 w 607639"/>
              <a:gd name="connsiteY47" fmla="*/ 109763 h 606722"/>
              <a:gd name="connsiteX48" fmla="*/ 96953 w 607639"/>
              <a:gd name="connsiteY48" fmla="*/ 109763 h 606722"/>
              <a:gd name="connsiteX49" fmla="*/ 96953 w 607639"/>
              <a:gd name="connsiteY49" fmla="*/ 151699 h 606722"/>
              <a:gd name="connsiteX50" fmla="*/ 87252 w 607639"/>
              <a:gd name="connsiteY50" fmla="*/ 161383 h 606722"/>
              <a:gd name="connsiteX51" fmla="*/ 77551 w 607639"/>
              <a:gd name="connsiteY51" fmla="*/ 151699 h 606722"/>
              <a:gd name="connsiteX52" fmla="*/ 77551 w 607639"/>
              <a:gd name="connsiteY52" fmla="*/ 100078 h 606722"/>
              <a:gd name="connsiteX53" fmla="*/ 87252 w 607639"/>
              <a:gd name="connsiteY53" fmla="*/ 90394 h 606722"/>
              <a:gd name="connsiteX54" fmla="*/ 126063 w 607639"/>
              <a:gd name="connsiteY54" fmla="*/ 0 h 606722"/>
              <a:gd name="connsiteX55" fmla="*/ 481506 w 607639"/>
              <a:gd name="connsiteY55" fmla="*/ 0 h 606722"/>
              <a:gd name="connsiteX56" fmla="*/ 491206 w 607639"/>
              <a:gd name="connsiteY56" fmla="*/ 9684 h 606722"/>
              <a:gd name="connsiteX57" fmla="*/ 491206 w 607639"/>
              <a:gd name="connsiteY57" fmla="*/ 61305 h 606722"/>
              <a:gd name="connsiteX58" fmla="*/ 481506 w 607639"/>
              <a:gd name="connsiteY58" fmla="*/ 70989 h 606722"/>
              <a:gd name="connsiteX59" fmla="*/ 471894 w 607639"/>
              <a:gd name="connsiteY59" fmla="*/ 61305 h 606722"/>
              <a:gd name="connsiteX60" fmla="*/ 471894 w 607639"/>
              <a:gd name="connsiteY60" fmla="*/ 19369 h 606722"/>
              <a:gd name="connsiteX61" fmla="*/ 135763 w 607639"/>
              <a:gd name="connsiteY61" fmla="*/ 19369 h 606722"/>
              <a:gd name="connsiteX62" fmla="*/ 135763 w 607639"/>
              <a:gd name="connsiteY62" fmla="*/ 61305 h 606722"/>
              <a:gd name="connsiteX63" fmla="*/ 126063 w 607639"/>
              <a:gd name="connsiteY63" fmla="*/ 70989 h 606722"/>
              <a:gd name="connsiteX64" fmla="*/ 116362 w 607639"/>
              <a:gd name="connsiteY64" fmla="*/ 61305 h 606722"/>
              <a:gd name="connsiteX65" fmla="*/ 116362 w 607639"/>
              <a:gd name="connsiteY65" fmla="*/ 9684 h 606722"/>
              <a:gd name="connsiteX66" fmla="*/ 126063 w 607639"/>
              <a:gd name="connsiteY6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7639" h="606722">
                <a:moveTo>
                  <a:pt x="342560" y="429250"/>
                </a:moveTo>
                <a:cubicBezTo>
                  <a:pt x="347919" y="429250"/>
                  <a:pt x="352263" y="433562"/>
                  <a:pt x="352263" y="438882"/>
                </a:cubicBezTo>
                <a:cubicBezTo>
                  <a:pt x="352263" y="444202"/>
                  <a:pt x="347919" y="448514"/>
                  <a:pt x="342560" y="448514"/>
                </a:cubicBezTo>
                <a:cubicBezTo>
                  <a:pt x="337201" y="448514"/>
                  <a:pt x="332857" y="444202"/>
                  <a:pt x="332857" y="438882"/>
                </a:cubicBezTo>
                <a:cubicBezTo>
                  <a:pt x="332857" y="433562"/>
                  <a:pt x="337201" y="429250"/>
                  <a:pt x="342560" y="429250"/>
                </a:cubicBezTo>
                <a:close/>
                <a:moveTo>
                  <a:pt x="303749" y="429250"/>
                </a:moveTo>
                <a:cubicBezTo>
                  <a:pt x="309108" y="429250"/>
                  <a:pt x="313452" y="433562"/>
                  <a:pt x="313452" y="438882"/>
                </a:cubicBezTo>
                <a:cubicBezTo>
                  <a:pt x="313452" y="444202"/>
                  <a:pt x="309108" y="448514"/>
                  <a:pt x="303749" y="448514"/>
                </a:cubicBezTo>
                <a:cubicBezTo>
                  <a:pt x="298390" y="448514"/>
                  <a:pt x="294046" y="444202"/>
                  <a:pt x="294046" y="438882"/>
                </a:cubicBezTo>
                <a:cubicBezTo>
                  <a:pt x="294046" y="433562"/>
                  <a:pt x="298390" y="429250"/>
                  <a:pt x="303749" y="429250"/>
                </a:cubicBezTo>
                <a:close/>
                <a:moveTo>
                  <a:pt x="265079" y="429250"/>
                </a:moveTo>
                <a:cubicBezTo>
                  <a:pt x="270438" y="429250"/>
                  <a:pt x="274782" y="433562"/>
                  <a:pt x="274782" y="438882"/>
                </a:cubicBezTo>
                <a:cubicBezTo>
                  <a:pt x="274782" y="444202"/>
                  <a:pt x="270438" y="448514"/>
                  <a:pt x="265079" y="448514"/>
                </a:cubicBezTo>
                <a:cubicBezTo>
                  <a:pt x="259720" y="448514"/>
                  <a:pt x="255376" y="444202"/>
                  <a:pt x="255376" y="438882"/>
                </a:cubicBezTo>
                <a:cubicBezTo>
                  <a:pt x="255376" y="433562"/>
                  <a:pt x="259720" y="429250"/>
                  <a:pt x="265079" y="429250"/>
                </a:cubicBezTo>
                <a:close/>
                <a:moveTo>
                  <a:pt x="19403" y="290417"/>
                </a:moveTo>
                <a:lnTo>
                  <a:pt x="19403" y="587347"/>
                </a:lnTo>
                <a:lnTo>
                  <a:pt x="588236" y="587347"/>
                </a:lnTo>
                <a:lnTo>
                  <a:pt x="588236" y="290417"/>
                </a:lnTo>
                <a:close/>
                <a:moveTo>
                  <a:pt x="9702" y="271042"/>
                </a:moveTo>
                <a:lnTo>
                  <a:pt x="597938" y="271042"/>
                </a:lnTo>
                <a:cubicBezTo>
                  <a:pt x="603278" y="271042"/>
                  <a:pt x="607639" y="275397"/>
                  <a:pt x="607639" y="280729"/>
                </a:cubicBezTo>
                <a:lnTo>
                  <a:pt x="607639" y="597035"/>
                </a:lnTo>
                <a:cubicBezTo>
                  <a:pt x="607639" y="602367"/>
                  <a:pt x="603278" y="606722"/>
                  <a:pt x="597938" y="606722"/>
                </a:cubicBezTo>
                <a:lnTo>
                  <a:pt x="9702" y="606722"/>
                </a:lnTo>
                <a:cubicBezTo>
                  <a:pt x="4362" y="606722"/>
                  <a:pt x="0" y="602367"/>
                  <a:pt x="0" y="597035"/>
                </a:cubicBezTo>
                <a:lnTo>
                  <a:pt x="0" y="280729"/>
                </a:lnTo>
                <a:cubicBezTo>
                  <a:pt x="0" y="275397"/>
                  <a:pt x="4362" y="271042"/>
                  <a:pt x="9702" y="271042"/>
                </a:cubicBezTo>
                <a:close/>
                <a:moveTo>
                  <a:pt x="48513" y="180648"/>
                </a:moveTo>
                <a:lnTo>
                  <a:pt x="559127" y="180648"/>
                </a:lnTo>
                <a:cubicBezTo>
                  <a:pt x="564467" y="180648"/>
                  <a:pt x="568828" y="185006"/>
                  <a:pt x="568828" y="190342"/>
                </a:cubicBezTo>
                <a:lnTo>
                  <a:pt x="568828" y="242013"/>
                </a:lnTo>
                <a:cubicBezTo>
                  <a:pt x="568828" y="247438"/>
                  <a:pt x="564467" y="251707"/>
                  <a:pt x="559127" y="251707"/>
                </a:cubicBezTo>
                <a:cubicBezTo>
                  <a:pt x="553787" y="251707"/>
                  <a:pt x="549425" y="247438"/>
                  <a:pt x="549425" y="242013"/>
                </a:cubicBezTo>
                <a:lnTo>
                  <a:pt x="549425" y="200036"/>
                </a:lnTo>
                <a:lnTo>
                  <a:pt x="58214" y="200036"/>
                </a:lnTo>
                <a:lnTo>
                  <a:pt x="58214" y="242013"/>
                </a:lnTo>
                <a:cubicBezTo>
                  <a:pt x="58214" y="247438"/>
                  <a:pt x="53853" y="251707"/>
                  <a:pt x="48513" y="251707"/>
                </a:cubicBezTo>
                <a:cubicBezTo>
                  <a:pt x="43172" y="251707"/>
                  <a:pt x="38811" y="247438"/>
                  <a:pt x="38811" y="242013"/>
                </a:cubicBezTo>
                <a:lnTo>
                  <a:pt x="38811" y="190342"/>
                </a:lnTo>
                <a:cubicBezTo>
                  <a:pt x="38811" y="185006"/>
                  <a:pt x="43172" y="180648"/>
                  <a:pt x="48513" y="180648"/>
                </a:cubicBezTo>
                <a:close/>
                <a:moveTo>
                  <a:pt x="87252" y="90394"/>
                </a:moveTo>
                <a:lnTo>
                  <a:pt x="520316" y="90394"/>
                </a:lnTo>
                <a:cubicBezTo>
                  <a:pt x="525656" y="90394"/>
                  <a:pt x="530017" y="94659"/>
                  <a:pt x="530017" y="100078"/>
                </a:cubicBezTo>
                <a:lnTo>
                  <a:pt x="530017" y="151699"/>
                </a:lnTo>
                <a:cubicBezTo>
                  <a:pt x="530017" y="157029"/>
                  <a:pt x="525656" y="161383"/>
                  <a:pt x="520316" y="161383"/>
                </a:cubicBezTo>
                <a:cubicBezTo>
                  <a:pt x="514977" y="161383"/>
                  <a:pt x="510616" y="157029"/>
                  <a:pt x="510616" y="151699"/>
                </a:cubicBezTo>
                <a:lnTo>
                  <a:pt x="510616" y="109763"/>
                </a:lnTo>
                <a:lnTo>
                  <a:pt x="96953" y="109763"/>
                </a:lnTo>
                <a:lnTo>
                  <a:pt x="96953" y="151699"/>
                </a:lnTo>
                <a:cubicBezTo>
                  <a:pt x="96953" y="157029"/>
                  <a:pt x="92681" y="161383"/>
                  <a:pt x="87252" y="161383"/>
                </a:cubicBezTo>
                <a:cubicBezTo>
                  <a:pt x="81912" y="161383"/>
                  <a:pt x="77551" y="157029"/>
                  <a:pt x="77551" y="151699"/>
                </a:cubicBezTo>
                <a:lnTo>
                  <a:pt x="77551" y="100078"/>
                </a:lnTo>
                <a:cubicBezTo>
                  <a:pt x="77551" y="94659"/>
                  <a:pt x="81912" y="90394"/>
                  <a:pt x="87252" y="90394"/>
                </a:cubicBezTo>
                <a:close/>
                <a:moveTo>
                  <a:pt x="126063" y="0"/>
                </a:moveTo>
                <a:lnTo>
                  <a:pt x="481506" y="0"/>
                </a:lnTo>
                <a:cubicBezTo>
                  <a:pt x="486935" y="0"/>
                  <a:pt x="491206" y="4354"/>
                  <a:pt x="491206" y="9684"/>
                </a:cubicBezTo>
                <a:lnTo>
                  <a:pt x="491206" y="61305"/>
                </a:lnTo>
                <a:cubicBezTo>
                  <a:pt x="491206" y="66635"/>
                  <a:pt x="486935" y="70989"/>
                  <a:pt x="481506" y="70989"/>
                </a:cubicBezTo>
                <a:cubicBezTo>
                  <a:pt x="476166" y="70989"/>
                  <a:pt x="471894" y="66635"/>
                  <a:pt x="471894" y="61305"/>
                </a:cubicBezTo>
                <a:lnTo>
                  <a:pt x="471894" y="19369"/>
                </a:lnTo>
                <a:lnTo>
                  <a:pt x="135763" y="19369"/>
                </a:lnTo>
                <a:lnTo>
                  <a:pt x="135763" y="61305"/>
                </a:lnTo>
                <a:cubicBezTo>
                  <a:pt x="135763" y="66635"/>
                  <a:pt x="131402" y="70989"/>
                  <a:pt x="126063" y="70989"/>
                </a:cubicBezTo>
                <a:cubicBezTo>
                  <a:pt x="120723" y="70989"/>
                  <a:pt x="116362" y="66635"/>
                  <a:pt x="116362" y="61305"/>
                </a:cubicBezTo>
                <a:lnTo>
                  <a:pt x="116362" y="9684"/>
                </a:lnTo>
                <a:cubicBezTo>
                  <a:pt x="116362" y="4354"/>
                  <a:pt x="120723" y="0"/>
                  <a:pt x="1260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confont-1188-605014">
            <a:extLst>
              <a:ext uri="{FF2B5EF4-FFF2-40B4-BE49-F238E27FC236}">
                <a16:creationId xmlns:a16="http://schemas.microsoft.com/office/drawing/2014/main" id="{429A536D-734C-8661-E5BA-31C6D1CE1D4F}"/>
              </a:ext>
            </a:extLst>
          </p:cNvPr>
          <p:cNvSpPr/>
          <p:nvPr/>
        </p:nvSpPr>
        <p:spPr>
          <a:xfrm>
            <a:off x="10284630" y="1907420"/>
            <a:ext cx="448161" cy="609685"/>
          </a:xfrm>
          <a:custGeom>
            <a:avLst/>
            <a:gdLst>
              <a:gd name="T0" fmla="*/ 8961 w 9409"/>
              <a:gd name="T1" fmla="*/ 8073 h 12801"/>
              <a:gd name="T2" fmla="*/ 448 w 9409"/>
              <a:gd name="T3" fmla="*/ 8562 h 12801"/>
              <a:gd name="T4" fmla="*/ 1662 w 9409"/>
              <a:gd name="T5" fmla="*/ 9410 h 12801"/>
              <a:gd name="T6" fmla="*/ 3045 w 9409"/>
              <a:gd name="T7" fmla="*/ 9799 h 12801"/>
              <a:gd name="T8" fmla="*/ 2224 w 9409"/>
              <a:gd name="T9" fmla="*/ 10115 h 12801"/>
              <a:gd name="T10" fmla="*/ 2925 w 9409"/>
              <a:gd name="T11" fmla="*/ 10481 h 12801"/>
              <a:gd name="T12" fmla="*/ 2224 w 9409"/>
              <a:gd name="T13" fmla="*/ 11220 h 12801"/>
              <a:gd name="T14" fmla="*/ 1662 w 9409"/>
              <a:gd name="T15" fmla="*/ 9410 h 12801"/>
              <a:gd name="T16" fmla="*/ 4056 w 9409"/>
              <a:gd name="T17" fmla="*/ 9410 h 12801"/>
              <a:gd name="T18" fmla="*/ 3495 w 9409"/>
              <a:gd name="T19" fmla="*/ 11221 h 12801"/>
              <a:gd name="T20" fmla="*/ 4584 w 9409"/>
              <a:gd name="T21" fmla="*/ 9410 h 12801"/>
              <a:gd name="T22" fmla="*/ 5143 w 9409"/>
              <a:gd name="T23" fmla="*/ 10775 h 12801"/>
              <a:gd name="T24" fmla="*/ 6016 w 9409"/>
              <a:gd name="T25" fmla="*/ 11221 h 12801"/>
              <a:gd name="T26" fmla="*/ 4584 w 9409"/>
              <a:gd name="T27" fmla="*/ 9410 h 12801"/>
              <a:gd name="T28" fmla="*/ 7895 w 9409"/>
              <a:gd name="T29" fmla="*/ 9410 h 12801"/>
              <a:gd name="T30" fmla="*/ 6956 w 9409"/>
              <a:gd name="T31" fmla="*/ 9797 h 12801"/>
              <a:gd name="T32" fmla="*/ 7827 w 9409"/>
              <a:gd name="T33" fmla="*/ 10084 h 12801"/>
              <a:gd name="T34" fmla="*/ 6956 w 9409"/>
              <a:gd name="T35" fmla="*/ 10454 h 12801"/>
              <a:gd name="T36" fmla="*/ 7922 w 9409"/>
              <a:gd name="T37" fmla="*/ 10811 h 12801"/>
              <a:gd name="T38" fmla="*/ 6396 w 9409"/>
              <a:gd name="T39" fmla="*/ 11220 h 12801"/>
              <a:gd name="T40" fmla="*/ 9397 w 9409"/>
              <a:gd name="T41" fmla="*/ 3575 h 12801"/>
              <a:gd name="T42" fmla="*/ 8948 w 9409"/>
              <a:gd name="T43" fmla="*/ 2475 h 12801"/>
              <a:gd name="T44" fmla="*/ 6995 w 9409"/>
              <a:gd name="T45" fmla="*/ 41 h 12801"/>
              <a:gd name="T46" fmla="*/ 6952 w 9409"/>
              <a:gd name="T47" fmla="*/ 0 h 12801"/>
              <a:gd name="T48" fmla="*/ 1 w 9409"/>
              <a:gd name="T49" fmla="*/ 1122 h 12801"/>
              <a:gd name="T50" fmla="*/ 913 w 9409"/>
              <a:gd name="T51" fmla="*/ 12800 h 12801"/>
              <a:gd name="T52" fmla="*/ 9409 w 9409"/>
              <a:gd name="T53" fmla="*/ 11675 h 12801"/>
              <a:gd name="T54" fmla="*/ 6933 w 9409"/>
              <a:gd name="T55" fmla="*/ 752 h 12801"/>
              <a:gd name="T56" fmla="*/ 7383 w 9409"/>
              <a:gd name="T57" fmla="*/ 3058 h 12801"/>
              <a:gd name="T58" fmla="*/ 6933 w 9409"/>
              <a:gd name="T59" fmla="*/ 752 h 12801"/>
              <a:gd name="T60" fmla="*/ 8515 w 9409"/>
              <a:gd name="T61" fmla="*/ 12233 h 12801"/>
              <a:gd name="T62" fmla="*/ 464 w 9409"/>
              <a:gd name="T63" fmla="*/ 11688 h 12801"/>
              <a:gd name="T64" fmla="*/ 895 w 9409"/>
              <a:gd name="T65" fmla="*/ 565 h 12801"/>
              <a:gd name="T66" fmla="*/ 6488 w 9409"/>
              <a:gd name="T67" fmla="*/ 2503 h 12801"/>
              <a:gd name="T68" fmla="*/ 8949 w 9409"/>
              <a:gd name="T69" fmla="*/ 3612 h 12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409" h="12801">
                <a:moveTo>
                  <a:pt x="448" y="8073"/>
                </a:moveTo>
                <a:lnTo>
                  <a:pt x="8961" y="8073"/>
                </a:lnTo>
                <a:lnTo>
                  <a:pt x="8961" y="8562"/>
                </a:lnTo>
                <a:lnTo>
                  <a:pt x="448" y="8562"/>
                </a:lnTo>
                <a:lnTo>
                  <a:pt x="448" y="8073"/>
                </a:lnTo>
                <a:close/>
                <a:moveTo>
                  <a:pt x="1662" y="9410"/>
                </a:moveTo>
                <a:lnTo>
                  <a:pt x="3045" y="9410"/>
                </a:lnTo>
                <a:lnTo>
                  <a:pt x="3045" y="9799"/>
                </a:lnTo>
                <a:lnTo>
                  <a:pt x="2224" y="9799"/>
                </a:lnTo>
                <a:lnTo>
                  <a:pt x="2224" y="10115"/>
                </a:lnTo>
                <a:lnTo>
                  <a:pt x="2925" y="10115"/>
                </a:lnTo>
                <a:lnTo>
                  <a:pt x="2925" y="10481"/>
                </a:lnTo>
                <a:lnTo>
                  <a:pt x="2224" y="10481"/>
                </a:lnTo>
                <a:lnTo>
                  <a:pt x="2224" y="11220"/>
                </a:lnTo>
                <a:lnTo>
                  <a:pt x="1662" y="11220"/>
                </a:lnTo>
                <a:lnTo>
                  <a:pt x="1662" y="9410"/>
                </a:lnTo>
                <a:close/>
                <a:moveTo>
                  <a:pt x="3495" y="9410"/>
                </a:moveTo>
                <a:lnTo>
                  <a:pt x="4056" y="9410"/>
                </a:lnTo>
                <a:lnTo>
                  <a:pt x="4056" y="11221"/>
                </a:lnTo>
                <a:lnTo>
                  <a:pt x="3495" y="11221"/>
                </a:lnTo>
                <a:lnTo>
                  <a:pt x="3495" y="9410"/>
                </a:lnTo>
                <a:close/>
                <a:moveTo>
                  <a:pt x="4584" y="9410"/>
                </a:moveTo>
                <a:lnTo>
                  <a:pt x="5143" y="9410"/>
                </a:lnTo>
                <a:lnTo>
                  <a:pt x="5143" y="10775"/>
                </a:lnTo>
                <a:lnTo>
                  <a:pt x="6016" y="10775"/>
                </a:lnTo>
                <a:lnTo>
                  <a:pt x="6016" y="11221"/>
                </a:lnTo>
                <a:lnTo>
                  <a:pt x="4584" y="11221"/>
                </a:lnTo>
                <a:lnTo>
                  <a:pt x="4584" y="9410"/>
                </a:lnTo>
                <a:close/>
                <a:moveTo>
                  <a:pt x="6396" y="9410"/>
                </a:moveTo>
                <a:lnTo>
                  <a:pt x="7895" y="9410"/>
                </a:lnTo>
                <a:lnTo>
                  <a:pt x="7895" y="9797"/>
                </a:lnTo>
                <a:lnTo>
                  <a:pt x="6956" y="9797"/>
                </a:lnTo>
                <a:lnTo>
                  <a:pt x="6956" y="10084"/>
                </a:lnTo>
                <a:lnTo>
                  <a:pt x="7827" y="10084"/>
                </a:lnTo>
                <a:lnTo>
                  <a:pt x="7827" y="10454"/>
                </a:lnTo>
                <a:lnTo>
                  <a:pt x="6956" y="10454"/>
                </a:lnTo>
                <a:lnTo>
                  <a:pt x="6956" y="10811"/>
                </a:lnTo>
                <a:lnTo>
                  <a:pt x="7922" y="10811"/>
                </a:lnTo>
                <a:lnTo>
                  <a:pt x="7922" y="11220"/>
                </a:lnTo>
                <a:lnTo>
                  <a:pt x="6396" y="11220"/>
                </a:lnTo>
                <a:lnTo>
                  <a:pt x="6396" y="9410"/>
                </a:lnTo>
                <a:close/>
                <a:moveTo>
                  <a:pt x="9397" y="3575"/>
                </a:moveTo>
                <a:lnTo>
                  <a:pt x="9396" y="3030"/>
                </a:lnTo>
                <a:lnTo>
                  <a:pt x="8948" y="2475"/>
                </a:lnTo>
                <a:lnTo>
                  <a:pt x="8948" y="2484"/>
                </a:lnTo>
                <a:lnTo>
                  <a:pt x="6995" y="41"/>
                </a:lnTo>
                <a:cubicBezTo>
                  <a:pt x="6986" y="29"/>
                  <a:pt x="6975" y="22"/>
                  <a:pt x="6965" y="15"/>
                </a:cubicBezTo>
                <a:lnTo>
                  <a:pt x="6952" y="0"/>
                </a:lnTo>
                <a:lnTo>
                  <a:pt x="894" y="9"/>
                </a:lnTo>
                <a:cubicBezTo>
                  <a:pt x="400" y="10"/>
                  <a:pt x="0" y="508"/>
                  <a:pt x="1" y="1122"/>
                </a:cubicBezTo>
                <a:lnTo>
                  <a:pt x="16" y="11689"/>
                </a:lnTo>
                <a:cubicBezTo>
                  <a:pt x="17" y="12303"/>
                  <a:pt x="418" y="12801"/>
                  <a:pt x="913" y="12800"/>
                </a:cubicBezTo>
                <a:lnTo>
                  <a:pt x="8516" y="12789"/>
                </a:lnTo>
                <a:cubicBezTo>
                  <a:pt x="9010" y="12788"/>
                  <a:pt x="9409" y="12290"/>
                  <a:pt x="9409" y="11675"/>
                </a:cubicBezTo>
                <a:lnTo>
                  <a:pt x="9397" y="3611"/>
                </a:lnTo>
                <a:moveTo>
                  <a:pt x="6933" y="752"/>
                </a:moveTo>
                <a:lnTo>
                  <a:pt x="8775" y="3056"/>
                </a:lnTo>
                <a:lnTo>
                  <a:pt x="7383" y="3058"/>
                </a:lnTo>
                <a:cubicBezTo>
                  <a:pt x="7136" y="3058"/>
                  <a:pt x="6936" y="2810"/>
                  <a:pt x="6935" y="2503"/>
                </a:cubicBezTo>
                <a:lnTo>
                  <a:pt x="6933" y="752"/>
                </a:lnTo>
                <a:close/>
                <a:moveTo>
                  <a:pt x="8961" y="11676"/>
                </a:moveTo>
                <a:cubicBezTo>
                  <a:pt x="8962" y="11983"/>
                  <a:pt x="8762" y="12232"/>
                  <a:pt x="8515" y="12233"/>
                </a:cubicBezTo>
                <a:lnTo>
                  <a:pt x="912" y="12244"/>
                </a:lnTo>
                <a:cubicBezTo>
                  <a:pt x="665" y="12244"/>
                  <a:pt x="464" y="11995"/>
                  <a:pt x="464" y="11688"/>
                </a:cubicBezTo>
                <a:lnTo>
                  <a:pt x="448" y="1122"/>
                </a:lnTo>
                <a:cubicBezTo>
                  <a:pt x="448" y="815"/>
                  <a:pt x="648" y="565"/>
                  <a:pt x="895" y="565"/>
                </a:cubicBezTo>
                <a:lnTo>
                  <a:pt x="6485" y="557"/>
                </a:lnTo>
                <a:lnTo>
                  <a:pt x="6488" y="2503"/>
                </a:lnTo>
                <a:cubicBezTo>
                  <a:pt x="6489" y="3117"/>
                  <a:pt x="6890" y="3615"/>
                  <a:pt x="7384" y="3614"/>
                </a:cubicBezTo>
                <a:lnTo>
                  <a:pt x="8949" y="3612"/>
                </a:lnTo>
                <a:lnTo>
                  <a:pt x="8961" y="116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confont-11894-5689079">
            <a:extLst>
              <a:ext uri="{FF2B5EF4-FFF2-40B4-BE49-F238E27FC236}">
                <a16:creationId xmlns:a16="http://schemas.microsoft.com/office/drawing/2014/main" id="{022C54D7-3A8C-7825-8715-7613C1721E8B}"/>
              </a:ext>
            </a:extLst>
          </p:cNvPr>
          <p:cNvSpPr/>
          <p:nvPr/>
        </p:nvSpPr>
        <p:spPr>
          <a:xfrm>
            <a:off x="9478347" y="3638339"/>
            <a:ext cx="609685" cy="609685"/>
          </a:xfrm>
          <a:custGeom>
            <a:avLst/>
            <a:gdLst>
              <a:gd name="T0" fmla="*/ 12533 w 12800"/>
              <a:gd name="T1" fmla="*/ 10105 h 12800"/>
              <a:gd name="T2" fmla="*/ 12267 w 12800"/>
              <a:gd name="T3" fmla="*/ 9839 h 12800"/>
              <a:gd name="T4" fmla="*/ 12267 w 12800"/>
              <a:gd name="T5" fmla="*/ 6949 h 12800"/>
              <a:gd name="T6" fmla="*/ 6400 w 12800"/>
              <a:gd name="T7" fmla="*/ 533 h 12800"/>
              <a:gd name="T8" fmla="*/ 533 w 12800"/>
              <a:gd name="T9" fmla="*/ 6949 h 12800"/>
              <a:gd name="T10" fmla="*/ 533 w 12800"/>
              <a:gd name="T11" fmla="*/ 9839 h 12800"/>
              <a:gd name="T12" fmla="*/ 267 w 12800"/>
              <a:gd name="T13" fmla="*/ 10105 h 12800"/>
              <a:gd name="T14" fmla="*/ 0 w 12800"/>
              <a:gd name="T15" fmla="*/ 9839 h 12800"/>
              <a:gd name="T16" fmla="*/ 0 w 12800"/>
              <a:gd name="T17" fmla="*/ 6949 h 12800"/>
              <a:gd name="T18" fmla="*/ 6400 w 12800"/>
              <a:gd name="T19" fmla="*/ 0 h 12800"/>
              <a:gd name="T20" fmla="*/ 12800 w 12800"/>
              <a:gd name="T21" fmla="*/ 6949 h 12800"/>
              <a:gd name="T22" fmla="*/ 12800 w 12800"/>
              <a:gd name="T23" fmla="*/ 9839 h 12800"/>
              <a:gd name="T24" fmla="*/ 12533 w 12800"/>
              <a:gd name="T25" fmla="*/ 10105 h 12800"/>
              <a:gd name="T26" fmla="*/ 2285 w 12800"/>
              <a:gd name="T27" fmla="*/ 12800 h 12800"/>
              <a:gd name="T28" fmla="*/ 0 w 12800"/>
              <a:gd name="T29" fmla="*/ 10043 h 12800"/>
              <a:gd name="T30" fmla="*/ 2285 w 12800"/>
              <a:gd name="T31" fmla="*/ 7286 h 12800"/>
              <a:gd name="T32" fmla="*/ 3042 w 12800"/>
              <a:gd name="T33" fmla="*/ 7451 h 12800"/>
              <a:gd name="T34" fmla="*/ 3204 w 12800"/>
              <a:gd name="T35" fmla="*/ 7697 h 12800"/>
              <a:gd name="T36" fmla="*/ 3204 w 12800"/>
              <a:gd name="T37" fmla="*/ 12389 h 12800"/>
              <a:gd name="T38" fmla="*/ 3041 w 12800"/>
              <a:gd name="T39" fmla="*/ 12635 h 12800"/>
              <a:gd name="T40" fmla="*/ 2285 w 12800"/>
              <a:gd name="T41" fmla="*/ 12800 h 12800"/>
              <a:gd name="T42" fmla="*/ 2285 w 12800"/>
              <a:gd name="T43" fmla="*/ 7819 h 12800"/>
              <a:gd name="T44" fmla="*/ 533 w 12800"/>
              <a:gd name="T45" fmla="*/ 10043 h 12800"/>
              <a:gd name="T46" fmla="*/ 2285 w 12800"/>
              <a:gd name="T47" fmla="*/ 12267 h 12800"/>
              <a:gd name="T48" fmla="*/ 2671 w 12800"/>
              <a:gd name="T49" fmla="*/ 12204 h 12800"/>
              <a:gd name="T50" fmla="*/ 2671 w 12800"/>
              <a:gd name="T51" fmla="*/ 7882 h 12800"/>
              <a:gd name="T52" fmla="*/ 2285 w 12800"/>
              <a:gd name="T53" fmla="*/ 7819 h 12800"/>
              <a:gd name="T54" fmla="*/ 10516 w 12800"/>
              <a:gd name="T55" fmla="*/ 12800 h 12800"/>
              <a:gd name="T56" fmla="*/ 9759 w 12800"/>
              <a:gd name="T57" fmla="*/ 12635 h 12800"/>
              <a:gd name="T58" fmla="*/ 9597 w 12800"/>
              <a:gd name="T59" fmla="*/ 12389 h 12800"/>
              <a:gd name="T60" fmla="*/ 9597 w 12800"/>
              <a:gd name="T61" fmla="*/ 7697 h 12800"/>
              <a:gd name="T62" fmla="*/ 9759 w 12800"/>
              <a:gd name="T63" fmla="*/ 7452 h 12800"/>
              <a:gd name="T64" fmla="*/ 10516 w 12800"/>
              <a:gd name="T65" fmla="*/ 7286 h 12800"/>
              <a:gd name="T66" fmla="*/ 12800 w 12800"/>
              <a:gd name="T67" fmla="*/ 10043 h 12800"/>
              <a:gd name="T68" fmla="*/ 10516 w 12800"/>
              <a:gd name="T69" fmla="*/ 12800 h 12800"/>
              <a:gd name="T70" fmla="*/ 10130 w 12800"/>
              <a:gd name="T71" fmla="*/ 12204 h 12800"/>
              <a:gd name="T72" fmla="*/ 10516 w 12800"/>
              <a:gd name="T73" fmla="*/ 12267 h 12800"/>
              <a:gd name="T74" fmla="*/ 12267 w 12800"/>
              <a:gd name="T75" fmla="*/ 10043 h 12800"/>
              <a:gd name="T76" fmla="*/ 10516 w 12800"/>
              <a:gd name="T77" fmla="*/ 7819 h 12800"/>
              <a:gd name="T78" fmla="*/ 10130 w 12800"/>
              <a:gd name="T79" fmla="*/ 7882 h 12800"/>
              <a:gd name="T80" fmla="*/ 10130 w 12800"/>
              <a:gd name="T81" fmla="*/ 12204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800" h="12800">
                <a:moveTo>
                  <a:pt x="12533" y="10105"/>
                </a:moveTo>
                <a:cubicBezTo>
                  <a:pt x="12386" y="10105"/>
                  <a:pt x="12267" y="9986"/>
                  <a:pt x="12267" y="9839"/>
                </a:cubicBezTo>
                <a:lnTo>
                  <a:pt x="12267" y="6949"/>
                </a:lnTo>
                <a:cubicBezTo>
                  <a:pt x="12267" y="3411"/>
                  <a:pt x="9635" y="533"/>
                  <a:pt x="6400" y="533"/>
                </a:cubicBezTo>
                <a:cubicBezTo>
                  <a:pt x="3165" y="533"/>
                  <a:pt x="533" y="3411"/>
                  <a:pt x="533" y="6949"/>
                </a:cubicBezTo>
                <a:lnTo>
                  <a:pt x="533" y="9839"/>
                </a:lnTo>
                <a:cubicBezTo>
                  <a:pt x="533" y="9986"/>
                  <a:pt x="414" y="10105"/>
                  <a:pt x="267" y="10105"/>
                </a:cubicBezTo>
                <a:cubicBezTo>
                  <a:pt x="119" y="10105"/>
                  <a:pt x="0" y="9986"/>
                  <a:pt x="0" y="9839"/>
                </a:cubicBezTo>
                <a:lnTo>
                  <a:pt x="0" y="6949"/>
                </a:lnTo>
                <a:cubicBezTo>
                  <a:pt x="0" y="3117"/>
                  <a:pt x="2871" y="0"/>
                  <a:pt x="6400" y="0"/>
                </a:cubicBezTo>
                <a:cubicBezTo>
                  <a:pt x="9929" y="0"/>
                  <a:pt x="12800" y="3117"/>
                  <a:pt x="12800" y="6949"/>
                </a:cubicBezTo>
                <a:lnTo>
                  <a:pt x="12800" y="9839"/>
                </a:lnTo>
                <a:cubicBezTo>
                  <a:pt x="12800" y="9986"/>
                  <a:pt x="12681" y="10105"/>
                  <a:pt x="12533" y="10105"/>
                </a:cubicBezTo>
                <a:close/>
                <a:moveTo>
                  <a:pt x="2285" y="12800"/>
                </a:moveTo>
                <a:cubicBezTo>
                  <a:pt x="1025" y="12800"/>
                  <a:pt x="0" y="11563"/>
                  <a:pt x="0" y="10043"/>
                </a:cubicBezTo>
                <a:cubicBezTo>
                  <a:pt x="0" y="8523"/>
                  <a:pt x="1025" y="7286"/>
                  <a:pt x="2285" y="7286"/>
                </a:cubicBezTo>
                <a:cubicBezTo>
                  <a:pt x="2533" y="7286"/>
                  <a:pt x="2781" y="7340"/>
                  <a:pt x="3042" y="7451"/>
                </a:cubicBezTo>
                <a:cubicBezTo>
                  <a:pt x="3140" y="7493"/>
                  <a:pt x="3204" y="7590"/>
                  <a:pt x="3204" y="7697"/>
                </a:cubicBezTo>
                <a:lnTo>
                  <a:pt x="3204" y="12389"/>
                </a:lnTo>
                <a:cubicBezTo>
                  <a:pt x="3204" y="12496"/>
                  <a:pt x="3140" y="12593"/>
                  <a:pt x="3041" y="12635"/>
                </a:cubicBezTo>
                <a:cubicBezTo>
                  <a:pt x="2778" y="12746"/>
                  <a:pt x="2530" y="12800"/>
                  <a:pt x="2285" y="12800"/>
                </a:cubicBezTo>
                <a:close/>
                <a:moveTo>
                  <a:pt x="2285" y="7819"/>
                </a:moveTo>
                <a:cubicBezTo>
                  <a:pt x="1319" y="7819"/>
                  <a:pt x="533" y="8817"/>
                  <a:pt x="533" y="10043"/>
                </a:cubicBezTo>
                <a:cubicBezTo>
                  <a:pt x="533" y="11269"/>
                  <a:pt x="1319" y="12267"/>
                  <a:pt x="2285" y="12267"/>
                </a:cubicBezTo>
                <a:cubicBezTo>
                  <a:pt x="2409" y="12267"/>
                  <a:pt x="2536" y="12246"/>
                  <a:pt x="2671" y="12204"/>
                </a:cubicBezTo>
                <a:lnTo>
                  <a:pt x="2671" y="7882"/>
                </a:lnTo>
                <a:cubicBezTo>
                  <a:pt x="2546" y="7841"/>
                  <a:pt x="2416" y="7820"/>
                  <a:pt x="2285" y="7819"/>
                </a:cubicBezTo>
                <a:close/>
                <a:moveTo>
                  <a:pt x="10516" y="12800"/>
                </a:moveTo>
                <a:cubicBezTo>
                  <a:pt x="10269" y="12800"/>
                  <a:pt x="10022" y="12746"/>
                  <a:pt x="9759" y="12635"/>
                </a:cubicBezTo>
                <a:cubicBezTo>
                  <a:pt x="9661" y="12593"/>
                  <a:pt x="9597" y="12496"/>
                  <a:pt x="9597" y="12389"/>
                </a:cubicBezTo>
                <a:lnTo>
                  <a:pt x="9597" y="7697"/>
                </a:lnTo>
                <a:cubicBezTo>
                  <a:pt x="9597" y="7590"/>
                  <a:pt x="9661" y="7494"/>
                  <a:pt x="9759" y="7452"/>
                </a:cubicBezTo>
                <a:cubicBezTo>
                  <a:pt x="10019" y="7340"/>
                  <a:pt x="10267" y="7286"/>
                  <a:pt x="10516" y="7286"/>
                </a:cubicBezTo>
                <a:cubicBezTo>
                  <a:pt x="11775" y="7286"/>
                  <a:pt x="12800" y="8523"/>
                  <a:pt x="12800" y="10043"/>
                </a:cubicBezTo>
                <a:cubicBezTo>
                  <a:pt x="12800" y="11563"/>
                  <a:pt x="11775" y="12800"/>
                  <a:pt x="10516" y="12800"/>
                </a:cubicBezTo>
                <a:close/>
                <a:moveTo>
                  <a:pt x="10130" y="12204"/>
                </a:moveTo>
                <a:cubicBezTo>
                  <a:pt x="10264" y="12246"/>
                  <a:pt x="10391" y="12267"/>
                  <a:pt x="10516" y="12267"/>
                </a:cubicBezTo>
                <a:cubicBezTo>
                  <a:pt x="11481" y="12267"/>
                  <a:pt x="12267" y="11269"/>
                  <a:pt x="12267" y="10043"/>
                </a:cubicBezTo>
                <a:cubicBezTo>
                  <a:pt x="12267" y="8817"/>
                  <a:pt x="11481" y="7819"/>
                  <a:pt x="10516" y="7819"/>
                </a:cubicBezTo>
                <a:cubicBezTo>
                  <a:pt x="10390" y="7819"/>
                  <a:pt x="10263" y="7840"/>
                  <a:pt x="10130" y="7882"/>
                </a:cubicBezTo>
                <a:lnTo>
                  <a:pt x="10130" y="1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confont-1188-594172">
            <a:extLst>
              <a:ext uri="{FF2B5EF4-FFF2-40B4-BE49-F238E27FC236}">
                <a16:creationId xmlns:a16="http://schemas.microsoft.com/office/drawing/2014/main" id="{5D7BD1E8-583C-22FF-03E8-B7EAC7141B9F}"/>
              </a:ext>
            </a:extLst>
          </p:cNvPr>
          <p:cNvSpPr/>
          <p:nvPr/>
        </p:nvSpPr>
        <p:spPr>
          <a:xfrm>
            <a:off x="9306028" y="2069571"/>
            <a:ext cx="609685" cy="609584"/>
          </a:xfrm>
          <a:custGeom>
            <a:avLst/>
            <a:gdLst>
              <a:gd name="T0" fmla="*/ 11509 w 12531"/>
              <a:gd name="T1" fmla="*/ 7831 h 12529"/>
              <a:gd name="T2" fmla="*/ 10586 w 12531"/>
              <a:gd name="T3" fmla="*/ 7230 h 12529"/>
              <a:gd name="T4" fmla="*/ 9463 w 12531"/>
              <a:gd name="T5" fmla="*/ 9005 h 12529"/>
              <a:gd name="T6" fmla="*/ 9463 w 12531"/>
              <a:gd name="T7" fmla="*/ 10049 h 12529"/>
              <a:gd name="T8" fmla="*/ 9429 w 12531"/>
              <a:gd name="T9" fmla="*/ 10441 h 12529"/>
              <a:gd name="T10" fmla="*/ 7033 w 12531"/>
              <a:gd name="T11" fmla="*/ 12529 h 12529"/>
              <a:gd name="T12" fmla="*/ 4603 w 12531"/>
              <a:gd name="T13" fmla="*/ 10049 h 12529"/>
              <a:gd name="T14" fmla="*/ 4603 w 12531"/>
              <a:gd name="T15" fmla="*/ 8862 h 12529"/>
              <a:gd name="T16" fmla="*/ 767 w 12531"/>
              <a:gd name="T17" fmla="*/ 4437 h 12529"/>
              <a:gd name="T18" fmla="*/ 767 w 12531"/>
              <a:gd name="T19" fmla="*/ 2051 h 12529"/>
              <a:gd name="T20" fmla="*/ 0 w 12531"/>
              <a:gd name="T21" fmla="*/ 1044 h 12529"/>
              <a:gd name="T22" fmla="*/ 1022 w 12531"/>
              <a:gd name="T23" fmla="*/ 0 h 12529"/>
              <a:gd name="T24" fmla="*/ 2045 w 12531"/>
              <a:gd name="T25" fmla="*/ 1044 h 12529"/>
              <a:gd name="T26" fmla="*/ 1277 w 12531"/>
              <a:gd name="T27" fmla="*/ 2051 h 12529"/>
              <a:gd name="T28" fmla="*/ 1277 w 12531"/>
              <a:gd name="T29" fmla="*/ 4438 h 12529"/>
              <a:gd name="T30" fmla="*/ 4857 w 12531"/>
              <a:gd name="T31" fmla="*/ 8353 h 12529"/>
              <a:gd name="T32" fmla="*/ 8438 w 12531"/>
              <a:gd name="T33" fmla="*/ 4438 h 12529"/>
              <a:gd name="T34" fmla="*/ 8438 w 12531"/>
              <a:gd name="T35" fmla="*/ 2051 h 12529"/>
              <a:gd name="T36" fmla="*/ 7672 w 12531"/>
              <a:gd name="T37" fmla="*/ 1044 h 12529"/>
              <a:gd name="T38" fmla="*/ 8694 w 12531"/>
              <a:gd name="T39" fmla="*/ 0 h 12529"/>
              <a:gd name="T40" fmla="*/ 9717 w 12531"/>
              <a:gd name="T41" fmla="*/ 1044 h 12529"/>
              <a:gd name="T42" fmla="*/ 8949 w 12531"/>
              <a:gd name="T43" fmla="*/ 2051 h 12529"/>
              <a:gd name="T44" fmla="*/ 8949 w 12531"/>
              <a:gd name="T45" fmla="*/ 4438 h 12529"/>
              <a:gd name="T46" fmla="*/ 5113 w 12531"/>
              <a:gd name="T47" fmla="*/ 8862 h 12529"/>
              <a:gd name="T48" fmla="*/ 5113 w 12531"/>
              <a:gd name="T49" fmla="*/ 10050 h 12529"/>
              <a:gd name="T50" fmla="*/ 7031 w 12531"/>
              <a:gd name="T51" fmla="*/ 12008 h 12529"/>
              <a:gd name="T52" fmla="*/ 8949 w 12531"/>
              <a:gd name="T53" fmla="*/ 10050 h 12529"/>
              <a:gd name="T54" fmla="*/ 8949 w 12531"/>
              <a:gd name="T55" fmla="*/ 9005 h 12529"/>
              <a:gd name="T56" fmla="*/ 8983 w 12531"/>
              <a:gd name="T57" fmla="*/ 8614 h 12529"/>
              <a:gd name="T58" fmla="*/ 10492 w 12531"/>
              <a:gd name="T59" fmla="*/ 6706 h 12529"/>
              <a:gd name="T60" fmla="*/ 11506 w 12531"/>
              <a:gd name="T61" fmla="*/ 5743 h 12529"/>
              <a:gd name="T62" fmla="*/ 12529 w 12531"/>
              <a:gd name="T63" fmla="*/ 6787 h 12529"/>
              <a:gd name="T64" fmla="*/ 11509 w 12531"/>
              <a:gd name="T65" fmla="*/ 7831 h 12529"/>
              <a:gd name="T66" fmla="*/ 1534 w 12531"/>
              <a:gd name="T67" fmla="*/ 1044 h 12529"/>
              <a:gd name="T68" fmla="*/ 1022 w 12531"/>
              <a:gd name="T69" fmla="*/ 522 h 12529"/>
              <a:gd name="T70" fmla="*/ 511 w 12531"/>
              <a:gd name="T71" fmla="*/ 1044 h 12529"/>
              <a:gd name="T72" fmla="*/ 1023 w 12531"/>
              <a:gd name="T73" fmla="*/ 1566 h 12529"/>
              <a:gd name="T74" fmla="*/ 1534 w 12531"/>
              <a:gd name="T75" fmla="*/ 1044 h 12529"/>
              <a:gd name="T76" fmla="*/ 9207 w 12531"/>
              <a:gd name="T77" fmla="*/ 1044 h 12529"/>
              <a:gd name="T78" fmla="*/ 8695 w 12531"/>
              <a:gd name="T79" fmla="*/ 522 h 12529"/>
              <a:gd name="T80" fmla="*/ 8183 w 12531"/>
              <a:gd name="T81" fmla="*/ 1044 h 12529"/>
              <a:gd name="T82" fmla="*/ 8695 w 12531"/>
              <a:gd name="T83" fmla="*/ 1566 h 12529"/>
              <a:gd name="T84" fmla="*/ 9207 w 12531"/>
              <a:gd name="T85" fmla="*/ 1044 h 12529"/>
              <a:gd name="T86" fmla="*/ 11509 w 12531"/>
              <a:gd name="T87" fmla="*/ 6265 h 12529"/>
              <a:gd name="T88" fmla="*/ 10997 w 12531"/>
              <a:gd name="T89" fmla="*/ 6787 h 12529"/>
              <a:gd name="T90" fmla="*/ 11509 w 12531"/>
              <a:gd name="T91" fmla="*/ 7309 h 12529"/>
              <a:gd name="T92" fmla="*/ 12020 w 12531"/>
              <a:gd name="T93" fmla="*/ 6787 h 12529"/>
              <a:gd name="T94" fmla="*/ 11509 w 12531"/>
              <a:gd name="T95" fmla="*/ 6265 h 12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531" h="12529">
                <a:moveTo>
                  <a:pt x="11509" y="7831"/>
                </a:moveTo>
                <a:cubicBezTo>
                  <a:pt x="11100" y="7831"/>
                  <a:pt x="10750" y="7585"/>
                  <a:pt x="10586" y="7230"/>
                </a:cubicBezTo>
                <a:cubicBezTo>
                  <a:pt x="9926" y="7539"/>
                  <a:pt x="9463" y="8214"/>
                  <a:pt x="9463" y="9005"/>
                </a:cubicBezTo>
                <a:lnTo>
                  <a:pt x="9463" y="10049"/>
                </a:lnTo>
                <a:lnTo>
                  <a:pt x="9429" y="10441"/>
                </a:lnTo>
                <a:cubicBezTo>
                  <a:pt x="9245" y="11623"/>
                  <a:pt x="8244" y="12529"/>
                  <a:pt x="7033" y="12529"/>
                </a:cubicBezTo>
                <a:cubicBezTo>
                  <a:pt x="5691" y="12529"/>
                  <a:pt x="4603" y="11418"/>
                  <a:pt x="4603" y="10049"/>
                </a:cubicBezTo>
                <a:lnTo>
                  <a:pt x="4603" y="8862"/>
                </a:lnTo>
                <a:cubicBezTo>
                  <a:pt x="2322" y="8726"/>
                  <a:pt x="767" y="6800"/>
                  <a:pt x="767" y="4437"/>
                </a:cubicBezTo>
                <a:lnTo>
                  <a:pt x="767" y="2051"/>
                </a:lnTo>
                <a:cubicBezTo>
                  <a:pt x="327" y="1935"/>
                  <a:pt x="0" y="1530"/>
                  <a:pt x="0" y="1044"/>
                </a:cubicBezTo>
                <a:cubicBezTo>
                  <a:pt x="0" y="468"/>
                  <a:pt x="458" y="0"/>
                  <a:pt x="1022" y="0"/>
                </a:cubicBezTo>
                <a:cubicBezTo>
                  <a:pt x="1588" y="0"/>
                  <a:pt x="2045" y="468"/>
                  <a:pt x="2045" y="1044"/>
                </a:cubicBezTo>
                <a:cubicBezTo>
                  <a:pt x="2045" y="1530"/>
                  <a:pt x="1718" y="1935"/>
                  <a:pt x="1277" y="2051"/>
                </a:cubicBezTo>
                <a:lnTo>
                  <a:pt x="1277" y="4438"/>
                </a:lnTo>
                <a:cubicBezTo>
                  <a:pt x="1277" y="6601"/>
                  <a:pt x="2739" y="8353"/>
                  <a:pt x="4857" y="8353"/>
                </a:cubicBezTo>
                <a:cubicBezTo>
                  <a:pt x="6976" y="8353"/>
                  <a:pt x="8438" y="6601"/>
                  <a:pt x="8438" y="4438"/>
                </a:cubicBezTo>
                <a:lnTo>
                  <a:pt x="8438" y="2051"/>
                </a:lnTo>
                <a:cubicBezTo>
                  <a:pt x="7999" y="1935"/>
                  <a:pt x="7672" y="1530"/>
                  <a:pt x="7672" y="1044"/>
                </a:cubicBezTo>
                <a:cubicBezTo>
                  <a:pt x="7672" y="468"/>
                  <a:pt x="8130" y="0"/>
                  <a:pt x="8694" y="0"/>
                </a:cubicBezTo>
                <a:cubicBezTo>
                  <a:pt x="9260" y="0"/>
                  <a:pt x="9717" y="468"/>
                  <a:pt x="9717" y="1044"/>
                </a:cubicBezTo>
                <a:cubicBezTo>
                  <a:pt x="9717" y="1530"/>
                  <a:pt x="9390" y="1935"/>
                  <a:pt x="8949" y="2051"/>
                </a:cubicBezTo>
                <a:lnTo>
                  <a:pt x="8949" y="4438"/>
                </a:lnTo>
                <a:cubicBezTo>
                  <a:pt x="8949" y="6800"/>
                  <a:pt x="7395" y="8726"/>
                  <a:pt x="5113" y="8862"/>
                </a:cubicBezTo>
                <a:lnTo>
                  <a:pt x="5113" y="10050"/>
                </a:lnTo>
                <a:cubicBezTo>
                  <a:pt x="5113" y="11131"/>
                  <a:pt x="5972" y="12008"/>
                  <a:pt x="7031" y="12008"/>
                </a:cubicBezTo>
                <a:cubicBezTo>
                  <a:pt x="8091" y="12008"/>
                  <a:pt x="8949" y="11131"/>
                  <a:pt x="8949" y="10050"/>
                </a:cubicBezTo>
                <a:lnTo>
                  <a:pt x="8949" y="9005"/>
                </a:lnTo>
                <a:lnTo>
                  <a:pt x="8983" y="8614"/>
                </a:lnTo>
                <a:cubicBezTo>
                  <a:pt x="9119" y="7738"/>
                  <a:pt x="9706" y="7023"/>
                  <a:pt x="10492" y="6706"/>
                </a:cubicBezTo>
                <a:cubicBezTo>
                  <a:pt x="10532" y="6167"/>
                  <a:pt x="10968" y="5743"/>
                  <a:pt x="11506" y="5743"/>
                </a:cubicBezTo>
                <a:cubicBezTo>
                  <a:pt x="12071" y="5743"/>
                  <a:pt x="12529" y="6210"/>
                  <a:pt x="12529" y="6787"/>
                </a:cubicBezTo>
                <a:cubicBezTo>
                  <a:pt x="12531" y="7363"/>
                  <a:pt x="12073" y="7831"/>
                  <a:pt x="11509" y="7831"/>
                </a:cubicBezTo>
                <a:close/>
                <a:moveTo>
                  <a:pt x="1534" y="1044"/>
                </a:moveTo>
                <a:cubicBezTo>
                  <a:pt x="1534" y="755"/>
                  <a:pt x="1305" y="522"/>
                  <a:pt x="1022" y="522"/>
                </a:cubicBezTo>
                <a:cubicBezTo>
                  <a:pt x="739" y="522"/>
                  <a:pt x="511" y="755"/>
                  <a:pt x="511" y="1044"/>
                </a:cubicBezTo>
                <a:cubicBezTo>
                  <a:pt x="511" y="1333"/>
                  <a:pt x="740" y="1566"/>
                  <a:pt x="1023" y="1566"/>
                </a:cubicBezTo>
                <a:cubicBezTo>
                  <a:pt x="1305" y="1566"/>
                  <a:pt x="1534" y="1333"/>
                  <a:pt x="1534" y="1044"/>
                </a:cubicBezTo>
                <a:close/>
                <a:moveTo>
                  <a:pt x="9207" y="1044"/>
                </a:moveTo>
                <a:cubicBezTo>
                  <a:pt x="9207" y="755"/>
                  <a:pt x="8978" y="522"/>
                  <a:pt x="8695" y="522"/>
                </a:cubicBezTo>
                <a:cubicBezTo>
                  <a:pt x="8412" y="522"/>
                  <a:pt x="8183" y="755"/>
                  <a:pt x="8183" y="1044"/>
                </a:cubicBezTo>
                <a:cubicBezTo>
                  <a:pt x="8183" y="1333"/>
                  <a:pt x="8412" y="1566"/>
                  <a:pt x="8695" y="1566"/>
                </a:cubicBezTo>
                <a:cubicBezTo>
                  <a:pt x="8978" y="1566"/>
                  <a:pt x="9207" y="1333"/>
                  <a:pt x="9207" y="1044"/>
                </a:cubicBezTo>
                <a:close/>
                <a:moveTo>
                  <a:pt x="11509" y="6265"/>
                </a:moveTo>
                <a:cubicBezTo>
                  <a:pt x="11226" y="6265"/>
                  <a:pt x="10997" y="6498"/>
                  <a:pt x="10997" y="6787"/>
                </a:cubicBezTo>
                <a:cubicBezTo>
                  <a:pt x="10997" y="7076"/>
                  <a:pt x="11226" y="7309"/>
                  <a:pt x="11509" y="7309"/>
                </a:cubicBezTo>
                <a:cubicBezTo>
                  <a:pt x="11792" y="7309"/>
                  <a:pt x="12020" y="7076"/>
                  <a:pt x="12020" y="6787"/>
                </a:cubicBezTo>
                <a:cubicBezTo>
                  <a:pt x="12019" y="6498"/>
                  <a:pt x="11791" y="6265"/>
                  <a:pt x="11509" y="62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内容占位符 33">
            <a:extLst>
              <a:ext uri="{FF2B5EF4-FFF2-40B4-BE49-F238E27FC236}">
                <a16:creationId xmlns:a16="http://schemas.microsoft.com/office/drawing/2014/main" id="{C61DBAC2-D51C-1D7E-25B9-2F621C32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099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DB54-D5CF-54BE-969F-58C608B7D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7FF5FC-C1B0-37AA-D010-1493D87DF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53462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分组操作就是把数据按照某个特征分成不同的组，然后对每个组分别进行统计计算。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388F19-FD93-CBF9-A4DB-09252CBB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数据分组</a:t>
            </a:r>
          </a:p>
        </p:txBody>
      </p:sp>
      <p:pic>
        <p:nvPicPr>
          <p:cNvPr id="2" name="内容占位符 8" descr="打开的书 纯色填充">
            <a:extLst>
              <a:ext uri="{FF2B5EF4-FFF2-40B4-BE49-F238E27FC236}">
                <a16:creationId xmlns:a16="http://schemas.microsoft.com/office/drawing/2014/main" id="{849D123F-A3B0-0FD9-ACFD-EECDE9CCF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3876" y="2036238"/>
            <a:ext cx="914400" cy="914400"/>
          </a:xfrm>
          <a:prstGeom prst="rect">
            <a:avLst/>
          </a:prstGeom>
        </p:spPr>
      </p:pic>
      <p:pic>
        <p:nvPicPr>
          <p:cNvPr id="5" name="图形 4" descr="调色板 纯色填充">
            <a:extLst>
              <a:ext uri="{FF2B5EF4-FFF2-40B4-BE49-F238E27FC236}">
                <a16:creationId xmlns:a16="http://schemas.microsoft.com/office/drawing/2014/main" id="{73DEF597-2B5B-7D60-A5D9-D59D5460A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3515" y="2463945"/>
            <a:ext cx="914400" cy="914400"/>
          </a:xfrm>
          <a:prstGeom prst="rect">
            <a:avLst/>
          </a:prstGeom>
        </p:spPr>
      </p:pic>
      <p:pic>
        <p:nvPicPr>
          <p:cNvPr id="6" name="图形 5" descr="饼图 纯色填充">
            <a:extLst>
              <a:ext uri="{FF2B5EF4-FFF2-40B4-BE49-F238E27FC236}">
                <a16:creationId xmlns:a16="http://schemas.microsoft.com/office/drawing/2014/main" id="{6ECFF367-D1E0-CB49-72A7-AF3C062001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41027" y="2366600"/>
            <a:ext cx="914400" cy="914400"/>
          </a:xfrm>
          <a:prstGeom prst="rect">
            <a:avLst/>
          </a:prstGeom>
        </p:spPr>
      </p:pic>
      <p:pic>
        <p:nvPicPr>
          <p:cNvPr id="7" name="图形 6" descr="固定 纯色填充">
            <a:extLst>
              <a:ext uri="{FF2B5EF4-FFF2-40B4-BE49-F238E27FC236}">
                <a16:creationId xmlns:a16="http://schemas.microsoft.com/office/drawing/2014/main" id="{AB786793-378B-D26D-B4A1-5B0C1891F3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04803" y="3988429"/>
            <a:ext cx="914400" cy="914400"/>
          </a:xfrm>
          <a:prstGeom prst="rect">
            <a:avLst/>
          </a:prstGeom>
        </p:spPr>
      </p:pic>
      <p:pic>
        <p:nvPicPr>
          <p:cNvPr id="8" name="图形 7" descr="条形图演示文稿 纯色填充">
            <a:extLst>
              <a:ext uri="{FF2B5EF4-FFF2-40B4-BE49-F238E27FC236}">
                <a16:creationId xmlns:a16="http://schemas.microsoft.com/office/drawing/2014/main" id="{7D71EEE1-AA95-FA09-A344-98DDBBF335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50767" y="4870758"/>
            <a:ext cx="914400" cy="914400"/>
          </a:xfrm>
          <a:prstGeom prst="rect">
            <a:avLst/>
          </a:prstGeom>
        </p:spPr>
      </p:pic>
      <p:pic>
        <p:nvPicPr>
          <p:cNvPr id="9" name="图形 8" descr="条形图演示文稿 纯色填充">
            <a:extLst>
              <a:ext uri="{FF2B5EF4-FFF2-40B4-BE49-F238E27FC236}">
                <a16:creationId xmlns:a16="http://schemas.microsoft.com/office/drawing/2014/main" id="{FA03A383-6C4F-FB00-426A-CFF94B4327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37221" y="3690290"/>
            <a:ext cx="914400" cy="914400"/>
          </a:xfrm>
          <a:prstGeom prst="rect">
            <a:avLst/>
          </a:prstGeom>
        </p:spPr>
      </p:pic>
      <p:pic>
        <p:nvPicPr>
          <p:cNvPr id="10" name="图形 9" descr="饼图演示文稿 纯色填充">
            <a:extLst>
              <a:ext uri="{FF2B5EF4-FFF2-40B4-BE49-F238E27FC236}">
                <a16:creationId xmlns:a16="http://schemas.microsoft.com/office/drawing/2014/main" id="{F4308F69-B60D-FE59-A14F-30B0933ED1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9663" y="4181034"/>
            <a:ext cx="914400" cy="914400"/>
          </a:xfrm>
          <a:prstGeom prst="rect">
            <a:avLst/>
          </a:prstGeom>
        </p:spPr>
      </p:pic>
      <p:pic>
        <p:nvPicPr>
          <p:cNvPr id="11" name="图形 10" descr="拼图 纯色填充">
            <a:extLst>
              <a:ext uri="{FF2B5EF4-FFF2-40B4-BE49-F238E27FC236}">
                <a16:creationId xmlns:a16="http://schemas.microsoft.com/office/drawing/2014/main" id="{2839257C-08B5-4AA3-26A8-DDF9CF999B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27984" y="4849021"/>
            <a:ext cx="914400" cy="914400"/>
          </a:xfrm>
          <a:prstGeom prst="rect">
            <a:avLst/>
          </a:prstGeom>
        </p:spPr>
      </p:pic>
      <p:pic>
        <p:nvPicPr>
          <p:cNvPr id="12" name="图形 11" descr="听筒 纯色填充">
            <a:extLst>
              <a:ext uri="{FF2B5EF4-FFF2-40B4-BE49-F238E27FC236}">
                <a16:creationId xmlns:a16="http://schemas.microsoft.com/office/drawing/2014/main" id="{C96A0EF6-72E1-7F85-CE0B-C9C1513D01F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52309" y="3284433"/>
            <a:ext cx="914400" cy="914400"/>
          </a:xfrm>
          <a:prstGeom prst="rect">
            <a:avLst/>
          </a:prstGeom>
        </p:spPr>
      </p:pic>
      <p:pic>
        <p:nvPicPr>
          <p:cNvPr id="13" name="图形 12" descr="火箭 纯色填充">
            <a:extLst>
              <a:ext uri="{FF2B5EF4-FFF2-40B4-BE49-F238E27FC236}">
                <a16:creationId xmlns:a16="http://schemas.microsoft.com/office/drawing/2014/main" id="{0239AD68-E54D-D47B-9FF4-A18BB1CCCC8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864054" y="3350418"/>
            <a:ext cx="914400" cy="914400"/>
          </a:xfrm>
          <a:prstGeom prst="rect">
            <a:avLst/>
          </a:prstGeom>
        </p:spPr>
      </p:pic>
      <p:pic>
        <p:nvPicPr>
          <p:cNvPr id="14" name="图形 13" descr="单级齿轮 纯色填充">
            <a:extLst>
              <a:ext uri="{FF2B5EF4-FFF2-40B4-BE49-F238E27FC236}">
                <a16:creationId xmlns:a16="http://schemas.microsoft.com/office/drawing/2014/main" id="{CD43728A-D058-3EAF-5DE3-EC075D8724B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07297" y="2807765"/>
            <a:ext cx="914400" cy="914400"/>
          </a:xfrm>
          <a:prstGeom prst="rect">
            <a:avLst/>
          </a:prstGeom>
        </p:spPr>
      </p:pic>
      <p:pic>
        <p:nvPicPr>
          <p:cNvPr id="15" name="图形 14" descr="试管 纯色填充">
            <a:extLst>
              <a:ext uri="{FF2B5EF4-FFF2-40B4-BE49-F238E27FC236}">
                <a16:creationId xmlns:a16="http://schemas.microsoft.com/office/drawing/2014/main" id="{1982D360-8BF5-2993-80E4-44B41BD6774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022298" y="5041732"/>
            <a:ext cx="914400" cy="914400"/>
          </a:xfrm>
          <a:prstGeom prst="rect">
            <a:avLst/>
          </a:prstGeom>
        </p:spPr>
      </p:pic>
      <p:pic>
        <p:nvPicPr>
          <p:cNvPr id="16" name="图形 15" descr="戏院 纯色填充">
            <a:extLst>
              <a:ext uri="{FF2B5EF4-FFF2-40B4-BE49-F238E27FC236}">
                <a16:creationId xmlns:a16="http://schemas.microsoft.com/office/drawing/2014/main" id="{CA0E81F0-5F8C-B7A8-C677-F2C0DED36AB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570215" y="4160160"/>
            <a:ext cx="914400" cy="914400"/>
          </a:xfrm>
          <a:prstGeom prst="rect">
            <a:avLst/>
          </a:prstGeom>
        </p:spPr>
      </p:pic>
      <p:pic>
        <p:nvPicPr>
          <p:cNvPr id="17" name="图形 16" descr="维恩图 纯色填充">
            <a:extLst>
              <a:ext uri="{FF2B5EF4-FFF2-40B4-BE49-F238E27FC236}">
                <a16:creationId xmlns:a16="http://schemas.microsoft.com/office/drawing/2014/main" id="{9A0844D2-9BDF-1488-53AD-97D1BEC6B26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13584" y="2992963"/>
            <a:ext cx="914400" cy="914400"/>
          </a:xfrm>
          <a:prstGeom prst="rect">
            <a:avLst/>
          </a:prstGeom>
        </p:spPr>
      </p:pic>
      <p:sp>
        <p:nvSpPr>
          <p:cNvPr id="18" name="shield_249995">
            <a:extLst>
              <a:ext uri="{FF2B5EF4-FFF2-40B4-BE49-F238E27FC236}">
                <a16:creationId xmlns:a16="http://schemas.microsoft.com/office/drawing/2014/main" id="{68494E0E-0BD3-BEFE-4514-452752843D30}"/>
              </a:ext>
            </a:extLst>
          </p:cNvPr>
          <p:cNvSpPr/>
          <p:nvPr/>
        </p:nvSpPr>
        <p:spPr>
          <a:xfrm>
            <a:off x="9770022" y="3393406"/>
            <a:ext cx="556508" cy="609685"/>
          </a:xfrm>
          <a:custGeom>
            <a:avLst/>
            <a:gdLst>
              <a:gd name="T0" fmla="*/ 6125 w 6223"/>
              <a:gd name="T1" fmla="*/ 875 h 6828"/>
              <a:gd name="T2" fmla="*/ 3146 w 6223"/>
              <a:gd name="T3" fmla="*/ 6 h 6828"/>
              <a:gd name="T4" fmla="*/ 3140 w 6223"/>
              <a:gd name="T5" fmla="*/ 4 h 6828"/>
              <a:gd name="T6" fmla="*/ 3134 w 6223"/>
              <a:gd name="T7" fmla="*/ 3 h 6828"/>
              <a:gd name="T8" fmla="*/ 3089 w 6223"/>
              <a:gd name="T9" fmla="*/ 3 h 6828"/>
              <a:gd name="T10" fmla="*/ 3083 w 6223"/>
              <a:gd name="T11" fmla="*/ 4 h 6828"/>
              <a:gd name="T12" fmla="*/ 3077 w 6223"/>
              <a:gd name="T13" fmla="*/ 6 h 6828"/>
              <a:gd name="T14" fmla="*/ 98 w 6223"/>
              <a:gd name="T15" fmla="*/ 875 h 6828"/>
              <a:gd name="T16" fmla="*/ 10 w 6223"/>
              <a:gd name="T17" fmla="*/ 1013 h 6828"/>
              <a:gd name="T18" fmla="*/ 630 w 6223"/>
              <a:gd name="T19" fmla="*/ 4985 h 6828"/>
              <a:gd name="T20" fmla="*/ 679 w 6223"/>
              <a:gd name="T21" fmla="*/ 5066 h 6828"/>
              <a:gd name="T22" fmla="*/ 3038 w 6223"/>
              <a:gd name="T23" fmla="*/ 6803 h 6828"/>
              <a:gd name="T24" fmla="*/ 3111 w 6223"/>
              <a:gd name="T25" fmla="*/ 6828 h 6828"/>
              <a:gd name="T26" fmla="*/ 3185 w 6223"/>
              <a:gd name="T27" fmla="*/ 6803 h 6828"/>
              <a:gd name="T28" fmla="*/ 5543 w 6223"/>
              <a:gd name="T29" fmla="*/ 5066 h 6828"/>
              <a:gd name="T30" fmla="*/ 5592 w 6223"/>
              <a:gd name="T31" fmla="*/ 4985 h 6828"/>
              <a:gd name="T32" fmla="*/ 6213 w 6223"/>
              <a:gd name="T33" fmla="*/ 1013 h 6828"/>
              <a:gd name="T34" fmla="*/ 6125 w 6223"/>
              <a:gd name="T35" fmla="*/ 875 h 6828"/>
              <a:gd name="T36" fmla="*/ 1388 w 6223"/>
              <a:gd name="T37" fmla="*/ 5269 h 6828"/>
              <a:gd name="T38" fmla="*/ 878 w 6223"/>
              <a:gd name="T39" fmla="*/ 4896 h 6828"/>
              <a:gd name="T40" fmla="*/ 279 w 6223"/>
              <a:gd name="T41" fmla="*/ 1082 h 6828"/>
              <a:gd name="T42" fmla="*/ 1388 w 6223"/>
              <a:gd name="T43" fmla="*/ 761 h 6828"/>
              <a:gd name="T44" fmla="*/ 1388 w 6223"/>
              <a:gd name="T45" fmla="*/ 5269 h 6828"/>
              <a:gd name="T46" fmla="*/ 3002 w 6223"/>
              <a:gd name="T47" fmla="*/ 6458 h 6828"/>
              <a:gd name="T48" fmla="*/ 1636 w 6223"/>
              <a:gd name="T49" fmla="*/ 5452 h 6828"/>
              <a:gd name="T50" fmla="*/ 1636 w 6223"/>
              <a:gd name="T51" fmla="*/ 689 h 6828"/>
              <a:gd name="T52" fmla="*/ 3002 w 6223"/>
              <a:gd name="T53" fmla="*/ 290 h 6828"/>
              <a:gd name="T54" fmla="*/ 3002 w 6223"/>
              <a:gd name="T55" fmla="*/ 6458 h 6828"/>
              <a:gd name="T56" fmla="*/ 4615 w 6223"/>
              <a:gd name="T57" fmla="*/ 5452 h 6828"/>
              <a:gd name="T58" fmla="*/ 3250 w 6223"/>
              <a:gd name="T59" fmla="*/ 6458 h 6828"/>
              <a:gd name="T60" fmla="*/ 3250 w 6223"/>
              <a:gd name="T61" fmla="*/ 290 h 6828"/>
              <a:gd name="T62" fmla="*/ 4615 w 6223"/>
              <a:gd name="T63" fmla="*/ 689 h 6828"/>
              <a:gd name="T64" fmla="*/ 4615 w 6223"/>
              <a:gd name="T65" fmla="*/ 5452 h 6828"/>
              <a:gd name="T66" fmla="*/ 5362 w 6223"/>
              <a:gd name="T67" fmla="*/ 4896 h 6828"/>
              <a:gd name="T68" fmla="*/ 4863 w 6223"/>
              <a:gd name="T69" fmla="*/ 5269 h 6828"/>
              <a:gd name="T70" fmla="*/ 4863 w 6223"/>
              <a:gd name="T71" fmla="*/ 761 h 6828"/>
              <a:gd name="T72" fmla="*/ 5962 w 6223"/>
              <a:gd name="T73" fmla="*/ 1082 h 6828"/>
              <a:gd name="T74" fmla="*/ 5362 w 6223"/>
              <a:gd name="T75" fmla="*/ 4896 h 6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223" h="6828">
                <a:moveTo>
                  <a:pt x="6125" y="875"/>
                </a:moveTo>
                <a:lnTo>
                  <a:pt x="3146" y="6"/>
                </a:lnTo>
                <a:cubicBezTo>
                  <a:pt x="3144" y="5"/>
                  <a:pt x="3142" y="5"/>
                  <a:pt x="3140" y="4"/>
                </a:cubicBezTo>
                <a:cubicBezTo>
                  <a:pt x="3138" y="4"/>
                  <a:pt x="3136" y="3"/>
                  <a:pt x="3134" y="3"/>
                </a:cubicBezTo>
                <a:cubicBezTo>
                  <a:pt x="3119" y="0"/>
                  <a:pt x="3104" y="0"/>
                  <a:pt x="3089" y="3"/>
                </a:cubicBezTo>
                <a:cubicBezTo>
                  <a:pt x="3087" y="3"/>
                  <a:pt x="3085" y="4"/>
                  <a:pt x="3083" y="4"/>
                </a:cubicBezTo>
                <a:cubicBezTo>
                  <a:pt x="3081" y="5"/>
                  <a:pt x="3079" y="5"/>
                  <a:pt x="3077" y="6"/>
                </a:cubicBezTo>
                <a:lnTo>
                  <a:pt x="98" y="875"/>
                </a:lnTo>
                <a:cubicBezTo>
                  <a:pt x="38" y="892"/>
                  <a:pt x="0" y="951"/>
                  <a:pt x="10" y="1013"/>
                </a:cubicBezTo>
                <a:lnTo>
                  <a:pt x="630" y="4985"/>
                </a:lnTo>
                <a:cubicBezTo>
                  <a:pt x="635" y="5017"/>
                  <a:pt x="653" y="5046"/>
                  <a:pt x="679" y="5066"/>
                </a:cubicBezTo>
                <a:lnTo>
                  <a:pt x="3038" y="6803"/>
                </a:lnTo>
                <a:cubicBezTo>
                  <a:pt x="3060" y="6820"/>
                  <a:pt x="3085" y="6828"/>
                  <a:pt x="3111" y="6828"/>
                </a:cubicBezTo>
                <a:cubicBezTo>
                  <a:pt x="3137" y="6828"/>
                  <a:pt x="3163" y="6820"/>
                  <a:pt x="3185" y="6803"/>
                </a:cubicBezTo>
                <a:lnTo>
                  <a:pt x="5543" y="5066"/>
                </a:lnTo>
                <a:cubicBezTo>
                  <a:pt x="5570" y="5046"/>
                  <a:pt x="5587" y="5017"/>
                  <a:pt x="5592" y="4985"/>
                </a:cubicBezTo>
                <a:lnTo>
                  <a:pt x="6213" y="1013"/>
                </a:lnTo>
                <a:cubicBezTo>
                  <a:pt x="6223" y="951"/>
                  <a:pt x="6185" y="892"/>
                  <a:pt x="6125" y="875"/>
                </a:cubicBezTo>
                <a:close/>
                <a:moveTo>
                  <a:pt x="1388" y="5269"/>
                </a:moveTo>
                <a:lnTo>
                  <a:pt x="878" y="4896"/>
                </a:lnTo>
                <a:lnTo>
                  <a:pt x="279" y="1082"/>
                </a:lnTo>
                <a:lnTo>
                  <a:pt x="1388" y="761"/>
                </a:lnTo>
                <a:lnTo>
                  <a:pt x="1388" y="5269"/>
                </a:lnTo>
                <a:close/>
                <a:moveTo>
                  <a:pt x="3002" y="6458"/>
                </a:moveTo>
                <a:lnTo>
                  <a:pt x="1636" y="5452"/>
                </a:lnTo>
                <a:lnTo>
                  <a:pt x="1636" y="689"/>
                </a:lnTo>
                <a:lnTo>
                  <a:pt x="3002" y="290"/>
                </a:lnTo>
                <a:lnTo>
                  <a:pt x="3002" y="6458"/>
                </a:lnTo>
                <a:close/>
                <a:moveTo>
                  <a:pt x="4615" y="5452"/>
                </a:moveTo>
                <a:lnTo>
                  <a:pt x="3250" y="6458"/>
                </a:lnTo>
                <a:lnTo>
                  <a:pt x="3250" y="290"/>
                </a:lnTo>
                <a:lnTo>
                  <a:pt x="4615" y="689"/>
                </a:lnTo>
                <a:lnTo>
                  <a:pt x="4615" y="5452"/>
                </a:lnTo>
                <a:close/>
                <a:moveTo>
                  <a:pt x="5362" y="4896"/>
                </a:moveTo>
                <a:lnTo>
                  <a:pt x="4863" y="5269"/>
                </a:lnTo>
                <a:lnTo>
                  <a:pt x="4863" y="761"/>
                </a:lnTo>
                <a:lnTo>
                  <a:pt x="5962" y="1082"/>
                </a:lnTo>
                <a:lnTo>
                  <a:pt x="5362" y="48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hield_251619">
            <a:extLst>
              <a:ext uri="{FF2B5EF4-FFF2-40B4-BE49-F238E27FC236}">
                <a16:creationId xmlns:a16="http://schemas.microsoft.com/office/drawing/2014/main" id="{B9941E56-9F7D-8B4E-C36E-451C919E68A5}"/>
              </a:ext>
            </a:extLst>
          </p:cNvPr>
          <p:cNvSpPr/>
          <p:nvPr/>
        </p:nvSpPr>
        <p:spPr>
          <a:xfrm>
            <a:off x="8051132" y="3555248"/>
            <a:ext cx="550719" cy="609685"/>
          </a:xfrm>
          <a:custGeom>
            <a:avLst/>
            <a:gdLst>
              <a:gd name="connsiteX0" fmla="*/ 274005 w 548030"/>
              <a:gd name="connsiteY0" fmla="*/ 95609 h 606707"/>
              <a:gd name="connsiteX1" fmla="*/ 84437 w 548030"/>
              <a:gd name="connsiteY1" fmla="*/ 147247 h 606707"/>
              <a:gd name="connsiteX2" fmla="*/ 110425 w 548030"/>
              <a:gd name="connsiteY2" fmla="*/ 389617 h 606707"/>
              <a:gd name="connsiteX3" fmla="*/ 274005 w 548030"/>
              <a:gd name="connsiteY3" fmla="*/ 518578 h 606707"/>
              <a:gd name="connsiteX4" fmla="*/ 437674 w 548030"/>
              <a:gd name="connsiteY4" fmla="*/ 389617 h 606707"/>
              <a:gd name="connsiteX5" fmla="*/ 463662 w 548030"/>
              <a:gd name="connsiteY5" fmla="*/ 147247 h 606707"/>
              <a:gd name="connsiteX6" fmla="*/ 270890 w 548030"/>
              <a:gd name="connsiteY6" fmla="*/ 71790 h 606707"/>
              <a:gd name="connsiteX7" fmla="*/ 277209 w 548030"/>
              <a:gd name="connsiteY7" fmla="*/ 71790 h 606707"/>
              <a:gd name="connsiteX8" fmla="*/ 479682 w 548030"/>
              <a:gd name="connsiteY8" fmla="*/ 126894 h 606707"/>
              <a:gd name="connsiteX9" fmla="*/ 488404 w 548030"/>
              <a:gd name="connsiteY9" fmla="*/ 139692 h 606707"/>
              <a:gd name="connsiteX10" fmla="*/ 460814 w 548030"/>
              <a:gd name="connsiteY10" fmla="*/ 397082 h 606707"/>
              <a:gd name="connsiteX11" fmla="*/ 456364 w 548030"/>
              <a:gd name="connsiteY11" fmla="*/ 405170 h 606707"/>
              <a:gd name="connsiteX12" fmla="*/ 281392 w 548030"/>
              <a:gd name="connsiteY12" fmla="*/ 543020 h 606707"/>
              <a:gd name="connsiteX13" fmla="*/ 274005 w 548030"/>
              <a:gd name="connsiteY13" fmla="*/ 545597 h 606707"/>
              <a:gd name="connsiteX14" fmla="*/ 266618 w 548030"/>
              <a:gd name="connsiteY14" fmla="*/ 543020 h 606707"/>
              <a:gd name="connsiteX15" fmla="*/ 91735 w 548030"/>
              <a:gd name="connsiteY15" fmla="*/ 405170 h 606707"/>
              <a:gd name="connsiteX16" fmla="*/ 87285 w 548030"/>
              <a:gd name="connsiteY16" fmla="*/ 397082 h 606707"/>
              <a:gd name="connsiteX17" fmla="*/ 59695 w 548030"/>
              <a:gd name="connsiteY17" fmla="*/ 139692 h 606707"/>
              <a:gd name="connsiteX18" fmla="*/ 68417 w 548030"/>
              <a:gd name="connsiteY18" fmla="*/ 126894 h 606707"/>
              <a:gd name="connsiteX19" fmla="*/ 274014 w 548030"/>
              <a:gd name="connsiteY19" fmla="*/ 24282 h 606707"/>
              <a:gd name="connsiteX20" fmla="*/ 24898 w 548030"/>
              <a:gd name="connsiteY20" fmla="*/ 92087 h 606707"/>
              <a:gd name="connsiteX21" fmla="*/ 58986 w 548030"/>
              <a:gd name="connsiteY21" fmla="*/ 410137 h 606707"/>
              <a:gd name="connsiteX22" fmla="*/ 274014 w 548030"/>
              <a:gd name="connsiteY22" fmla="*/ 579603 h 606707"/>
              <a:gd name="connsiteX23" fmla="*/ 489042 w 548030"/>
              <a:gd name="connsiteY23" fmla="*/ 410137 h 606707"/>
              <a:gd name="connsiteX24" fmla="*/ 523219 w 548030"/>
              <a:gd name="connsiteY24" fmla="*/ 92087 h 606707"/>
              <a:gd name="connsiteX25" fmla="*/ 270899 w 548030"/>
              <a:gd name="connsiteY25" fmla="*/ 466 h 606707"/>
              <a:gd name="connsiteX26" fmla="*/ 277218 w 548030"/>
              <a:gd name="connsiteY26" fmla="*/ 466 h 606707"/>
              <a:gd name="connsiteX27" fmla="*/ 539239 w 548030"/>
              <a:gd name="connsiteY27" fmla="*/ 71825 h 606707"/>
              <a:gd name="connsiteX28" fmla="*/ 547961 w 548030"/>
              <a:gd name="connsiteY28" fmla="*/ 84533 h 606707"/>
              <a:gd name="connsiteX29" fmla="*/ 512271 w 548030"/>
              <a:gd name="connsiteY29" fmla="*/ 417601 h 606707"/>
              <a:gd name="connsiteX30" fmla="*/ 507821 w 548030"/>
              <a:gd name="connsiteY30" fmla="*/ 425688 h 606707"/>
              <a:gd name="connsiteX31" fmla="*/ 281401 w 548030"/>
              <a:gd name="connsiteY31" fmla="*/ 604130 h 606707"/>
              <a:gd name="connsiteX32" fmla="*/ 274014 w 548030"/>
              <a:gd name="connsiteY32" fmla="*/ 606707 h 606707"/>
              <a:gd name="connsiteX33" fmla="*/ 266627 w 548030"/>
              <a:gd name="connsiteY33" fmla="*/ 604130 h 606707"/>
              <a:gd name="connsiteX34" fmla="*/ 40296 w 548030"/>
              <a:gd name="connsiteY34" fmla="*/ 425688 h 606707"/>
              <a:gd name="connsiteX35" fmla="*/ 35846 w 548030"/>
              <a:gd name="connsiteY35" fmla="*/ 417601 h 606707"/>
              <a:gd name="connsiteX36" fmla="*/ 67 w 548030"/>
              <a:gd name="connsiteY36" fmla="*/ 84533 h 606707"/>
              <a:gd name="connsiteX37" fmla="*/ 8789 w 548030"/>
              <a:gd name="connsiteY37" fmla="*/ 71825 h 60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48030" h="606707">
                <a:moveTo>
                  <a:pt x="274005" y="95609"/>
                </a:moveTo>
                <a:lnTo>
                  <a:pt x="84437" y="147247"/>
                </a:lnTo>
                <a:lnTo>
                  <a:pt x="110425" y="389617"/>
                </a:lnTo>
                <a:lnTo>
                  <a:pt x="274005" y="518578"/>
                </a:lnTo>
                <a:lnTo>
                  <a:pt x="437674" y="389617"/>
                </a:lnTo>
                <a:lnTo>
                  <a:pt x="463662" y="147247"/>
                </a:lnTo>
                <a:close/>
                <a:moveTo>
                  <a:pt x="270890" y="71790"/>
                </a:moveTo>
                <a:cubicBezTo>
                  <a:pt x="272937" y="71256"/>
                  <a:pt x="275073" y="71256"/>
                  <a:pt x="277209" y="71790"/>
                </a:cubicBezTo>
                <a:lnTo>
                  <a:pt x="479682" y="126894"/>
                </a:lnTo>
                <a:cubicBezTo>
                  <a:pt x="485378" y="128494"/>
                  <a:pt x="489027" y="133826"/>
                  <a:pt x="488404" y="139692"/>
                </a:cubicBezTo>
                <a:lnTo>
                  <a:pt x="460814" y="397082"/>
                </a:lnTo>
                <a:cubicBezTo>
                  <a:pt x="460458" y="400282"/>
                  <a:pt x="458856" y="403215"/>
                  <a:pt x="456364" y="405170"/>
                </a:cubicBezTo>
                <a:lnTo>
                  <a:pt x="281392" y="543020"/>
                </a:lnTo>
                <a:cubicBezTo>
                  <a:pt x="279256" y="544797"/>
                  <a:pt x="276675" y="545597"/>
                  <a:pt x="274005" y="545597"/>
                </a:cubicBezTo>
                <a:cubicBezTo>
                  <a:pt x="271424" y="545597"/>
                  <a:pt x="268843" y="544797"/>
                  <a:pt x="266618" y="543020"/>
                </a:cubicBezTo>
                <a:lnTo>
                  <a:pt x="91735" y="405170"/>
                </a:lnTo>
                <a:cubicBezTo>
                  <a:pt x="89243" y="403215"/>
                  <a:pt x="87641" y="400282"/>
                  <a:pt x="87285" y="397082"/>
                </a:cubicBezTo>
                <a:lnTo>
                  <a:pt x="59695" y="139692"/>
                </a:lnTo>
                <a:cubicBezTo>
                  <a:pt x="59072" y="133826"/>
                  <a:pt x="62721" y="128494"/>
                  <a:pt x="68417" y="126894"/>
                </a:cubicBezTo>
                <a:close/>
                <a:moveTo>
                  <a:pt x="274014" y="24282"/>
                </a:moveTo>
                <a:lnTo>
                  <a:pt x="24898" y="92087"/>
                </a:lnTo>
                <a:lnTo>
                  <a:pt x="58986" y="410137"/>
                </a:lnTo>
                <a:lnTo>
                  <a:pt x="274014" y="579603"/>
                </a:lnTo>
                <a:lnTo>
                  <a:pt x="489042" y="410137"/>
                </a:lnTo>
                <a:lnTo>
                  <a:pt x="523219" y="92087"/>
                </a:lnTo>
                <a:close/>
                <a:moveTo>
                  <a:pt x="270899" y="466"/>
                </a:moveTo>
                <a:cubicBezTo>
                  <a:pt x="272946" y="-156"/>
                  <a:pt x="275082" y="-156"/>
                  <a:pt x="277218" y="466"/>
                </a:cubicBezTo>
                <a:lnTo>
                  <a:pt x="539239" y="71825"/>
                </a:lnTo>
                <a:cubicBezTo>
                  <a:pt x="544935" y="73336"/>
                  <a:pt x="548584" y="78757"/>
                  <a:pt x="547961" y="84533"/>
                </a:cubicBezTo>
                <a:lnTo>
                  <a:pt x="512271" y="417601"/>
                </a:lnTo>
                <a:cubicBezTo>
                  <a:pt x="511915" y="420800"/>
                  <a:pt x="510313" y="423733"/>
                  <a:pt x="507821" y="425688"/>
                </a:cubicBezTo>
                <a:lnTo>
                  <a:pt x="281401" y="604130"/>
                </a:lnTo>
                <a:cubicBezTo>
                  <a:pt x="279265" y="605819"/>
                  <a:pt x="276684" y="606707"/>
                  <a:pt x="274014" y="606707"/>
                </a:cubicBezTo>
                <a:cubicBezTo>
                  <a:pt x="271433" y="606707"/>
                  <a:pt x="268852" y="605819"/>
                  <a:pt x="266627" y="604130"/>
                </a:cubicBezTo>
                <a:lnTo>
                  <a:pt x="40296" y="425688"/>
                </a:lnTo>
                <a:cubicBezTo>
                  <a:pt x="37804" y="423733"/>
                  <a:pt x="36202" y="420800"/>
                  <a:pt x="35846" y="417601"/>
                </a:cubicBezTo>
                <a:lnTo>
                  <a:pt x="67" y="84533"/>
                </a:lnTo>
                <a:cubicBezTo>
                  <a:pt x="-556" y="78757"/>
                  <a:pt x="3182" y="73336"/>
                  <a:pt x="8789" y="718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hield_250039">
            <a:extLst>
              <a:ext uri="{FF2B5EF4-FFF2-40B4-BE49-F238E27FC236}">
                <a16:creationId xmlns:a16="http://schemas.microsoft.com/office/drawing/2014/main" id="{5AA7704D-57EA-85D7-3B9F-954E7ECCABA4}"/>
              </a:ext>
            </a:extLst>
          </p:cNvPr>
          <p:cNvSpPr/>
          <p:nvPr/>
        </p:nvSpPr>
        <p:spPr>
          <a:xfrm>
            <a:off x="10470109" y="3974386"/>
            <a:ext cx="512549" cy="609685"/>
          </a:xfrm>
          <a:custGeom>
            <a:avLst/>
            <a:gdLst>
              <a:gd name="T0" fmla="*/ 5685 w 5731"/>
              <a:gd name="T1" fmla="*/ 1611 h 6828"/>
              <a:gd name="T2" fmla="*/ 5591 w 5731"/>
              <a:gd name="T3" fmla="*/ 1584 h 6828"/>
              <a:gd name="T4" fmla="*/ 5261 w 5731"/>
              <a:gd name="T5" fmla="*/ 1606 h 6828"/>
              <a:gd name="T6" fmla="*/ 2946 w 5731"/>
              <a:gd name="T7" fmla="*/ 49 h 6828"/>
              <a:gd name="T8" fmla="*/ 2857 w 5731"/>
              <a:gd name="T9" fmla="*/ 1 h 6828"/>
              <a:gd name="T10" fmla="*/ 2765 w 5731"/>
              <a:gd name="T11" fmla="*/ 41 h 6828"/>
              <a:gd name="T12" fmla="*/ 2612 w 5731"/>
              <a:gd name="T13" fmla="*/ 221 h 6828"/>
              <a:gd name="T14" fmla="*/ 445 w 5731"/>
              <a:gd name="T15" fmla="*/ 1606 h 6828"/>
              <a:gd name="T16" fmla="*/ 116 w 5731"/>
              <a:gd name="T17" fmla="*/ 1584 h 6828"/>
              <a:gd name="T18" fmla="*/ 32 w 5731"/>
              <a:gd name="T19" fmla="*/ 1611 h 6828"/>
              <a:gd name="T20" fmla="*/ 0 w 5731"/>
              <a:gd name="T21" fmla="*/ 1697 h 6828"/>
              <a:gd name="T22" fmla="*/ 0 w 5731"/>
              <a:gd name="T23" fmla="*/ 1720 h 6828"/>
              <a:gd name="T24" fmla="*/ 110 w 5731"/>
              <a:gd name="T25" fmla="*/ 3072 h 6828"/>
              <a:gd name="T26" fmla="*/ 115 w 5731"/>
              <a:gd name="T27" fmla="*/ 3143 h 6828"/>
              <a:gd name="T28" fmla="*/ 121 w 5731"/>
              <a:gd name="T29" fmla="*/ 3159 h 6828"/>
              <a:gd name="T30" fmla="*/ 563 w 5731"/>
              <a:gd name="T31" fmla="*/ 4611 h 6828"/>
              <a:gd name="T32" fmla="*/ 570 w 5731"/>
              <a:gd name="T33" fmla="*/ 4633 h 6828"/>
              <a:gd name="T34" fmla="*/ 580 w 5731"/>
              <a:gd name="T35" fmla="*/ 4651 h 6828"/>
              <a:gd name="T36" fmla="*/ 2827 w 5731"/>
              <a:gd name="T37" fmla="*/ 6825 h 6828"/>
              <a:gd name="T38" fmla="*/ 2852 w 5731"/>
              <a:gd name="T39" fmla="*/ 6828 h 6828"/>
              <a:gd name="T40" fmla="*/ 2884 w 5731"/>
              <a:gd name="T41" fmla="*/ 6825 h 6828"/>
              <a:gd name="T42" fmla="*/ 5731 w 5731"/>
              <a:gd name="T43" fmla="*/ 1720 h 6828"/>
              <a:gd name="T44" fmla="*/ 5731 w 5731"/>
              <a:gd name="T45" fmla="*/ 1697 h 6828"/>
              <a:gd name="T46" fmla="*/ 5685 w 5731"/>
              <a:gd name="T47" fmla="*/ 1611 h 6828"/>
              <a:gd name="T48" fmla="*/ 216 w 5731"/>
              <a:gd name="T49" fmla="*/ 1825 h 6828"/>
              <a:gd name="T50" fmla="*/ 445 w 5731"/>
              <a:gd name="T51" fmla="*/ 1835 h 6828"/>
              <a:gd name="T52" fmla="*/ 2787 w 5731"/>
              <a:gd name="T53" fmla="*/ 369 h 6828"/>
              <a:gd name="T54" fmla="*/ 2845 w 5731"/>
              <a:gd name="T55" fmla="*/ 301 h 6828"/>
              <a:gd name="T56" fmla="*/ 3811 w 5731"/>
              <a:gd name="T57" fmla="*/ 1336 h 6828"/>
              <a:gd name="T58" fmla="*/ 311 w 5731"/>
              <a:gd name="T59" fmla="*/ 2927 h 6828"/>
              <a:gd name="T60" fmla="*/ 216 w 5731"/>
              <a:gd name="T61" fmla="*/ 1825 h 6828"/>
              <a:gd name="T62" fmla="*/ 2852 w 5731"/>
              <a:gd name="T63" fmla="*/ 6595 h 6828"/>
              <a:gd name="T64" fmla="*/ 1696 w 5731"/>
              <a:gd name="T65" fmla="*/ 5921 h 6828"/>
              <a:gd name="T66" fmla="*/ 5095 w 5731"/>
              <a:gd name="T67" fmla="*/ 4116 h 6828"/>
              <a:gd name="T68" fmla="*/ 2852 w 5731"/>
              <a:gd name="T69" fmla="*/ 6595 h 6828"/>
              <a:gd name="T70" fmla="*/ 5196 w 5731"/>
              <a:gd name="T71" fmla="*/ 3802 h 6828"/>
              <a:gd name="T72" fmla="*/ 1537 w 5731"/>
              <a:gd name="T73" fmla="*/ 5746 h 6828"/>
              <a:gd name="T74" fmla="*/ 1532 w 5731"/>
              <a:gd name="T75" fmla="*/ 5749 h 6828"/>
              <a:gd name="T76" fmla="*/ 824 w 5731"/>
              <a:gd name="T77" fmla="*/ 4644 h 6828"/>
              <a:gd name="T78" fmla="*/ 5443 w 5731"/>
              <a:gd name="T79" fmla="*/ 2554 h 6828"/>
              <a:gd name="T80" fmla="*/ 5196 w 5731"/>
              <a:gd name="T81" fmla="*/ 3802 h 6828"/>
              <a:gd name="T82" fmla="*/ 5467 w 5731"/>
              <a:gd name="T83" fmla="*/ 2296 h 6828"/>
              <a:gd name="T84" fmla="*/ 5441 w 5731"/>
              <a:gd name="T85" fmla="*/ 2304 h 6828"/>
              <a:gd name="T86" fmla="*/ 732 w 5731"/>
              <a:gd name="T87" fmla="*/ 4434 h 6828"/>
              <a:gd name="T88" fmla="*/ 352 w 5731"/>
              <a:gd name="T89" fmla="*/ 3160 h 6828"/>
              <a:gd name="T90" fmla="*/ 4033 w 5731"/>
              <a:gd name="T91" fmla="*/ 1487 h 6828"/>
              <a:gd name="T92" fmla="*/ 5259 w 5731"/>
              <a:gd name="T93" fmla="*/ 1835 h 6828"/>
              <a:gd name="T94" fmla="*/ 5488 w 5731"/>
              <a:gd name="T95" fmla="*/ 1825 h 6828"/>
              <a:gd name="T96" fmla="*/ 5467 w 5731"/>
              <a:gd name="T97" fmla="*/ 2296 h 6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731" h="6828">
                <a:moveTo>
                  <a:pt x="5685" y="1611"/>
                </a:moveTo>
                <a:cubicBezTo>
                  <a:pt x="5660" y="1589"/>
                  <a:pt x="5624" y="1579"/>
                  <a:pt x="5591" y="1584"/>
                </a:cubicBezTo>
                <a:cubicBezTo>
                  <a:pt x="5483" y="1598"/>
                  <a:pt x="5371" y="1606"/>
                  <a:pt x="5261" y="1606"/>
                </a:cubicBezTo>
                <a:cubicBezTo>
                  <a:pt x="4205" y="1606"/>
                  <a:pt x="3524" y="858"/>
                  <a:pt x="2946" y="49"/>
                </a:cubicBezTo>
                <a:cubicBezTo>
                  <a:pt x="2926" y="20"/>
                  <a:pt x="2893" y="3"/>
                  <a:pt x="2857" y="1"/>
                </a:cubicBezTo>
                <a:cubicBezTo>
                  <a:pt x="2822" y="0"/>
                  <a:pt x="2788" y="14"/>
                  <a:pt x="2765" y="41"/>
                </a:cubicBezTo>
                <a:cubicBezTo>
                  <a:pt x="2714" y="101"/>
                  <a:pt x="2663" y="161"/>
                  <a:pt x="2612" y="221"/>
                </a:cubicBezTo>
                <a:cubicBezTo>
                  <a:pt x="1982" y="964"/>
                  <a:pt x="1438" y="1606"/>
                  <a:pt x="445" y="1606"/>
                </a:cubicBezTo>
                <a:cubicBezTo>
                  <a:pt x="335" y="1606"/>
                  <a:pt x="224" y="1598"/>
                  <a:pt x="116" y="1584"/>
                </a:cubicBezTo>
                <a:cubicBezTo>
                  <a:pt x="84" y="1579"/>
                  <a:pt x="57" y="1589"/>
                  <a:pt x="32" y="1611"/>
                </a:cubicBezTo>
                <a:cubicBezTo>
                  <a:pt x="7" y="1633"/>
                  <a:pt x="0" y="1664"/>
                  <a:pt x="0" y="1697"/>
                </a:cubicBezTo>
                <a:lnTo>
                  <a:pt x="0" y="1720"/>
                </a:lnTo>
                <a:cubicBezTo>
                  <a:pt x="0" y="2186"/>
                  <a:pt x="34" y="2639"/>
                  <a:pt x="110" y="3072"/>
                </a:cubicBezTo>
                <a:cubicBezTo>
                  <a:pt x="105" y="3095"/>
                  <a:pt x="104" y="3120"/>
                  <a:pt x="115" y="3143"/>
                </a:cubicBezTo>
                <a:cubicBezTo>
                  <a:pt x="117" y="3149"/>
                  <a:pt x="118" y="3154"/>
                  <a:pt x="121" y="3159"/>
                </a:cubicBezTo>
                <a:cubicBezTo>
                  <a:pt x="220" y="3680"/>
                  <a:pt x="369" y="4169"/>
                  <a:pt x="563" y="4611"/>
                </a:cubicBezTo>
                <a:cubicBezTo>
                  <a:pt x="565" y="4619"/>
                  <a:pt x="567" y="4626"/>
                  <a:pt x="570" y="4633"/>
                </a:cubicBezTo>
                <a:cubicBezTo>
                  <a:pt x="573" y="4640"/>
                  <a:pt x="576" y="4645"/>
                  <a:pt x="580" y="4651"/>
                </a:cubicBezTo>
                <a:cubicBezTo>
                  <a:pt x="1091" y="5796"/>
                  <a:pt x="1893" y="6615"/>
                  <a:pt x="2827" y="6825"/>
                </a:cubicBezTo>
                <a:cubicBezTo>
                  <a:pt x="2835" y="6827"/>
                  <a:pt x="2844" y="6828"/>
                  <a:pt x="2852" y="6828"/>
                </a:cubicBezTo>
                <a:cubicBezTo>
                  <a:pt x="2861" y="6828"/>
                  <a:pt x="2876" y="6827"/>
                  <a:pt x="2884" y="6825"/>
                </a:cubicBezTo>
                <a:cubicBezTo>
                  <a:pt x="4503" y="6461"/>
                  <a:pt x="5731" y="4266"/>
                  <a:pt x="5731" y="1720"/>
                </a:cubicBezTo>
                <a:lnTo>
                  <a:pt x="5731" y="1697"/>
                </a:lnTo>
                <a:cubicBezTo>
                  <a:pt x="5731" y="1664"/>
                  <a:pt x="5710" y="1633"/>
                  <a:pt x="5685" y="1611"/>
                </a:cubicBezTo>
                <a:close/>
                <a:moveTo>
                  <a:pt x="216" y="1825"/>
                </a:moveTo>
                <a:cubicBezTo>
                  <a:pt x="292" y="1832"/>
                  <a:pt x="369" y="1835"/>
                  <a:pt x="445" y="1835"/>
                </a:cubicBezTo>
                <a:cubicBezTo>
                  <a:pt x="1544" y="1835"/>
                  <a:pt x="2148" y="1123"/>
                  <a:pt x="2787" y="369"/>
                </a:cubicBezTo>
                <a:cubicBezTo>
                  <a:pt x="2806" y="346"/>
                  <a:pt x="2825" y="324"/>
                  <a:pt x="2845" y="301"/>
                </a:cubicBezTo>
                <a:cubicBezTo>
                  <a:pt x="3130" y="689"/>
                  <a:pt x="3442" y="1057"/>
                  <a:pt x="3811" y="1336"/>
                </a:cubicBezTo>
                <a:lnTo>
                  <a:pt x="311" y="2927"/>
                </a:lnTo>
                <a:cubicBezTo>
                  <a:pt x="254" y="2572"/>
                  <a:pt x="221" y="2203"/>
                  <a:pt x="216" y="1825"/>
                </a:cubicBezTo>
                <a:close/>
                <a:moveTo>
                  <a:pt x="2852" y="6595"/>
                </a:moveTo>
                <a:cubicBezTo>
                  <a:pt x="2432" y="6495"/>
                  <a:pt x="2041" y="6260"/>
                  <a:pt x="1696" y="5921"/>
                </a:cubicBezTo>
                <a:lnTo>
                  <a:pt x="5095" y="4116"/>
                </a:lnTo>
                <a:cubicBezTo>
                  <a:pt x="4638" y="5413"/>
                  <a:pt x="3823" y="6364"/>
                  <a:pt x="2852" y="6595"/>
                </a:cubicBezTo>
                <a:close/>
                <a:moveTo>
                  <a:pt x="5196" y="3802"/>
                </a:moveTo>
                <a:lnTo>
                  <a:pt x="1537" y="5746"/>
                </a:lnTo>
                <a:cubicBezTo>
                  <a:pt x="1536" y="5747"/>
                  <a:pt x="1534" y="5748"/>
                  <a:pt x="1532" y="5749"/>
                </a:cubicBezTo>
                <a:cubicBezTo>
                  <a:pt x="1261" y="5443"/>
                  <a:pt x="1021" y="5069"/>
                  <a:pt x="824" y="4644"/>
                </a:cubicBezTo>
                <a:lnTo>
                  <a:pt x="5443" y="2554"/>
                </a:lnTo>
                <a:cubicBezTo>
                  <a:pt x="5396" y="2991"/>
                  <a:pt x="5312" y="3410"/>
                  <a:pt x="5196" y="3802"/>
                </a:cubicBezTo>
                <a:close/>
                <a:moveTo>
                  <a:pt x="5467" y="2296"/>
                </a:moveTo>
                <a:cubicBezTo>
                  <a:pt x="5458" y="2297"/>
                  <a:pt x="5450" y="2300"/>
                  <a:pt x="5441" y="2304"/>
                </a:cubicBezTo>
                <a:lnTo>
                  <a:pt x="732" y="4434"/>
                </a:lnTo>
                <a:cubicBezTo>
                  <a:pt x="569" y="4043"/>
                  <a:pt x="440" y="3615"/>
                  <a:pt x="352" y="3160"/>
                </a:cubicBezTo>
                <a:lnTo>
                  <a:pt x="4033" y="1487"/>
                </a:lnTo>
                <a:cubicBezTo>
                  <a:pt x="4384" y="1702"/>
                  <a:pt x="4785" y="1835"/>
                  <a:pt x="5259" y="1835"/>
                </a:cubicBezTo>
                <a:cubicBezTo>
                  <a:pt x="5335" y="1835"/>
                  <a:pt x="5412" y="1832"/>
                  <a:pt x="5488" y="1825"/>
                </a:cubicBezTo>
                <a:cubicBezTo>
                  <a:pt x="5486" y="1984"/>
                  <a:pt x="5479" y="2141"/>
                  <a:pt x="5467" y="2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peech-bubble_22262">
            <a:extLst>
              <a:ext uri="{FF2B5EF4-FFF2-40B4-BE49-F238E27FC236}">
                <a16:creationId xmlns:a16="http://schemas.microsoft.com/office/drawing/2014/main" id="{072B8F32-0B21-700C-FC9A-C58E0C9CC105}"/>
              </a:ext>
            </a:extLst>
          </p:cNvPr>
          <p:cNvSpPr/>
          <p:nvPr/>
        </p:nvSpPr>
        <p:spPr>
          <a:xfrm>
            <a:off x="8135866" y="2634842"/>
            <a:ext cx="609684" cy="602727"/>
          </a:xfrm>
          <a:custGeom>
            <a:avLst/>
            <a:gdLst>
              <a:gd name="connsiteX0" fmla="*/ 440858 w 605945"/>
              <a:gd name="connsiteY0" fmla="*/ 169750 h 599030"/>
              <a:gd name="connsiteX1" fmla="*/ 405036 w 605945"/>
              <a:gd name="connsiteY1" fmla="*/ 205522 h 599030"/>
              <a:gd name="connsiteX2" fmla="*/ 440858 w 605945"/>
              <a:gd name="connsiteY2" fmla="*/ 241295 h 599030"/>
              <a:gd name="connsiteX3" fmla="*/ 476679 w 605945"/>
              <a:gd name="connsiteY3" fmla="*/ 205522 h 599030"/>
              <a:gd name="connsiteX4" fmla="*/ 440858 w 605945"/>
              <a:gd name="connsiteY4" fmla="*/ 169750 h 599030"/>
              <a:gd name="connsiteX5" fmla="*/ 307101 w 605945"/>
              <a:gd name="connsiteY5" fmla="*/ 169750 h 599030"/>
              <a:gd name="connsiteX6" fmla="*/ 271255 w 605945"/>
              <a:gd name="connsiteY6" fmla="*/ 205522 h 599030"/>
              <a:gd name="connsiteX7" fmla="*/ 307101 w 605945"/>
              <a:gd name="connsiteY7" fmla="*/ 241295 h 599030"/>
              <a:gd name="connsiteX8" fmla="*/ 342947 w 605945"/>
              <a:gd name="connsiteY8" fmla="*/ 205522 h 599030"/>
              <a:gd name="connsiteX9" fmla="*/ 307101 w 605945"/>
              <a:gd name="connsiteY9" fmla="*/ 169750 h 599030"/>
              <a:gd name="connsiteX10" fmla="*/ 175814 w 605945"/>
              <a:gd name="connsiteY10" fmla="*/ 169750 h 599030"/>
              <a:gd name="connsiteX11" fmla="*/ 139992 w 605945"/>
              <a:gd name="connsiteY11" fmla="*/ 205522 h 599030"/>
              <a:gd name="connsiteX12" fmla="*/ 175814 w 605945"/>
              <a:gd name="connsiteY12" fmla="*/ 241295 h 599030"/>
              <a:gd name="connsiteX13" fmla="*/ 211635 w 605945"/>
              <a:gd name="connsiteY13" fmla="*/ 205522 h 599030"/>
              <a:gd name="connsiteX14" fmla="*/ 175814 w 605945"/>
              <a:gd name="connsiteY14" fmla="*/ 169750 h 599030"/>
              <a:gd name="connsiteX15" fmla="*/ 440858 w 605945"/>
              <a:gd name="connsiteY15" fmla="*/ 153974 h 599030"/>
              <a:gd name="connsiteX16" fmla="*/ 492476 w 605945"/>
              <a:gd name="connsiteY16" fmla="*/ 205522 h 599030"/>
              <a:gd name="connsiteX17" fmla="*/ 440858 w 605945"/>
              <a:gd name="connsiteY17" fmla="*/ 257070 h 599030"/>
              <a:gd name="connsiteX18" fmla="*/ 389239 w 605945"/>
              <a:gd name="connsiteY18" fmla="*/ 205522 h 599030"/>
              <a:gd name="connsiteX19" fmla="*/ 440858 w 605945"/>
              <a:gd name="connsiteY19" fmla="*/ 153974 h 599030"/>
              <a:gd name="connsiteX20" fmla="*/ 307101 w 605945"/>
              <a:gd name="connsiteY20" fmla="*/ 153974 h 599030"/>
              <a:gd name="connsiteX21" fmla="*/ 358755 w 605945"/>
              <a:gd name="connsiteY21" fmla="*/ 205522 h 599030"/>
              <a:gd name="connsiteX22" fmla="*/ 307101 w 605945"/>
              <a:gd name="connsiteY22" fmla="*/ 257070 h 599030"/>
              <a:gd name="connsiteX23" fmla="*/ 255447 w 605945"/>
              <a:gd name="connsiteY23" fmla="*/ 205522 h 599030"/>
              <a:gd name="connsiteX24" fmla="*/ 307101 w 605945"/>
              <a:gd name="connsiteY24" fmla="*/ 153974 h 599030"/>
              <a:gd name="connsiteX25" fmla="*/ 175814 w 605945"/>
              <a:gd name="connsiteY25" fmla="*/ 153974 h 599030"/>
              <a:gd name="connsiteX26" fmla="*/ 227432 w 605945"/>
              <a:gd name="connsiteY26" fmla="*/ 205522 h 599030"/>
              <a:gd name="connsiteX27" fmla="*/ 175814 w 605945"/>
              <a:gd name="connsiteY27" fmla="*/ 257070 h 599030"/>
              <a:gd name="connsiteX28" fmla="*/ 124195 w 605945"/>
              <a:gd name="connsiteY28" fmla="*/ 205522 h 599030"/>
              <a:gd name="connsiteX29" fmla="*/ 175814 w 605945"/>
              <a:gd name="connsiteY29" fmla="*/ 153974 h 599030"/>
              <a:gd name="connsiteX30" fmla="*/ 15800 w 605945"/>
              <a:gd name="connsiteY30" fmla="*/ 15998 h 599030"/>
              <a:gd name="connsiteX31" fmla="*/ 15800 w 605945"/>
              <a:gd name="connsiteY31" fmla="*/ 404612 h 599030"/>
              <a:gd name="connsiteX32" fmla="*/ 132850 w 605945"/>
              <a:gd name="connsiteY32" fmla="*/ 404612 h 599030"/>
              <a:gd name="connsiteX33" fmla="*/ 132850 w 605945"/>
              <a:gd name="connsiteY33" fmla="*/ 561035 h 599030"/>
              <a:gd name="connsiteX34" fmla="*/ 289732 w 605945"/>
              <a:gd name="connsiteY34" fmla="*/ 404612 h 599030"/>
              <a:gd name="connsiteX35" fmla="*/ 590146 w 605945"/>
              <a:gd name="connsiteY35" fmla="*/ 404612 h 599030"/>
              <a:gd name="connsiteX36" fmla="*/ 590146 w 605945"/>
              <a:gd name="connsiteY36" fmla="*/ 15998 h 599030"/>
              <a:gd name="connsiteX37" fmla="*/ 0 w 605945"/>
              <a:gd name="connsiteY37" fmla="*/ 0 h 599030"/>
              <a:gd name="connsiteX38" fmla="*/ 605945 w 605945"/>
              <a:gd name="connsiteY38" fmla="*/ 0 h 599030"/>
              <a:gd name="connsiteX39" fmla="*/ 605945 w 605945"/>
              <a:gd name="connsiteY39" fmla="*/ 420388 h 599030"/>
              <a:gd name="connsiteX40" fmla="*/ 296185 w 605945"/>
              <a:gd name="connsiteY40" fmla="*/ 420388 h 599030"/>
              <a:gd name="connsiteX41" fmla="*/ 116828 w 605945"/>
              <a:gd name="connsiteY41" fmla="*/ 599030 h 599030"/>
              <a:gd name="connsiteX42" fmla="*/ 117050 w 605945"/>
              <a:gd name="connsiteY42" fmla="*/ 420388 h 599030"/>
              <a:gd name="connsiteX43" fmla="*/ 0 w 605945"/>
              <a:gd name="connsiteY43" fmla="*/ 420388 h 59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05945" h="599030">
                <a:moveTo>
                  <a:pt x="440858" y="169750"/>
                </a:moveTo>
                <a:cubicBezTo>
                  <a:pt x="421056" y="169750"/>
                  <a:pt x="405036" y="185970"/>
                  <a:pt x="405036" y="205522"/>
                </a:cubicBezTo>
                <a:cubicBezTo>
                  <a:pt x="405036" y="225297"/>
                  <a:pt x="421056" y="241295"/>
                  <a:pt x="440858" y="241295"/>
                </a:cubicBezTo>
                <a:cubicBezTo>
                  <a:pt x="460659" y="241295"/>
                  <a:pt x="476679" y="225297"/>
                  <a:pt x="476679" y="205522"/>
                </a:cubicBezTo>
                <a:cubicBezTo>
                  <a:pt x="476679" y="185970"/>
                  <a:pt x="460659" y="169750"/>
                  <a:pt x="440858" y="169750"/>
                </a:cubicBezTo>
                <a:close/>
                <a:moveTo>
                  <a:pt x="307101" y="169750"/>
                </a:moveTo>
                <a:cubicBezTo>
                  <a:pt x="287286" y="169750"/>
                  <a:pt x="271255" y="185970"/>
                  <a:pt x="271255" y="205522"/>
                </a:cubicBezTo>
                <a:cubicBezTo>
                  <a:pt x="271255" y="225297"/>
                  <a:pt x="287286" y="241295"/>
                  <a:pt x="307101" y="241295"/>
                </a:cubicBezTo>
                <a:cubicBezTo>
                  <a:pt x="326694" y="241295"/>
                  <a:pt x="342947" y="225297"/>
                  <a:pt x="342947" y="205522"/>
                </a:cubicBezTo>
                <a:cubicBezTo>
                  <a:pt x="342947" y="185970"/>
                  <a:pt x="326694" y="169750"/>
                  <a:pt x="307101" y="169750"/>
                </a:cubicBezTo>
                <a:close/>
                <a:moveTo>
                  <a:pt x="175814" y="169750"/>
                </a:moveTo>
                <a:cubicBezTo>
                  <a:pt x="156012" y="169750"/>
                  <a:pt x="139992" y="185970"/>
                  <a:pt x="139992" y="205522"/>
                </a:cubicBezTo>
                <a:cubicBezTo>
                  <a:pt x="139992" y="225297"/>
                  <a:pt x="156012" y="241295"/>
                  <a:pt x="175814" y="241295"/>
                </a:cubicBezTo>
                <a:cubicBezTo>
                  <a:pt x="195615" y="241295"/>
                  <a:pt x="211635" y="225297"/>
                  <a:pt x="211635" y="205522"/>
                </a:cubicBezTo>
                <a:cubicBezTo>
                  <a:pt x="211635" y="185970"/>
                  <a:pt x="195615" y="169750"/>
                  <a:pt x="175814" y="169750"/>
                </a:cubicBezTo>
                <a:close/>
                <a:moveTo>
                  <a:pt x="440858" y="153974"/>
                </a:moveTo>
                <a:cubicBezTo>
                  <a:pt x="469337" y="153974"/>
                  <a:pt x="492476" y="177082"/>
                  <a:pt x="492476" y="205522"/>
                </a:cubicBezTo>
                <a:cubicBezTo>
                  <a:pt x="492476" y="233963"/>
                  <a:pt x="469337" y="257070"/>
                  <a:pt x="440858" y="257070"/>
                </a:cubicBezTo>
                <a:cubicBezTo>
                  <a:pt x="412378" y="257070"/>
                  <a:pt x="389239" y="233963"/>
                  <a:pt x="389239" y="205522"/>
                </a:cubicBezTo>
                <a:cubicBezTo>
                  <a:pt x="389239" y="177082"/>
                  <a:pt x="412378" y="153974"/>
                  <a:pt x="440858" y="153974"/>
                </a:cubicBezTo>
                <a:close/>
                <a:moveTo>
                  <a:pt x="307101" y="153974"/>
                </a:moveTo>
                <a:cubicBezTo>
                  <a:pt x="335600" y="153974"/>
                  <a:pt x="358755" y="177082"/>
                  <a:pt x="358755" y="205522"/>
                </a:cubicBezTo>
                <a:cubicBezTo>
                  <a:pt x="358755" y="233963"/>
                  <a:pt x="335600" y="257070"/>
                  <a:pt x="307101" y="257070"/>
                </a:cubicBezTo>
                <a:cubicBezTo>
                  <a:pt x="278602" y="257070"/>
                  <a:pt x="255447" y="233963"/>
                  <a:pt x="255447" y="205522"/>
                </a:cubicBezTo>
                <a:cubicBezTo>
                  <a:pt x="255447" y="177082"/>
                  <a:pt x="278602" y="153974"/>
                  <a:pt x="307101" y="153974"/>
                </a:cubicBezTo>
                <a:close/>
                <a:moveTo>
                  <a:pt x="175814" y="153974"/>
                </a:moveTo>
                <a:cubicBezTo>
                  <a:pt x="204293" y="153974"/>
                  <a:pt x="227432" y="177082"/>
                  <a:pt x="227432" y="205522"/>
                </a:cubicBezTo>
                <a:cubicBezTo>
                  <a:pt x="227432" y="233963"/>
                  <a:pt x="204293" y="257070"/>
                  <a:pt x="175814" y="257070"/>
                </a:cubicBezTo>
                <a:cubicBezTo>
                  <a:pt x="147334" y="257070"/>
                  <a:pt x="124195" y="233963"/>
                  <a:pt x="124195" y="205522"/>
                </a:cubicBezTo>
                <a:cubicBezTo>
                  <a:pt x="124195" y="177082"/>
                  <a:pt x="147334" y="153974"/>
                  <a:pt x="175814" y="153974"/>
                </a:cubicBezTo>
                <a:close/>
                <a:moveTo>
                  <a:pt x="15800" y="15998"/>
                </a:moveTo>
                <a:lnTo>
                  <a:pt x="15800" y="404612"/>
                </a:lnTo>
                <a:lnTo>
                  <a:pt x="132850" y="404612"/>
                </a:lnTo>
                <a:lnTo>
                  <a:pt x="132850" y="561035"/>
                </a:lnTo>
                <a:lnTo>
                  <a:pt x="289732" y="404612"/>
                </a:lnTo>
                <a:lnTo>
                  <a:pt x="590146" y="404612"/>
                </a:lnTo>
                <a:lnTo>
                  <a:pt x="590146" y="15998"/>
                </a:lnTo>
                <a:close/>
                <a:moveTo>
                  <a:pt x="0" y="0"/>
                </a:moveTo>
                <a:lnTo>
                  <a:pt x="605945" y="0"/>
                </a:lnTo>
                <a:lnTo>
                  <a:pt x="605945" y="420388"/>
                </a:lnTo>
                <a:lnTo>
                  <a:pt x="296185" y="420388"/>
                </a:lnTo>
                <a:lnTo>
                  <a:pt x="116828" y="599030"/>
                </a:lnTo>
                <a:lnTo>
                  <a:pt x="117050" y="420388"/>
                </a:lnTo>
                <a:lnTo>
                  <a:pt x="0" y="4203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world-grid_157447">
            <a:extLst>
              <a:ext uri="{FF2B5EF4-FFF2-40B4-BE49-F238E27FC236}">
                <a16:creationId xmlns:a16="http://schemas.microsoft.com/office/drawing/2014/main" id="{5297ECA1-2E6C-F09F-ACF2-BDBBE35E92AF}"/>
              </a:ext>
            </a:extLst>
          </p:cNvPr>
          <p:cNvSpPr/>
          <p:nvPr/>
        </p:nvSpPr>
        <p:spPr>
          <a:xfrm>
            <a:off x="7666698" y="4279745"/>
            <a:ext cx="609685" cy="608652"/>
          </a:xfrm>
          <a:custGeom>
            <a:avLst/>
            <a:gdLst>
              <a:gd name="T0" fmla="*/ 0 w 853"/>
              <a:gd name="T1" fmla="*/ 427 h 853"/>
              <a:gd name="T2" fmla="*/ 853 w 853"/>
              <a:gd name="T3" fmla="*/ 427 h 853"/>
              <a:gd name="T4" fmla="*/ 799 w 853"/>
              <a:gd name="T5" fmla="*/ 280 h 853"/>
              <a:gd name="T6" fmla="*/ 583 w 853"/>
              <a:gd name="T7" fmla="*/ 59 h 853"/>
              <a:gd name="T8" fmla="*/ 674 w 853"/>
              <a:gd name="T9" fmla="*/ 408 h 853"/>
              <a:gd name="T10" fmla="*/ 440 w 853"/>
              <a:gd name="T11" fmla="*/ 547 h 853"/>
              <a:gd name="T12" fmla="*/ 666 w 853"/>
              <a:gd name="T13" fmla="*/ 307 h 853"/>
              <a:gd name="T14" fmla="*/ 520 w 853"/>
              <a:gd name="T15" fmla="*/ 816 h 853"/>
              <a:gd name="T16" fmla="*/ 440 w 853"/>
              <a:gd name="T17" fmla="*/ 573 h 853"/>
              <a:gd name="T18" fmla="*/ 520 w 853"/>
              <a:gd name="T19" fmla="*/ 816 h 853"/>
              <a:gd name="T20" fmla="*/ 270 w 853"/>
              <a:gd name="T21" fmla="*/ 725 h 853"/>
              <a:gd name="T22" fmla="*/ 413 w 853"/>
              <a:gd name="T23" fmla="*/ 573 h 853"/>
              <a:gd name="T24" fmla="*/ 351 w 853"/>
              <a:gd name="T25" fmla="*/ 819 h 853"/>
              <a:gd name="T26" fmla="*/ 193 w 853"/>
              <a:gd name="T27" fmla="*/ 408 h 853"/>
              <a:gd name="T28" fmla="*/ 413 w 853"/>
              <a:gd name="T29" fmla="*/ 307 h 853"/>
              <a:gd name="T30" fmla="*/ 205 w 853"/>
              <a:gd name="T31" fmla="*/ 547 h 853"/>
              <a:gd name="T32" fmla="*/ 327 w 853"/>
              <a:gd name="T33" fmla="*/ 39 h 853"/>
              <a:gd name="T34" fmla="*/ 413 w 853"/>
              <a:gd name="T35" fmla="*/ 280 h 853"/>
              <a:gd name="T36" fmla="*/ 327 w 853"/>
              <a:gd name="T37" fmla="*/ 39 h 853"/>
              <a:gd name="T38" fmla="*/ 440 w 853"/>
              <a:gd name="T39" fmla="*/ 27 h 853"/>
              <a:gd name="T40" fmla="*/ 520 w 853"/>
              <a:gd name="T41" fmla="*/ 38 h 853"/>
              <a:gd name="T42" fmla="*/ 440 w 853"/>
              <a:gd name="T43" fmla="*/ 280 h 853"/>
              <a:gd name="T44" fmla="*/ 177 w 853"/>
              <a:gd name="T45" fmla="*/ 280 h 853"/>
              <a:gd name="T46" fmla="*/ 271 w 853"/>
              <a:gd name="T47" fmla="*/ 58 h 853"/>
              <a:gd name="T48" fmla="*/ 173 w 853"/>
              <a:gd name="T49" fmla="*/ 307 h 853"/>
              <a:gd name="T50" fmla="*/ 179 w 853"/>
              <a:gd name="T51" fmla="*/ 547 h 853"/>
              <a:gd name="T52" fmla="*/ 27 w 853"/>
              <a:gd name="T53" fmla="*/ 427 h 853"/>
              <a:gd name="T54" fmla="*/ 55 w 853"/>
              <a:gd name="T55" fmla="*/ 573 h 853"/>
              <a:gd name="T56" fmla="*/ 297 w 853"/>
              <a:gd name="T57" fmla="*/ 805 h 853"/>
              <a:gd name="T58" fmla="*/ 576 w 853"/>
              <a:gd name="T59" fmla="*/ 798 h 853"/>
              <a:gd name="T60" fmla="*/ 799 w 853"/>
              <a:gd name="T61" fmla="*/ 573 h 853"/>
              <a:gd name="T62" fmla="*/ 808 w 853"/>
              <a:gd name="T63" fmla="*/ 547 h 853"/>
              <a:gd name="T64" fmla="*/ 700 w 853"/>
              <a:gd name="T65" fmla="*/ 408 h 853"/>
              <a:gd name="T66" fmla="*/ 808 w 853"/>
              <a:gd name="T67" fmla="*/ 307 h 853"/>
              <a:gd name="T68" fmla="*/ 808 w 853"/>
              <a:gd name="T69" fmla="*/ 547 h 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53" h="853">
                <a:moveTo>
                  <a:pt x="427" y="0"/>
                </a:moveTo>
                <a:cubicBezTo>
                  <a:pt x="191" y="0"/>
                  <a:pt x="0" y="191"/>
                  <a:pt x="0" y="427"/>
                </a:cubicBezTo>
                <a:cubicBezTo>
                  <a:pt x="0" y="662"/>
                  <a:pt x="191" y="853"/>
                  <a:pt x="427" y="853"/>
                </a:cubicBezTo>
                <a:cubicBezTo>
                  <a:pt x="662" y="853"/>
                  <a:pt x="853" y="662"/>
                  <a:pt x="853" y="427"/>
                </a:cubicBezTo>
                <a:cubicBezTo>
                  <a:pt x="853" y="191"/>
                  <a:pt x="662" y="0"/>
                  <a:pt x="427" y="0"/>
                </a:cubicBezTo>
                <a:close/>
                <a:moveTo>
                  <a:pt x="799" y="280"/>
                </a:moveTo>
                <a:lnTo>
                  <a:pt x="688" y="280"/>
                </a:lnTo>
                <a:cubicBezTo>
                  <a:pt x="667" y="168"/>
                  <a:pt x="620" y="98"/>
                  <a:pt x="583" y="59"/>
                </a:cubicBezTo>
                <a:cubicBezTo>
                  <a:pt x="681" y="101"/>
                  <a:pt x="759" y="181"/>
                  <a:pt x="799" y="280"/>
                </a:cubicBezTo>
                <a:close/>
                <a:moveTo>
                  <a:pt x="674" y="408"/>
                </a:moveTo>
                <a:cubicBezTo>
                  <a:pt x="674" y="460"/>
                  <a:pt x="669" y="506"/>
                  <a:pt x="661" y="547"/>
                </a:cubicBezTo>
                <a:lnTo>
                  <a:pt x="440" y="547"/>
                </a:lnTo>
                <a:lnTo>
                  <a:pt x="440" y="307"/>
                </a:lnTo>
                <a:lnTo>
                  <a:pt x="666" y="307"/>
                </a:lnTo>
                <a:cubicBezTo>
                  <a:pt x="671" y="337"/>
                  <a:pt x="674" y="371"/>
                  <a:pt x="674" y="408"/>
                </a:cubicBezTo>
                <a:close/>
                <a:moveTo>
                  <a:pt x="520" y="816"/>
                </a:moveTo>
                <a:cubicBezTo>
                  <a:pt x="494" y="822"/>
                  <a:pt x="467" y="825"/>
                  <a:pt x="440" y="826"/>
                </a:cubicBezTo>
                <a:lnTo>
                  <a:pt x="440" y="573"/>
                </a:lnTo>
                <a:lnTo>
                  <a:pt x="656" y="573"/>
                </a:lnTo>
                <a:cubicBezTo>
                  <a:pt x="617" y="740"/>
                  <a:pt x="527" y="810"/>
                  <a:pt x="520" y="816"/>
                </a:cubicBezTo>
                <a:close/>
                <a:moveTo>
                  <a:pt x="347" y="816"/>
                </a:moveTo>
                <a:cubicBezTo>
                  <a:pt x="347" y="816"/>
                  <a:pt x="308" y="788"/>
                  <a:pt x="270" y="725"/>
                </a:cubicBezTo>
                <a:cubicBezTo>
                  <a:pt x="250" y="690"/>
                  <a:pt x="226" y="640"/>
                  <a:pt x="211" y="573"/>
                </a:cubicBezTo>
                <a:lnTo>
                  <a:pt x="413" y="573"/>
                </a:lnTo>
                <a:lnTo>
                  <a:pt x="413" y="826"/>
                </a:lnTo>
                <a:cubicBezTo>
                  <a:pt x="392" y="826"/>
                  <a:pt x="371" y="823"/>
                  <a:pt x="351" y="819"/>
                </a:cubicBezTo>
                <a:cubicBezTo>
                  <a:pt x="350" y="818"/>
                  <a:pt x="349" y="817"/>
                  <a:pt x="347" y="816"/>
                </a:cubicBezTo>
                <a:close/>
                <a:moveTo>
                  <a:pt x="193" y="408"/>
                </a:moveTo>
                <a:cubicBezTo>
                  <a:pt x="193" y="371"/>
                  <a:pt x="195" y="337"/>
                  <a:pt x="200" y="307"/>
                </a:cubicBezTo>
                <a:lnTo>
                  <a:pt x="413" y="307"/>
                </a:lnTo>
                <a:lnTo>
                  <a:pt x="413" y="547"/>
                </a:lnTo>
                <a:lnTo>
                  <a:pt x="205" y="547"/>
                </a:lnTo>
                <a:cubicBezTo>
                  <a:pt x="198" y="506"/>
                  <a:pt x="193" y="460"/>
                  <a:pt x="193" y="408"/>
                </a:cubicBezTo>
                <a:close/>
                <a:moveTo>
                  <a:pt x="327" y="39"/>
                </a:moveTo>
                <a:cubicBezTo>
                  <a:pt x="355" y="32"/>
                  <a:pt x="384" y="28"/>
                  <a:pt x="413" y="27"/>
                </a:cubicBezTo>
                <a:lnTo>
                  <a:pt x="413" y="280"/>
                </a:lnTo>
                <a:lnTo>
                  <a:pt x="204" y="280"/>
                </a:lnTo>
                <a:cubicBezTo>
                  <a:pt x="233" y="118"/>
                  <a:pt x="312" y="51"/>
                  <a:pt x="327" y="39"/>
                </a:cubicBezTo>
                <a:close/>
                <a:moveTo>
                  <a:pt x="440" y="280"/>
                </a:moveTo>
                <a:lnTo>
                  <a:pt x="440" y="27"/>
                </a:lnTo>
                <a:cubicBezTo>
                  <a:pt x="467" y="28"/>
                  <a:pt x="494" y="32"/>
                  <a:pt x="520" y="38"/>
                </a:cubicBezTo>
                <a:cubicBezTo>
                  <a:pt x="520" y="38"/>
                  <a:pt x="520" y="38"/>
                  <a:pt x="520" y="38"/>
                </a:cubicBezTo>
                <a:cubicBezTo>
                  <a:pt x="521" y="39"/>
                  <a:pt x="625" y="103"/>
                  <a:pt x="661" y="280"/>
                </a:cubicBezTo>
                <a:lnTo>
                  <a:pt x="440" y="280"/>
                </a:lnTo>
                <a:close/>
                <a:moveTo>
                  <a:pt x="271" y="58"/>
                </a:moveTo>
                <a:cubicBezTo>
                  <a:pt x="239" y="98"/>
                  <a:pt x="196" y="168"/>
                  <a:pt x="177" y="280"/>
                </a:cubicBezTo>
                <a:lnTo>
                  <a:pt x="55" y="280"/>
                </a:lnTo>
                <a:cubicBezTo>
                  <a:pt x="94" y="180"/>
                  <a:pt x="173" y="100"/>
                  <a:pt x="271" y="58"/>
                </a:cubicBezTo>
                <a:close/>
                <a:moveTo>
                  <a:pt x="45" y="307"/>
                </a:moveTo>
                <a:lnTo>
                  <a:pt x="173" y="307"/>
                </a:lnTo>
                <a:cubicBezTo>
                  <a:pt x="169" y="337"/>
                  <a:pt x="167" y="371"/>
                  <a:pt x="167" y="408"/>
                </a:cubicBezTo>
                <a:cubicBezTo>
                  <a:pt x="167" y="459"/>
                  <a:pt x="171" y="505"/>
                  <a:pt x="179" y="547"/>
                </a:cubicBezTo>
                <a:lnTo>
                  <a:pt x="45" y="547"/>
                </a:lnTo>
                <a:cubicBezTo>
                  <a:pt x="33" y="509"/>
                  <a:pt x="27" y="468"/>
                  <a:pt x="27" y="427"/>
                </a:cubicBezTo>
                <a:cubicBezTo>
                  <a:pt x="27" y="385"/>
                  <a:pt x="33" y="345"/>
                  <a:pt x="45" y="307"/>
                </a:cubicBezTo>
                <a:close/>
                <a:moveTo>
                  <a:pt x="55" y="573"/>
                </a:moveTo>
                <a:lnTo>
                  <a:pt x="184" y="573"/>
                </a:lnTo>
                <a:cubicBezTo>
                  <a:pt x="211" y="694"/>
                  <a:pt x="262" y="767"/>
                  <a:pt x="297" y="805"/>
                </a:cubicBezTo>
                <a:cubicBezTo>
                  <a:pt x="186" y="767"/>
                  <a:pt x="98" y="682"/>
                  <a:pt x="55" y="573"/>
                </a:cubicBezTo>
                <a:close/>
                <a:moveTo>
                  <a:pt x="576" y="798"/>
                </a:moveTo>
                <a:cubicBezTo>
                  <a:pt x="611" y="758"/>
                  <a:pt x="658" y="687"/>
                  <a:pt x="683" y="573"/>
                </a:cubicBezTo>
                <a:lnTo>
                  <a:pt x="799" y="573"/>
                </a:lnTo>
                <a:cubicBezTo>
                  <a:pt x="758" y="675"/>
                  <a:pt x="678" y="757"/>
                  <a:pt x="576" y="798"/>
                </a:cubicBezTo>
                <a:close/>
                <a:moveTo>
                  <a:pt x="808" y="547"/>
                </a:moveTo>
                <a:lnTo>
                  <a:pt x="688" y="547"/>
                </a:lnTo>
                <a:cubicBezTo>
                  <a:pt x="695" y="505"/>
                  <a:pt x="700" y="459"/>
                  <a:pt x="700" y="408"/>
                </a:cubicBezTo>
                <a:cubicBezTo>
                  <a:pt x="700" y="371"/>
                  <a:pt x="697" y="337"/>
                  <a:pt x="693" y="307"/>
                </a:cubicBezTo>
                <a:lnTo>
                  <a:pt x="808" y="307"/>
                </a:lnTo>
                <a:cubicBezTo>
                  <a:pt x="820" y="345"/>
                  <a:pt x="827" y="385"/>
                  <a:pt x="827" y="427"/>
                </a:cubicBezTo>
                <a:cubicBezTo>
                  <a:pt x="827" y="468"/>
                  <a:pt x="820" y="509"/>
                  <a:pt x="808" y="5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hree-pieces-pie-chart_16121">
            <a:extLst>
              <a:ext uri="{FF2B5EF4-FFF2-40B4-BE49-F238E27FC236}">
                <a16:creationId xmlns:a16="http://schemas.microsoft.com/office/drawing/2014/main" id="{44034E9A-AEBA-6FD4-CA44-35B1A38904B6}"/>
              </a:ext>
            </a:extLst>
          </p:cNvPr>
          <p:cNvSpPr/>
          <p:nvPr/>
        </p:nvSpPr>
        <p:spPr>
          <a:xfrm>
            <a:off x="8943786" y="3247754"/>
            <a:ext cx="609685" cy="608827"/>
          </a:xfrm>
          <a:custGeom>
            <a:avLst/>
            <a:gdLst>
              <a:gd name="T0" fmla="*/ 1820 w 3640"/>
              <a:gd name="T1" fmla="*/ 0 h 3640"/>
              <a:gd name="T2" fmla="*/ 0 w 3640"/>
              <a:gd name="T3" fmla="*/ 1820 h 3640"/>
              <a:gd name="T4" fmla="*/ 1820 w 3640"/>
              <a:gd name="T5" fmla="*/ 3640 h 3640"/>
              <a:gd name="T6" fmla="*/ 3640 w 3640"/>
              <a:gd name="T7" fmla="*/ 1820 h 3640"/>
              <a:gd name="T8" fmla="*/ 1820 w 3640"/>
              <a:gd name="T9" fmla="*/ 0 h 3640"/>
              <a:gd name="T10" fmla="*/ 2976 w 3640"/>
              <a:gd name="T11" fmla="*/ 610 h 3640"/>
              <a:gd name="T12" fmla="*/ 1843 w 3640"/>
              <a:gd name="T13" fmla="*/ 1742 h 3640"/>
              <a:gd name="T14" fmla="*/ 1191 w 3640"/>
              <a:gd name="T15" fmla="*/ 268 h 3640"/>
              <a:gd name="T16" fmla="*/ 1820 w 3640"/>
              <a:gd name="T17" fmla="*/ 145 h 3640"/>
              <a:gd name="T18" fmla="*/ 2976 w 3640"/>
              <a:gd name="T19" fmla="*/ 610 h 3640"/>
              <a:gd name="T20" fmla="*/ 145 w 3640"/>
              <a:gd name="T21" fmla="*/ 1820 h 3640"/>
              <a:gd name="T22" fmla="*/ 1059 w 3640"/>
              <a:gd name="T23" fmla="*/ 329 h 3640"/>
              <a:gd name="T24" fmla="*/ 1733 w 3640"/>
              <a:gd name="T25" fmla="*/ 1852 h 3640"/>
              <a:gd name="T26" fmla="*/ 610 w 3640"/>
              <a:gd name="T27" fmla="*/ 2976 h 3640"/>
              <a:gd name="T28" fmla="*/ 145 w 3640"/>
              <a:gd name="T29" fmla="*/ 1820 h 3640"/>
              <a:gd name="T30" fmla="*/ 1820 w 3640"/>
              <a:gd name="T31" fmla="*/ 3495 h 3640"/>
              <a:gd name="T32" fmla="*/ 714 w 3640"/>
              <a:gd name="T33" fmla="*/ 3076 h 3640"/>
              <a:gd name="T34" fmla="*/ 1871 w 3640"/>
              <a:gd name="T35" fmla="*/ 1920 h 3640"/>
              <a:gd name="T36" fmla="*/ 3076 w 3640"/>
              <a:gd name="T37" fmla="*/ 714 h 3640"/>
              <a:gd name="T38" fmla="*/ 3495 w 3640"/>
              <a:gd name="T39" fmla="*/ 1820 h 3640"/>
              <a:gd name="T40" fmla="*/ 1820 w 3640"/>
              <a:gd name="T41" fmla="*/ 3495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640" h="3640">
                <a:moveTo>
                  <a:pt x="1820" y="0"/>
                </a:moveTo>
                <a:cubicBezTo>
                  <a:pt x="816" y="0"/>
                  <a:pt x="0" y="816"/>
                  <a:pt x="0" y="1820"/>
                </a:cubicBezTo>
                <a:cubicBezTo>
                  <a:pt x="0" y="2823"/>
                  <a:pt x="816" y="3640"/>
                  <a:pt x="1820" y="3640"/>
                </a:cubicBezTo>
                <a:cubicBezTo>
                  <a:pt x="2823" y="3640"/>
                  <a:pt x="3640" y="2823"/>
                  <a:pt x="3640" y="1820"/>
                </a:cubicBezTo>
                <a:cubicBezTo>
                  <a:pt x="3640" y="816"/>
                  <a:pt x="2823" y="0"/>
                  <a:pt x="1820" y="0"/>
                </a:cubicBezTo>
                <a:close/>
                <a:moveTo>
                  <a:pt x="2976" y="610"/>
                </a:moveTo>
                <a:lnTo>
                  <a:pt x="1843" y="1742"/>
                </a:lnTo>
                <a:lnTo>
                  <a:pt x="1191" y="268"/>
                </a:lnTo>
                <a:cubicBezTo>
                  <a:pt x="1385" y="189"/>
                  <a:pt x="1597" y="145"/>
                  <a:pt x="1820" y="145"/>
                </a:cubicBezTo>
                <a:cubicBezTo>
                  <a:pt x="2268" y="145"/>
                  <a:pt x="2675" y="322"/>
                  <a:pt x="2976" y="610"/>
                </a:cubicBezTo>
                <a:close/>
                <a:moveTo>
                  <a:pt x="145" y="1820"/>
                </a:moveTo>
                <a:cubicBezTo>
                  <a:pt x="145" y="1170"/>
                  <a:pt x="517" y="606"/>
                  <a:pt x="1059" y="329"/>
                </a:cubicBezTo>
                <a:lnTo>
                  <a:pt x="1733" y="1852"/>
                </a:lnTo>
                <a:lnTo>
                  <a:pt x="610" y="2976"/>
                </a:lnTo>
                <a:cubicBezTo>
                  <a:pt x="322" y="2675"/>
                  <a:pt x="145" y="2268"/>
                  <a:pt x="145" y="1820"/>
                </a:cubicBezTo>
                <a:close/>
                <a:moveTo>
                  <a:pt x="1820" y="3495"/>
                </a:moveTo>
                <a:cubicBezTo>
                  <a:pt x="1396" y="3495"/>
                  <a:pt x="1010" y="3337"/>
                  <a:pt x="714" y="3076"/>
                </a:cubicBezTo>
                <a:lnTo>
                  <a:pt x="1871" y="1920"/>
                </a:lnTo>
                <a:lnTo>
                  <a:pt x="3076" y="714"/>
                </a:lnTo>
                <a:cubicBezTo>
                  <a:pt x="3336" y="1010"/>
                  <a:pt x="3495" y="1396"/>
                  <a:pt x="3495" y="1820"/>
                </a:cubicBezTo>
                <a:cubicBezTo>
                  <a:pt x="3495" y="2743"/>
                  <a:pt x="2743" y="3495"/>
                  <a:pt x="1820" y="34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wifi_159301">
            <a:extLst>
              <a:ext uri="{FF2B5EF4-FFF2-40B4-BE49-F238E27FC236}">
                <a16:creationId xmlns:a16="http://schemas.microsoft.com/office/drawing/2014/main" id="{718645EC-69ED-6682-87F3-2DBD9CE16334}"/>
              </a:ext>
            </a:extLst>
          </p:cNvPr>
          <p:cNvSpPr/>
          <p:nvPr/>
        </p:nvSpPr>
        <p:spPr>
          <a:xfrm>
            <a:off x="8631403" y="4293179"/>
            <a:ext cx="609685" cy="581783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1318" h="554715">
                <a:moveTo>
                  <a:pt x="286558" y="416548"/>
                </a:moveTo>
                <a:lnTo>
                  <a:pt x="453108" y="416548"/>
                </a:lnTo>
                <a:cubicBezTo>
                  <a:pt x="461031" y="416548"/>
                  <a:pt x="467529" y="422946"/>
                  <a:pt x="467707" y="431120"/>
                </a:cubicBezTo>
                <a:cubicBezTo>
                  <a:pt x="467707" y="439206"/>
                  <a:pt x="461120" y="445692"/>
                  <a:pt x="453108" y="445692"/>
                </a:cubicBezTo>
                <a:lnTo>
                  <a:pt x="286558" y="445692"/>
                </a:lnTo>
                <a:cubicBezTo>
                  <a:pt x="278457" y="445692"/>
                  <a:pt x="271959" y="439206"/>
                  <a:pt x="271959" y="431120"/>
                </a:cubicBezTo>
                <a:cubicBezTo>
                  <a:pt x="271959" y="423034"/>
                  <a:pt x="278457" y="416548"/>
                  <a:pt x="286558" y="416548"/>
                </a:cubicBezTo>
                <a:close/>
                <a:moveTo>
                  <a:pt x="150587" y="413584"/>
                </a:moveTo>
                <a:cubicBezTo>
                  <a:pt x="160213" y="413584"/>
                  <a:pt x="168017" y="421388"/>
                  <a:pt x="168017" y="431014"/>
                </a:cubicBezTo>
                <a:cubicBezTo>
                  <a:pt x="168017" y="440640"/>
                  <a:pt x="160213" y="448444"/>
                  <a:pt x="150587" y="448444"/>
                </a:cubicBezTo>
                <a:cubicBezTo>
                  <a:pt x="140961" y="448444"/>
                  <a:pt x="133157" y="440640"/>
                  <a:pt x="133157" y="431014"/>
                </a:cubicBezTo>
                <a:cubicBezTo>
                  <a:pt x="133157" y="421388"/>
                  <a:pt x="140961" y="413584"/>
                  <a:pt x="150587" y="413584"/>
                </a:cubicBezTo>
                <a:close/>
                <a:moveTo>
                  <a:pt x="63098" y="336490"/>
                </a:moveTo>
                <a:cubicBezTo>
                  <a:pt x="44409" y="336490"/>
                  <a:pt x="29101" y="351773"/>
                  <a:pt x="29101" y="370432"/>
                </a:cubicBezTo>
                <a:lnTo>
                  <a:pt x="29101" y="491540"/>
                </a:lnTo>
                <a:cubicBezTo>
                  <a:pt x="29101" y="510288"/>
                  <a:pt x="44409" y="525571"/>
                  <a:pt x="63098" y="525571"/>
                </a:cubicBezTo>
                <a:lnTo>
                  <a:pt x="518042" y="525571"/>
                </a:lnTo>
                <a:cubicBezTo>
                  <a:pt x="536820" y="525571"/>
                  <a:pt x="552128" y="510288"/>
                  <a:pt x="552128" y="491540"/>
                </a:cubicBezTo>
                <a:lnTo>
                  <a:pt x="552217" y="491540"/>
                </a:lnTo>
                <a:lnTo>
                  <a:pt x="552217" y="370432"/>
                </a:lnTo>
                <a:cubicBezTo>
                  <a:pt x="552217" y="351773"/>
                  <a:pt x="536909" y="336490"/>
                  <a:pt x="518220" y="336490"/>
                </a:cubicBezTo>
                <a:close/>
                <a:moveTo>
                  <a:pt x="63098" y="307524"/>
                </a:moveTo>
                <a:lnTo>
                  <a:pt x="518042" y="307524"/>
                </a:lnTo>
                <a:cubicBezTo>
                  <a:pt x="552840" y="307524"/>
                  <a:pt x="581229" y="335779"/>
                  <a:pt x="581318" y="370432"/>
                </a:cubicBezTo>
                <a:lnTo>
                  <a:pt x="581318" y="491629"/>
                </a:lnTo>
                <a:cubicBezTo>
                  <a:pt x="581318" y="526460"/>
                  <a:pt x="552929" y="554715"/>
                  <a:pt x="518220" y="554715"/>
                </a:cubicBezTo>
                <a:lnTo>
                  <a:pt x="63098" y="554715"/>
                </a:lnTo>
                <a:cubicBezTo>
                  <a:pt x="28211" y="554715"/>
                  <a:pt x="0" y="526371"/>
                  <a:pt x="0" y="491629"/>
                </a:cubicBezTo>
                <a:lnTo>
                  <a:pt x="0" y="370610"/>
                </a:lnTo>
                <a:cubicBezTo>
                  <a:pt x="0" y="335779"/>
                  <a:pt x="28389" y="307524"/>
                  <a:pt x="63098" y="307524"/>
                </a:cubicBezTo>
                <a:close/>
                <a:moveTo>
                  <a:pt x="292352" y="207815"/>
                </a:moveTo>
                <a:cubicBezTo>
                  <a:pt x="310147" y="207815"/>
                  <a:pt x="327230" y="213146"/>
                  <a:pt x="341643" y="223453"/>
                </a:cubicBezTo>
                <a:cubicBezTo>
                  <a:pt x="348139" y="228073"/>
                  <a:pt x="349651" y="237136"/>
                  <a:pt x="345024" y="243710"/>
                </a:cubicBezTo>
                <a:cubicBezTo>
                  <a:pt x="342177" y="247709"/>
                  <a:pt x="337729" y="249841"/>
                  <a:pt x="333191" y="249841"/>
                </a:cubicBezTo>
                <a:cubicBezTo>
                  <a:pt x="330255" y="249841"/>
                  <a:pt x="327408" y="248864"/>
                  <a:pt x="324738" y="247087"/>
                </a:cubicBezTo>
                <a:cubicBezTo>
                  <a:pt x="315396" y="240334"/>
                  <a:pt x="304097" y="236780"/>
                  <a:pt x="292352" y="236780"/>
                </a:cubicBezTo>
                <a:cubicBezTo>
                  <a:pt x="280608" y="236780"/>
                  <a:pt x="269486" y="240334"/>
                  <a:pt x="259966" y="247087"/>
                </a:cubicBezTo>
                <a:cubicBezTo>
                  <a:pt x="253471" y="251707"/>
                  <a:pt x="244306" y="250196"/>
                  <a:pt x="239680" y="243710"/>
                </a:cubicBezTo>
                <a:cubicBezTo>
                  <a:pt x="235053" y="237136"/>
                  <a:pt x="236655" y="228073"/>
                  <a:pt x="243150" y="223453"/>
                </a:cubicBezTo>
                <a:cubicBezTo>
                  <a:pt x="257474" y="213235"/>
                  <a:pt x="274557" y="207815"/>
                  <a:pt x="292352" y="207815"/>
                </a:cubicBezTo>
                <a:close/>
                <a:moveTo>
                  <a:pt x="292353" y="104155"/>
                </a:moveTo>
                <a:cubicBezTo>
                  <a:pt x="333109" y="104155"/>
                  <a:pt x="371997" y="116511"/>
                  <a:pt x="405011" y="139890"/>
                </a:cubicBezTo>
                <a:cubicBezTo>
                  <a:pt x="411507" y="144512"/>
                  <a:pt x="413020" y="153579"/>
                  <a:pt x="408393" y="160158"/>
                </a:cubicBezTo>
                <a:cubicBezTo>
                  <a:pt x="405545" y="164158"/>
                  <a:pt x="401096" y="166291"/>
                  <a:pt x="396557" y="166291"/>
                </a:cubicBezTo>
                <a:cubicBezTo>
                  <a:pt x="393710" y="166291"/>
                  <a:pt x="390773" y="165491"/>
                  <a:pt x="388371" y="163535"/>
                </a:cubicBezTo>
                <a:cubicBezTo>
                  <a:pt x="360339" y="143801"/>
                  <a:pt x="327147" y="133223"/>
                  <a:pt x="292531" y="133223"/>
                </a:cubicBezTo>
                <a:cubicBezTo>
                  <a:pt x="257737" y="133223"/>
                  <a:pt x="224634" y="143623"/>
                  <a:pt x="196603" y="163535"/>
                </a:cubicBezTo>
                <a:cubicBezTo>
                  <a:pt x="190106" y="168158"/>
                  <a:pt x="180941" y="166647"/>
                  <a:pt x="176313" y="160158"/>
                </a:cubicBezTo>
                <a:cubicBezTo>
                  <a:pt x="171686" y="153579"/>
                  <a:pt x="173288" y="144512"/>
                  <a:pt x="179784" y="139890"/>
                </a:cubicBezTo>
                <a:cubicBezTo>
                  <a:pt x="212620" y="116511"/>
                  <a:pt x="251686" y="104155"/>
                  <a:pt x="292353" y="104155"/>
                </a:cubicBezTo>
                <a:close/>
                <a:moveTo>
                  <a:pt x="292343" y="0"/>
                </a:moveTo>
                <a:cubicBezTo>
                  <a:pt x="359806" y="0"/>
                  <a:pt x="424333" y="20529"/>
                  <a:pt x="478802" y="59010"/>
                </a:cubicBezTo>
                <a:cubicBezTo>
                  <a:pt x="485299" y="63631"/>
                  <a:pt x="486901" y="72785"/>
                  <a:pt x="482273" y="79273"/>
                </a:cubicBezTo>
                <a:cubicBezTo>
                  <a:pt x="479425" y="83361"/>
                  <a:pt x="474886" y="85494"/>
                  <a:pt x="470347" y="85494"/>
                </a:cubicBezTo>
                <a:cubicBezTo>
                  <a:pt x="467410" y="85494"/>
                  <a:pt x="464562" y="84605"/>
                  <a:pt x="461981" y="82739"/>
                </a:cubicBezTo>
                <a:cubicBezTo>
                  <a:pt x="412318" y="47635"/>
                  <a:pt x="353754" y="29061"/>
                  <a:pt x="292343" y="29061"/>
                </a:cubicBezTo>
                <a:cubicBezTo>
                  <a:pt x="231021" y="29061"/>
                  <a:pt x="172369" y="47635"/>
                  <a:pt x="122794" y="82739"/>
                </a:cubicBezTo>
                <a:cubicBezTo>
                  <a:pt x="116297" y="87360"/>
                  <a:pt x="107130" y="85849"/>
                  <a:pt x="102502" y="79273"/>
                </a:cubicBezTo>
                <a:cubicBezTo>
                  <a:pt x="97874" y="72785"/>
                  <a:pt x="99387" y="63631"/>
                  <a:pt x="105973" y="59010"/>
                </a:cubicBezTo>
                <a:cubicBezTo>
                  <a:pt x="160442" y="20440"/>
                  <a:pt x="224969" y="0"/>
                  <a:pt x="292343" y="0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vinyl_325420">
            <a:extLst>
              <a:ext uri="{FF2B5EF4-FFF2-40B4-BE49-F238E27FC236}">
                <a16:creationId xmlns:a16="http://schemas.microsoft.com/office/drawing/2014/main" id="{C20D4DB0-82A3-168C-A890-7F8CAAB09694}"/>
              </a:ext>
            </a:extLst>
          </p:cNvPr>
          <p:cNvSpPr/>
          <p:nvPr/>
        </p:nvSpPr>
        <p:spPr>
          <a:xfrm>
            <a:off x="9030723" y="5180118"/>
            <a:ext cx="609685" cy="608764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7639" h="606722">
                <a:moveTo>
                  <a:pt x="531097" y="336801"/>
                </a:moveTo>
                <a:cubicBezTo>
                  <a:pt x="537863" y="338134"/>
                  <a:pt x="542225" y="344711"/>
                  <a:pt x="540801" y="351376"/>
                </a:cubicBezTo>
                <a:cubicBezTo>
                  <a:pt x="529940" y="405234"/>
                  <a:pt x="500474" y="454292"/>
                  <a:pt x="457923" y="489486"/>
                </a:cubicBezTo>
                <a:cubicBezTo>
                  <a:pt x="414748" y="525124"/>
                  <a:pt x="360000" y="544765"/>
                  <a:pt x="303739" y="544765"/>
                </a:cubicBezTo>
                <a:cubicBezTo>
                  <a:pt x="296884" y="544765"/>
                  <a:pt x="291365" y="539255"/>
                  <a:pt x="291365" y="532412"/>
                </a:cubicBezTo>
                <a:cubicBezTo>
                  <a:pt x="291365" y="525568"/>
                  <a:pt x="296884" y="519969"/>
                  <a:pt x="303739" y="519969"/>
                </a:cubicBezTo>
                <a:cubicBezTo>
                  <a:pt x="406736" y="519969"/>
                  <a:pt x="496201" y="447004"/>
                  <a:pt x="516498" y="346488"/>
                </a:cubicBezTo>
                <a:cubicBezTo>
                  <a:pt x="517833" y="339734"/>
                  <a:pt x="524421" y="335468"/>
                  <a:pt x="531097" y="336801"/>
                </a:cubicBezTo>
                <a:close/>
                <a:moveTo>
                  <a:pt x="303784" y="293455"/>
                </a:moveTo>
                <a:cubicBezTo>
                  <a:pt x="298354" y="293455"/>
                  <a:pt x="293903" y="297901"/>
                  <a:pt x="293903" y="303326"/>
                </a:cubicBezTo>
                <a:cubicBezTo>
                  <a:pt x="293903" y="308840"/>
                  <a:pt x="298354" y="313286"/>
                  <a:pt x="303784" y="313286"/>
                </a:cubicBezTo>
                <a:cubicBezTo>
                  <a:pt x="309303" y="313286"/>
                  <a:pt x="313754" y="308840"/>
                  <a:pt x="313754" y="303326"/>
                </a:cubicBezTo>
                <a:cubicBezTo>
                  <a:pt x="313754" y="297901"/>
                  <a:pt x="309303" y="293455"/>
                  <a:pt x="303784" y="293455"/>
                </a:cubicBezTo>
                <a:close/>
                <a:moveTo>
                  <a:pt x="533220" y="290941"/>
                </a:moveTo>
                <a:cubicBezTo>
                  <a:pt x="540085" y="290941"/>
                  <a:pt x="545612" y="296458"/>
                  <a:pt x="545612" y="303310"/>
                </a:cubicBezTo>
                <a:cubicBezTo>
                  <a:pt x="545612" y="305267"/>
                  <a:pt x="545612" y="307225"/>
                  <a:pt x="545523" y="309182"/>
                </a:cubicBezTo>
                <a:cubicBezTo>
                  <a:pt x="545434" y="315945"/>
                  <a:pt x="539817" y="321284"/>
                  <a:pt x="533131" y="321284"/>
                </a:cubicBezTo>
                <a:cubicBezTo>
                  <a:pt x="533042" y="321284"/>
                  <a:pt x="532953" y="321284"/>
                  <a:pt x="532864" y="321284"/>
                </a:cubicBezTo>
                <a:cubicBezTo>
                  <a:pt x="525999" y="321106"/>
                  <a:pt x="520561" y="315411"/>
                  <a:pt x="520739" y="308560"/>
                </a:cubicBezTo>
                <a:cubicBezTo>
                  <a:pt x="520739" y="306869"/>
                  <a:pt x="520739" y="305089"/>
                  <a:pt x="520739" y="303310"/>
                </a:cubicBezTo>
                <a:cubicBezTo>
                  <a:pt x="520739" y="296458"/>
                  <a:pt x="526356" y="290941"/>
                  <a:pt x="533220" y="290941"/>
                </a:cubicBezTo>
                <a:close/>
                <a:moveTo>
                  <a:pt x="477421" y="290941"/>
                </a:moveTo>
                <a:cubicBezTo>
                  <a:pt x="484276" y="290941"/>
                  <a:pt x="489795" y="296453"/>
                  <a:pt x="489795" y="303298"/>
                </a:cubicBezTo>
                <a:cubicBezTo>
                  <a:pt x="489795" y="352990"/>
                  <a:pt x="470477" y="399660"/>
                  <a:pt x="435314" y="434685"/>
                </a:cubicBezTo>
                <a:cubicBezTo>
                  <a:pt x="400239" y="469799"/>
                  <a:pt x="353502" y="489089"/>
                  <a:pt x="303739" y="489089"/>
                </a:cubicBezTo>
                <a:cubicBezTo>
                  <a:pt x="296884" y="489089"/>
                  <a:pt x="291365" y="483578"/>
                  <a:pt x="291365" y="476733"/>
                </a:cubicBezTo>
                <a:cubicBezTo>
                  <a:pt x="291365" y="469888"/>
                  <a:pt x="296884" y="464287"/>
                  <a:pt x="303739" y="464287"/>
                </a:cubicBezTo>
                <a:cubicBezTo>
                  <a:pt x="392672" y="464287"/>
                  <a:pt x="464958" y="392104"/>
                  <a:pt x="464958" y="303298"/>
                </a:cubicBezTo>
                <a:cubicBezTo>
                  <a:pt x="464958" y="296453"/>
                  <a:pt x="470566" y="290941"/>
                  <a:pt x="477421" y="290941"/>
                </a:cubicBezTo>
                <a:close/>
                <a:moveTo>
                  <a:pt x="74775" y="285474"/>
                </a:moveTo>
                <a:cubicBezTo>
                  <a:pt x="81640" y="285652"/>
                  <a:pt x="87078" y="291251"/>
                  <a:pt x="86900" y="298094"/>
                </a:cubicBezTo>
                <a:cubicBezTo>
                  <a:pt x="86811" y="299872"/>
                  <a:pt x="86811" y="301649"/>
                  <a:pt x="86811" y="303338"/>
                </a:cubicBezTo>
                <a:cubicBezTo>
                  <a:pt x="86811" y="310181"/>
                  <a:pt x="81283" y="315780"/>
                  <a:pt x="74419" y="315780"/>
                </a:cubicBezTo>
                <a:cubicBezTo>
                  <a:pt x="67554" y="315780"/>
                  <a:pt x="62027" y="310181"/>
                  <a:pt x="62027" y="303338"/>
                </a:cubicBezTo>
                <a:cubicBezTo>
                  <a:pt x="62027" y="301382"/>
                  <a:pt x="62027" y="299427"/>
                  <a:pt x="62027" y="297561"/>
                </a:cubicBezTo>
                <a:cubicBezTo>
                  <a:pt x="62205" y="290717"/>
                  <a:pt x="67911" y="285296"/>
                  <a:pt x="74775" y="285474"/>
                </a:cubicBezTo>
                <a:close/>
                <a:moveTo>
                  <a:pt x="303784" y="268643"/>
                </a:moveTo>
                <a:cubicBezTo>
                  <a:pt x="322923" y="268643"/>
                  <a:pt x="338502" y="284206"/>
                  <a:pt x="338502" y="303326"/>
                </a:cubicBezTo>
                <a:cubicBezTo>
                  <a:pt x="338502" y="322446"/>
                  <a:pt x="322923" y="338009"/>
                  <a:pt x="303784" y="338009"/>
                </a:cubicBezTo>
                <a:cubicBezTo>
                  <a:pt x="284645" y="338009"/>
                  <a:pt x="269066" y="322446"/>
                  <a:pt x="269066" y="303326"/>
                </a:cubicBezTo>
                <a:cubicBezTo>
                  <a:pt x="269066" y="284206"/>
                  <a:pt x="284645" y="268643"/>
                  <a:pt x="303784" y="268643"/>
                </a:cubicBezTo>
                <a:close/>
                <a:moveTo>
                  <a:pt x="303776" y="211702"/>
                </a:moveTo>
                <a:cubicBezTo>
                  <a:pt x="253226" y="211702"/>
                  <a:pt x="212022" y="252845"/>
                  <a:pt x="212022" y="303317"/>
                </a:cubicBezTo>
                <a:cubicBezTo>
                  <a:pt x="212022" y="353879"/>
                  <a:pt x="253226" y="394932"/>
                  <a:pt x="303776" y="394932"/>
                </a:cubicBezTo>
                <a:cubicBezTo>
                  <a:pt x="354414" y="394932"/>
                  <a:pt x="395529" y="353879"/>
                  <a:pt x="395529" y="303317"/>
                </a:cubicBezTo>
                <a:cubicBezTo>
                  <a:pt x="395529" y="252845"/>
                  <a:pt x="354414" y="211702"/>
                  <a:pt x="303776" y="211702"/>
                </a:cubicBezTo>
                <a:close/>
                <a:moveTo>
                  <a:pt x="303776" y="186999"/>
                </a:moveTo>
                <a:cubicBezTo>
                  <a:pt x="368030" y="186999"/>
                  <a:pt x="420359" y="239160"/>
                  <a:pt x="420359" y="303317"/>
                </a:cubicBezTo>
                <a:cubicBezTo>
                  <a:pt x="420359" y="367474"/>
                  <a:pt x="368030" y="419724"/>
                  <a:pt x="303776" y="419724"/>
                </a:cubicBezTo>
                <a:cubicBezTo>
                  <a:pt x="239521" y="419724"/>
                  <a:pt x="187281" y="367474"/>
                  <a:pt x="187281" y="303317"/>
                </a:cubicBezTo>
                <a:cubicBezTo>
                  <a:pt x="187281" y="239160"/>
                  <a:pt x="239521" y="186999"/>
                  <a:pt x="303776" y="186999"/>
                </a:cubicBezTo>
                <a:close/>
                <a:moveTo>
                  <a:pt x="303744" y="117633"/>
                </a:moveTo>
                <a:cubicBezTo>
                  <a:pt x="310597" y="117633"/>
                  <a:pt x="316203" y="123145"/>
                  <a:pt x="316203" y="129990"/>
                </a:cubicBezTo>
                <a:cubicBezTo>
                  <a:pt x="316203" y="136834"/>
                  <a:pt x="310597" y="142346"/>
                  <a:pt x="303744" y="142346"/>
                </a:cubicBezTo>
                <a:cubicBezTo>
                  <a:pt x="214932" y="142346"/>
                  <a:pt x="142583" y="214618"/>
                  <a:pt x="142583" y="303336"/>
                </a:cubicBezTo>
                <a:cubicBezTo>
                  <a:pt x="142583" y="310181"/>
                  <a:pt x="137066" y="315781"/>
                  <a:pt x="130214" y="315781"/>
                </a:cubicBezTo>
                <a:cubicBezTo>
                  <a:pt x="123361" y="315781"/>
                  <a:pt x="117844" y="310181"/>
                  <a:pt x="117844" y="303336"/>
                </a:cubicBezTo>
                <a:cubicBezTo>
                  <a:pt x="117844" y="253732"/>
                  <a:pt x="137155" y="207062"/>
                  <a:pt x="172217" y="171948"/>
                </a:cubicBezTo>
                <a:cubicBezTo>
                  <a:pt x="207368" y="136923"/>
                  <a:pt x="254088" y="117633"/>
                  <a:pt x="303744" y="117633"/>
                </a:cubicBezTo>
                <a:close/>
                <a:moveTo>
                  <a:pt x="303745" y="61956"/>
                </a:moveTo>
                <a:cubicBezTo>
                  <a:pt x="310597" y="61956"/>
                  <a:pt x="316204" y="67466"/>
                  <a:pt x="316204" y="74310"/>
                </a:cubicBezTo>
                <a:cubicBezTo>
                  <a:pt x="316204" y="81154"/>
                  <a:pt x="310597" y="86664"/>
                  <a:pt x="303745" y="86664"/>
                </a:cubicBezTo>
                <a:cubicBezTo>
                  <a:pt x="200866" y="86664"/>
                  <a:pt x="111425" y="159632"/>
                  <a:pt x="91045" y="260241"/>
                </a:cubicBezTo>
                <a:cubicBezTo>
                  <a:pt x="89888" y="266107"/>
                  <a:pt x="84726" y="270195"/>
                  <a:pt x="78941" y="270195"/>
                </a:cubicBezTo>
                <a:cubicBezTo>
                  <a:pt x="78140" y="270195"/>
                  <a:pt x="77339" y="270106"/>
                  <a:pt x="76450" y="269928"/>
                </a:cubicBezTo>
                <a:cubicBezTo>
                  <a:pt x="69775" y="268595"/>
                  <a:pt x="65414" y="262018"/>
                  <a:pt x="66749" y="255353"/>
                </a:cubicBezTo>
                <a:cubicBezTo>
                  <a:pt x="77606" y="201493"/>
                  <a:pt x="107064" y="152433"/>
                  <a:pt x="149693" y="117238"/>
                </a:cubicBezTo>
                <a:cubicBezTo>
                  <a:pt x="192856" y="81598"/>
                  <a:pt x="247588" y="61956"/>
                  <a:pt x="303745" y="61956"/>
                </a:cubicBezTo>
                <a:close/>
                <a:moveTo>
                  <a:pt x="303775" y="24795"/>
                </a:moveTo>
                <a:cubicBezTo>
                  <a:pt x="149974" y="24795"/>
                  <a:pt x="24832" y="149748"/>
                  <a:pt x="24832" y="303317"/>
                </a:cubicBezTo>
                <a:cubicBezTo>
                  <a:pt x="24832" y="456975"/>
                  <a:pt x="149974" y="581927"/>
                  <a:pt x="303775" y="581927"/>
                </a:cubicBezTo>
                <a:cubicBezTo>
                  <a:pt x="457665" y="581927"/>
                  <a:pt x="582807" y="456975"/>
                  <a:pt x="582807" y="303317"/>
                </a:cubicBezTo>
                <a:cubicBezTo>
                  <a:pt x="582807" y="149748"/>
                  <a:pt x="457665" y="24795"/>
                  <a:pt x="303775" y="24795"/>
                </a:cubicBezTo>
                <a:close/>
                <a:moveTo>
                  <a:pt x="303775" y="0"/>
                </a:moveTo>
                <a:cubicBezTo>
                  <a:pt x="385037" y="0"/>
                  <a:pt x="461314" y="31549"/>
                  <a:pt x="518634" y="88782"/>
                </a:cubicBezTo>
                <a:cubicBezTo>
                  <a:pt x="576042" y="146104"/>
                  <a:pt x="607639" y="222266"/>
                  <a:pt x="607639" y="303317"/>
                </a:cubicBezTo>
                <a:cubicBezTo>
                  <a:pt x="607639" y="384456"/>
                  <a:pt x="576042" y="460618"/>
                  <a:pt x="518634" y="517851"/>
                </a:cubicBezTo>
                <a:cubicBezTo>
                  <a:pt x="461314" y="575173"/>
                  <a:pt x="385037" y="606722"/>
                  <a:pt x="303775" y="606722"/>
                </a:cubicBezTo>
                <a:cubicBezTo>
                  <a:pt x="222602" y="606722"/>
                  <a:pt x="146325" y="575173"/>
                  <a:pt x="88916" y="517851"/>
                </a:cubicBezTo>
                <a:cubicBezTo>
                  <a:pt x="31597" y="460618"/>
                  <a:pt x="0" y="384456"/>
                  <a:pt x="0" y="303317"/>
                </a:cubicBezTo>
                <a:cubicBezTo>
                  <a:pt x="0" y="222266"/>
                  <a:pt x="31597" y="146104"/>
                  <a:pt x="88916" y="88782"/>
                </a:cubicBezTo>
                <a:cubicBezTo>
                  <a:pt x="146325" y="31549"/>
                  <a:pt x="222602" y="0"/>
                  <a:pt x="3037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peech-bubble_88157">
            <a:extLst>
              <a:ext uri="{FF2B5EF4-FFF2-40B4-BE49-F238E27FC236}">
                <a16:creationId xmlns:a16="http://schemas.microsoft.com/office/drawing/2014/main" id="{0E5A1B12-07B4-34CE-1C9B-2F2AB59FDB98}"/>
              </a:ext>
            </a:extLst>
          </p:cNvPr>
          <p:cNvSpPr/>
          <p:nvPr/>
        </p:nvSpPr>
        <p:spPr>
          <a:xfrm>
            <a:off x="9875957" y="5139304"/>
            <a:ext cx="608761" cy="609685"/>
          </a:xfrm>
          <a:custGeom>
            <a:avLst/>
            <a:gdLst>
              <a:gd name="connsiteX0" fmla="*/ 402188 w 604393"/>
              <a:gd name="connsiteY0" fmla="*/ 231949 h 605310"/>
              <a:gd name="connsiteX1" fmla="*/ 392415 w 604393"/>
              <a:gd name="connsiteY1" fmla="*/ 241722 h 605310"/>
              <a:gd name="connsiteX2" fmla="*/ 402188 w 604393"/>
              <a:gd name="connsiteY2" fmla="*/ 251495 h 605310"/>
              <a:gd name="connsiteX3" fmla="*/ 411962 w 604393"/>
              <a:gd name="connsiteY3" fmla="*/ 241722 h 605310"/>
              <a:gd name="connsiteX4" fmla="*/ 402188 w 604393"/>
              <a:gd name="connsiteY4" fmla="*/ 231949 h 605310"/>
              <a:gd name="connsiteX5" fmla="*/ 302161 w 604393"/>
              <a:gd name="connsiteY5" fmla="*/ 231949 h 605310"/>
              <a:gd name="connsiteX6" fmla="*/ 292376 w 604393"/>
              <a:gd name="connsiteY6" fmla="*/ 241722 h 605310"/>
              <a:gd name="connsiteX7" fmla="*/ 302161 w 604393"/>
              <a:gd name="connsiteY7" fmla="*/ 251495 h 605310"/>
              <a:gd name="connsiteX8" fmla="*/ 311946 w 604393"/>
              <a:gd name="connsiteY8" fmla="*/ 241722 h 605310"/>
              <a:gd name="connsiteX9" fmla="*/ 302161 w 604393"/>
              <a:gd name="connsiteY9" fmla="*/ 231949 h 605310"/>
              <a:gd name="connsiteX10" fmla="*/ 202135 w 604393"/>
              <a:gd name="connsiteY10" fmla="*/ 231949 h 605310"/>
              <a:gd name="connsiteX11" fmla="*/ 192361 w 604393"/>
              <a:gd name="connsiteY11" fmla="*/ 241722 h 605310"/>
              <a:gd name="connsiteX12" fmla="*/ 202135 w 604393"/>
              <a:gd name="connsiteY12" fmla="*/ 251495 h 605310"/>
              <a:gd name="connsiteX13" fmla="*/ 211908 w 604393"/>
              <a:gd name="connsiteY13" fmla="*/ 241722 h 605310"/>
              <a:gd name="connsiteX14" fmla="*/ 202135 w 604393"/>
              <a:gd name="connsiteY14" fmla="*/ 231949 h 605310"/>
              <a:gd name="connsiteX15" fmla="*/ 402188 w 604393"/>
              <a:gd name="connsiteY15" fmla="*/ 212402 h 605310"/>
              <a:gd name="connsiteX16" fmla="*/ 431508 w 604393"/>
              <a:gd name="connsiteY16" fmla="*/ 241722 h 605310"/>
              <a:gd name="connsiteX17" fmla="*/ 402188 w 604393"/>
              <a:gd name="connsiteY17" fmla="*/ 271042 h 605310"/>
              <a:gd name="connsiteX18" fmla="*/ 372868 w 604393"/>
              <a:gd name="connsiteY18" fmla="*/ 241722 h 605310"/>
              <a:gd name="connsiteX19" fmla="*/ 402188 w 604393"/>
              <a:gd name="connsiteY19" fmla="*/ 212402 h 605310"/>
              <a:gd name="connsiteX20" fmla="*/ 302161 w 604393"/>
              <a:gd name="connsiteY20" fmla="*/ 212402 h 605310"/>
              <a:gd name="connsiteX21" fmla="*/ 331516 w 604393"/>
              <a:gd name="connsiteY21" fmla="*/ 241722 h 605310"/>
              <a:gd name="connsiteX22" fmla="*/ 302161 w 604393"/>
              <a:gd name="connsiteY22" fmla="*/ 271042 h 605310"/>
              <a:gd name="connsiteX23" fmla="*/ 272806 w 604393"/>
              <a:gd name="connsiteY23" fmla="*/ 241722 h 605310"/>
              <a:gd name="connsiteX24" fmla="*/ 302161 w 604393"/>
              <a:gd name="connsiteY24" fmla="*/ 212402 h 605310"/>
              <a:gd name="connsiteX25" fmla="*/ 202135 w 604393"/>
              <a:gd name="connsiteY25" fmla="*/ 212402 h 605310"/>
              <a:gd name="connsiteX26" fmla="*/ 231455 w 604393"/>
              <a:gd name="connsiteY26" fmla="*/ 241722 h 605310"/>
              <a:gd name="connsiteX27" fmla="*/ 202135 w 604393"/>
              <a:gd name="connsiteY27" fmla="*/ 271042 h 605310"/>
              <a:gd name="connsiteX28" fmla="*/ 172815 w 604393"/>
              <a:gd name="connsiteY28" fmla="*/ 241722 h 605310"/>
              <a:gd name="connsiteX29" fmla="*/ 202135 w 604393"/>
              <a:gd name="connsiteY29" fmla="*/ 212402 h 605310"/>
              <a:gd name="connsiteX30" fmla="*/ 302197 w 604393"/>
              <a:gd name="connsiteY30" fmla="*/ 19526 h 605310"/>
              <a:gd name="connsiteX31" fmla="*/ 19553 w 604393"/>
              <a:gd name="connsiteY31" fmla="*/ 241733 h 605310"/>
              <a:gd name="connsiteX32" fmla="*/ 253020 w 604393"/>
              <a:gd name="connsiteY32" fmla="*/ 460524 h 605310"/>
              <a:gd name="connsiteX33" fmla="*/ 261428 w 604393"/>
              <a:gd name="connsiteY33" fmla="*/ 470873 h 605310"/>
              <a:gd name="connsiteX34" fmla="*/ 261428 w 604393"/>
              <a:gd name="connsiteY34" fmla="*/ 471556 h 605310"/>
              <a:gd name="connsiteX35" fmla="*/ 233955 w 604393"/>
              <a:gd name="connsiteY35" fmla="*/ 583831 h 605310"/>
              <a:gd name="connsiteX36" fmla="*/ 342965 w 604393"/>
              <a:gd name="connsiteY36" fmla="*/ 471654 h 605310"/>
              <a:gd name="connsiteX37" fmla="*/ 342868 w 604393"/>
              <a:gd name="connsiteY37" fmla="*/ 470873 h 605310"/>
              <a:gd name="connsiteX38" fmla="*/ 351276 w 604393"/>
              <a:gd name="connsiteY38" fmla="*/ 460524 h 605310"/>
              <a:gd name="connsiteX39" fmla="*/ 584840 w 604393"/>
              <a:gd name="connsiteY39" fmla="*/ 241733 h 605310"/>
              <a:gd name="connsiteX40" fmla="*/ 302197 w 604393"/>
              <a:gd name="connsiteY40" fmla="*/ 19526 h 605310"/>
              <a:gd name="connsiteX41" fmla="*/ 302197 w 604393"/>
              <a:gd name="connsiteY41" fmla="*/ 0 h 605310"/>
              <a:gd name="connsiteX42" fmla="*/ 515035 w 604393"/>
              <a:gd name="connsiteY42" fmla="*/ 70099 h 605310"/>
              <a:gd name="connsiteX43" fmla="*/ 604393 w 604393"/>
              <a:gd name="connsiteY43" fmla="*/ 241733 h 605310"/>
              <a:gd name="connsiteX44" fmla="*/ 531850 w 604393"/>
              <a:gd name="connsiteY44" fmla="*/ 398919 h 605310"/>
              <a:gd name="connsiteX45" fmla="*/ 361639 w 604393"/>
              <a:gd name="connsiteY45" fmla="*/ 478781 h 605310"/>
              <a:gd name="connsiteX46" fmla="*/ 211371 w 604393"/>
              <a:gd name="connsiteY46" fmla="*/ 605310 h 605310"/>
              <a:gd name="connsiteX47" fmla="*/ 202279 w 604393"/>
              <a:gd name="connsiteY47" fmla="*/ 599257 h 605310"/>
              <a:gd name="connsiteX48" fmla="*/ 204430 w 604393"/>
              <a:gd name="connsiteY48" fmla="*/ 588713 h 605310"/>
              <a:gd name="connsiteX49" fmla="*/ 242559 w 604393"/>
              <a:gd name="connsiteY49" fmla="*/ 478683 h 605310"/>
              <a:gd name="connsiteX50" fmla="*/ 72543 w 604393"/>
              <a:gd name="connsiteY50" fmla="*/ 398919 h 605310"/>
              <a:gd name="connsiteX51" fmla="*/ 0 w 604393"/>
              <a:gd name="connsiteY51" fmla="*/ 241733 h 605310"/>
              <a:gd name="connsiteX52" fmla="*/ 89358 w 604393"/>
              <a:gd name="connsiteY52" fmla="*/ 70099 h 605310"/>
              <a:gd name="connsiteX53" fmla="*/ 302197 w 604393"/>
              <a:gd name="connsiteY53" fmla="*/ 0 h 60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4393" h="605310">
                <a:moveTo>
                  <a:pt x="402188" y="231949"/>
                </a:moveTo>
                <a:cubicBezTo>
                  <a:pt x="396813" y="231949"/>
                  <a:pt x="392415" y="236347"/>
                  <a:pt x="392415" y="241722"/>
                </a:cubicBezTo>
                <a:cubicBezTo>
                  <a:pt x="392415" y="247097"/>
                  <a:pt x="396813" y="251495"/>
                  <a:pt x="402188" y="251495"/>
                </a:cubicBezTo>
                <a:cubicBezTo>
                  <a:pt x="407564" y="251495"/>
                  <a:pt x="411962" y="247097"/>
                  <a:pt x="411962" y="241722"/>
                </a:cubicBezTo>
                <a:cubicBezTo>
                  <a:pt x="411962" y="236347"/>
                  <a:pt x="407564" y="231949"/>
                  <a:pt x="402188" y="231949"/>
                </a:cubicBezTo>
                <a:close/>
                <a:moveTo>
                  <a:pt x="302161" y="231949"/>
                </a:moveTo>
                <a:cubicBezTo>
                  <a:pt x="296779" y="231949"/>
                  <a:pt x="292376" y="236347"/>
                  <a:pt x="292376" y="241722"/>
                </a:cubicBezTo>
                <a:cubicBezTo>
                  <a:pt x="292376" y="247097"/>
                  <a:pt x="296779" y="251495"/>
                  <a:pt x="302161" y="251495"/>
                </a:cubicBezTo>
                <a:cubicBezTo>
                  <a:pt x="307543" y="251495"/>
                  <a:pt x="311946" y="247097"/>
                  <a:pt x="311946" y="241722"/>
                </a:cubicBezTo>
                <a:cubicBezTo>
                  <a:pt x="311946" y="236347"/>
                  <a:pt x="307543" y="231949"/>
                  <a:pt x="302161" y="231949"/>
                </a:cubicBezTo>
                <a:close/>
                <a:moveTo>
                  <a:pt x="202135" y="231949"/>
                </a:moveTo>
                <a:cubicBezTo>
                  <a:pt x="196759" y="231949"/>
                  <a:pt x="192361" y="236347"/>
                  <a:pt x="192361" y="241722"/>
                </a:cubicBezTo>
                <a:cubicBezTo>
                  <a:pt x="192361" y="247097"/>
                  <a:pt x="196759" y="251495"/>
                  <a:pt x="202135" y="251495"/>
                </a:cubicBezTo>
                <a:cubicBezTo>
                  <a:pt x="207510" y="251495"/>
                  <a:pt x="211908" y="247097"/>
                  <a:pt x="211908" y="241722"/>
                </a:cubicBezTo>
                <a:cubicBezTo>
                  <a:pt x="211908" y="236347"/>
                  <a:pt x="207510" y="231949"/>
                  <a:pt x="202135" y="231949"/>
                </a:cubicBezTo>
                <a:close/>
                <a:moveTo>
                  <a:pt x="402188" y="212402"/>
                </a:moveTo>
                <a:cubicBezTo>
                  <a:pt x="418314" y="212402"/>
                  <a:pt x="431508" y="225498"/>
                  <a:pt x="431508" y="241722"/>
                </a:cubicBezTo>
                <a:cubicBezTo>
                  <a:pt x="431508" y="257848"/>
                  <a:pt x="418314" y="271042"/>
                  <a:pt x="402188" y="271042"/>
                </a:cubicBezTo>
                <a:cubicBezTo>
                  <a:pt x="385965" y="271042"/>
                  <a:pt x="372868" y="257848"/>
                  <a:pt x="372868" y="241722"/>
                </a:cubicBezTo>
                <a:cubicBezTo>
                  <a:pt x="372868" y="225498"/>
                  <a:pt x="385965" y="212402"/>
                  <a:pt x="402188" y="212402"/>
                </a:cubicBezTo>
                <a:close/>
                <a:moveTo>
                  <a:pt x="302161" y="212402"/>
                </a:moveTo>
                <a:cubicBezTo>
                  <a:pt x="318306" y="212402"/>
                  <a:pt x="331516" y="225498"/>
                  <a:pt x="331516" y="241722"/>
                </a:cubicBezTo>
                <a:cubicBezTo>
                  <a:pt x="331516" y="257848"/>
                  <a:pt x="318306" y="271042"/>
                  <a:pt x="302161" y="271042"/>
                </a:cubicBezTo>
                <a:cubicBezTo>
                  <a:pt x="286016" y="271042"/>
                  <a:pt x="272806" y="257848"/>
                  <a:pt x="272806" y="241722"/>
                </a:cubicBezTo>
                <a:cubicBezTo>
                  <a:pt x="272806" y="225498"/>
                  <a:pt x="286016" y="212402"/>
                  <a:pt x="302161" y="212402"/>
                </a:cubicBezTo>
                <a:close/>
                <a:moveTo>
                  <a:pt x="202135" y="212402"/>
                </a:moveTo>
                <a:cubicBezTo>
                  <a:pt x="218358" y="212402"/>
                  <a:pt x="231455" y="225498"/>
                  <a:pt x="231455" y="241722"/>
                </a:cubicBezTo>
                <a:cubicBezTo>
                  <a:pt x="231455" y="257848"/>
                  <a:pt x="218358" y="271042"/>
                  <a:pt x="202135" y="271042"/>
                </a:cubicBezTo>
                <a:cubicBezTo>
                  <a:pt x="186009" y="271042"/>
                  <a:pt x="172815" y="257848"/>
                  <a:pt x="172815" y="241722"/>
                </a:cubicBezTo>
                <a:cubicBezTo>
                  <a:pt x="172815" y="225498"/>
                  <a:pt x="186009" y="212402"/>
                  <a:pt x="202135" y="212402"/>
                </a:cubicBezTo>
                <a:close/>
                <a:moveTo>
                  <a:pt x="302197" y="19526"/>
                </a:moveTo>
                <a:cubicBezTo>
                  <a:pt x="146356" y="19526"/>
                  <a:pt x="19553" y="119207"/>
                  <a:pt x="19553" y="241733"/>
                </a:cubicBezTo>
                <a:cubicBezTo>
                  <a:pt x="19553" y="349811"/>
                  <a:pt x="117711" y="441876"/>
                  <a:pt x="253020" y="460524"/>
                </a:cubicBezTo>
                <a:cubicBezTo>
                  <a:pt x="258104" y="461207"/>
                  <a:pt x="261819" y="465698"/>
                  <a:pt x="261428" y="470873"/>
                </a:cubicBezTo>
                <a:cubicBezTo>
                  <a:pt x="261428" y="471068"/>
                  <a:pt x="261428" y="471361"/>
                  <a:pt x="261428" y="471556"/>
                </a:cubicBezTo>
                <a:cubicBezTo>
                  <a:pt x="267098" y="511292"/>
                  <a:pt x="257028" y="551711"/>
                  <a:pt x="233955" y="583831"/>
                </a:cubicBezTo>
                <a:cubicBezTo>
                  <a:pt x="289585" y="574068"/>
                  <a:pt x="334362" y="529256"/>
                  <a:pt x="342965" y="471654"/>
                </a:cubicBezTo>
                <a:cubicBezTo>
                  <a:pt x="342965" y="471458"/>
                  <a:pt x="342868" y="471165"/>
                  <a:pt x="342868" y="470873"/>
                </a:cubicBezTo>
                <a:cubicBezTo>
                  <a:pt x="342477" y="465796"/>
                  <a:pt x="346192" y="461207"/>
                  <a:pt x="351276" y="460524"/>
                </a:cubicBezTo>
                <a:cubicBezTo>
                  <a:pt x="486682" y="441876"/>
                  <a:pt x="584840" y="349811"/>
                  <a:pt x="584840" y="241733"/>
                </a:cubicBezTo>
                <a:cubicBezTo>
                  <a:pt x="584840" y="119207"/>
                  <a:pt x="458037" y="19526"/>
                  <a:pt x="302197" y="19526"/>
                </a:cubicBezTo>
                <a:close/>
                <a:moveTo>
                  <a:pt x="302197" y="0"/>
                </a:moveTo>
                <a:cubicBezTo>
                  <a:pt x="382463" y="0"/>
                  <a:pt x="458134" y="24896"/>
                  <a:pt x="515035" y="70099"/>
                </a:cubicBezTo>
                <a:cubicBezTo>
                  <a:pt x="572717" y="115790"/>
                  <a:pt x="604393" y="176711"/>
                  <a:pt x="604393" y="241733"/>
                </a:cubicBezTo>
                <a:cubicBezTo>
                  <a:pt x="604393" y="299433"/>
                  <a:pt x="578681" y="355180"/>
                  <a:pt x="531850" y="398919"/>
                </a:cubicBezTo>
                <a:cubicBezTo>
                  <a:pt x="487855" y="440021"/>
                  <a:pt x="427631" y="468237"/>
                  <a:pt x="361639" y="478781"/>
                </a:cubicBezTo>
                <a:cubicBezTo>
                  <a:pt x="348734" y="551418"/>
                  <a:pt x="285381" y="605310"/>
                  <a:pt x="211371" y="605310"/>
                </a:cubicBezTo>
                <a:cubicBezTo>
                  <a:pt x="207363" y="605310"/>
                  <a:pt x="203843" y="602967"/>
                  <a:pt x="202279" y="599257"/>
                </a:cubicBezTo>
                <a:cubicBezTo>
                  <a:pt x="200812" y="595645"/>
                  <a:pt x="201594" y="591446"/>
                  <a:pt x="204430" y="588713"/>
                </a:cubicBezTo>
                <a:cubicBezTo>
                  <a:pt x="233075" y="559814"/>
                  <a:pt x="247056" y="519102"/>
                  <a:pt x="242559" y="478683"/>
                </a:cubicBezTo>
                <a:cubicBezTo>
                  <a:pt x="176664" y="468139"/>
                  <a:pt x="116538" y="440021"/>
                  <a:pt x="72543" y="398919"/>
                </a:cubicBezTo>
                <a:cubicBezTo>
                  <a:pt x="25712" y="355180"/>
                  <a:pt x="0" y="299336"/>
                  <a:pt x="0" y="241733"/>
                </a:cubicBezTo>
                <a:cubicBezTo>
                  <a:pt x="0" y="176711"/>
                  <a:pt x="31676" y="115790"/>
                  <a:pt x="89358" y="70099"/>
                </a:cubicBezTo>
                <a:cubicBezTo>
                  <a:pt x="146259" y="24896"/>
                  <a:pt x="221832" y="0"/>
                  <a:pt x="30219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horn_160903">
            <a:extLst>
              <a:ext uri="{FF2B5EF4-FFF2-40B4-BE49-F238E27FC236}">
                <a16:creationId xmlns:a16="http://schemas.microsoft.com/office/drawing/2014/main" id="{BFBFC799-1CEE-F0A8-F3FE-1967B9EAD151}"/>
              </a:ext>
            </a:extLst>
          </p:cNvPr>
          <p:cNvSpPr/>
          <p:nvPr/>
        </p:nvSpPr>
        <p:spPr>
          <a:xfrm>
            <a:off x="10582922" y="4663083"/>
            <a:ext cx="609685" cy="545423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585988" h="524224">
                <a:moveTo>
                  <a:pt x="475395" y="375580"/>
                </a:moveTo>
                <a:lnTo>
                  <a:pt x="504259" y="375580"/>
                </a:lnTo>
                <a:cubicBezTo>
                  <a:pt x="509576" y="375580"/>
                  <a:pt x="514134" y="380129"/>
                  <a:pt x="514134" y="385436"/>
                </a:cubicBezTo>
                <a:cubicBezTo>
                  <a:pt x="514134" y="391501"/>
                  <a:pt x="509576" y="396049"/>
                  <a:pt x="504259" y="396049"/>
                </a:cubicBezTo>
                <a:lnTo>
                  <a:pt x="475395" y="396049"/>
                </a:lnTo>
                <a:cubicBezTo>
                  <a:pt x="470078" y="396049"/>
                  <a:pt x="465520" y="391501"/>
                  <a:pt x="465520" y="385436"/>
                </a:cubicBezTo>
                <a:cubicBezTo>
                  <a:pt x="465520" y="380129"/>
                  <a:pt x="470078" y="375580"/>
                  <a:pt x="475395" y="375580"/>
                </a:cubicBezTo>
                <a:close/>
                <a:moveTo>
                  <a:pt x="368330" y="375580"/>
                </a:moveTo>
                <a:lnTo>
                  <a:pt x="446597" y="375580"/>
                </a:lnTo>
                <a:cubicBezTo>
                  <a:pt x="452676" y="375580"/>
                  <a:pt x="457235" y="380129"/>
                  <a:pt x="457235" y="385436"/>
                </a:cubicBezTo>
                <a:cubicBezTo>
                  <a:pt x="457235" y="391501"/>
                  <a:pt x="452676" y="396049"/>
                  <a:pt x="446597" y="396049"/>
                </a:cubicBezTo>
                <a:lnTo>
                  <a:pt x="368330" y="396049"/>
                </a:lnTo>
                <a:cubicBezTo>
                  <a:pt x="362251" y="396049"/>
                  <a:pt x="357692" y="391501"/>
                  <a:pt x="357692" y="385436"/>
                </a:cubicBezTo>
                <a:cubicBezTo>
                  <a:pt x="357692" y="380129"/>
                  <a:pt x="362251" y="375580"/>
                  <a:pt x="368330" y="375580"/>
                </a:cubicBezTo>
                <a:close/>
                <a:moveTo>
                  <a:pt x="501285" y="268540"/>
                </a:moveTo>
                <a:cubicBezTo>
                  <a:pt x="506602" y="267021"/>
                  <a:pt x="511920" y="270059"/>
                  <a:pt x="514199" y="275376"/>
                </a:cubicBezTo>
                <a:cubicBezTo>
                  <a:pt x="515718" y="280693"/>
                  <a:pt x="512679" y="286770"/>
                  <a:pt x="507362" y="288289"/>
                </a:cubicBezTo>
                <a:lnTo>
                  <a:pt x="342518" y="338419"/>
                </a:lnTo>
                <a:cubicBezTo>
                  <a:pt x="341759" y="338419"/>
                  <a:pt x="340239" y="338419"/>
                  <a:pt x="339480" y="338419"/>
                </a:cubicBezTo>
                <a:cubicBezTo>
                  <a:pt x="334922" y="338419"/>
                  <a:pt x="331124" y="336141"/>
                  <a:pt x="329604" y="331583"/>
                </a:cubicBezTo>
                <a:cubicBezTo>
                  <a:pt x="328085" y="326266"/>
                  <a:pt x="331124" y="320190"/>
                  <a:pt x="336441" y="318671"/>
                </a:cubicBezTo>
                <a:close/>
                <a:moveTo>
                  <a:pt x="113903" y="261029"/>
                </a:moveTo>
                <a:lnTo>
                  <a:pt x="27336" y="497677"/>
                </a:lnTo>
                <a:lnTo>
                  <a:pt x="263497" y="411210"/>
                </a:lnTo>
                <a:cubicBezTo>
                  <a:pt x="234641" y="400591"/>
                  <a:pt x="201989" y="377078"/>
                  <a:pt x="174652" y="349772"/>
                </a:cubicBezTo>
                <a:cubicBezTo>
                  <a:pt x="148834" y="323984"/>
                  <a:pt x="128331" y="295920"/>
                  <a:pt x="117700" y="270889"/>
                </a:cubicBezTo>
                <a:cubicBezTo>
                  <a:pt x="116181" y="267856"/>
                  <a:pt x="114663" y="264063"/>
                  <a:pt x="113903" y="261029"/>
                </a:cubicBezTo>
                <a:close/>
                <a:moveTo>
                  <a:pt x="573449" y="254163"/>
                </a:moveTo>
                <a:cubicBezTo>
                  <a:pt x="578764" y="252644"/>
                  <a:pt x="584079" y="255682"/>
                  <a:pt x="585597" y="261757"/>
                </a:cubicBezTo>
                <a:cubicBezTo>
                  <a:pt x="587116" y="267072"/>
                  <a:pt x="584079" y="272388"/>
                  <a:pt x="578764" y="273907"/>
                </a:cubicBezTo>
                <a:lnTo>
                  <a:pt x="539282" y="284538"/>
                </a:lnTo>
                <a:cubicBezTo>
                  <a:pt x="538523" y="284538"/>
                  <a:pt x="537004" y="285297"/>
                  <a:pt x="536245" y="285297"/>
                </a:cubicBezTo>
                <a:cubicBezTo>
                  <a:pt x="531689" y="285297"/>
                  <a:pt x="527893" y="282260"/>
                  <a:pt x="526375" y="277704"/>
                </a:cubicBezTo>
                <a:cubicBezTo>
                  <a:pt x="524856" y="272388"/>
                  <a:pt x="528652" y="266313"/>
                  <a:pt x="533967" y="264794"/>
                </a:cubicBezTo>
                <a:close/>
                <a:moveTo>
                  <a:pt x="143518" y="217795"/>
                </a:moveTo>
                <a:cubicBezTo>
                  <a:pt x="138203" y="217795"/>
                  <a:pt x="134406" y="218553"/>
                  <a:pt x="132128" y="221587"/>
                </a:cubicBezTo>
                <a:cubicBezTo>
                  <a:pt x="126053" y="227655"/>
                  <a:pt x="127572" y="242825"/>
                  <a:pt x="135925" y="262546"/>
                </a:cubicBezTo>
                <a:cubicBezTo>
                  <a:pt x="146556" y="286059"/>
                  <a:pt x="164780" y="311848"/>
                  <a:pt x="189080" y="335361"/>
                </a:cubicBezTo>
                <a:cubicBezTo>
                  <a:pt x="242235" y="388455"/>
                  <a:pt x="291593" y="405142"/>
                  <a:pt x="303743" y="393006"/>
                </a:cubicBezTo>
                <a:cubicBezTo>
                  <a:pt x="315893" y="380870"/>
                  <a:pt x="299946" y="331568"/>
                  <a:pt x="246032" y="278474"/>
                </a:cubicBezTo>
                <a:cubicBezTo>
                  <a:pt x="222492" y="254203"/>
                  <a:pt x="196674" y="235240"/>
                  <a:pt x="173133" y="225380"/>
                </a:cubicBezTo>
                <a:cubicBezTo>
                  <a:pt x="161743" y="220070"/>
                  <a:pt x="151112" y="217795"/>
                  <a:pt x="143518" y="217795"/>
                </a:cubicBezTo>
                <a:close/>
                <a:moveTo>
                  <a:pt x="409332" y="209380"/>
                </a:moveTo>
                <a:cubicBezTo>
                  <a:pt x="413890" y="206344"/>
                  <a:pt x="419967" y="207103"/>
                  <a:pt x="423006" y="212416"/>
                </a:cubicBezTo>
                <a:cubicBezTo>
                  <a:pt x="426044" y="216971"/>
                  <a:pt x="424525" y="223043"/>
                  <a:pt x="419967" y="226080"/>
                </a:cubicBezTo>
                <a:lnTo>
                  <a:pt x="319698" y="290601"/>
                </a:lnTo>
                <a:cubicBezTo>
                  <a:pt x="318178" y="291360"/>
                  <a:pt x="316659" y="292119"/>
                  <a:pt x="314380" y="292119"/>
                </a:cubicBezTo>
                <a:cubicBezTo>
                  <a:pt x="311342" y="292119"/>
                  <a:pt x="307544" y="290601"/>
                  <a:pt x="306024" y="287565"/>
                </a:cubicBezTo>
                <a:cubicBezTo>
                  <a:pt x="302986" y="283010"/>
                  <a:pt x="304505" y="276179"/>
                  <a:pt x="309063" y="273142"/>
                </a:cubicBezTo>
                <a:close/>
                <a:moveTo>
                  <a:pt x="143613" y="197411"/>
                </a:moveTo>
                <a:cubicBezTo>
                  <a:pt x="154339" y="197316"/>
                  <a:pt x="167059" y="200350"/>
                  <a:pt x="181486" y="206418"/>
                </a:cubicBezTo>
                <a:cubicBezTo>
                  <a:pt x="206545" y="217795"/>
                  <a:pt x="234641" y="238274"/>
                  <a:pt x="260460" y="264063"/>
                </a:cubicBezTo>
                <a:cubicBezTo>
                  <a:pt x="309059" y="312606"/>
                  <a:pt x="345508" y="379353"/>
                  <a:pt x="318171" y="407417"/>
                </a:cubicBezTo>
                <a:cubicBezTo>
                  <a:pt x="316652" y="408934"/>
                  <a:pt x="314374" y="409693"/>
                  <a:pt x="312856" y="411210"/>
                </a:cubicBezTo>
                <a:cubicBezTo>
                  <a:pt x="312096" y="413485"/>
                  <a:pt x="309818" y="415761"/>
                  <a:pt x="306781" y="416519"/>
                </a:cubicBezTo>
                <a:lnTo>
                  <a:pt x="13668" y="524224"/>
                </a:lnTo>
                <a:cubicBezTo>
                  <a:pt x="12149" y="524224"/>
                  <a:pt x="11390" y="524224"/>
                  <a:pt x="9871" y="524224"/>
                </a:cubicBezTo>
                <a:cubicBezTo>
                  <a:pt x="7593" y="524224"/>
                  <a:pt x="4556" y="523466"/>
                  <a:pt x="3037" y="521949"/>
                </a:cubicBezTo>
                <a:cubicBezTo>
                  <a:pt x="-1" y="518915"/>
                  <a:pt x="-760" y="514364"/>
                  <a:pt x="759" y="511330"/>
                </a:cubicBezTo>
                <a:lnTo>
                  <a:pt x="107828" y="217795"/>
                </a:lnTo>
                <a:cubicBezTo>
                  <a:pt x="109347" y="214761"/>
                  <a:pt x="110866" y="213244"/>
                  <a:pt x="113144" y="211727"/>
                </a:cubicBezTo>
                <a:cubicBezTo>
                  <a:pt x="114663" y="210210"/>
                  <a:pt x="116181" y="208693"/>
                  <a:pt x="117700" y="207176"/>
                </a:cubicBezTo>
                <a:cubicBezTo>
                  <a:pt x="124155" y="200729"/>
                  <a:pt x="132887" y="197505"/>
                  <a:pt x="143613" y="197411"/>
                </a:cubicBezTo>
                <a:close/>
                <a:moveTo>
                  <a:pt x="328038" y="174557"/>
                </a:moveTo>
                <a:cubicBezTo>
                  <a:pt x="332593" y="177590"/>
                  <a:pt x="332593" y="184413"/>
                  <a:pt x="329556" y="188203"/>
                </a:cubicBezTo>
                <a:lnTo>
                  <a:pt x="282489" y="242029"/>
                </a:lnTo>
                <a:cubicBezTo>
                  <a:pt x="280971" y="244304"/>
                  <a:pt x="277934" y="245820"/>
                  <a:pt x="274897" y="245820"/>
                </a:cubicBezTo>
                <a:cubicBezTo>
                  <a:pt x="272620" y="245820"/>
                  <a:pt x="270342" y="245062"/>
                  <a:pt x="268065" y="242787"/>
                </a:cubicBezTo>
                <a:cubicBezTo>
                  <a:pt x="264269" y="239755"/>
                  <a:pt x="263510" y="232932"/>
                  <a:pt x="267306" y="229141"/>
                </a:cubicBezTo>
                <a:lnTo>
                  <a:pt x="313614" y="175315"/>
                </a:lnTo>
                <a:cubicBezTo>
                  <a:pt x="317410" y="170767"/>
                  <a:pt x="324242" y="170767"/>
                  <a:pt x="328038" y="174557"/>
                </a:cubicBezTo>
                <a:close/>
                <a:moveTo>
                  <a:pt x="385029" y="102436"/>
                </a:moveTo>
                <a:cubicBezTo>
                  <a:pt x="389586" y="106234"/>
                  <a:pt x="390345" y="112311"/>
                  <a:pt x="386548" y="116869"/>
                </a:cubicBezTo>
                <a:lnTo>
                  <a:pt x="354653" y="156369"/>
                </a:lnTo>
                <a:cubicBezTo>
                  <a:pt x="352374" y="158648"/>
                  <a:pt x="349337" y="160167"/>
                  <a:pt x="346299" y="160167"/>
                </a:cubicBezTo>
                <a:cubicBezTo>
                  <a:pt x="344021" y="160167"/>
                  <a:pt x="341743" y="159407"/>
                  <a:pt x="340224" y="157888"/>
                </a:cubicBezTo>
                <a:cubicBezTo>
                  <a:pt x="335667" y="154090"/>
                  <a:pt x="334908" y="148013"/>
                  <a:pt x="338705" y="143455"/>
                </a:cubicBezTo>
                <a:lnTo>
                  <a:pt x="371360" y="103955"/>
                </a:lnTo>
                <a:cubicBezTo>
                  <a:pt x="374397" y="99397"/>
                  <a:pt x="381232" y="98638"/>
                  <a:pt x="385029" y="102436"/>
                </a:cubicBezTo>
                <a:close/>
                <a:moveTo>
                  <a:pt x="199747" y="47155"/>
                </a:moveTo>
                <a:cubicBezTo>
                  <a:pt x="205063" y="48671"/>
                  <a:pt x="207342" y="54739"/>
                  <a:pt x="205823" y="60048"/>
                </a:cubicBezTo>
                <a:lnTo>
                  <a:pt x="170126" y="166987"/>
                </a:lnTo>
                <a:cubicBezTo>
                  <a:pt x="168607" y="171537"/>
                  <a:pt x="164809" y="173813"/>
                  <a:pt x="160252" y="173813"/>
                </a:cubicBezTo>
                <a:cubicBezTo>
                  <a:pt x="159492" y="173813"/>
                  <a:pt x="158733" y="173813"/>
                  <a:pt x="157214" y="173813"/>
                </a:cubicBezTo>
                <a:cubicBezTo>
                  <a:pt x="151897" y="171537"/>
                  <a:pt x="148859" y="166228"/>
                  <a:pt x="151138" y="160919"/>
                </a:cubicBezTo>
                <a:lnTo>
                  <a:pt x="186835" y="53222"/>
                </a:lnTo>
                <a:cubicBezTo>
                  <a:pt x="188354" y="47913"/>
                  <a:pt x="194430" y="45638"/>
                  <a:pt x="199747" y="47155"/>
                </a:cubicBezTo>
                <a:close/>
                <a:moveTo>
                  <a:pt x="323592" y="26618"/>
                </a:moveTo>
                <a:cubicBezTo>
                  <a:pt x="328150" y="29652"/>
                  <a:pt x="329669" y="35719"/>
                  <a:pt x="326631" y="41028"/>
                </a:cubicBezTo>
                <a:lnTo>
                  <a:pt x="226361" y="198016"/>
                </a:lnTo>
                <a:cubicBezTo>
                  <a:pt x="224082" y="201050"/>
                  <a:pt x="221044" y="202567"/>
                  <a:pt x="218005" y="202567"/>
                </a:cubicBezTo>
                <a:cubicBezTo>
                  <a:pt x="215726" y="202567"/>
                  <a:pt x="214207" y="201808"/>
                  <a:pt x="212688" y="201050"/>
                </a:cubicBezTo>
                <a:cubicBezTo>
                  <a:pt x="207371" y="198016"/>
                  <a:pt x="206611" y="191949"/>
                  <a:pt x="208890" y="187399"/>
                </a:cubicBezTo>
                <a:lnTo>
                  <a:pt x="309919" y="29652"/>
                </a:lnTo>
                <a:cubicBezTo>
                  <a:pt x="312198" y="25102"/>
                  <a:pt x="319034" y="23585"/>
                  <a:pt x="323592" y="26618"/>
                </a:cubicBezTo>
                <a:close/>
                <a:moveTo>
                  <a:pt x="208826" y="96"/>
                </a:moveTo>
                <a:cubicBezTo>
                  <a:pt x="214143" y="1611"/>
                  <a:pt x="217942" y="6912"/>
                  <a:pt x="217182" y="12213"/>
                </a:cubicBezTo>
                <a:lnTo>
                  <a:pt x="213384" y="30389"/>
                </a:lnTo>
                <a:cubicBezTo>
                  <a:pt x="212624" y="34932"/>
                  <a:pt x="208066" y="37962"/>
                  <a:pt x="203508" y="37962"/>
                </a:cubicBezTo>
                <a:cubicBezTo>
                  <a:pt x="202748" y="37962"/>
                  <a:pt x="201988" y="37962"/>
                  <a:pt x="201228" y="37962"/>
                </a:cubicBezTo>
                <a:cubicBezTo>
                  <a:pt x="195911" y="37204"/>
                  <a:pt x="192112" y="31903"/>
                  <a:pt x="193631" y="25845"/>
                </a:cubicBezTo>
                <a:lnTo>
                  <a:pt x="197430" y="8427"/>
                </a:lnTo>
                <a:cubicBezTo>
                  <a:pt x="198190" y="3125"/>
                  <a:pt x="203508" y="-661"/>
                  <a:pt x="208826" y="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wireframe_339553">
            <a:extLst>
              <a:ext uri="{FF2B5EF4-FFF2-40B4-BE49-F238E27FC236}">
                <a16:creationId xmlns:a16="http://schemas.microsoft.com/office/drawing/2014/main" id="{D4418515-90DE-BA0B-FA46-E061D0CF665D}"/>
              </a:ext>
            </a:extLst>
          </p:cNvPr>
          <p:cNvSpPr/>
          <p:nvPr/>
        </p:nvSpPr>
        <p:spPr>
          <a:xfrm>
            <a:off x="10742238" y="3266568"/>
            <a:ext cx="480840" cy="609685"/>
          </a:xfrm>
          <a:custGeom>
            <a:avLst/>
            <a:gdLst>
              <a:gd name="connsiteX0" fmla="*/ 0 w 478504"/>
              <a:gd name="connsiteY0" fmla="*/ 587740 h 606722"/>
              <a:gd name="connsiteX1" fmla="*/ 478504 w 478504"/>
              <a:gd name="connsiteY1" fmla="*/ 587740 h 606722"/>
              <a:gd name="connsiteX2" fmla="*/ 478504 w 478504"/>
              <a:gd name="connsiteY2" fmla="*/ 606722 h 606722"/>
              <a:gd name="connsiteX3" fmla="*/ 0 w 478504"/>
              <a:gd name="connsiteY3" fmla="*/ 606722 h 606722"/>
              <a:gd name="connsiteX4" fmla="*/ 0 w 478504"/>
              <a:gd name="connsiteY4" fmla="*/ 508071 h 606722"/>
              <a:gd name="connsiteX5" fmla="*/ 478504 w 478504"/>
              <a:gd name="connsiteY5" fmla="*/ 508071 h 606722"/>
              <a:gd name="connsiteX6" fmla="*/ 478504 w 478504"/>
              <a:gd name="connsiteY6" fmla="*/ 527124 h 606722"/>
              <a:gd name="connsiteX7" fmla="*/ 0 w 478504"/>
              <a:gd name="connsiteY7" fmla="*/ 527124 h 606722"/>
              <a:gd name="connsiteX8" fmla="*/ 0 w 478504"/>
              <a:gd name="connsiteY8" fmla="*/ 428474 h 606722"/>
              <a:gd name="connsiteX9" fmla="*/ 478504 w 478504"/>
              <a:gd name="connsiteY9" fmla="*/ 428474 h 606722"/>
              <a:gd name="connsiteX10" fmla="*/ 478504 w 478504"/>
              <a:gd name="connsiteY10" fmla="*/ 447456 h 606722"/>
              <a:gd name="connsiteX11" fmla="*/ 0 w 478504"/>
              <a:gd name="connsiteY11" fmla="*/ 447456 h 606722"/>
              <a:gd name="connsiteX12" fmla="*/ 0 w 478504"/>
              <a:gd name="connsiteY12" fmla="*/ 348805 h 606722"/>
              <a:gd name="connsiteX13" fmla="*/ 478504 w 478504"/>
              <a:gd name="connsiteY13" fmla="*/ 348805 h 606722"/>
              <a:gd name="connsiteX14" fmla="*/ 478504 w 478504"/>
              <a:gd name="connsiteY14" fmla="*/ 367858 h 606722"/>
              <a:gd name="connsiteX15" fmla="*/ 0 w 478504"/>
              <a:gd name="connsiteY15" fmla="*/ 367858 h 606722"/>
              <a:gd name="connsiteX16" fmla="*/ 0 w 478504"/>
              <a:gd name="connsiteY16" fmla="*/ 269207 h 606722"/>
              <a:gd name="connsiteX17" fmla="*/ 478504 w 478504"/>
              <a:gd name="connsiteY17" fmla="*/ 269207 h 606722"/>
              <a:gd name="connsiteX18" fmla="*/ 478504 w 478504"/>
              <a:gd name="connsiteY18" fmla="*/ 288189 h 606722"/>
              <a:gd name="connsiteX19" fmla="*/ 0 w 478504"/>
              <a:gd name="connsiteY19" fmla="*/ 288189 h 606722"/>
              <a:gd name="connsiteX20" fmla="*/ 19048 w 478504"/>
              <a:gd name="connsiteY20" fmla="*/ 18934 h 606722"/>
              <a:gd name="connsiteX21" fmla="*/ 19048 w 478504"/>
              <a:gd name="connsiteY21" fmla="*/ 166847 h 606722"/>
              <a:gd name="connsiteX22" fmla="*/ 459546 w 478504"/>
              <a:gd name="connsiteY22" fmla="*/ 166847 h 606722"/>
              <a:gd name="connsiteX23" fmla="*/ 459546 w 478504"/>
              <a:gd name="connsiteY23" fmla="*/ 18934 h 606722"/>
              <a:gd name="connsiteX24" fmla="*/ 0 w 478504"/>
              <a:gd name="connsiteY24" fmla="*/ 0 h 606722"/>
              <a:gd name="connsiteX25" fmla="*/ 478504 w 478504"/>
              <a:gd name="connsiteY25" fmla="*/ 0 h 606722"/>
              <a:gd name="connsiteX26" fmla="*/ 478504 w 478504"/>
              <a:gd name="connsiteY26" fmla="*/ 185869 h 606722"/>
              <a:gd name="connsiteX27" fmla="*/ 0 w 478504"/>
              <a:gd name="connsiteY27" fmla="*/ 185869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8504" h="606722">
                <a:moveTo>
                  <a:pt x="0" y="587740"/>
                </a:moveTo>
                <a:lnTo>
                  <a:pt x="478504" y="587740"/>
                </a:lnTo>
                <a:lnTo>
                  <a:pt x="478504" y="606722"/>
                </a:lnTo>
                <a:lnTo>
                  <a:pt x="0" y="606722"/>
                </a:lnTo>
                <a:close/>
                <a:moveTo>
                  <a:pt x="0" y="508071"/>
                </a:moveTo>
                <a:lnTo>
                  <a:pt x="478504" y="508071"/>
                </a:lnTo>
                <a:lnTo>
                  <a:pt x="478504" y="527124"/>
                </a:lnTo>
                <a:lnTo>
                  <a:pt x="0" y="527124"/>
                </a:lnTo>
                <a:close/>
                <a:moveTo>
                  <a:pt x="0" y="428474"/>
                </a:moveTo>
                <a:lnTo>
                  <a:pt x="478504" y="428474"/>
                </a:lnTo>
                <a:lnTo>
                  <a:pt x="478504" y="447456"/>
                </a:lnTo>
                <a:lnTo>
                  <a:pt x="0" y="447456"/>
                </a:lnTo>
                <a:close/>
                <a:moveTo>
                  <a:pt x="0" y="348805"/>
                </a:moveTo>
                <a:lnTo>
                  <a:pt x="478504" y="348805"/>
                </a:lnTo>
                <a:lnTo>
                  <a:pt x="478504" y="367858"/>
                </a:lnTo>
                <a:lnTo>
                  <a:pt x="0" y="367858"/>
                </a:lnTo>
                <a:close/>
                <a:moveTo>
                  <a:pt x="0" y="269207"/>
                </a:moveTo>
                <a:lnTo>
                  <a:pt x="478504" y="269207"/>
                </a:lnTo>
                <a:lnTo>
                  <a:pt x="478504" y="288189"/>
                </a:lnTo>
                <a:lnTo>
                  <a:pt x="0" y="288189"/>
                </a:lnTo>
                <a:close/>
                <a:moveTo>
                  <a:pt x="19048" y="18934"/>
                </a:moveTo>
                <a:lnTo>
                  <a:pt x="19048" y="166847"/>
                </a:lnTo>
                <a:lnTo>
                  <a:pt x="459546" y="166847"/>
                </a:lnTo>
                <a:lnTo>
                  <a:pt x="459546" y="18934"/>
                </a:lnTo>
                <a:close/>
                <a:moveTo>
                  <a:pt x="0" y="0"/>
                </a:moveTo>
                <a:lnTo>
                  <a:pt x="478504" y="0"/>
                </a:lnTo>
                <a:lnTo>
                  <a:pt x="478504" y="185869"/>
                </a:lnTo>
                <a:lnTo>
                  <a:pt x="0" y="1858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visualization_309404">
            <a:extLst>
              <a:ext uri="{FF2B5EF4-FFF2-40B4-BE49-F238E27FC236}">
                <a16:creationId xmlns:a16="http://schemas.microsoft.com/office/drawing/2014/main" id="{E7D705FE-6140-EED4-AB3B-99322F2432C7}"/>
              </a:ext>
            </a:extLst>
          </p:cNvPr>
          <p:cNvSpPr/>
          <p:nvPr/>
        </p:nvSpPr>
        <p:spPr>
          <a:xfrm>
            <a:off x="7971540" y="5028111"/>
            <a:ext cx="609685" cy="608764"/>
          </a:xfrm>
          <a:custGeom>
            <a:avLst/>
            <a:gdLst>
              <a:gd name="connsiteX0" fmla="*/ 342560 w 607639"/>
              <a:gd name="connsiteY0" fmla="*/ 429250 h 606722"/>
              <a:gd name="connsiteX1" fmla="*/ 352263 w 607639"/>
              <a:gd name="connsiteY1" fmla="*/ 438882 h 606722"/>
              <a:gd name="connsiteX2" fmla="*/ 342560 w 607639"/>
              <a:gd name="connsiteY2" fmla="*/ 448514 h 606722"/>
              <a:gd name="connsiteX3" fmla="*/ 332857 w 607639"/>
              <a:gd name="connsiteY3" fmla="*/ 438882 h 606722"/>
              <a:gd name="connsiteX4" fmla="*/ 342560 w 607639"/>
              <a:gd name="connsiteY4" fmla="*/ 429250 h 606722"/>
              <a:gd name="connsiteX5" fmla="*/ 303749 w 607639"/>
              <a:gd name="connsiteY5" fmla="*/ 429250 h 606722"/>
              <a:gd name="connsiteX6" fmla="*/ 313452 w 607639"/>
              <a:gd name="connsiteY6" fmla="*/ 438882 h 606722"/>
              <a:gd name="connsiteX7" fmla="*/ 303749 w 607639"/>
              <a:gd name="connsiteY7" fmla="*/ 448514 h 606722"/>
              <a:gd name="connsiteX8" fmla="*/ 294046 w 607639"/>
              <a:gd name="connsiteY8" fmla="*/ 438882 h 606722"/>
              <a:gd name="connsiteX9" fmla="*/ 303749 w 607639"/>
              <a:gd name="connsiteY9" fmla="*/ 429250 h 606722"/>
              <a:gd name="connsiteX10" fmla="*/ 265079 w 607639"/>
              <a:gd name="connsiteY10" fmla="*/ 429250 h 606722"/>
              <a:gd name="connsiteX11" fmla="*/ 274782 w 607639"/>
              <a:gd name="connsiteY11" fmla="*/ 438882 h 606722"/>
              <a:gd name="connsiteX12" fmla="*/ 265079 w 607639"/>
              <a:gd name="connsiteY12" fmla="*/ 448514 h 606722"/>
              <a:gd name="connsiteX13" fmla="*/ 255376 w 607639"/>
              <a:gd name="connsiteY13" fmla="*/ 438882 h 606722"/>
              <a:gd name="connsiteX14" fmla="*/ 265079 w 607639"/>
              <a:gd name="connsiteY14" fmla="*/ 429250 h 606722"/>
              <a:gd name="connsiteX15" fmla="*/ 19403 w 607639"/>
              <a:gd name="connsiteY15" fmla="*/ 290417 h 606722"/>
              <a:gd name="connsiteX16" fmla="*/ 19403 w 607639"/>
              <a:gd name="connsiteY16" fmla="*/ 587347 h 606722"/>
              <a:gd name="connsiteX17" fmla="*/ 588236 w 607639"/>
              <a:gd name="connsiteY17" fmla="*/ 587347 h 606722"/>
              <a:gd name="connsiteX18" fmla="*/ 588236 w 607639"/>
              <a:gd name="connsiteY18" fmla="*/ 290417 h 606722"/>
              <a:gd name="connsiteX19" fmla="*/ 9702 w 607639"/>
              <a:gd name="connsiteY19" fmla="*/ 271042 h 606722"/>
              <a:gd name="connsiteX20" fmla="*/ 597938 w 607639"/>
              <a:gd name="connsiteY20" fmla="*/ 271042 h 606722"/>
              <a:gd name="connsiteX21" fmla="*/ 607639 w 607639"/>
              <a:gd name="connsiteY21" fmla="*/ 280729 h 606722"/>
              <a:gd name="connsiteX22" fmla="*/ 607639 w 607639"/>
              <a:gd name="connsiteY22" fmla="*/ 597035 h 606722"/>
              <a:gd name="connsiteX23" fmla="*/ 597938 w 607639"/>
              <a:gd name="connsiteY23" fmla="*/ 606722 h 606722"/>
              <a:gd name="connsiteX24" fmla="*/ 9702 w 607639"/>
              <a:gd name="connsiteY24" fmla="*/ 606722 h 606722"/>
              <a:gd name="connsiteX25" fmla="*/ 0 w 607639"/>
              <a:gd name="connsiteY25" fmla="*/ 597035 h 606722"/>
              <a:gd name="connsiteX26" fmla="*/ 0 w 607639"/>
              <a:gd name="connsiteY26" fmla="*/ 280729 h 606722"/>
              <a:gd name="connsiteX27" fmla="*/ 9702 w 607639"/>
              <a:gd name="connsiteY27" fmla="*/ 271042 h 606722"/>
              <a:gd name="connsiteX28" fmla="*/ 48513 w 607639"/>
              <a:gd name="connsiteY28" fmla="*/ 180648 h 606722"/>
              <a:gd name="connsiteX29" fmla="*/ 559127 w 607639"/>
              <a:gd name="connsiteY29" fmla="*/ 180648 h 606722"/>
              <a:gd name="connsiteX30" fmla="*/ 568828 w 607639"/>
              <a:gd name="connsiteY30" fmla="*/ 190342 h 606722"/>
              <a:gd name="connsiteX31" fmla="*/ 568828 w 607639"/>
              <a:gd name="connsiteY31" fmla="*/ 242013 h 606722"/>
              <a:gd name="connsiteX32" fmla="*/ 559127 w 607639"/>
              <a:gd name="connsiteY32" fmla="*/ 251707 h 606722"/>
              <a:gd name="connsiteX33" fmla="*/ 549425 w 607639"/>
              <a:gd name="connsiteY33" fmla="*/ 242013 h 606722"/>
              <a:gd name="connsiteX34" fmla="*/ 549425 w 607639"/>
              <a:gd name="connsiteY34" fmla="*/ 200036 h 606722"/>
              <a:gd name="connsiteX35" fmla="*/ 58214 w 607639"/>
              <a:gd name="connsiteY35" fmla="*/ 200036 h 606722"/>
              <a:gd name="connsiteX36" fmla="*/ 58214 w 607639"/>
              <a:gd name="connsiteY36" fmla="*/ 242013 h 606722"/>
              <a:gd name="connsiteX37" fmla="*/ 48513 w 607639"/>
              <a:gd name="connsiteY37" fmla="*/ 251707 h 606722"/>
              <a:gd name="connsiteX38" fmla="*/ 38811 w 607639"/>
              <a:gd name="connsiteY38" fmla="*/ 242013 h 606722"/>
              <a:gd name="connsiteX39" fmla="*/ 38811 w 607639"/>
              <a:gd name="connsiteY39" fmla="*/ 190342 h 606722"/>
              <a:gd name="connsiteX40" fmla="*/ 48513 w 607639"/>
              <a:gd name="connsiteY40" fmla="*/ 180648 h 606722"/>
              <a:gd name="connsiteX41" fmla="*/ 87252 w 607639"/>
              <a:gd name="connsiteY41" fmla="*/ 90394 h 606722"/>
              <a:gd name="connsiteX42" fmla="*/ 520316 w 607639"/>
              <a:gd name="connsiteY42" fmla="*/ 90394 h 606722"/>
              <a:gd name="connsiteX43" fmla="*/ 530017 w 607639"/>
              <a:gd name="connsiteY43" fmla="*/ 100078 h 606722"/>
              <a:gd name="connsiteX44" fmla="*/ 530017 w 607639"/>
              <a:gd name="connsiteY44" fmla="*/ 151699 h 606722"/>
              <a:gd name="connsiteX45" fmla="*/ 520316 w 607639"/>
              <a:gd name="connsiteY45" fmla="*/ 161383 h 606722"/>
              <a:gd name="connsiteX46" fmla="*/ 510616 w 607639"/>
              <a:gd name="connsiteY46" fmla="*/ 151699 h 606722"/>
              <a:gd name="connsiteX47" fmla="*/ 510616 w 607639"/>
              <a:gd name="connsiteY47" fmla="*/ 109763 h 606722"/>
              <a:gd name="connsiteX48" fmla="*/ 96953 w 607639"/>
              <a:gd name="connsiteY48" fmla="*/ 109763 h 606722"/>
              <a:gd name="connsiteX49" fmla="*/ 96953 w 607639"/>
              <a:gd name="connsiteY49" fmla="*/ 151699 h 606722"/>
              <a:gd name="connsiteX50" fmla="*/ 87252 w 607639"/>
              <a:gd name="connsiteY50" fmla="*/ 161383 h 606722"/>
              <a:gd name="connsiteX51" fmla="*/ 77551 w 607639"/>
              <a:gd name="connsiteY51" fmla="*/ 151699 h 606722"/>
              <a:gd name="connsiteX52" fmla="*/ 77551 w 607639"/>
              <a:gd name="connsiteY52" fmla="*/ 100078 h 606722"/>
              <a:gd name="connsiteX53" fmla="*/ 87252 w 607639"/>
              <a:gd name="connsiteY53" fmla="*/ 90394 h 606722"/>
              <a:gd name="connsiteX54" fmla="*/ 126063 w 607639"/>
              <a:gd name="connsiteY54" fmla="*/ 0 h 606722"/>
              <a:gd name="connsiteX55" fmla="*/ 481506 w 607639"/>
              <a:gd name="connsiteY55" fmla="*/ 0 h 606722"/>
              <a:gd name="connsiteX56" fmla="*/ 491206 w 607639"/>
              <a:gd name="connsiteY56" fmla="*/ 9684 h 606722"/>
              <a:gd name="connsiteX57" fmla="*/ 491206 w 607639"/>
              <a:gd name="connsiteY57" fmla="*/ 61305 h 606722"/>
              <a:gd name="connsiteX58" fmla="*/ 481506 w 607639"/>
              <a:gd name="connsiteY58" fmla="*/ 70989 h 606722"/>
              <a:gd name="connsiteX59" fmla="*/ 471894 w 607639"/>
              <a:gd name="connsiteY59" fmla="*/ 61305 h 606722"/>
              <a:gd name="connsiteX60" fmla="*/ 471894 w 607639"/>
              <a:gd name="connsiteY60" fmla="*/ 19369 h 606722"/>
              <a:gd name="connsiteX61" fmla="*/ 135763 w 607639"/>
              <a:gd name="connsiteY61" fmla="*/ 19369 h 606722"/>
              <a:gd name="connsiteX62" fmla="*/ 135763 w 607639"/>
              <a:gd name="connsiteY62" fmla="*/ 61305 h 606722"/>
              <a:gd name="connsiteX63" fmla="*/ 126063 w 607639"/>
              <a:gd name="connsiteY63" fmla="*/ 70989 h 606722"/>
              <a:gd name="connsiteX64" fmla="*/ 116362 w 607639"/>
              <a:gd name="connsiteY64" fmla="*/ 61305 h 606722"/>
              <a:gd name="connsiteX65" fmla="*/ 116362 w 607639"/>
              <a:gd name="connsiteY65" fmla="*/ 9684 h 606722"/>
              <a:gd name="connsiteX66" fmla="*/ 126063 w 607639"/>
              <a:gd name="connsiteY6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7639" h="606722">
                <a:moveTo>
                  <a:pt x="342560" y="429250"/>
                </a:moveTo>
                <a:cubicBezTo>
                  <a:pt x="347919" y="429250"/>
                  <a:pt x="352263" y="433562"/>
                  <a:pt x="352263" y="438882"/>
                </a:cubicBezTo>
                <a:cubicBezTo>
                  <a:pt x="352263" y="444202"/>
                  <a:pt x="347919" y="448514"/>
                  <a:pt x="342560" y="448514"/>
                </a:cubicBezTo>
                <a:cubicBezTo>
                  <a:pt x="337201" y="448514"/>
                  <a:pt x="332857" y="444202"/>
                  <a:pt x="332857" y="438882"/>
                </a:cubicBezTo>
                <a:cubicBezTo>
                  <a:pt x="332857" y="433562"/>
                  <a:pt x="337201" y="429250"/>
                  <a:pt x="342560" y="429250"/>
                </a:cubicBezTo>
                <a:close/>
                <a:moveTo>
                  <a:pt x="303749" y="429250"/>
                </a:moveTo>
                <a:cubicBezTo>
                  <a:pt x="309108" y="429250"/>
                  <a:pt x="313452" y="433562"/>
                  <a:pt x="313452" y="438882"/>
                </a:cubicBezTo>
                <a:cubicBezTo>
                  <a:pt x="313452" y="444202"/>
                  <a:pt x="309108" y="448514"/>
                  <a:pt x="303749" y="448514"/>
                </a:cubicBezTo>
                <a:cubicBezTo>
                  <a:pt x="298390" y="448514"/>
                  <a:pt x="294046" y="444202"/>
                  <a:pt x="294046" y="438882"/>
                </a:cubicBezTo>
                <a:cubicBezTo>
                  <a:pt x="294046" y="433562"/>
                  <a:pt x="298390" y="429250"/>
                  <a:pt x="303749" y="429250"/>
                </a:cubicBezTo>
                <a:close/>
                <a:moveTo>
                  <a:pt x="265079" y="429250"/>
                </a:moveTo>
                <a:cubicBezTo>
                  <a:pt x="270438" y="429250"/>
                  <a:pt x="274782" y="433562"/>
                  <a:pt x="274782" y="438882"/>
                </a:cubicBezTo>
                <a:cubicBezTo>
                  <a:pt x="274782" y="444202"/>
                  <a:pt x="270438" y="448514"/>
                  <a:pt x="265079" y="448514"/>
                </a:cubicBezTo>
                <a:cubicBezTo>
                  <a:pt x="259720" y="448514"/>
                  <a:pt x="255376" y="444202"/>
                  <a:pt x="255376" y="438882"/>
                </a:cubicBezTo>
                <a:cubicBezTo>
                  <a:pt x="255376" y="433562"/>
                  <a:pt x="259720" y="429250"/>
                  <a:pt x="265079" y="429250"/>
                </a:cubicBezTo>
                <a:close/>
                <a:moveTo>
                  <a:pt x="19403" y="290417"/>
                </a:moveTo>
                <a:lnTo>
                  <a:pt x="19403" y="587347"/>
                </a:lnTo>
                <a:lnTo>
                  <a:pt x="588236" y="587347"/>
                </a:lnTo>
                <a:lnTo>
                  <a:pt x="588236" y="290417"/>
                </a:lnTo>
                <a:close/>
                <a:moveTo>
                  <a:pt x="9702" y="271042"/>
                </a:moveTo>
                <a:lnTo>
                  <a:pt x="597938" y="271042"/>
                </a:lnTo>
                <a:cubicBezTo>
                  <a:pt x="603278" y="271042"/>
                  <a:pt x="607639" y="275397"/>
                  <a:pt x="607639" y="280729"/>
                </a:cubicBezTo>
                <a:lnTo>
                  <a:pt x="607639" y="597035"/>
                </a:lnTo>
                <a:cubicBezTo>
                  <a:pt x="607639" y="602367"/>
                  <a:pt x="603278" y="606722"/>
                  <a:pt x="597938" y="606722"/>
                </a:cubicBezTo>
                <a:lnTo>
                  <a:pt x="9702" y="606722"/>
                </a:lnTo>
                <a:cubicBezTo>
                  <a:pt x="4362" y="606722"/>
                  <a:pt x="0" y="602367"/>
                  <a:pt x="0" y="597035"/>
                </a:cubicBezTo>
                <a:lnTo>
                  <a:pt x="0" y="280729"/>
                </a:lnTo>
                <a:cubicBezTo>
                  <a:pt x="0" y="275397"/>
                  <a:pt x="4362" y="271042"/>
                  <a:pt x="9702" y="271042"/>
                </a:cubicBezTo>
                <a:close/>
                <a:moveTo>
                  <a:pt x="48513" y="180648"/>
                </a:moveTo>
                <a:lnTo>
                  <a:pt x="559127" y="180648"/>
                </a:lnTo>
                <a:cubicBezTo>
                  <a:pt x="564467" y="180648"/>
                  <a:pt x="568828" y="185006"/>
                  <a:pt x="568828" y="190342"/>
                </a:cubicBezTo>
                <a:lnTo>
                  <a:pt x="568828" y="242013"/>
                </a:lnTo>
                <a:cubicBezTo>
                  <a:pt x="568828" y="247438"/>
                  <a:pt x="564467" y="251707"/>
                  <a:pt x="559127" y="251707"/>
                </a:cubicBezTo>
                <a:cubicBezTo>
                  <a:pt x="553787" y="251707"/>
                  <a:pt x="549425" y="247438"/>
                  <a:pt x="549425" y="242013"/>
                </a:cubicBezTo>
                <a:lnTo>
                  <a:pt x="549425" y="200036"/>
                </a:lnTo>
                <a:lnTo>
                  <a:pt x="58214" y="200036"/>
                </a:lnTo>
                <a:lnTo>
                  <a:pt x="58214" y="242013"/>
                </a:lnTo>
                <a:cubicBezTo>
                  <a:pt x="58214" y="247438"/>
                  <a:pt x="53853" y="251707"/>
                  <a:pt x="48513" y="251707"/>
                </a:cubicBezTo>
                <a:cubicBezTo>
                  <a:pt x="43172" y="251707"/>
                  <a:pt x="38811" y="247438"/>
                  <a:pt x="38811" y="242013"/>
                </a:cubicBezTo>
                <a:lnTo>
                  <a:pt x="38811" y="190342"/>
                </a:lnTo>
                <a:cubicBezTo>
                  <a:pt x="38811" y="185006"/>
                  <a:pt x="43172" y="180648"/>
                  <a:pt x="48513" y="180648"/>
                </a:cubicBezTo>
                <a:close/>
                <a:moveTo>
                  <a:pt x="87252" y="90394"/>
                </a:moveTo>
                <a:lnTo>
                  <a:pt x="520316" y="90394"/>
                </a:lnTo>
                <a:cubicBezTo>
                  <a:pt x="525656" y="90394"/>
                  <a:pt x="530017" y="94659"/>
                  <a:pt x="530017" y="100078"/>
                </a:cubicBezTo>
                <a:lnTo>
                  <a:pt x="530017" y="151699"/>
                </a:lnTo>
                <a:cubicBezTo>
                  <a:pt x="530017" y="157029"/>
                  <a:pt x="525656" y="161383"/>
                  <a:pt x="520316" y="161383"/>
                </a:cubicBezTo>
                <a:cubicBezTo>
                  <a:pt x="514977" y="161383"/>
                  <a:pt x="510616" y="157029"/>
                  <a:pt x="510616" y="151699"/>
                </a:cubicBezTo>
                <a:lnTo>
                  <a:pt x="510616" y="109763"/>
                </a:lnTo>
                <a:lnTo>
                  <a:pt x="96953" y="109763"/>
                </a:lnTo>
                <a:lnTo>
                  <a:pt x="96953" y="151699"/>
                </a:lnTo>
                <a:cubicBezTo>
                  <a:pt x="96953" y="157029"/>
                  <a:pt x="92681" y="161383"/>
                  <a:pt x="87252" y="161383"/>
                </a:cubicBezTo>
                <a:cubicBezTo>
                  <a:pt x="81912" y="161383"/>
                  <a:pt x="77551" y="157029"/>
                  <a:pt x="77551" y="151699"/>
                </a:cubicBezTo>
                <a:lnTo>
                  <a:pt x="77551" y="100078"/>
                </a:lnTo>
                <a:cubicBezTo>
                  <a:pt x="77551" y="94659"/>
                  <a:pt x="81912" y="90394"/>
                  <a:pt x="87252" y="90394"/>
                </a:cubicBezTo>
                <a:close/>
                <a:moveTo>
                  <a:pt x="126063" y="0"/>
                </a:moveTo>
                <a:lnTo>
                  <a:pt x="481506" y="0"/>
                </a:lnTo>
                <a:cubicBezTo>
                  <a:pt x="486935" y="0"/>
                  <a:pt x="491206" y="4354"/>
                  <a:pt x="491206" y="9684"/>
                </a:cubicBezTo>
                <a:lnTo>
                  <a:pt x="491206" y="61305"/>
                </a:lnTo>
                <a:cubicBezTo>
                  <a:pt x="491206" y="66635"/>
                  <a:pt x="486935" y="70989"/>
                  <a:pt x="481506" y="70989"/>
                </a:cubicBezTo>
                <a:cubicBezTo>
                  <a:pt x="476166" y="70989"/>
                  <a:pt x="471894" y="66635"/>
                  <a:pt x="471894" y="61305"/>
                </a:cubicBezTo>
                <a:lnTo>
                  <a:pt x="471894" y="19369"/>
                </a:lnTo>
                <a:lnTo>
                  <a:pt x="135763" y="19369"/>
                </a:lnTo>
                <a:lnTo>
                  <a:pt x="135763" y="61305"/>
                </a:lnTo>
                <a:cubicBezTo>
                  <a:pt x="135763" y="66635"/>
                  <a:pt x="131402" y="70989"/>
                  <a:pt x="126063" y="70989"/>
                </a:cubicBezTo>
                <a:cubicBezTo>
                  <a:pt x="120723" y="70989"/>
                  <a:pt x="116362" y="66635"/>
                  <a:pt x="116362" y="61305"/>
                </a:cubicBezTo>
                <a:lnTo>
                  <a:pt x="116362" y="9684"/>
                </a:lnTo>
                <a:cubicBezTo>
                  <a:pt x="116362" y="4354"/>
                  <a:pt x="120723" y="0"/>
                  <a:pt x="1260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confont-1188-605014">
            <a:extLst>
              <a:ext uri="{FF2B5EF4-FFF2-40B4-BE49-F238E27FC236}">
                <a16:creationId xmlns:a16="http://schemas.microsoft.com/office/drawing/2014/main" id="{6EAC4AFC-C35D-1526-221C-4634BA8E5E52}"/>
              </a:ext>
            </a:extLst>
          </p:cNvPr>
          <p:cNvSpPr/>
          <p:nvPr/>
        </p:nvSpPr>
        <p:spPr>
          <a:xfrm>
            <a:off x="9960566" y="2485684"/>
            <a:ext cx="448161" cy="609685"/>
          </a:xfrm>
          <a:custGeom>
            <a:avLst/>
            <a:gdLst>
              <a:gd name="T0" fmla="*/ 8961 w 9409"/>
              <a:gd name="T1" fmla="*/ 8073 h 12801"/>
              <a:gd name="T2" fmla="*/ 448 w 9409"/>
              <a:gd name="T3" fmla="*/ 8562 h 12801"/>
              <a:gd name="T4" fmla="*/ 1662 w 9409"/>
              <a:gd name="T5" fmla="*/ 9410 h 12801"/>
              <a:gd name="T6" fmla="*/ 3045 w 9409"/>
              <a:gd name="T7" fmla="*/ 9799 h 12801"/>
              <a:gd name="T8" fmla="*/ 2224 w 9409"/>
              <a:gd name="T9" fmla="*/ 10115 h 12801"/>
              <a:gd name="T10" fmla="*/ 2925 w 9409"/>
              <a:gd name="T11" fmla="*/ 10481 h 12801"/>
              <a:gd name="T12" fmla="*/ 2224 w 9409"/>
              <a:gd name="T13" fmla="*/ 11220 h 12801"/>
              <a:gd name="T14" fmla="*/ 1662 w 9409"/>
              <a:gd name="T15" fmla="*/ 9410 h 12801"/>
              <a:gd name="T16" fmla="*/ 4056 w 9409"/>
              <a:gd name="T17" fmla="*/ 9410 h 12801"/>
              <a:gd name="T18" fmla="*/ 3495 w 9409"/>
              <a:gd name="T19" fmla="*/ 11221 h 12801"/>
              <a:gd name="T20" fmla="*/ 4584 w 9409"/>
              <a:gd name="T21" fmla="*/ 9410 h 12801"/>
              <a:gd name="T22" fmla="*/ 5143 w 9409"/>
              <a:gd name="T23" fmla="*/ 10775 h 12801"/>
              <a:gd name="T24" fmla="*/ 6016 w 9409"/>
              <a:gd name="T25" fmla="*/ 11221 h 12801"/>
              <a:gd name="T26" fmla="*/ 4584 w 9409"/>
              <a:gd name="T27" fmla="*/ 9410 h 12801"/>
              <a:gd name="T28" fmla="*/ 7895 w 9409"/>
              <a:gd name="T29" fmla="*/ 9410 h 12801"/>
              <a:gd name="T30" fmla="*/ 6956 w 9409"/>
              <a:gd name="T31" fmla="*/ 9797 h 12801"/>
              <a:gd name="T32" fmla="*/ 7827 w 9409"/>
              <a:gd name="T33" fmla="*/ 10084 h 12801"/>
              <a:gd name="T34" fmla="*/ 6956 w 9409"/>
              <a:gd name="T35" fmla="*/ 10454 h 12801"/>
              <a:gd name="T36" fmla="*/ 7922 w 9409"/>
              <a:gd name="T37" fmla="*/ 10811 h 12801"/>
              <a:gd name="T38" fmla="*/ 6396 w 9409"/>
              <a:gd name="T39" fmla="*/ 11220 h 12801"/>
              <a:gd name="T40" fmla="*/ 9397 w 9409"/>
              <a:gd name="T41" fmla="*/ 3575 h 12801"/>
              <a:gd name="T42" fmla="*/ 8948 w 9409"/>
              <a:gd name="T43" fmla="*/ 2475 h 12801"/>
              <a:gd name="T44" fmla="*/ 6995 w 9409"/>
              <a:gd name="T45" fmla="*/ 41 h 12801"/>
              <a:gd name="T46" fmla="*/ 6952 w 9409"/>
              <a:gd name="T47" fmla="*/ 0 h 12801"/>
              <a:gd name="T48" fmla="*/ 1 w 9409"/>
              <a:gd name="T49" fmla="*/ 1122 h 12801"/>
              <a:gd name="T50" fmla="*/ 913 w 9409"/>
              <a:gd name="T51" fmla="*/ 12800 h 12801"/>
              <a:gd name="T52" fmla="*/ 9409 w 9409"/>
              <a:gd name="T53" fmla="*/ 11675 h 12801"/>
              <a:gd name="T54" fmla="*/ 6933 w 9409"/>
              <a:gd name="T55" fmla="*/ 752 h 12801"/>
              <a:gd name="T56" fmla="*/ 7383 w 9409"/>
              <a:gd name="T57" fmla="*/ 3058 h 12801"/>
              <a:gd name="T58" fmla="*/ 6933 w 9409"/>
              <a:gd name="T59" fmla="*/ 752 h 12801"/>
              <a:gd name="T60" fmla="*/ 8515 w 9409"/>
              <a:gd name="T61" fmla="*/ 12233 h 12801"/>
              <a:gd name="T62" fmla="*/ 464 w 9409"/>
              <a:gd name="T63" fmla="*/ 11688 h 12801"/>
              <a:gd name="T64" fmla="*/ 895 w 9409"/>
              <a:gd name="T65" fmla="*/ 565 h 12801"/>
              <a:gd name="T66" fmla="*/ 6488 w 9409"/>
              <a:gd name="T67" fmla="*/ 2503 h 12801"/>
              <a:gd name="T68" fmla="*/ 8949 w 9409"/>
              <a:gd name="T69" fmla="*/ 3612 h 12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409" h="12801">
                <a:moveTo>
                  <a:pt x="448" y="8073"/>
                </a:moveTo>
                <a:lnTo>
                  <a:pt x="8961" y="8073"/>
                </a:lnTo>
                <a:lnTo>
                  <a:pt x="8961" y="8562"/>
                </a:lnTo>
                <a:lnTo>
                  <a:pt x="448" y="8562"/>
                </a:lnTo>
                <a:lnTo>
                  <a:pt x="448" y="8073"/>
                </a:lnTo>
                <a:close/>
                <a:moveTo>
                  <a:pt x="1662" y="9410"/>
                </a:moveTo>
                <a:lnTo>
                  <a:pt x="3045" y="9410"/>
                </a:lnTo>
                <a:lnTo>
                  <a:pt x="3045" y="9799"/>
                </a:lnTo>
                <a:lnTo>
                  <a:pt x="2224" y="9799"/>
                </a:lnTo>
                <a:lnTo>
                  <a:pt x="2224" y="10115"/>
                </a:lnTo>
                <a:lnTo>
                  <a:pt x="2925" y="10115"/>
                </a:lnTo>
                <a:lnTo>
                  <a:pt x="2925" y="10481"/>
                </a:lnTo>
                <a:lnTo>
                  <a:pt x="2224" y="10481"/>
                </a:lnTo>
                <a:lnTo>
                  <a:pt x="2224" y="11220"/>
                </a:lnTo>
                <a:lnTo>
                  <a:pt x="1662" y="11220"/>
                </a:lnTo>
                <a:lnTo>
                  <a:pt x="1662" y="9410"/>
                </a:lnTo>
                <a:close/>
                <a:moveTo>
                  <a:pt x="3495" y="9410"/>
                </a:moveTo>
                <a:lnTo>
                  <a:pt x="4056" y="9410"/>
                </a:lnTo>
                <a:lnTo>
                  <a:pt x="4056" y="11221"/>
                </a:lnTo>
                <a:lnTo>
                  <a:pt x="3495" y="11221"/>
                </a:lnTo>
                <a:lnTo>
                  <a:pt x="3495" y="9410"/>
                </a:lnTo>
                <a:close/>
                <a:moveTo>
                  <a:pt x="4584" y="9410"/>
                </a:moveTo>
                <a:lnTo>
                  <a:pt x="5143" y="9410"/>
                </a:lnTo>
                <a:lnTo>
                  <a:pt x="5143" y="10775"/>
                </a:lnTo>
                <a:lnTo>
                  <a:pt x="6016" y="10775"/>
                </a:lnTo>
                <a:lnTo>
                  <a:pt x="6016" y="11221"/>
                </a:lnTo>
                <a:lnTo>
                  <a:pt x="4584" y="11221"/>
                </a:lnTo>
                <a:lnTo>
                  <a:pt x="4584" y="9410"/>
                </a:lnTo>
                <a:close/>
                <a:moveTo>
                  <a:pt x="6396" y="9410"/>
                </a:moveTo>
                <a:lnTo>
                  <a:pt x="7895" y="9410"/>
                </a:lnTo>
                <a:lnTo>
                  <a:pt x="7895" y="9797"/>
                </a:lnTo>
                <a:lnTo>
                  <a:pt x="6956" y="9797"/>
                </a:lnTo>
                <a:lnTo>
                  <a:pt x="6956" y="10084"/>
                </a:lnTo>
                <a:lnTo>
                  <a:pt x="7827" y="10084"/>
                </a:lnTo>
                <a:lnTo>
                  <a:pt x="7827" y="10454"/>
                </a:lnTo>
                <a:lnTo>
                  <a:pt x="6956" y="10454"/>
                </a:lnTo>
                <a:lnTo>
                  <a:pt x="6956" y="10811"/>
                </a:lnTo>
                <a:lnTo>
                  <a:pt x="7922" y="10811"/>
                </a:lnTo>
                <a:lnTo>
                  <a:pt x="7922" y="11220"/>
                </a:lnTo>
                <a:lnTo>
                  <a:pt x="6396" y="11220"/>
                </a:lnTo>
                <a:lnTo>
                  <a:pt x="6396" y="9410"/>
                </a:lnTo>
                <a:close/>
                <a:moveTo>
                  <a:pt x="9397" y="3575"/>
                </a:moveTo>
                <a:lnTo>
                  <a:pt x="9396" y="3030"/>
                </a:lnTo>
                <a:lnTo>
                  <a:pt x="8948" y="2475"/>
                </a:lnTo>
                <a:lnTo>
                  <a:pt x="8948" y="2484"/>
                </a:lnTo>
                <a:lnTo>
                  <a:pt x="6995" y="41"/>
                </a:lnTo>
                <a:cubicBezTo>
                  <a:pt x="6986" y="29"/>
                  <a:pt x="6975" y="22"/>
                  <a:pt x="6965" y="15"/>
                </a:cubicBezTo>
                <a:lnTo>
                  <a:pt x="6952" y="0"/>
                </a:lnTo>
                <a:lnTo>
                  <a:pt x="894" y="9"/>
                </a:lnTo>
                <a:cubicBezTo>
                  <a:pt x="400" y="10"/>
                  <a:pt x="0" y="508"/>
                  <a:pt x="1" y="1122"/>
                </a:cubicBezTo>
                <a:lnTo>
                  <a:pt x="16" y="11689"/>
                </a:lnTo>
                <a:cubicBezTo>
                  <a:pt x="17" y="12303"/>
                  <a:pt x="418" y="12801"/>
                  <a:pt x="913" y="12800"/>
                </a:cubicBezTo>
                <a:lnTo>
                  <a:pt x="8516" y="12789"/>
                </a:lnTo>
                <a:cubicBezTo>
                  <a:pt x="9010" y="12788"/>
                  <a:pt x="9409" y="12290"/>
                  <a:pt x="9409" y="11675"/>
                </a:cubicBezTo>
                <a:lnTo>
                  <a:pt x="9397" y="3611"/>
                </a:lnTo>
                <a:moveTo>
                  <a:pt x="6933" y="752"/>
                </a:moveTo>
                <a:lnTo>
                  <a:pt x="8775" y="3056"/>
                </a:lnTo>
                <a:lnTo>
                  <a:pt x="7383" y="3058"/>
                </a:lnTo>
                <a:cubicBezTo>
                  <a:pt x="7136" y="3058"/>
                  <a:pt x="6936" y="2810"/>
                  <a:pt x="6935" y="2503"/>
                </a:cubicBezTo>
                <a:lnTo>
                  <a:pt x="6933" y="752"/>
                </a:lnTo>
                <a:close/>
                <a:moveTo>
                  <a:pt x="8961" y="11676"/>
                </a:moveTo>
                <a:cubicBezTo>
                  <a:pt x="8962" y="11983"/>
                  <a:pt x="8762" y="12232"/>
                  <a:pt x="8515" y="12233"/>
                </a:cubicBezTo>
                <a:lnTo>
                  <a:pt x="912" y="12244"/>
                </a:lnTo>
                <a:cubicBezTo>
                  <a:pt x="665" y="12244"/>
                  <a:pt x="464" y="11995"/>
                  <a:pt x="464" y="11688"/>
                </a:cubicBezTo>
                <a:lnTo>
                  <a:pt x="448" y="1122"/>
                </a:lnTo>
                <a:cubicBezTo>
                  <a:pt x="448" y="815"/>
                  <a:pt x="648" y="565"/>
                  <a:pt x="895" y="565"/>
                </a:cubicBezTo>
                <a:lnTo>
                  <a:pt x="6485" y="557"/>
                </a:lnTo>
                <a:lnTo>
                  <a:pt x="6488" y="2503"/>
                </a:lnTo>
                <a:cubicBezTo>
                  <a:pt x="6489" y="3117"/>
                  <a:pt x="6890" y="3615"/>
                  <a:pt x="7384" y="3614"/>
                </a:cubicBezTo>
                <a:lnTo>
                  <a:pt x="8949" y="3612"/>
                </a:lnTo>
                <a:lnTo>
                  <a:pt x="8961" y="116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confont-11894-5689079">
            <a:extLst>
              <a:ext uri="{FF2B5EF4-FFF2-40B4-BE49-F238E27FC236}">
                <a16:creationId xmlns:a16="http://schemas.microsoft.com/office/drawing/2014/main" id="{FB53591E-3595-8AA6-AF2F-B03B6A941D40}"/>
              </a:ext>
            </a:extLst>
          </p:cNvPr>
          <p:cNvSpPr/>
          <p:nvPr/>
        </p:nvSpPr>
        <p:spPr>
          <a:xfrm>
            <a:off x="9532710" y="4147490"/>
            <a:ext cx="609685" cy="609685"/>
          </a:xfrm>
          <a:custGeom>
            <a:avLst/>
            <a:gdLst>
              <a:gd name="T0" fmla="*/ 12533 w 12800"/>
              <a:gd name="T1" fmla="*/ 10105 h 12800"/>
              <a:gd name="T2" fmla="*/ 12267 w 12800"/>
              <a:gd name="T3" fmla="*/ 9839 h 12800"/>
              <a:gd name="T4" fmla="*/ 12267 w 12800"/>
              <a:gd name="T5" fmla="*/ 6949 h 12800"/>
              <a:gd name="T6" fmla="*/ 6400 w 12800"/>
              <a:gd name="T7" fmla="*/ 533 h 12800"/>
              <a:gd name="T8" fmla="*/ 533 w 12800"/>
              <a:gd name="T9" fmla="*/ 6949 h 12800"/>
              <a:gd name="T10" fmla="*/ 533 w 12800"/>
              <a:gd name="T11" fmla="*/ 9839 h 12800"/>
              <a:gd name="T12" fmla="*/ 267 w 12800"/>
              <a:gd name="T13" fmla="*/ 10105 h 12800"/>
              <a:gd name="T14" fmla="*/ 0 w 12800"/>
              <a:gd name="T15" fmla="*/ 9839 h 12800"/>
              <a:gd name="T16" fmla="*/ 0 w 12800"/>
              <a:gd name="T17" fmla="*/ 6949 h 12800"/>
              <a:gd name="T18" fmla="*/ 6400 w 12800"/>
              <a:gd name="T19" fmla="*/ 0 h 12800"/>
              <a:gd name="T20" fmla="*/ 12800 w 12800"/>
              <a:gd name="T21" fmla="*/ 6949 h 12800"/>
              <a:gd name="T22" fmla="*/ 12800 w 12800"/>
              <a:gd name="T23" fmla="*/ 9839 h 12800"/>
              <a:gd name="T24" fmla="*/ 12533 w 12800"/>
              <a:gd name="T25" fmla="*/ 10105 h 12800"/>
              <a:gd name="T26" fmla="*/ 2285 w 12800"/>
              <a:gd name="T27" fmla="*/ 12800 h 12800"/>
              <a:gd name="T28" fmla="*/ 0 w 12800"/>
              <a:gd name="T29" fmla="*/ 10043 h 12800"/>
              <a:gd name="T30" fmla="*/ 2285 w 12800"/>
              <a:gd name="T31" fmla="*/ 7286 h 12800"/>
              <a:gd name="T32" fmla="*/ 3042 w 12800"/>
              <a:gd name="T33" fmla="*/ 7451 h 12800"/>
              <a:gd name="T34" fmla="*/ 3204 w 12800"/>
              <a:gd name="T35" fmla="*/ 7697 h 12800"/>
              <a:gd name="T36" fmla="*/ 3204 w 12800"/>
              <a:gd name="T37" fmla="*/ 12389 h 12800"/>
              <a:gd name="T38" fmla="*/ 3041 w 12800"/>
              <a:gd name="T39" fmla="*/ 12635 h 12800"/>
              <a:gd name="T40" fmla="*/ 2285 w 12800"/>
              <a:gd name="T41" fmla="*/ 12800 h 12800"/>
              <a:gd name="T42" fmla="*/ 2285 w 12800"/>
              <a:gd name="T43" fmla="*/ 7819 h 12800"/>
              <a:gd name="T44" fmla="*/ 533 w 12800"/>
              <a:gd name="T45" fmla="*/ 10043 h 12800"/>
              <a:gd name="T46" fmla="*/ 2285 w 12800"/>
              <a:gd name="T47" fmla="*/ 12267 h 12800"/>
              <a:gd name="T48" fmla="*/ 2671 w 12800"/>
              <a:gd name="T49" fmla="*/ 12204 h 12800"/>
              <a:gd name="T50" fmla="*/ 2671 w 12800"/>
              <a:gd name="T51" fmla="*/ 7882 h 12800"/>
              <a:gd name="T52" fmla="*/ 2285 w 12800"/>
              <a:gd name="T53" fmla="*/ 7819 h 12800"/>
              <a:gd name="T54" fmla="*/ 10516 w 12800"/>
              <a:gd name="T55" fmla="*/ 12800 h 12800"/>
              <a:gd name="T56" fmla="*/ 9759 w 12800"/>
              <a:gd name="T57" fmla="*/ 12635 h 12800"/>
              <a:gd name="T58" fmla="*/ 9597 w 12800"/>
              <a:gd name="T59" fmla="*/ 12389 h 12800"/>
              <a:gd name="T60" fmla="*/ 9597 w 12800"/>
              <a:gd name="T61" fmla="*/ 7697 h 12800"/>
              <a:gd name="T62" fmla="*/ 9759 w 12800"/>
              <a:gd name="T63" fmla="*/ 7452 h 12800"/>
              <a:gd name="T64" fmla="*/ 10516 w 12800"/>
              <a:gd name="T65" fmla="*/ 7286 h 12800"/>
              <a:gd name="T66" fmla="*/ 12800 w 12800"/>
              <a:gd name="T67" fmla="*/ 10043 h 12800"/>
              <a:gd name="T68" fmla="*/ 10516 w 12800"/>
              <a:gd name="T69" fmla="*/ 12800 h 12800"/>
              <a:gd name="T70" fmla="*/ 10130 w 12800"/>
              <a:gd name="T71" fmla="*/ 12204 h 12800"/>
              <a:gd name="T72" fmla="*/ 10516 w 12800"/>
              <a:gd name="T73" fmla="*/ 12267 h 12800"/>
              <a:gd name="T74" fmla="*/ 12267 w 12800"/>
              <a:gd name="T75" fmla="*/ 10043 h 12800"/>
              <a:gd name="T76" fmla="*/ 10516 w 12800"/>
              <a:gd name="T77" fmla="*/ 7819 h 12800"/>
              <a:gd name="T78" fmla="*/ 10130 w 12800"/>
              <a:gd name="T79" fmla="*/ 7882 h 12800"/>
              <a:gd name="T80" fmla="*/ 10130 w 12800"/>
              <a:gd name="T81" fmla="*/ 12204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800" h="12800">
                <a:moveTo>
                  <a:pt x="12533" y="10105"/>
                </a:moveTo>
                <a:cubicBezTo>
                  <a:pt x="12386" y="10105"/>
                  <a:pt x="12267" y="9986"/>
                  <a:pt x="12267" y="9839"/>
                </a:cubicBezTo>
                <a:lnTo>
                  <a:pt x="12267" y="6949"/>
                </a:lnTo>
                <a:cubicBezTo>
                  <a:pt x="12267" y="3411"/>
                  <a:pt x="9635" y="533"/>
                  <a:pt x="6400" y="533"/>
                </a:cubicBezTo>
                <a:cubicBezTo>
                  <a:pt x="3165" y="533"/>
                  <a:pt x="533" y="3411"/>
                  <a:pt x="533" y="6949"/>
                </a:cubicBezTo>
                <a:lnTo>
                  <a:pt x="533" y="9839"/>
                </a:lnTo>
                <a:cubicBezTo>
                  <a:pt x="533" y="9986"/>
                  <a:pt x="414" y="10105"/>
                  <a:pt x="267" y="10105"/>
                </a:cubicBezTo>
                <a:cubicBezTo>
                  <a:pt x="119" y="10105"/>
                  <a:pt x="0" y="9986"/>
                  <a:pt x="0" y="9839"/>
                </a:cubicBezTo>
                <a:lnTo>
                  <a:pt x="0" y="6949"/>
                </a:lnTo>
                <a:cubicBezTo>
                  <a:pt x="0" y="3117"/>
                  <a:pt x="2871" y="0"/>
                  <a:pt x="6400" y="0"/>
                </a:cubicBezTo>
                <a:cubicBezTo>
                  <a:pt x="9929" y="0"/>
                  <a:pt x="12800" y="3117"/>
                  <a:pt x="12800" y="6949"/>
                </a:cubicBezTo>
                <a:lnTo>
                  <a:pt x="12800" y="9839"/>
                </a:lnTo>
                <a:cubicBezTo>
                  <a:pt x="12800" y="9986"/>
                  <a:pt x="12681" y="10105"/>
                  <a:pt x="12533" y="10105"/>
                </a:cubicBezTo>
                <a:close/>
                <a:moveTo>
                  <a:pt x="2285" y="12800"/>
                </a:moveTo>
                <a:cubicBezTo>
                  <a:pt x="1025" y="12800"/>
                  <a:pt x="0" y="11563"/>
                  <a:pt x="0" y="10043"/>
                </a:cubicBezTo>
                <a:cubicBezTo>
                  <a:pt x="0" y="8523"/>
                  <a:pt x="1025" y="7286"/>
                  <a:pt x="2285" y="7286"/>
                </a:cubicBezTo>
                <a:cubicBezTo>
                  <a:pt x="2533" y="7286"/>
                  <a:pt x="2781" y="7340"/>
                  <a:pt x="3042" y="7451"/>
                </a:cubicBezTo>
                <a:cubicBezTo>
                  <a:pt x="3140" y="7493"/>
                  <a:pt x="3204" y="7590"/>
                  <a:pt x="3204" y="7697"/>
                </a:cubicBezTo>
                <a:lnTo>
                  <a:pt x="3204" y="12389"/>
                </a:lnTo>
                <a:cubicBezTo>
                  <a:pt x="3204" y="12496"/>
                  <a:pt x="3140" y="12593"/>
                  <a:pt x="3041" y="12635"/>
                </a:cubicBezTo>
                <a:cubicBezTo>
                  <a:pt x="2778" y="12746"/>
                  <a:pt x="2530" y="12800"/>
                  <a:pt x="2285" y="12800"/>
                </a:cubicBezTo>
                <a:close/>
                <a:moveTo>
                  <a:pt x="2285" y="7819"/>
                </a:moveTo>
                <a:cubicBezTo>
                  <a:pt x="1319" y="7819"/>
                  <a:pt x="533" y="8817"/>
                  <a:pt x="533" y="10043"/>
                </a:cubicBezTo>
                <a:cubicBezTo>
                  <a:pt x="533" y="11269"/>
                  <a:pt x="1319" y="12267"/>
                  <a:pt x="2285" y="12267"/>
                </a:cubicBezTo>
                <a:cubicBezTo>
                  <a:pt x="2409" y="12267"/>
                  <a:pt x="2536" y="12246"/>
                  <a:pt x="2671" y="12204"/>
                </a:cubicBezTo>
                <a:lnTo>
                  <a:pt x="2671" y="7882"/>
                </a:lnTo>
                <a:cubicBezTo>
                  <a:pt x="2546" y="7841"/>
                  <a:pt x="2416" y="7820"/>
                  <a:pt x="2285" y="7819"/>
                </a:cubicBezTo>
                <a:close/>
                <a:moveTo>
                  <a:pt x="10516" y="12800"/>
                </a:moveTo>
                <a:cubicBezTo>
                  <a:pt x="10269" y="12800"/>
                  <a:pt x="10022" y="12746"/>
                  <a:pt x="9759" y="12635"/>
                </a:cubicBezTo>
                <a:cubicBezTo>
                  <a:pt x="9661" y="12593"/>
                  <a:pt x="9597" y="12496"/>
                  <a:pt x="9597" y="12389"/>
                </a:cubicBezTo>
                <a:lnTo>
                  <a:pt x="9597" y="7697"/>
                </a:lnTo>
                <a:cubicBezTo>
                  <a:pt x="9597" y="7590"/>
                  <a:pt x="9661" y="7494"/>
                  <a:pt x="9759" y="7452"/>
                </a:cubicBezTo>
                <a:cubicBezTo>
                  <a:pt x="10019" y="7340"/>
                  <a:pt x="10267" y="7286"/>
                  <a:pt x="10516" y="7286"/>
                </a:cubicBezTo>
                <a:cubicBezTo>
                  <a:pt x="11775" y="7286"/>
                  <a:pt x="12800" y="8523"/>
                  <a:pt x="12800" y="10043"/>
                </a:cubicBezTo>
                <a:cubicBezTo>
                  <a:pt x="12800" y="11563"/>
                  <a:pt x="11775" y="12800"/>
                  <a:pt x="10516" y="12800"/>
                </a:cubicBezTo>
                <a:close/>
                <a:moveTo>
                  <a:pt x="10130" y="12204"/>
                </a:moveTo>
                <a:cubicBezTo>
                  <a:pt x="10264" y="12246"/>
                  <a:pt x="10391" y="12267"/>
                  <a:pt x="10516" y="12267"/>
                </a:cubicBezTo>
                <a:cubicBezTo>
                  <a:pt x="11481" y="12267"/>
                  <a:pt x="12267" y="11269"/>
                  <a:pt x="12267" y="10043"/>
                </a:cubicBezTo>
                <a:cubicBezTo>
                  <a:pt x="12267" y="8817"/>
                  <a:pt x="11481" y="7819"/>
                  <a:pt x="10516" y="7819"/>
                </a:cubicBezTo>
                <a:cubicBezTo>
                  <a:pt x="10390" y="7819"/>
                  <a:pt x="10263" y="7840"/>
                  <a:pt x="10130" y="7882"/>
                </a:cubicBezTo>
                <a:lnTo>
                  <a:pt x="10130" y="1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confont-1188-594172">
            <a:extLst>
              <a:ext uri="{FF2B5EF4-FFF2-40B4-BE49-F238E27FC236}">
                <a16:creationId xmlns:a16="http://schemas.microsoft.com/office/drawing/2014/main" id="{7ECC7617-8067-753E-36F3-3D9B59793F31}"/>
              </a:ext>
            </a:extLst>
          </p:cNvPr>
          <p:cNvSpPr/>
          <p:nvPr/>
        </p:nvSpPr>
        <p:spPr>
          <a:xfrm>
            <a:off x="9011896" y="2538952"/>
            <a:ext cx="609685" cy="609584"/>
          </a:xfrm>
          <a:custGeom>
            <a:avLst/>
            <a:gdLst>
              <a:gd name="T0" fmla="*/ 11509 w 12531"/>
              <a:gd name="T1" fmla="*/ 7831 h 12529"/>
              <a:gd name="T2" fmla="*/ 10586 w 12531"/>
              <a:gd name="T3" fmla="*/ 7230 h 12529"/>
              <a:gd name="T4" fmla="*/ 9463 w 12531"/>
              <a:gd name="T5" fmla="*/ 9005 h 12529"/>
              <a:gd name="T6" fmla="*/ 9463 w 12531"/>
              <a:gd name="T7" fmla="*/ 10049 h 12529"/>
              <a:gd name="T8" fmla="*/ 9429 w 12531"/>
              <a:gd name="T9" fmla="*/ 10441 h 12529"/>
              <a:gd name="T10" fmla="*/ 7033 w 12531"/>
              <a:gd name="T11" fmla="*/ 12529 h 12529"/>
              <a:gd name="T12" fmla="*/ 4603 w 12531"/>
              <a:gd name="T13" fmla="*/ 10049 h 12529"/>
              <a:gd name="T14" fmla="*/ 4603 w 12531"/>
              <a:gd name="T15" fmla="*/ 8862 h 12529"/>
              <a:gd name="T16" fmla="*/ 767 w 12531"/>
              <a:gd name="T17" fmla="*/ 4437 h 12529"/>
              <a:gd name="T18" fmla="*/ 767 w 12531"/>
              <a:gd name="T19" fmla="*/ 2051 h 12529"/>
              <a:gd name="T20" fmla="*/ 0 w 12531"/>
              <a:gd name="T21" fmla="*/ 1044 h 12529"/>
              <a:gd name="T22" fmla="*/ 1022 w 12531"/>
              <a:gd name="T23" fmla="*/ 0 h 12529"/>
              <a:gd name="T24" fmla="*/ 2045 w 12531"/>
              <a:gd name="T25" fmla="*/ 1044 h 12529"/>
              <a:gd name="T26" fmla="*/ 1277 w 12531"/>
              <a:gd name="T27" fmla="*/ 2051 h 12529"/>
              <a:gd name="T28" fmla="*/ 1277 w 12531"/>
              <a:gd name="T29" fmla="*/ 4438 h 12529"/>
              <a:gd name="T30" fmla="*/ 4857 w 12531"/>
              <a:gd name="T31" fmla="*/ 8353 h 12529"/>
              <a:gd name="T32" fmla="*/ 8438 w 12531"/>
              <a:gd name="T33" fmla="*/ 4438 h 12529"/>
              <a:gd name="T34" fmla="*/ 8438 w 12531"/>
              <a:gd name="T35" fmla="*/ 2051 h 12529"/>
              <a:gd name="T36" fmla="*/ 7672 w 12531"/>
              <a:gd name="T37" fmla="*/ 1044 h 12529"/>
              <a:gd name="T38" fmla="*/ 8694 w 12531"/>
              <a:gd name="T39" fmla="*/ 0 h 12529"/>
              <a:gd name="T40" fmla="*/ 9717 w 12531"/>
              <a:gd name="T41" fmla="*/ 1044 h 12529"/>
              <a:gd name="T42" fmla="*/ 8949 w 12531"/>
              <a:gd name="T43" fmla="*/ 2051 h 12529"/>
              <a:gd name="T44" fmla="*/ 8949 w 12531"/>
              <a:gd name="T45" fmla="*/ 4438 h 12529"/>
              <a:gd name="T46" fmla="*/ 5113 w 12531"/>
              <a:gd name="T47" fmla="*/ 8862 h 12529"/>
              <a:gd name="T48" fmla="*/ 5113 w 12531"/>
              <a:gd name="T49" fmla="*/ 10050 h 12529"/>
              <a:gd name="T50" fmla="*/ 7031 w 12531"/>
              <a:gd name="T51" fmla="*/ 12008 h 12529"/>
              <a:gd name="T52" fmla="*/ 8949 w 12531"/>
              <a:gd name="T53" fmla="*/ 10050 h 12529"/>
              <a:gd name="T54" fmla="*/ 8949 w 12531"/>
              <a:gd name="T55" fmla="*/ 9005 h 12529"/>
              <a:gd name="T56" fmla="*/ 8983 w 12531"/>
              <a:gd name="T57" fmla="*/ 8614 h 12529"/>
              <a:gd name="T58" fmla="*/ 10492 w 12531"/>
              <a:gd name="T59" fmla="*/ 6706 h 12529"/>
              <a:gd name="T60" fmla="*/ 11506 w 12531"/>
              <a:gd name="T61" fmla="*/ 5743 h 12529"/>
              <a:gd name="T62" fmla="*/ 12529 w 12531"/>
              <a:gd name="T63" fmla="*/ 6787 h 12529"/>
              <a:gd name="T64" fmla="*/ 11509 w 12531"/>
              <a:gd name="T65" fmla="*/ 7831 h 12529"/>
              <a:gd name="T66" fmla="*/ 1534 w 12531"/>
              <a:gd name="T67" fmla="*/ 1044 h 12529"/>
              <a:gd name="T68" fmla="*/ 1022 w 12531"/>
              <a:gd name="T69" fmla="*/ 522 h 12529"/>
              <a:gd name="T70" fmla="*/ 511 w 12531"/>
              <a:gd name="T71" fmla="*/ 1044 h 12529"/>
              <a:gd name="T72" fmla="*/ 1023 w 12531"/>
              <a:gd name="T73" fmla="*/ 1566 h 12529"/>
              <a:gd name="T74" fmla="*/ 1534 w 12531"/>
              <a:gd name="T75" fmla="*/ 1044 h 12529"/>
              <a:gd name="T76" fmla="*/ 9207 w 12531"/>
              <a:gd name="T77" fmla="*/ 1044 h 12529"/>
              <a:gd name="T78" fmla="*/ 8695 w 12531"/>
              <a:gd name="T79" fmla="*/ 522 h 12529"/>
              <a:gd name="T80" fmla="*/ 8183 w 12531"/>
              <a:gd name="T81" fmla="*/ 1044 h 12529"/>
              <a:gd name="T82" fmla="*/ 8695 w 12531"/>
              <a:gd name="T83" fmla="*/ 1566 h 12529"/>
              <a:gd name="T84" fmla="*/ 9207 w 12531"/>
              <a:gd name="T85" fmla="*/ 1044 h 12529"/>
              <a:gd name="T86" fmla="*/ 11509 w 12531"/>
              <a:gd name="T87" fmla="*/ 6265 h 12529"/>
              <a:gd name="T88" fmla="*/ 10997 w 12531"/>
              <a:gd name="T89" fmla="*/ 6787 h 12529"/>
              <a:gd name="T90" fmla="*/ 11509 w 12531"/>
              <a:gd name="T91" fmla="*/ 7309 h 12529"/>
              <a:gd name="T92" fmla="*/ 12020 w 12531"/>
              <a:gd name="T93" fmla="*/ 6787 h 12529"/>
              <a:gd name="T94" fmla="*/ 11509 w 12531"/>
              <a:gd name="T95" fmla="*/ 6265 h 12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531" h="12529">
                <a:moveTo>
                  <a:pt x="11509" y="7831"/>
                </a:moveTo>
                <a:cubicBezTo>
                  <a:pt x="11100" y="7831"/>
                  <a:pt x="10750" y="7585"/>
                  <a:pt x="10586" y="7230"/>
                </a:cubicBezTo>
                <a:cubicBezTo>
                  <a:pt x="9926" y="7539"/>
                  <a:pt x="9463" y="8214"/>
                  <a:pt x="9463" y="9005"/>
                </a:cubicBezTo>
                <a:lnTo>
                  <a:pt x="9463" y="10049"/>
                </a:lnTo>
                <a:lnTo>
                  <a:pt x="9429" y="10441"/>
                </a:lnTo>
                <a:cubicBezTo>
                  <a:pt x="9245" y="11623"/>
                  <a:pt x="8244" y="12529"/>
                  <a:pt x="7033" y="12529"/>
                </a:cubicBezTo>
                <a:cubicBezTo>
                  <a:pt x="5691" y="12529"/>
                  <a:pt x="4603" y="11418"/>
                  <a:pt x="4603" y="10049"/>
                </a:cubicBezTo>
                <a:lnTo>
                  <a:pt x="4603" y="8862"/>
                </a:lnTo>
                <a:cubicBezTo>
                  <a:pt x="2322" y="8726"/>
                  <a:pt x="767" y="6800"/>
                  <a:pt x="767" y="4437"/>
                </a:cubicBezTo>
                <a:lnTo>
                  <a:pt x="767" y="2051"/>
                </a:lnTo>
                <a:cubicBezTo>
                  <a:pt x="327" y="1935"/>
                  <a:pt x="0" y="1530"/>
                  <a:pt x="0" y="1044"/>
                </a:cubicBezTo>
                <a:cubicBezTo>
                  <a:pt x="0" y="468"/>
                  <a:pt x="458" y="0"/>
                  <a:pt x="1022" y="0"/>
                </a:cubicBezTo>
                <a:cubicBezTo>
                  <a:pt x="1588" y="0"/>
                  <a:pt x="2045" y="468"/>
                  <a:pt x="2045" y="1044"/>
                </a:cubicBezTo>
                <a:cubicBezTo>
                  <a:pt x="2045" y="1530"/>
                  <a:pt x="1718" y="1935"/>
                  <a:pt x="1277" y="2051"/>
                </a:cubicBezTo>
                <a:lnTo>
                  <a:pt x="1277" y="4438"/>
                </a:lnTo>
                <a:cubicBezTo>
                  <a:pt x="1277" y="6601"/>
                  <a:pt x="2739" y="8353"/>
                  <a:pt x="4857" y="8353"/>
                </a:cubicBezTo>
                <a:cubicBezTo>
                  <a:pt x="6976" y="8353"/>
                  <a:pt x="8438" y="6601"/>
                  <a:pt x="8438" y="4438"/>
                </a:cubicBezTo>
                <a:lnTo>
                  <a:pt x="8438" y="2051"/>
                </a:lnTo>
                <a:cubicBezTo>
                  <a:pt x="7999" y="1935"/>
                  <a:pt x="7672" y="1530"/>
                  <a:pt x="7672" y="1044"/>
                </a:cubicBezTo>
                <a:cubicBezTo>
                  <a:pt x="7672" y="468"/>
                  <a:pt x="8130" y="0"/>
                  <a:pt x="8694" y="0"/>
                </a:cubicBezTo>
                <a:cubicBezTo>
                  <a:pt x="9260" y="0"/>
                  <a:pt x="9717" y="468"/>
                  <a:pt x="9717" y="1044"/>
                </a:cubicBezTo>
                <a:cubicBezTo>
                  <a:pt x="9717" y="1530"/>
                  <a:pt x="9390" y="1935"/>
                  <a:pt x="8949" y="2051"/>
                </a:cubicBezTo>
                <a:lnTo>
                  <a:pt x="8949" y="4438"/>
                </a:lnTo>
                <a:cubicBezTo>
                  <a:pt x="8949" y="6800"/>
                  <a:pt x="7395" y="8726"/>
                  <a:pt x="5113" y="8862"/>
                </a:cubicBezTo>
                <a:lnTo>
                  <a:pt x="5113" y="10050"/>
                </a:lnTo>
                <a:cubicBezTo>
                  <a:pt x="5113" y="11131"/>
                  <a:pt x="5972" y="12008"/>
                  <a:pt x="7031" y="12008"/>
                </a:cubicBezTo>
                <a:cubicBezTo>
                  <a:pt x="8091" y="12008"/>
                  <a:pt x="8949" y="11131"/>
                  <a:pt x="8949" y="10050"/>
                </a:cubicBezTo>
                <a:lnTo>
                  <a:pt x="8949" y="9005"/>
                </a:lnTo>
                <a:lnTo>
                  <a:pt x="8983" y="8614"/>
                </a:lnTo>
                <a:cubicBezTo>
                  <a:pt x="9119" y="7738"/>
                  <a:pt x="9706" y="7023"/>
                  <a:pt x="10492" y="6706"/>
                </a:cubicBezTo>
                <a:cubicBezTo>
                  <a:pt x="10532" y="6167"/>
                  <a:pt x="10968" y="5743"/>
                  <a:pt x="11506" y="5743"/>
                </a:cubicBezTo>
                <a:cubicBezTo>
                  <a:pt x="12071" y="5743"/>
                  <a:pt x="12529" y="6210"/>
                  <a:pt x="12529" y="6787"/>
                </a:cubicBezTo>
                <a:cubicBezTo>
                  <a:pt x="12531" y="7363"/>
                  <a:pt x="12073" y="7831"/>
                  <a:pt x="11509" y="7831"/>
                </a:cubicBezTo>
                <a:close/>
                <a:moveTo>
                  <a:pt x="1534" y="1044"/>
                </a:moveTo>
                <a:cubicBezTo>
                  <a:pt x="1534" y="755"/>
                  <a:pt x="1305" y="522"/>
                  <a:pt x="1022" y="522"/>
                </a:cubicBezTo>
                <a:cubicBezTo>
                  <a:pt x="739" y="522"/>
                  <a:pt x="511" y="755"/>
                  <a:pt x="511" y="1044"/>
                </a:cubicBezTo>
                <a:cubicBezTo>
                  <a:pt x="511" y="1333"/>
                  <a:pt x="740" y="1566"/>
                  <a:pt x="1023" y="1566"/>
                </a:cubicBezTo>
                <a:cubicBezTo>
                  <a:pt x="1305" y="1566"/>
                  <a:pt x="1534" y="1333"/>
                  <a:pt x="1534" y="1044"/>
                </a:cubicBezTo>
                <a:close/>
                <a:moveTo>
                  <a:pt x="9207" y="1044"/>
                </a:moveTo>
                <a:cubicBezTo>
                  <a:pt x="9207" y="755"/>
                  <a:pt x="8978" y="522"/>
                  <a:pt x="8695" y="522"/>
                </a:cubicBezTo>
                <a:cubicBezTo>
                  <a:pt x="8412" y="522"/>
                  <a:pt x="8183" y="755"/>
                  <a:pt x="8183" y="1044"/>
                </a:cubicBezTo>
                <a:cubicBezTo>
                  <a:pt x="8183" y="1333"/>
                  <a:pt x="8412" y="1566"/>
                  <a:pt x="8695" y="1566"/>
                </a:cubicBezTo>
                <a:cubicBezTo>
                  <a:pt x="8978" y="1566"/>
                  <a:pt x="9207" y="1333"/>
                  <a:pt x="9207" y="1044"/>
                </a:cubicBezTo>
                <a:close/>
                <a:moveTo>
                  <a:pt x="11509" y="6265"/>
                </a:moveTo>
                <a:cubicBezTo>
                  <a:pt x="11226" y="6265"/>
                  <a:pt x="10997" y="6498"/>
                  <a:pt x="10997" y="6787"/>
                </a:cubicBezTo>
                <a:cubicBezTo>
                  <a:pt x="10997" y="7076"/>
                  <a:pt x="11226" y="7309"/>
                  <a:pt x="11509" y="7309"/>
                </a:cubicBezTo>
                <a:cubicBezTo>
                  <a:pt x="11792" y="7309"/>
                  <a:pt x="12020" y="7076"/>
                  <a:pt x="12020" y="6787"/>
                </a:cubicBezTo>
                <a:cubicBezTo>
                  <a:pt x="12019" y="6498"/>
                  <a:pt x="11791" y="6265"/>
                  <a:pt x="11509" y="62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38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EE04-E4E4-552F-19E6-1876F469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97EAF5-22CF-6430-E454-5A87E2908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74" y="1956320"/>
            <a:ext cx="3132086" cy="2538486"/>
          </a:xfrm>
          <a:prstGeom prst="roundRect">
            <a:avLst>
              <a:gd name="adj" fmla="val 1822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B192AE-08F4-6AC5-F501-F42A31AC2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53462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分组操作就是把数据按照某个特征分成不同的组，然后对每个组分别进行统计计算。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2FBD99A-E944-B7FA-9918-ACE2ED9A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数据分组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9685809-F331-C126-6634-0D6840515489}"/>
              </a:ext>
            </a:extLst>
          </p:cNvPr>
          <p:cNvSpPr/>
          <p:nvPr/>
        </p:nvSpPr>
        <p:spPr>
          <a:xfrm>
            <a:off x="1754944" y="1956321"/>
            <a:ext cx="492955" cy="2538486"/>
          </a:xfrm>
          <a:prstGeom prst="roundRect">
            <a:avLst>
              <a:gd name="adj" fmla="val 5303"/>
            </a:avLst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41BDEA3-1D7F-18DC-1981-AD92C468829C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2247899" y="3225564"/>
            <a:ext cx="2156461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68512342-99B7-B4C6-9709-BFF2B06D9A23}"/>
              </a:ext>
            </a:extLst>
          </p:cNvPr>
          <p:cNvSpPr txBox="1"/>
          <p:nvPr/>
        </p:nvSpPr>
        <p:spPr>
          <a:xfrm>
            <a:off x="8641210" y="2559332"/>
            <a:ext cx="3324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df.groupby(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产品类别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)[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销售额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].sum() 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0A527F2-10CA-5AB0-D1A1-1C72148C8C86}"/>
              </a:ext>
            </a:extLst>
          </p:cNvPr>
          <p:cNvSpPr txBox="1"/>
          <p:nvPr/>
        </p:nvSpPr>
        <p:spPr>
          <a:xfrm>
            <a:off x="8641210" y="2888110"/>
            <a:ext cx="36310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df.groupby(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产品类别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)[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销售额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].count()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2EEC0FF-E712-AD42-A699-E9CAE1D7E5F0}"/>
              </a:ext>
            </a:extLst>
          </p:cNvPr>
          <p:cNvSpPr txBox="1"/>
          <p:nvPr/>
        </p:nvSpPr>
        <p:spPr>
          <a:xfrm>
            <a:off x="8641210" y="3216888"/>
            <a:ext cx="34985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df.groupby(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产品类别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)[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销售额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].max()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F4C8B68-9E38-4BF9-E7CE-A71EBF40D1C1}"/>
              </a:ext>
            </a:extLst>
          </p:cNvPr>
          <p:cNvSpPr txBox="1"/>
          <p:nvPr/>
        </p:nvSpPr>
        <p:spPr>
          <a:xfrm>
            <a:off x="8641210" y="3545666"/>
            <a:ext cx="3478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df.groupby(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产品类别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)[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销售额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].min() 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4D8BC7F-3C74-3EDC-21C7-9A5342120887}"/>
              </a:ext>
            </a:extLst>
          </p:cNvPr>
          <p:cNvSpPr txBox="1"/>
          <p:nvPr/>
        </p:nvSpPr>
        <p:spPr>
          <a:xfrm>
            <a:off x="8641210" y="3874444"/>
            <a:ext cx="34985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df.groupby(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产品类别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)[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销售额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].mean()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F868CD3-250F-7DC9-D533-B63989922A75}"/>
              </a:ext>
            </a:extLst>
          </p:cNvPr>
          <p:cNvSpPr txBox="1"/>
          <p:nvPr/>
        </p:nvSpPr>
        <p:spPr>
          <a:xfrm>
            <a:off x="7751223" y="2570375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分组后求和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BC780FC-9E9A-90FF-EBC9-90523CC53F9C}"/>
              </a:ext>
            </a:extLst>
          </p:cNvPr>
          <p:cNvSpPr txBox="1"/>
          <p:nvPr/>
        </p:nvSpPr>
        <p:spPr>
          <a:xfrm>
            <a:off x="7469094" y="2884850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分组后统计数量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5D662D3-C5F8-7D87-E420-3D42045FFE8D}"/>
              </a:ext>
            </a:extLst>
          </p:cNvPr>
          <p:cNvSpPr txBox="1"/>
          <p:nvPr/>
        </p:nvSpPr>
        <p:spPr>
          <a:xfrm>
            <a:off x="7469094" y="3206173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分组后求最大值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5278853-E673-1A12-B047-4B761FEE490A}"/>
              </a:ext>
            </a:extLst>
          </p:cNvPr>
          <p:cNvSpPr txBox="1"/>
          <p:nvPr/>
        </p:nvSpPr>
        <p:spPr>
          <a:xfrm>
            <a:off x="7469094" y="3527496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分组后求最小值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52EEF32-5B69-723A-A1A6-E11EC1DEBDB0}"/>
              </a:ext>
            </a:extLst>
          </p:cNvPr>
          <p:cNvSpPr txBox="1"/>
          <p:nvPr/>
        </p:nvSpPr>
        <p:spPr>
          <a:xfrm>
            <a:off x="7469094" y="3848820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分组后求平均值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8C3E74C-609C-5275-5E72-74BAEC515C38}"/>
              </a:ext>
            </a:extLst>
          </p:cNvPr>
          <p:cNvSpPr txBox="1"/>
          <p:nvPr/>
        </p:nvSpPr>
        <p:spPr>
          <a:xfrm>
            <a:off x="5733891" y="5537194"/>
            <a:ext cx="64581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df.groupby(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产品类别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)[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zh-CN" altLang="en-US" sz="11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销售额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].agg([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'sum'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'count'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'max'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'min'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'mean'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])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C7A65BDC-10F2-B9BF-8561-77E2BC8C172A}"/>
              </a:ext>
            </a:extLst>
          </p:cNvPr>
          <p:cNvCxnSpPr/>
          <p:nvPr/>
        </p:nvCxnSpPr>
        <p:spPr>
          <a:xfrm>
            <a:off x="9488783" y="4136054"/>
            <a:ext cx="0" cy="1284523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1114C7EE-84E9-A932-2C14-F0B0CC209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308" y="1797888"/>
            <a:ext cx="2764784" cy="373268"/>
          </a:xfrm>
          <a:prstGeom prst="roundRect">
            <a:avLst>
              <a:gd name="adj" fmla="val 5415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1A78A6B-8924-6CCD-CB27-6329F10C2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308" y="2238964"/>
            <a:ext cx="2764784" cy="821265"/>
          </a:xfrm>
          <a:prstGeom prst="roundRect">
            <a:avLst>
              <a:gd name="adj" fmla="val 1822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91BC22F-8C4D-8B21-3D57-E5B8DE030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08" y="3114915"/>
            <a:ext cx="2764784" cy="557243"/>
          </a:xfrm>
          <a:prstGeom prst="roundRect">
            <a:avLst>
              <a:gd name="adj" fmla="val 2993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CA7B737-BB19-64BC-56E0-81CAB3D32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308" y="3718249"/>
            <a:ext cx="2764784" cy="554573"/>
          </a:xfrm>
          <a:prstGeom prst="roundRect">
            <a:avLst>
              <a:gd name="adj" fmla="val 2927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AC85FEA-DAF9-9DAE-4CE2-3EACC80C92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309" y="4324601"/>
            <a:ext cx="2764784" cy="581836"/>
          </a:xfrm>
          <a:prstGeom prst="roundRect">
            <a:avLst>
              <a:gd name="adj" fmla="val 3992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40916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2" grpId="0"/>
      <p:bldP spid="46" grpId="0"/>
      <p:bldP spid="50" grpId="0"/>
      <p:bldP spid="54" grpId="0"/>
      <p:bldP spid="58" grpId="0"/>
      <p:bldP spid="63" grpId="0"/>
      <p:bldP spid="64" grpId="0"/>
      <p:bldP spid="65" grpId="0"/>
      <p:bldP spid="66" grpId="0"/>
      <p:bldP spid="67" grpId="0"/>
      <p:bldP spid="7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5A55-A0FD-590C-2DDC-8CFE182E5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CBFFE36-327A-7F85-223E-748F25220C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6346" y="1359878"/>
            <a:ext cx="8685653" cy="42158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请描述如下常见的分组后聚合操作的含义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df.groupby('</a:t>
            </a:r>
            <a:r>
              <a:rPr lang="zh-CN" altLang="en-US" sz="1400"/>
              <a:t>产品类别</a:t>
            </a:r>
            <a:r>
              <a:rPr lang="en-US" altLang="zh-CN" sz="1400"/>
              <a:t>')['</a:t>
            </a:r>
            <a:r>
              <a:rPr lang="zh-CN" altLang="en-US" sz="1400"/>
              <a:t>销售额</a:t>
            </a:r>
            <a:r>
              <a:rPr lang="en-US" altLang="zh-CN" sz="1400"/>
              <a:t>'].sum() 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df.groupby('</a:t>
            </a:r>
            <a:r>
              <a:rPr lang="zh-CN" altLang="en-US" sz="1400"/>
              <a:t>产品类别</a:t>
            </a:r>
            <a:r>
              <a:rPr lang="en-US" altLang="zh-CN" sz="1400"/>
              <a:t>')['</a:t>
            </a:r>
            <a:r>
              <a:rPr lang="zh-CN" altLang="en-US" sz="1400"/>
              <a:t>销售额</a:t>
            </a:r>
            <a:r>
              <a:rPr lang="en-US" altLang="zh-CN" sz="1400"/>
              <a:t>'].max() 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df.groupby('</a:t>
            </a:r>
            <a:r>
              <a:rPr lang="zh-CN" altLang="en-US" sz="1400"/>
              <a:t>产品类别</a:t>
            </a:r>
            <a:r>
              <a:rPr lang="en-US" altLang="zh-CN" sz="1400"/>
              <a:t>')['</a:t>
            </a:r>
            <a:r>
              <a:rPr lang="zh-CN" altLang="en-US" sz="1400"/>
              <a:t>销售额</a:t>
            </a:r>
            <a:r>
              <a:rPr lang="en-US" altLang="zh-CN" sz="1400"/>
              <a:t>'].min() 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df.groupby('</a:t>
            </a:r>
            <a:r>
              <a:rPr lang="zh-CN" altLang="en-US" sz="1400"/>
              <a:t>产品类别</a:t>
            </a:r>
            <a:r>
              <a:rPr lang="en-US" altLang="zh-CN" sz="1400"/>
              <a:t>')['</a:t>
            </a:r>
            <a:r>
              <a:rPr lang="zh-CN" altLang="en-US" sz="1400"/>
              <a:t>销售额</a:t>
            </a:r>
            <a:r>
              <a:rPr lang="en-US" altLang="zh-CN" sz="1400"/>
              <a:t>'].count() 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df.groupby('</a:t>
            </a:r>
            <a:r>
              <a:rPr lang="zh-CN" altLang="en-US" sz="1400"/>
              <a:t>产品类别</a:t>
            </a:r>
            <a:r>
              <a:rPr lang="en-US" altLang="zh-CN" sz="1400"/>
              <a:t>')['</a:t>
            </a:r>
            <a:r>
              <a:rPr lang="zh-CN" altLang="en-US" sz="1400"/>
              <a:t>销售额</a:t>
            </a:r>
            <a:r>
              <a:rPr lang="en-US" altLang="zh-CN" sz="1400"/>
              <a:t>'].mean()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df.groupby('</a:t>
            </a:r>
            <a:r>
              <a:rPr lang="zh-CN" altLang="en-US" sz="1400"/>
              <a:t>产品类别</a:t>
            </a:r>
            <a:r>
              <a:rPr lang="en-US" altLang="zh-CN" sz="1400"/>
              <a:t>')['</a:t>
            </a:r>
            <a:r>
              <a:rPr lang="zh-CN" altLang="en-US" sz="1400"/>
              <a:t>销售额</a:t>
            </a:r>
            <a:r>
              <a:rPr lang="en-US" altLang="zh-CN" sz="1400"/>
              <a:t>'].agg(['sum',</a:t>
            </a:r>
            <a:r>
              <a:rPr lang="zh-CN" altLang="en-US" sz="1400"/>
              <a:t> </a:t>
            </a:r>
            <a:r>
              <a:rPr lang="en-US" altLang="zh-CN" sz="1400"/>
              <a:t>'max', 'min'])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df.groupby('</a:t>
            </a:r>
            <a:r>
              <a:rPr lang="zh-CN" altLang="en-US" sz="1400"/>
              <a:t>产品类别</a:t>
            </a:r>
            <a:r>
              <a:rPr lang="en-US" altLang="zh-CN" sz="1400"/>
              <a:t>').agg(['</a:t>
            </a:r>
            <a:r>
              <a:rPr lang="zh-CN" altLang="en-US" sz="1400"/>
              <a:t>销售数量</a:t>
            </a:r>
            <a:r>
              <a:rPr lang="en-US" altLang="zh-CN" sz="1400"/>
              <a:t>':'sum',</a:t>
            </a:r>
            <a:r>
              <a:rPr lang="zh-CN" altLang="en-US" sz="1400"/>
              <a:t> </a:t>
            </a:r>
            <a:r>
              <a:rPr lang="en-US" altLang="zh-CN" sz="1400"/>
              <a:t>'</a:t>
            </a:r>
            <a:r>
              <a:rPr lang="zh-CN" altLang="en-US" sz="1400"/>
              <a:t>销售金额</a:t>
            </a:r>
            <a:r>
              <a:rPr lang="en-US" altLang="zh-CN" sz="1400"/>
              <a:t>':'sum', '</a:t>
            </a:r>
            <a:r>
              <a:rPr lang="zh-CN" altLang="en-US" sz="1400"/>
              <a:t>单价</a:t>
            </a:r>
            <a:r>
              <a:rPr lang="en-US" altLang="zh-CN" sz="1400"/>
              <a:t>':'mean'])  </a:t>
            </a:r>
          </a:p>
        </p:txBody>
      </p:sp>
    </p:spTree>
    <p:extLst>
      <p:ext uri="{BB962C8B-B14F-4D97-AF65-F5344CB8AC3E}">
        <p14:creationId xmlns:p14="http://schemas.microsoft.com/office/powerpoint/2010/main" val="196399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B1539C-310D-AC06-9AB1-B266AE46E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908" y="885580"/>
            <a:ext cx="2544480" cy="2038455"/>
          </a:xfrm>
          <a:prstGeom prst="roundRect">
            <a:avLst>
              <a:gd name="adj" fmla="val 3015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345792E-C922-E271-18AA-741A57906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054" y="431382"/>
            <a:ext cx="3816627" cy="27965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C6D493-5F38-DDAF-2EE5-626B636D5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132" y="3617464"/>
            <a:ext cx="3755818" cy="29812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C9B61B0-B693-9609-4E0C-F799E311E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908" y="4206567"/>
            <a:ext cx="2544480" cy="1815592"/>
          </a:xfrm>
          <a:prstGeom prst="roundRect">
            <a:avLst>
              <a:gd name="adj" fmla="val 3015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79D4D8A-3620-7330-9DB2-64ADA2D08E01}"/>
              </a:ext>
            </a:extLst>
          </p:cNvPr>
          <p:cNvSpPr txBox="1"/>
          <p:nvPr/>
        </p:nvSpPr>
        <p:spPr>
          <a:xfrm>
            <a:off x="652130" y="1802474"/>
            <a:ext cx="73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加 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0002FA-F3EB-5B25-3E58-06126CF7F09C}"/>
              </a:ext>
            </a:extLst>
          </p:cNvPr>
          <p:cNvSpPr txBox="1"/>
          <p:nvPr/>
        </p:nvSpPr>
        <p:spPr>
          <a:xfrm>
            <a:off x="652130" y="2330558"/>
            <a:ext cx="73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查 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54D649-F004-6102-1F0C-CEECAD35860C}"/>
              </a:ext>
            </a:extLst>
          </p:cNvPr>
          <p:cNvSpPr txBox="1"/>
          <p:nvPr/>
        </p:nvSpPr>
        <p:spPr>
          <a:xfrm>
            <a:off x="652130" y="2858642"/>
            <a:ext cx="73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过 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EB8FF6-085A-00F3-0AF1-DD049FEC732E}"/>
              </a:ext>
            </a:extLst>
          </p:cNvPr>
          <p:cNvSpPr txBox="1"/>
          <p:nvPr/>
        </p:nvSpPr>
        <p:spPr>
          <a:xfrm>
            <a:off x="652130" y="3386726"/>
            <a:ext cx="73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清 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C0E3CE-8565-5D7C-6442-713A71970EC2}"/>
              </a:ext>
            </a:extLst>
          </p:cNvPr>
          <p:cNvSpPr txBox="1"/>
          <p:nvPr/>
        </p:nvSpPr>
        <p:spPr>
          <a:xfrm>
            <a:off x="652130" y="3914810"/>
            <a:ext cx="73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分 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FE524B6-C1D9-CAF3-24E2-1BB99DD439BC}"/>
              </a:ext>
            </a:extLst>
          </p:cNvPr>
          <p:cNvSpPr txBox="1"/>
          <p:nvPr/>
        </p:nvSpPr>
        <p:spPr>
          <a:xfrm>
            <a:off x="652130" y="4442894"/>
            <a:ext cx="73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排 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35F3CD-4E5A-B0E5-9E70-373E3E8CFADF}"/>
              </a:ext>
            </a:extLst>
          </p:cNvPr>
          <p:cNvSpPr txBox="1"/>
          <p:nvPr/>
        </p:nvSpPr>
        <p:spPr>
          <a:xfrm>
            <a:off x="8250866" y="2925061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一图胜千言</a:t>
            </a:r>
          </a:p>
        </p:txBody>
      </p:sp>
    </p:spTree>
    <p:extLst>
      <p:ext uri="{BB962C8B-B14F-4D97-AF65-F5344CB8AC3E}">
        <p14:creationId xmlns:p14="http://schemas.microsoft.com/office/powerpoint/2010/main" val="11329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CA76A-122E-E36F-72A8-FECB4189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9D16D6-5D52-C27A-67D8-E0EDFFD8A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环境准备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Pandas</a:t>
            </a:r>
            <a:r>
              <a:rPr lang="zh-CN" altLang="en-US">
                <a:latin typeface="+mn-lt"/>
              </a:rPr>
              <a:t>基础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Matplotlib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基础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数据分析案例</a:t>
            </a:r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140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5A43E-06B5-C8B4-7FD1-9F8C5995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E928FE-9837-3DC2-5FED-0228C2BEE3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Matplotlib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98B68C7-A992-A67C-F504-0B01649F11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Matplotlib</a:t>
            </a:r>
            <a:r>
              <a:rPr lang="zh-CN" altLang="en-US">
                <a:latin typeface="+mn-lt"/>
              </a:rPr>
              <a:t>初识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核心图表实战</a:t>
            </a:r>
            <a:endParaRPr lang="en-US" altLang="zh-CN">
              <a:latin typeface="+mn-lt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B973C38-5C45-A91D-5B1B-744833A817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67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C7F5-64BC-8126-E672-83EFB63D1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6DAC88-6D5E-573B-C021-F84064E6C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76998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Matplotlib</a:t>
            </a:r>
            <a:r>
              <a:rPr lang="zh-CN" altLang="en-US"/>
              <a:t>是一个功能强大的数据可视化开源</a:t>
            </a:r>
            <a:r>
              <a:rPr lang="en-US" altLang="zh-CN"/>
              <a:t>Python</a:t>
            </a:r>
            <a:r>
              <a:rPr lang="zh-CN" altLang="en-US"/>
              <a:t>库，也是</a:t>
            </a:r>
            <a:r>
              <a:rPr lang="en-US" altLang="zh-CN"/>
              <a:t>Python</a:t>
            </a:r>
            <a:r>
              <a:rPr lang="zh-CN" altLang="en-US"/>
              <a:t>中使用的最多的图形绘图库，可以创建静态、动态、交互式的图表。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官网：</a:t>
            </a:r>
            <a:r>
              <a:rPr lang="en-US" altLang="zh-CN">
                <a:hlinkClick r:id="rId2"/>
              </a:rPr>
              <a:t>https://matplotlib.org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安装：</a:t>
            </a:r>
            <a:r>
              <a:rPr lang="en-US" altLang="zh-CN">
                <a:solidFill>
                  <a:srgbClr val="0000FF"/>
                </a:solidFill>
              </a:rPr>
              <a:t>pip install </a:t>
            </a:r>
            <a:r>
              <a:rPr lang="en-US" altLang="zh-CN">
                <a:solidFill>
                  <a:srgbClr val="C00000"/>
                </a:solidFill>
              </a:rPr>
              <a:t>matplotlib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4B7A51-FB7B-41B3-0DCA-CD783A58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Matplotlib</a:t>
            </a:r>
            <a:r>
              <a:rPr lang="zh-CN" altLang="en-US"/>
              <a:t>初识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585E7C-2C8E-FBBC-5466-BA0D81693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22" y="275040"/>
            <a:ext cx="557966" cy="535774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DDAB582-A73E-FE1A-87FC-937E8109C656}"/>
              </a:ext>
            </a:extLst>
          </p:cNvPr>
          <p:cNvGrpSpPr/>
          <p:nvPr/>
        </p:nvGrpSpPr>
        <p:grpSpPr>
          <a:xfrm>
            <a:off x="935927" y="2964827"/>
            <a:ext cx="4709224" cy="2597773"/>
            <a:chOff x="2297718" y="3660322"/>
            <a:chExt cx="5293637" cy="2744611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E471D69-A25A-3F21-501E-EDBE62D29208}"/>
                </a:ext>
              </a:extLst>
            </p:cNvPr>
            <p:cNvSpPr/>
            <p:nvPr/>
          </p:nvSpPr>
          <p:spPr>
            <a:xfrm>
              <a:off x="2297728" y="3660323"/>
              <a:ext cx="5293627" cy="2744610"/>
            </a:xfrm>
            <a:prstGeom prst="roundRect">
              <a:avLst>
                <a:gd name="adj" fmla="val 246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matplotlib.pyplot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as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plt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x = [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7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8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9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y = [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9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8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7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plt.plot(x, y)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plt.show()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F2B56DE2-9C9E-3F8F-E333-2320B97D55B4}"/>
                </a:ext>
              </a:extLst>
            </p:cNvPr>
            <p:cNvSpPr/>
            <p:nvPr/>
          </p:nvSpPr>
          <p:spPr>
            <a:xfrm>
              <a:off x="2297718" y="3660322"/>
              <a:ext cx="529362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入门程序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7DC2A20-AC64-3BC1-E048-AC6EFD6AC72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6945628-864A-A0BC-39AD-AE4A2E625C2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279F4FF-F1DD-AF79-6396-B6DB6A7D893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DCB7A116-F8FC-BB01-3873-0BAAA1FFD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754" y="2819400"/>
            <a:ext cx="3811713" cy="2857598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48786D2-3483-737F-446A-F67F91C0CC5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779230" y="4248199"/>
            <a:ext cx="194052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14B3AF2-E430-90AB-567B-F9E63116D128}"/>
              </a:ext>
            </a:extLst>
          </p:cNvPr>
          <p:cNvSpPr txBox="1"/>
          <p:nvPr/>
        </p:nvSpPr>
        <p:spPr>
          <a:xfrm>
            <a:off x="6365244" y="3971200"/>
            <a:ext cx="938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可视化展示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4DCE4C0-ABD5-18C4-5AC5-E06E94BF6CFB}"/>
              </a:ext>
            </a:extLst>
          </p:cNvPr>
          <p:cNvCxnSpPr>
            <a:cxnSpLocks/>
          </p:cNvCxnSpPr>
          <p:nvPr/>
        </p:nvCxnSpPr>
        <p:spPr>
          <a:xfrm>
            <a:off x="7931426" y="5499652"/>
            <a:ext cx="3889513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7A4C210-9677-40F2-F84F-9C65CCDA7804}"/>
              </a:ext>
            </a:extLst>
          </p:cNvPr>
          <p:cNvCxnSpPr>
            <a:cxnSpLocks/>
          </p:cNvCxnSpPr>
          <p:nvPr/>
        </p:nvCxnSpPr>
        <p:spPr>
          <a:xfrm flipV="1">
            <a:off x="7931426" y="2531165"/>
            <a:ext cx="0" cy="297511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4809BB2-7588-9E25-ADAF-D122963C7A33}"/>
              </a:ext>
            </a:extLst>
          </p:cNvPr>
          <p:cNvGrpSpPr/>
          <p:nvPr/>
        </p:nvGrpSpPr>
        <p:grpSpPr>
          <a:xfrm>
            <a:off x="929033" y="6347433"/>
            <a:ext cx="10707645" cy="348335"/>
            <a:chOff x="4685665" y="1834757"/>
            <a:chExt cx="10781204" cy="348335"/>
          </a:xfrm>
        </p:grpSpPr>
        <p:sp>
          <p:nvSpPr>
            <p:cNvPr id="20" name="ComponentBackground2">
              <a:extLst>
                <a:ext uri="{FF2B5EF4-FFF2-40B4-BE49-F238E27FC236}">
                  <a16:creationId xmlns:a16="http://schemas.microsoft.com/office/drawing/2014/main" id="{2B616B83-960C-86B6-C376-3ED51C21E2BD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758344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rgbClr val="C00000"/>
                  </a:solidFill>
                  <a:ea typeface="微软雅黑"/>
                </a:rPr>
                <a:t>注意</a:t>
              </a: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X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轴的数据数量与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Y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轴中的数据数量要一致 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1" name="Shape2">
              <a:extLst>
                <a:ext uri="{FF2B5EF4-FFF2-40B4-BE49-F238E27FC236}">
                  <a16:creationId xmlns:a16="http://schemas.microsoft.com/office/drawing/2014/main" id="{4FC2CB07-D640-0C4A-CCE9-CA6DBC475D36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EDA209BF-9DFD-C2F9-8C52-BE216350D1A1}"/>
              </a:ext>
            </a:extLst>
          </p:cNvPr>
          <p:cNvSpPr txBox="1"/>
          <p:nvPr/>
        </p:nvSpPr>
        <p:spPr>
          <a:xfrm>
            <a:off x="11786638" y="5307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X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E50514-6734-8E79-9C57-7151443D1CE3}"/>
              </a:ext>
            </a:extLst>
          </p:cNvPr>
          <p:cNvSpPr txBox="1"/>
          <p:nvPr/>
        </p:nvSpPr>
        <p:spPr>
          <a:xfrm>
            <a:off x="7770164" y="216940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Y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2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98C80-906F-4E9C-6F15-C7C1A1B04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1B0C170B-E491-EAAB-5EDD-DC991E3652AC}"/>
              </a:ext>
            </a:extLst>
          </p:cNvPr>
          <p:cNvSpPr/>
          <p:nvPr/>
        </p:nvSpPr>
        <p:spPr>
          <a:xfrm>
            <a:off x="1181100" y="914400"/>
            <a:ext cx="7247835" cy="5314122"/>
          </a:xfrm>
          <a:prstGeom prst="roundRect">
            <a:avLst>
              <a:gd name="adj" fmla="val 1058"/>
            </a:avLst>
          </a:prstGeom>
          <a:solidFill>
            <a:srgbClr val="FDFDFD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5DC0020-063D-56F4-F164-C3BC10A69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Matplotlib</a:t>
            </a:r>
            <a:r>
              <a:rPr lang="zh-CN" altLang="en-US"/>
              <a:t>图表详解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650CCA-76FB-CE6B-906D-6ACA963E3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094" y="1315353"/>
            <a:ext cx="5947463" cy="4628248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F66C1AE-E3B9-CA19-3AD6-08475BCCF0E8}"/>
              </a:ext>
            </a:extLst>
          </p:cNvPr>
          <p:cNvCxnSpPr>
            <a:cxnSpLocks/>
          </p:cNvCxnSpPr>
          <p:nvPr/>
        </p:nvCxnSpPr>
        <p:spPr>
          <a:xfrm>
            <a:off x="2253604" y="1591157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24CD8A6-4989-9C0C-BF80-9B433FC478B8}"/>
              </a:ext>
            </a:extLst>
          </p:cNvPr>
          <p:cNvCxnSpPr>
            <a:cxnSpLocks/>
          </p:cNvCxnSpPr>
          <p:nvPr/>
        </p:nvCxnSpPr>
        <p:spPr>
          <a:xfrm>
            <a:off x="2253604" y="2015033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D0FF480-FD73-5F6B-FEA9-A52CFDADD662}"/>
              </a:ext>
            </a:extLst>
          </p:cNvPr>
          <p:cNvCxnSpPr>
            <a:cxnSpLocks/>
          </p:cNvCxnSpPr>
          <p:nvPr/>
        </p:nvCxnSpPr>
        <p:spPr>
          <a:xfrm>
            <a:off x="2253604" y="2438909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8FADCC6-8634-83D6-F347-2A285474F1FF}"/>
              </a:ext>
            </a:extLst>
          </p:cNvPr>
          <p:cNvCxnSpPr>
            <a:cxnSpLocks/>
          </p:cNvCxnSpPr>
          <p:nvPr/>
        </p:nvCxnSpPr>
        <p:spPr>
          <a:xfrm>
            <a:off x="2253604" y="2862785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D35A7F1-FFF2-BD22-FA8C-EF830C8D3E8F}"/>
              </a:ext>
            </a:extLst>
          </p:cNvPr>
          <p:cNvCxnSpPr>
            <a:cxnSpLocks/>
          </p:cNvCxnSpPr>
          <p:nvPr/>
        </p:nvCxnSpPr>
        <p:spPr>
          <a:xfrm>
            <a:off x="2253604" y="3286661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8267054-3C83-E005-321C-AAEDD618B33A}"/>
              </a:ext>
            </a:extLst>
          </p:cNvPr>
          <p:cNvCxnSpPr>
            <a:cxnSpLocks/>
          </p:cNvCxnSpPr>
          <p:nvPr/>
        </p:nvCxnSpPr>
        <p:spPr>
          <a:xfrm>
            <a:off x="2253604" y="3710537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D5AFD6-1606-B322-8E98-1FB57910BFB9}"/>
              </a:ext>
            </a:extLst>
          </p:cNvPr>
          <p:cNvCxnSpPr>
            <a:cxnSpLocks/>
          </p:cNvCxnSpPr>
          <p:nvPr/>
        </p:nvCxnSpPr>
        <p:spPr>
          <a:xfrm>
            <a:off x="2253604" y="4134413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6F5CBAE-BA58-42CF-B670-469C29A57785}"/>
              </a:ext>
            </a:extLst>
          </p:cNvPr>
          <p:cNvCxnSpPr>
            <a:cxnSpLocks/>
          </p:cNvCxnSpPr>
          <p:nvPr/>
        </p:nvCxnSpPr>
        <p:spPr>
          <a:xfrm>
            <a:off x="2253604" y="4558289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FBFCE98-AB59-E783-E43C-4A673C20CAB6}"/>
              </a:ext>
            </a:extLst>
          </p:cNvPr>
          <p:cNvCxnSpPr>
            <a:cxnSpLocks/>
          </p:cNvCxnSpPr>
          <p:nvPr/>
        </p:nvCxnSpPr>
        <p:spPr>
          <a:xfrm>
            <a:off x="2253604" y="4982163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D8125EB-CAC1-BE0B-D22E-3DE759061091}"/>
              </a:ext>
            </a:extLst>
          </p:cNvPr>
          <p:cNvCxnSpPr>
            <a:cxnSpLocks/>
          </p:cNvCxnSpPr>
          <p:nvPr/>
        </p:nvCxnSpPr>
        <p:spPr>
          <a:xfrm>
            <a:off x="2522015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6E27350-D576-F0DC-C5FE-982022670312}"/>
              </a:ext>
            </a:extLst>
          </p:cNvPr>
          <p:cNvCxnSpPr>
            <a:cxnSpLocks/>
          </p:cNvCxnSpPr>
          <p:nvPr/>
        </p:nvCxnSpPr>
        <p:spPr>
          <a:xfrm>
            <a:off x="3058481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83A16FB-06F5-61A9-535D-34E9F23888CD}"/>
              </a:ext>
            </a:extLst>
          </p:cNvPr>
          <p:cNvCxnSpPr>
            <a:cxnSpLocks/>
          </p:cNvCxnSpPr>
          <p:nvPr/>
        </p:nvCxnSpPr>
        <p:spPr>
          <a:xfrm>
            <a:off x="7515784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B3445FA-7E69-364C-7D62-15734D09474B}"/>
              </a:ext>
            </a:extLst>
          </p:cNvPr>
          <p:cNvCxnSpPr>
            <a:cxnSpLocks/>
          </p:cNvCxnSpPr>
          <p:nvPr/>
        </p:nvCxnSpPr>
        <p:spPr>
          <a:xfrm>
            <a:off x="6960920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E345D03-4681-BEA2-24D9-0AAFA1669689}"/>
              </a:ext>
            </a:extLst>
          </p:cNvPr>
          <p:cNvCxnSpPr>
            <a:cxnSpLocks/>
          </p:cNvCxnSpPr>
          <p:nvPr/>
        </p:nvCxnSpPr>
        <p:spPr>
          <a:xfrm>
            <a:off x="6406057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4A3F9F2-D596-9E94-8CEB-23665ABB7EB2}"/>
              </a:ext>
            </a:extLst>
          </p:cNvPr>
          <p:cNvCxnSpPr>
            <a:cxnSpLocks/>
          </p:cNvCxnSpPr>
          <p:nvPr/>
        </p:nvCxnSpPr>
        <p:spPr>
          <a:xfrm>
            <a:off x="5843833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5931864-1830-677D-5852-3862B7A8E45E}"/>
              </a:ext>
            </a:extLst>
          </p:cNvPr>
          <p:cNvCxnSpPr>
            <a:cxnSpLocks/>
          </p:cNvCxnSpPr>
          <p:nvPr/>
        </p:nvCxnSpPr>
        <p:spPr>
          <a:xfrm>
            <a:off x="5281611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87DE83E-BDB7-8F83-8D4F-E69FF9EE1547}"/>
              </a:ext>
            </a:extLst>
          </p:cNvPr>
          <p:cNvCxnSpPr>
            <a:cxnSpLocks/>
          </p:cNvCxnSpPr>
          <p:nvPr/>
        </p:nvCxnSpPr>
        <p:spPr>
          <a:xfrm>
            <a:off x="4726749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2E9C144-219D-74D9-356C-02B208F0E3C0}"/>
              </a:ext>
            </a:extLst>
          </p:cNvPr>
          <p:cNvCxnSpPr>
            <a:cxnSpLocks/>
          </p:cNvCxnSpPr>
          <p:nvPr/>
        </p:nvCxnSpPr>
        <p:spPr>
          <a:xfrm>
            <a:off x="4171886" y="1415566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1879101-F90A-5775-A102-27002672F8C1}"/>
              </a:ext>
            </a:extLst>
          </p:cNvPr>
          <p:cNvCxnSpPr>
            <a:cxnSpLocks/>
          </p:cNvCxnSpPr>
          <p:nvPr/>
        </p:nvCxnSpPr>
        <p:spPr>
          <a:xfrm>
            <a:off x="3615184" y="1400511"/>
            <a:ext cx="0" cy="419861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105DAE41-B830-B958-171F-3FBC2BB92CD6}"/>
              </a:ext>
            </a:extLst>
          </p:cNvPr>
          <p:cNvSpPr/>
          <p:nvPr/>
        </p:nvSpPr>
        <p:spPr>
          <a:xfrm>
            <a:off x="4726749" y="5911522"/>
            <a:ext cx="1046920" cy="271358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时间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E03B3CC0-2664-1868-360F-E1094CD8F876}"/>
              </a:ext>
            </a:extLst>
          </p:cNvPr>
          <p:cNvSpPr/>
          <p:nvPr/>
        </p:nvSpPr>
        <p:spPr>
          <a:xfrm>
            <a:off x="4094425" y="1033830"/>
            <a:ext cx="1819512" cy="271358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>
                    <a:lumMod val="50000"/>
                  </a:schemeClr>
                </a:solidFill>
              </a:rPr>
              <a:t>北京气温变化曲线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A71794E-DD80-92CB-587E-A08E295564B5}"/>
              </a:ext>
            </a:extLst>
          </p:cNvPr>
          <p:cNvSpPr/>
          <p:nvPr/>
        </p:nvSpPr>
        <p:spPr>
          <a:xfrm>
            <a:off x="1267569" y="1455478"/>
            <a:ext cx="629282" cy="271358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气温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1C7A9CF-217F-6457-33EB-D7B422372186}"/>
              </a:ext>
            </a:extLst>
          </p:cNvPr>
          <p:cNvCxnSpPr>
            <a:cxnSpLocks/>
          </p:cNvCxnSpPr>
          <p:nvPr/>
        </p:nvCxnSpPr>
        <p:spPr>
          <a:xfrm>
            <a:off x="2522015" y="5599121"/>
            <a:ext cx="0" cy="54496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2D4E0799-6399-147B-8469-1DA7E4237CAA}"/>
              </a:ext>
            </a:extLst>
          </p:cNvPr>
          <p:cNvCxnSpPr>
            <a:cxnSpLocks/>
          </p:cNvCxnSpPr>
          <p:nvPr/>
        </p:nvCxnSpPr>
        <p:spPr>
          <a:xfrm>
            <a:off x="3615184" y="5599121"/>
            <a:ext cx="0" cy="54496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BB0FA3F9-3694-8C92-7716-D6A60B671D46}"/>
              </a:ext>
            </a:extLst>
          </p:cNvPr>
          <p:cNvCxnSpPr>
            <a:cxnSpLocks/>
          </p:cNvCxnSpPr>
          <p:nvPr/>
        </p:nvCxnSpPr>
        <p:spPr>
          <a:xfrm>
            <a:off x="4726749" y="5599121"/>
            <a:ext cx="0" cy="54496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2A7330D8-5477-3F92-40C6-8B07DC3F6630}"/>
              </a:ext>
            </a:extLst>
          </p:cNvPr>
          <p:cNvCxnSpPr>
            <a:cxnSpLocks/>
          </p:cNvCxnSpPr>
          <p:nvPr/>
        </p:nvCxnSpPr>
        <p:spPr>
          <a:xfrm>
            <a:off x="5843833" y="5599121"/>
            <a:ext cx="0" cy="54496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36E3217B-82A0-C2D8-0182-33C3CB102217}"/>
              </a:ext>
            </a:extLst>
          </p:cNvPr>
          <p:cNvCxnSpPr>
            <a:cxnSpLocks/>
          </p:cNvCxnSpPr>
          <p:nvPr/>
        </p:nvCxnSpPr>
        <p:spPr>
          <a:xfrm>
            <a:off x="6962092" y="5599121"/>
            <a:ext cx="0" cy="54496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91C36BB2-3B71-7BA7-92FD-1BD7263B557C}"/>
              </a:ext>
            </a:extLst>
          </p:cNvPr>
          <p:cNvCxnSpPr>
            <a:cxnSpLocks/>
          </p:cNvCxnSpPr>
          <p:nvPr/>
        </p:nvCxnSpPr>
        <p:spPr>
          <a:xfrm flipH="1">
            <a:off x="2190004" y="5339018"/>
            <a:ext cx="59267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125BBDF3-44B7-405D-6E5F-E806F8D67EFD}"/>
              </a:ext>
            </a:extLst>
          </p:cNvPr>
          <p:cNvCxnSpPr>
            <a:cxnSpLocks/>
          </p:cNvCxnSpPr>
          <p:nvPr/>
        </p:nvCxnSpPr>
        <p:spPr>
          <a:xfrm flipH="1">
            <a:off x="2189258" y="4555996"/>
            <a:ext cx="59267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1AE4A9F4-C87B-AE31-919A-E8BA873CB9E2}"/>
              </a:ext>
            </a:extLst>
          </p:cNvPr>
          <p:cNvCxnSpPr>
            <a:cxnSpLocks/>
          </p:cNvCxnSpPr>
          <p:nvPr/>
        </p:nvCxnSpPr>
        <p:spPr>
          <a:xfrm flipH="1">
            <a:off x="2189257" y="3707977"/>
            <a:ext cx="59267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F827973E-6B1A-F88A-A5C3-E9BD12C9A267}"/>
              </a:ext>
            </a:extLst>
          </p:cNvPr>
          <p:cNvCxnSpPr>
            <a:cxnSpLocks/>
          </p:cNvCxnSpPr>
          <p:nvPr/>
        </p:nvCxnSpPr>
        <p:spPr>
          <a:xfrm flipH="1">
            <a:off x="2187765" y="2865720"/>
            <a:ext cx="59267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3E0D9027-7F6D-72A2-E844-1026BDC990C1}"/>
              </a:ext>
            </a:extLst>
          </p:cNvPr>
          <p:cNvCxnSpPr>
            <a:cxnSpLocks/>
          </p:cNvCxnSpPr>
          <p:nvPr/>
        </p:nvCxnSpPr>
        <p:spPr>
          <a:xfrm flipH="1">
            <a:off x="2182662" y="2017360"/>
            <a:ext cx="59267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E7ADE345-FEC7-5C06-91EB-F55564A395E5}"/>
              </a:ext>
            </a:extLst>
          </p:cNvPr>
          <p:cNvCxnSpPr>
            <a:cxnSpLocks/>
          </p:cNvCxnSpPr>
          <p:nvPr/>
        </p:nvCxnSpPr>
        <p:spPr>
          <a:xfrm>
            <a:off x="2253604" y="5342843"/>
            <a:ext cx="549750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9F09CFB9-2D36-5C95-A4B3-93A594891D0D}"/>
              </a:ext>
            </a:extLst>
          </p:cNvPr>
          <p:cNvSpPr txBox="1"/>
          <p:nvPr/>
        </p:nvSpPr>
        <p:spPr>
          <a:xfrm>
            <a:off x="2383195" y="561384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609533A-4FB7-FEC9-837F-14F9A849D00D}"/>
              </a:ext>
            </a:extLst>
          </p:cNvPr>
          <p:cNvSpPr txBox="1"/>
          <p:nvPr/>
        </p:nvSpPr>
        <p:spPr>
          <a:xfrm>
            <a:off x="3473158" y="562019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71A2179B-FCFA-2974-C527-E177C38A0B71}"/>
              </a:ext>
            </a:extLst>
          </p:cNvPr>
          <p:cNvSpPr txBox="1"/>
          <p:nvPr/>
        </p:nvSpPr>
        <p:spPr>
          <a:xfrm>
            <a:off x="4591553" y="5628430"/>
            <a:ext cx="2840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/>
              <a:t>5</a:t>
            </a:r>
            <a:endParaRPr lang="zh-CN" altLang="en-US" sz="130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4B28A74-67F7-C459-2E36-A78DD2F16E84}"/>
              </a:ext>
            </a:extLst>
          </p:cNvPr>
          <p:cNvSpPr txBox="1"/>
          <p:nvPr/>
        </p:nvSpPr>
        <p:spPr>
          <a:xfrm>
            <a:off x="5703117" y="5640685"/>
            <a:ext cx="2840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/>
              <a:t>7</a:t>
            </a:r>
            <a:endParaRPr lang="zh-CN" altLang="en-US" sz="130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7288515-316F-C0AB-7A83-6B137E9DFA37}"/>
              </a:ext>
            </a:extLst>
          </p:cNvPr>
          <p:cNvSpPr txBox="1"/>
          <p:nvPr/>
        </p:nvSpPr>
        <p:spPr>
          <a:xfrm>
            <a:off x="6820200" y="5640685"/>
            <a:ext cx="2840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/>
              <a:t>9</a:t>
            </a:r>
            <a:endParaRPr lang="zh-CN" altLang="en-US" sz="130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7D0D530-E2C1-C447-3620-9671ACBFED88}"/>
              </a:ext>
            </a:extLst>
          </p:cNvPr>
          <p:cNvSpPr txBox="1"/>
          <p:nvPr/>
        </p:nvSpPr>
        <p:spPr>
          <a:xfrm>
            <a:off x="1944315" y="5185129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F771468-7494-BE01-7FDE-84D79A3F5FD5}"/>
              </a:ext>
            </a:extLst>
          </p:cNvPr>
          <p:cNvSpPr txBox="1"/>
          <p:nvPr/>
        </p:nvSpPr>
        <p:spPr>
          <a:xfrm>
            <a:off x="1945187" y="4396345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F8CBDAD-A4E3-0517-E9E2-318F82F5BF7A}"/>
              </a:ext>
            </a:extLst>
          </p:cNvPr>
          <p:cNvSpPr txBox="1"/>
          <p:nvPr/>
        </p:nvSpPr>
        <p:spPr>
          <a:xfrm>
            <a:off x="1955545" y="3563197"/>
            <a:ext cx="2840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/>
              <a:t>5</a:t>
            </a:r>
            <a:endParaRPr lang="zh-CN" altLang="en-US" sz="130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7A6CBF63-8968-159A-F6EC-A2FFE7D1C2C5}"/>
              </a:ext>
            </a:extLst>
          </p:cNvPr>
          <p:cNvSpPr txBox="1"/>
          <p:nvPr/>
        </p:nvSpPr>
        <p:spPr>
          <a:xfrm>
            <a:off x="1950665" y="2734251"/>
            <a:ext cx="2840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/>
              <a:t>7</a:t>
            </a:r>
            <a:endParaRPr lang="zh-CN" altLang="en-US" sz="130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DD05659-C50C-52D6-8723-5F51D5716F83}"/>
              </a:ext>
            </a:extLst>
          </p:cNvPr>
          <p:cNvSpPr txBox="1"/>
          <p:nvPr/>
        </p:nvSpPr>
        <p:spPr>
          <a:xfrm>
            <a:off x="1949554" y="1868839"/>
            <a:ext cx="2840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/>
              <a:t>9</a:t>
            </a:r>
            <a:endParaRPr lang="zh-CN" altLang="en-US" sz="1300"/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A45DDE17-5BDA-4448-44C0-CC77A3866936}"/>
              </a:ext>
            </a:extLst>
          </p:cNvPr>
          <p:cNvGrpSpPr/>
          <p:nvPr/>
        </p:nvGrpSpPr>
        <p:grpSpPr>
          <a:xfrm>
            <a:off x="2522015" y="2008683"/>
            <a:ext cx="4994874" cy="2148121"/>
            <a:chOff x="2077515" y="2008683"/>
            <a:chExt cx="4994874" cy="2148121"/>
          </a:xfrm>
        </p:grpSpPr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A4B9828B-1B23-0A4B-D7B8-E0211BCD6937}"/>
                </a:ext>
              </a:extLst>
            </p:cNvPr>
            <p:cNvCxnSpPr/>
            <p:nvPr/>
          </p:nvCxnSpPr>
          <p:spPr>
            <a:xfrm>
              <a:off x="2077515" y="2862785"/>
              <a:ext cx="536466" cy="1271628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A36105EF-108B-97B2-25F1-305271DC5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4945" y="2438909"/>
              <a:ext cx="555739" cy="1692569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4DB43EC3-2943-FA35-05E5-2659D89039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0684" y="2438909"/>
              <a:ext cx="556702" cy="847752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BB99E694-67E1-1B60-43D6-D649AA3C1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7386" y="2015033"/>
              <a:ext cx="554863" cy="1271628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23B9D1C5-7020-26F9-A821-6B32CECB98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82249" y="2008683"/>
              <a:ext cx="554862" cy="1271628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E5BC24C0-80AE-1340-C7F1-E1E5401C51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940" y="2852257"/>
              <a:ext cx="569551" cy="437352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00959459-1EEB-A3EA-87E6-96107359A7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7905" y="2852257"/>
              <a:ext cx="1113679" cy="1295614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78BEADEC-9965-1288-F347-A2B40E5B83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4742" y="3273101"/>
              <a:ext cx="567647" cy="883703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1C3F219F-DE89-FCD4-2226-B05683AFF236}"/>
              </a:ext>
            </a:extLst>
          </p:cNvPr>
          <p:cNvGrpSpPr/>
          <p:nvPr/>
        </p:nvGrpSpPr>
        <p:grpSpPr>
          <a:xfrm>
            <a:off x="7019496" y="1474732"/>
            <a:ext cx="708902" cy="261610"/>
            <a:chOff x="6230444" y="1555165"/>
            <a:chExt cx="708902" cy="261610"/>
          </a:xfrm>
        </p:grpSpPr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B356040F-5C66-9463-7A61-02769E0335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30444" y="1679912"/>
              <a:ext cx="293337" cy="0"/>
            </a:xfrm>
            <a:prstGeom prst="line">
              <a:avLst/>
            </a:prstGeom>
            <a:ln w="19050">
              <a:solidFill>
                <a:srgbClr val="2A7E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81D17771-7346-4EA5-A1A6-E23DF14BB712}"/>
                </a:ext>
              </a:extLst>
            </p:cNvPr>
            <p:cNvSpPr txBox="1"/>
            <p:nvPr/>
          </p:nvSpPr>
          <p:spPr>
            <a:xfrm>
              <a:off x="6475758" y="1555165"/>
              <a:ext cx="4635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/>
                <a:t>北京</a:t>
              </a:r>
            </a:p>
          </p:txBody>
        </p: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131A3132-CEA2-0D2F-78E4-8DAA4714E263}"/>
              </a:ext>
            </a:extLst>
          </p:cNvPr>
          <p:cNvGrpSpPr/>
          <p:nvPr/>
        </p:nvGrpSpPr>
        <p:grpSpPr>
          <a:xfrm>
            <a:off x="7019495" y="1735504"/>
            <a:ext cx="708903" cy="261610"/>
            <a:chOff x="6230443" y="1735504"/>
            <a:chExt cx="708903" cy="261610"/>
          </a:xfrm>
        </p:grpSpPr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656CF8C7-07AC-4763-75CC-B93AAC2B01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30443" y="1858339"/>
              <a:ext cx="2933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E2C197E5-379D-1CEC-226B-1C80156199B2}"/>
                </a:ext>
              </a:extLst>
            </p:cNvPr>
            <p:cNvSpPr txBox="1"/>
            <p:nvPr/>
          </p:nvSpPr>
          <p:spPr>
            <a:xfrm>
              <a:off x="6475758" y="1735504"/>
              <a:ext cx="4635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/>
                <a:t>西安</a:t>
              </a:r>
            </a:p>
          </p:txBody>
        </p:sp>
      </p:grp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6416A179-B1B8-88A7-3E96-C903CFC02DCB}"/>
              </a:ext>
            </a:extLst>
          </p:cNvPr>
          <p:cNvCxnSpPr>
            <a:stCxn id="69" idx="3"/>
          </p:cNvCxnSpPr>
          <p:nvPr/>
        </p:nvCxnSpPr>
        <p:spPr>
          <a:xfrm>
            <a:off x="5913937" y="1169509"/>
            <a:ext cx="3336633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2A2C2B20-8663-E59C-084B-BE490C958FBC}"/>
              </a:ext>
            </a:extLst>
          </p:cNvPr>
          <p:cNvCxnSpPr>
            <a:cxnSpLocks/>
            <a:stCxn id="162" idx="6"/>
          </p:cNvCxnSpPr>
          <p:nvPr/>
        </p:nvCxnSpPr>
        <p:spPr>
          <a:xfrm>
            <a:off x="7157012" y="2457820"/>
            <a:ext cx="2093558" cy="635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椭圆 161">
            <a:extLst>
              <a:ext uri="{FF2B5EF4-FFF2-40B4-BE49-F238E27FC236}">
                <a16:creationId xmlns:a16="http://schemas.microsoft.com/office/drawing/2014/main" id="{71BF6279-7368-75DC-9FE2-09C33B00456F}"/>
              </a:ext>
            </a:extLst>
          </p:cNvPr>
          <p:cNvSpPr/>
          <p:nvPr/>
        </p:nvSpPr>
        <p:spPr>
          <a:xfrm>
            <a:off x="6235700" y="2272748"/>
            <a:ext cx="921312" cy="370143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9C3DA383-1450-8739-B303-DBAECB486214}"/>
              </a:ext>
            </a:extLst>
          </p:cNvPr>
          <p:cNvSpPr/>
          <p:nvPr/>
        </p:nvSpPr>
        <p:spPr>
          <a:xfrm>
            <a:off x="6942566" y="1427690"/>
            <a:ext cx="785832" cy="600801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BC3CE972-9AE6-25E4-3777-F4ACB05BF86B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5250209" y="6182880"/>
            <a:ext cx="0" cy="316479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049ADA8C-83A6-AA79-6486-9A0F40F92E3E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1582210" y="1726836"/>
            <a:ext cx="0" cy="434391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D50D4881-FD1B-B48B-CE9B-6A7127605F4E}"/>
              </a:ext>
            </a:extLst>
          </p:cNvPr>
          <p:cNvCxnSpPr>
            <a:cxnSpLocks/>
            <a:stCxn id="165" idx="6"/>
          </p:cNvCxnSpPr>
          <p:nvPr/>
        </p:nvCxnSpPr>
        <p:spPr>
          <a:xfrm>
            <a:off x="7728398" y="1728091"/>
            <a:ext cx="1522172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2FC71E0C-6B84-D8DC-BDDD-37BDEFF3F3F8}"/>
              </a:ext>
            </a:extLst>
          </p:cNvPr>
          <p:cNvCxnSpPr>
            <a:cxnSpLocks/>
          </p:cNvCxnSpPr>
          <p:nvPr/>
        </p:nvCxnSpPr>
        <p:spPr>
          <a:xfrm flipV="1">
            <a:off x="6956084" y="5280591"/>
            <a:ext cx="2317195" cy="260514"/>
          </a:xfrm>
          <a:prstGeom prst="bentConnector3">
            <a:avLst>
              <a:gd name="adj1" fmla="val 244"/>
            </a:avLst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椭圆 177">
            <a:extLst>
              <a:ext uri="{FF2B5EF4-FFF2-40B4-BE49-F238E27FC236}">
                <a16:creationId xmlns:a16="http://schemas.microsoft.com/office/drawing/2014/main" id="{439151F3-C7D9-EE1E-78CB-82DE3C258AE2}"/>
              </a:ext>
            </a:extLst>
          </p:cNvPr>
          <p:cNvSpPr/>
          <p:nvPr/>
        </p:nvSpPr>
        <p:spPr>
          <a:xfrm>
            <a:off x="6798031" y="5541105"/>
            <a:ext cx="316106" cy="134943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30A06128-DA3F-8DB0-5081-1255995B04C4}"/>
              </a:ext>
            </a:extLst>
          </p:cNvPr>
          <p:cNvCxnSpPr/>
          <p:nvPr/>
        </p:nvCxnSpPr>
        <p:spPr>
          <a:xfrm>
            <a:off x="6798031" y="5899322"/>
            <a:ext cx="306221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8B85331D-A7F6-FC93-18C4-25DBE7D6BD4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01210" y="4870131"/>
            <a:ext cx="220552" cy="2299740"/>
          </a:xfrm>
          <a:prstGeom prst="bentConnector2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F6AA20E3-580B-8F8E-4A87-7E16868FF7E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8428935" y="3563197"/>
            <a:ext cx="844344" cy="8264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6EE82413-326E-ED75-DA7B-3D9EA807DE96}"/>
              </a:ext>
            </a:extLst>
          </p:cNvPr>
          <p:cNvSpPr txBox="1"/>
          <p:nvPr/>
        </p:nvSpPr>
        <p:spPr>
          <a:xfrm>
            <a:off x="9273279" y="3412195"/>
            <a:ext cx="1396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</a:rPr>
              <a:t>画布</a:t>
            </a:r>
            <a:r>
              <a:rPr lang="en-US" altLang="zh-CN" sz="1400">
                <a:solidFill>
                  <a:srgbClr val="00B0F0"/>
                </a:solidFill>
              </a:rPr>
              <a:t>(Figure)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95E0B42F-0909-29A6-3151-806057AA3876}"/>
              </a:ext>
            </a:extLst>
          </p:cNvPr>
          <p:cNvSpPr txBox="1"/>
          <p:nvPr/>
        </p:nvSpPr>
        <p:spPr>
          <a:xfrm>
            <a:off x="7728398" y="5466306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X</a:t>
            </a:r>
            <a:r>
              <a:rPr lang="zh-CN" altLang="en-US" sz="1400"/>
              <a:t>轴</a:t>
            </a:r>
            <a:r>
              <a:rPr lang="en-US" altLang="zh-CN" sz="1400"/>
              <a:t>(Xaxis)</a:t>
            </a:r>
            <a:endParaRPr lang="zh-CN" altLang="en-US" sz="1400"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23CEF722-AFDA-3A87-AAA6-31F2F3CD926D}"/>
              </a:ext>
            </a:extLst>
          </p:cNvPr>
          <p:cNvSpPr txBox="1"/>
          <p:nvPr/>
        </p:nvSpPr>
        <p:spPr>
          <a:xfrm>
            <a:off x="1773092" y="10235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Y</a:t>
            </a:r>
            <a:r>
              <a:rPr lang="zh-CN" altLang="en-US" sz="1400"/>
              <a:t>轴</a:t>
            </a:r>
            <a:r>
              <a:rPr lang="en-US" altLang="zh-CN" sz="1400"/>
              <a:t>(Yaxis)</a:t>
            </a:r>
            <a:endParaRPr lang="zh-CN" altLang="en-US" sz="1400"/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486F3A02-A30D-5620-093F-77C6E2B49009}"/>
              </a:ext>
            </a:extLst>
          </p:cNvPr>
          <p:cNvSpPr txBox="1"/>
          <p:nvPr/>
        </p:nvSpPr>
        <p:spPr>
          <a:xfrm>
            <a:off x="9273279" y="1023540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</a:rPr>
              <a:t>标题</a:t>
            </a:r>
            <a:r>
              <a:rPr lang="en-US" altLang="zh-CN" sz="1400">
                <a:solidFill>
                  <a:srgbClr val="00B0F0"/>
                </a:solidFill>
              </a:rPr>
              <a:t>(Title)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B282ADA3-E1F6-4AEB-07B4-5921066421E1}"/>
              </a:ext>
            </a:extLst>
          </p:cNvPr>
          <p:cNvSpPr txBox="1"/>
          <p:nvPr/>
        </p:nvSpPr>
        <p:spPr>
          <a:xfrm>
            <a:off x="4531867" y="6480640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00B0F0"/>
                </a:solidFill>
              </a:rPr>
              <a:t>X</a:t>
            </a:r>
            <a:r>
              <a:rPr lang="zh-CN" altLang="en-US" sz="1400">
                <a:solidFill>
                  <a:srgbClr val="00B0F0"/>
                </a:solidFill>
              </a:rPr>
              <a:t>轴标签</a:t>
            </a:r>
            <a:r>
              <a:rPr lang="en-US" altLang="zh-CN" sz="1400">
                <a:solidFill>
                  <a:srgbClr val="00B0F0"/>
                </a:solidFill>
              </a:rPr>
              <a:t>(Xlabel)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46594961-BB95-2DBD-03DF-1CE36EEE1082}"/>
              </a:ext>
            </a:extLst>
          </p:cNvPr>
          <p:cNvSpPr txBox="1"/>
          <p:nvPr/>
        </p:nvSpPr>
        <p:spPr>
          <a:xfrm>
            <a:off x="568256" y="2109530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00B0F0"/>
                </a:solidFill>
              </a:rPr>
              <a:t>Y</a:t>
            </a:r>
            <a:r>
              <a:rPr lang="zh-CN" altLang="en-US" sz="1400">
                <a:solidFill>
                  <a:srgbClr val="00B0F0"/>
                </a:solidFill>
              </a:rPr>
              <a:t>轴标签</a:t>
            </a:r>
            <a:r>
              <a:rPr lang="en-US" altLang="zh-CN" sz="1400">
                <a:solidFill>
                  <a:srgbClr val="00B0F0"/>
                </a:solidFill>
              </a:rPr>
              <a:t>(Ylabel)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92870BF4-849B-B934-EE6F-E7D13467532B}"/>
              </a:ext>
            </a:extLst>
          </p:cNvPr>
          <p:cNvSpPr txBox="1"/>
          <p:nvPr/>
        </p:nvSpPr>
        <p:spPr>
          <a:xfrm>
            <a:off x="9323287" y="2310281"/>
            <a:ext cx="1358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</a:rPr>
              <a:t>网格线</a:t>
            </a:r>
            <a:r>
              <a:rPr lang="en-US" altLang="zh-CN" sz="1400">
                <a:solidFill>
                  <a:srgbClr val="00B0F0"/>
                </a:solidFill>
              </a:rPr>
              <a:t>(Grid)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D255D748-03EF-51FA-CFBC-D692861FDCEB}"/>
              </a:ext>
            </a:extLst>
          </p:cNvPr>
          <p:cNvSpPr txBox="1"/>
          <p:nvPr/>
        </p:nvSpPr>
        <p:spPr>
          <a:xfrm>
            <a:off x="9284815" y="5126702"/>
            <a:ext cx="1572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00B0F0"/>
                </a:solidFill>
              </a:rPr>
              <a:t>X</a:t>
            </a:r>
            <a:r>
              <a:rPr lang="zh-CN" altLang="en-US" sz="1400">
                <a:solidFill>
                  <a:srgbClr val="00B0F0"/>
                </a:solidFill>
              </a:rPr>
              <a:t>轴刻度</a:t>
            </a:r>
            <a:r>
              <a:rPr lang="en-US" altLang="zh-CN" sz="1400">
                <a:solidFill>
                  <a:srgbClr val="00B0F0"/>
                </a:solidFill>
              </a:rPr>
              <a:t>(Xtick)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569BEDC0-2C9D-3B59-CFC6-8CC20138ABAE}"/>
              </a:ext>
            </a:extLst>
          </p:cNvPr>
          <p:cNvSpPr txBox="1"/>
          <p:nvPr/>
        </p:nvSpPr>
        <p:spPr>
          <a:xfrm>
            <a:off x="9273279" y="5976388"/>
            <a:ext cx="2569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00B0F0"/>
                </a:solidFill>
              </a:rPr>
              <a:t>X</a:t>
            </a:r>
            <a:r>
              <a:rPr lang="zh-CN" altLang="en-US" sz="1400">
                <a:solidFill>
                  <a:srgbClr val="00B0F0"/>
                </a:solidFill>
              </a:rPr>
              <a:t>轴刻度标签</a:t>
            </a:r>
            <a:r>
              <a:rPr lang="en-US" altLang="zh-CN" sz="1400">
                <a:solidFill>
                  <a:srgbClr val="00B0F0"/>
                </a:solidFill>
              </a:rPr>
              <a:t>(Xtick_label)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4EDE8B09-7E47-44D2-3E9F-C1F688CE77A3}"/>
              </a:ext>
            </a:extLst>
          </p:cNvPr>
          <p:cNvSpPr txBox="1"/>
          <p:nvPr/>
        </p:nvSpPr>
        <p:spPr>
          <a:xfrm>
            <a:off x="9238814" y="1583304"/>
            <a:ext cx="1396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</a:rPr>
              <a:t>图例</a:t>
            </a:r>
            <a:r>
              <a:rPr lang="en-US" altLang="zh-CN" sz="1400">
                <a:solidFill>
                  <a:srgbClr val="00B0F0"/>
                </a:solidFill>
              </a:rPr>
              <a:t>(Legend)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8DD80057-DB39-8611-8156-0D591119A3BC}"/>
              </a:ext>
            </a:extLst>
          </p:cNvPr>
          <p:cNvSpPr/>
          <p:nvPr/>
        </p:nvSpPr>
        <p:spPr>
          <a:xfrm>
            <a:off x="1959029" y="4442378"/>
            <a:ext cx="316106" cy="20325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4" name="直接箭头连接符 176">
            <a:extLst>
              <a:ext uri="{FF2B5EF4-FFF2-40B4-BE49-F238E27FC236}">
                <a16:creationId xmlns:a16="http://schemas.microsoft.com/office/drawing/2014/main" id="{36AD9085-A3B2-D35F-7CDA-30283E7015BE}"/>
              </a:ext>
            </a:extLst>
          </p:cNvPr>
          <p:cNvCxnSpPr>
            <a:cxnSpLocks/>
            <a:stCxn id="203" idx="2"/>
          </p:cNvCxnSpPr>
          <p:nvPr/>
        </p:nvCxnSpPr>
        <p:spPr>
          <a:xfrm rot="10800000" flipV="1">
            <a:off x="1431969" y="4544007"/>
            <a:ext cx="527060" cy="293890"/>
          </a:xfrm>
          <a:prstGeom prst="bentConnector3">
            <a:avLst>
              <a:gd name="adj1" fmla="val 100000"/>
            </a:avLst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0180883B-DBB9-92FE-CD4F-0693CE78EE41}"/>
              </a:ext>
            </a:extLst>
          </p:cNvPr>
          <p:cNvSpPr txBox="1"/>
          <p:nvPr/>
        </p:nvSpPr>
        <p:spPr>
          <a:xfrm>
            <a:off x="543247" y="4832952"/>
            <a:ext cx="1572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00B0F0"/>
                </a:solidFill>
              </a:rPr>
              <a:t>Y</a:t>
            </a:r>
            <a:r>
              <a:rPr lang="zh-CN" altLang="en-US" sz="1400">
                <a:solidFill>
                  <a:srgbClr val="00B0F0"/>
                </a:solidFill>
              </a:rPr>
              <a:t>轴刻度</a:t>
            </a:r>
            <a:r>
              <a:rPr lang="en-US" altLang="zh-CN" sz="1400">
                <a:solidFill>
                  <a:srgbClr val="00B0F0"/>
                </a:solidFill>
              </a:rPr>
              <a:t>(Ytick)</a:t>
            </a:r>
            <a:endParaRPr lang="zh-CN" altLang="en-US" sz="1400">
              <a:solidFill>
                <a:srgbClr val="00B0F0"/>
              </a:solidFill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EA584852-4F23-D493-C2DD-11A3E2116FFC}"/>
              </a:ext>
            </a:extLst>
          </p:cNvPr>
          <p:cNvSpPr txBox="1"/>
          <p:nvPr/>
        </p:nvSpPr>
        <p:spPr>
          <a:xfrm>
            <a:off x="44713" y="5045327"/>
            <a:ext cx="2569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00B0F0"/>
                </a:solidFill>
              </a:rPr>
              <a:t>Y</a:t>
            </a:r>
            <a:r>
              <a:rPr lang="zh-CN" altLang="en-US" sz="1400">
                <a:solidFill>
                  <a:srgbClr val="00B0F0"/>
                </a:solidFill>
              </a:rPr>
              <a:t>轴刻度标签</a:t>
            </a:r>
            <a:r>
              <a:rPr lang="en-US" altLang="zh-CN" sz="1400">
                <a:solidFill>
                  <a:srgbClr val="00B0F0"/>
                </a:solidFill>
              </a:rPr>
              <a:t>(Ytick_label)</a:t>
            </a:r>
            <a:endParaRPr lang="zh-CN" altLang="en-US" sz="140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019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2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9" grpId="0" animBg="1"/>
      <p:bldP spid="70" grpId="0" animBg="1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62" grpId="0" animBg="1"/>
      <p:bldP spid="165" grpId="0" animBg="1"/>
      <p:bldP spid="178" grpId="0" animBg="1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3" grpId="0" animBg="1"/>
      <p:bldP spid="212" grpId="0"/>
      <p:bldP spid="2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14930-AF08-2904-FA82-2755E595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6CCF801-B5FF-40FC-62DD-73ED44CA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509" y="1723630"/>
            <a:ext cx="4679738" cy="4993464"/>
          </a:xfrm>
          <a:prstGeom prst="roundRect">
            <a:avLst>
              <a:gd name="adj" fmla="val 905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02A2413-5F61-B6C4-11C7-03B4ABD277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8734" y="576108"/>
            <a:ext cx="7170081" cy="158270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如何基于</a:t>
            </a:r>
            <a:r>
              <a:rPr lang="en-US" altLang="zh-CN"/>
              <a:t>Matplotlib</a:t>
            </a:r>
            <a:r>
              <a:rPr lang="zh-CN" altLang="en-US"/>
              <a:t>绘制折线图 </a:t>
            </a:r>
            <a:r>
              <a:rPr lang="en-US" altLang="zh-CN"/>
              <a:t>?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4177D3-1BAF-85BD-5635-680354AEA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86" y="3272745"/>
            <a:ext cx="3612538" cy="2852892"/>
          </a:xfrm>
          <a:prstGeom prst="roundRect">
            <a:avLst>
              <a:gd name="adj" fmla="val 1387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772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DEB5-09FE-6A7E-1ED1-78FCE92E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FF67B4-5C0A-6A76-19A3-C0704C7EA0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Matplotlib</a:t>
            </a:r>
            <a:r>
              <a:rPr lang="zh-CN" altLang="en-US"/>
              <a:t>基础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F781430-6D93-F185-1563-C15FF3233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Matplotlib</a:t>
            </a:r>
            <a:r>
              <a:rPr lang="zh-CN" altLang="en-US">
                <a:latin typeface="+mn-lt"/>
              </a:rPr>
              <a:t>初识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核心图表实战</a:t>
            </a:r>
            <a:endParaRPr lang="en-US" altLang="zh-CN">
              <a:solidFill>
                <a:srgbClr val="C00000"/>
              </a:solidFill>
              <a:latin typeface="+mn-lt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1EC9AB7-7166-BFB6-D81E-DAF980BD37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7322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5F605-D7D2-3612-C15A-14F1B109B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42C287-4E86-156A-E03A-AA35DCE35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8630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为了能同时展示多个图表，便于图表之间数据的直观对比和分析，更高效、更专业地组织和呈现复杂的可视化信息，通常会在一个画布上创建多个子图 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1B2BB6D-1A6E-19EF-EDFA-87E41B9E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创建子图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DAC76B-167C-C86D-013A-1FB45DAFB895}"/>
              </a:ext>
            </a:extLst>
          </p:cNvPr>
          <p:cNvSpPr/>
          <p:nvPr/>
        </p:nvSpPr>
        <p:spPr>
          <a:xfrm>
            <a:off x="942160" y="2358887"/>
            <a:ext cx="10381533" cy="3982885"/>
          </a:xfrm>
          <a:prstGeom prst="rect">
            <a:avLst/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文本框 7">
            <a:extLst>
              <a:ext uri="{FF2B5EF4-FFF2-40B4-BE49-F238E27FC236}">
                <a16:creationId xmlns:a16="http://schemas.microsoft.com/office/drawing/2014/main" id="{EF345FF7-F496-D7A5-D39A-E9F279A0FE22}"/>
              </a:ext>
            </a:extLst>
          </p:cNvPr>
          <p:cNvSpPr txBox="1"/>
          <p:nvPr/>
        </p:nvSpPr>
        <p:spPr>
          <a:xfrm>
            <a:off x="2155200" y="1906836"/>
            <a:ext cx="8180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figure, axes = plt.subplots(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nrows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ncols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figsize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=(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20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6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dpi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100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E98F1A-5C80-1E28-B47F-482B7B6335B5}"/>
              </a:ext>
            </a:extLst>
          </p:cNvPr>
          <p:cNvSpPr/>
          <p:nvPr/>
        </p:nvSpPr>
        <p:spPr>
          <a:xfrm>
            <a:off x="1395662" y="2577548"/>
            <a:ext cx="4296994" cy="35847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C44B23-9305-5E09-1A90-27560316C332}"/>
              </a:ext>
            </a:extLst>
          </p:cNvPr>
          <p:cNvSpPr/>
          <p:nvPr/>
        </p:nvSpPr>
        <p:spPr>
          <a:xfrm>
            <a:off x="6601325" y="2577548"/>
            <a:ext cx="4296994" cy="3600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ECA76C-423D-1746-4193-AC8B95AC0F43}"/>
              </a:ext>
            </a:extLst>
          </p:cNvPr>
          <p:cNvSpPr txBox="1"/>
          <p:nvPr/>
        </p:nvSpPr>
        <p:spPr>
          <a:xfrm>
            <a:off x="5643810" y="6352324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figure</a:t>
            </a:r>
            <a:endParaRPr lang="zh-CN" altLang="en-US" sz="16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B5D190-39E4-D690-7CCE-4ACCD72D77C8}"/>
              </a:ext>
            </a:extLst>
          </p:cNvPr>
          <p:cNvSpPr/>
          <p:nvPr/>
        </p:nvSpPr>
        <p:spPr>
          <a:xfrm>
            <a:off x="6601325" y="2561378"/>
            <a:ext cx="4296994" cy="36170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F78F3F-8B75-17EC-027A-19BC53507FAB}"/>
              </a:ext>
            </a:extLst>
          </p:cNvPr>
          <p:cNvSpPr/>
          <p:nvPr/>
        </p:nvSpPr>
        <p:spPr>
          <a:xfrm>
            <a:off x="1395662" y="2577548"/>
            <a:ext cx="4296994" cy="35847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4E74AE-E107-C010-A71F-949503CD88C7}"/>
              </a:ext>
            </a:extLst>
          </p:cNvPr>
          <p:cNvSpPr txBox="1"/>
          <p:nvPr/>
        </p:nvSpPr>
        <p:spPr>
          <a:xfrm>
            <a:off x="3081532" y="5607894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axes[0]</a:t>
            </a:r>
            <a:endParaRPr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06944E4-9BDB-9BFF-5E30-28D00CFE2918}"/>
              </a:ext>
            </a:extLst>
          </p:cNvPr>
          <p:cNvSpPr txBox="1"/>
          <p:nvPr/>
        </p:nvSpPr>
        <p:spPr>
          <a:xfrm>
            <a:off x="8287195" y="5607894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axes[1]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04436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9" grpId="0" animBg="1"/>
      <p:bldP spid="10" grpId="0" animBg="1"/>
      <p:bldP spid="12" grpId="0"/>
      <p:bldP spid="15" grpId="0" animBg="1"/>
      <p:bldP spid="16" grpId="0" animBg="1"/>
      <p:bldP spid="13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885C-9078-BCE0-875B-1BD628D4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75E510-03F6-9464-D049-800E04CF5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8630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为了能同时展示多个图表，便于图表之间数据的直观对比和分析，更高效、更专业地组织和呈现复杂的可视化信息，通常会在一个画布上创建多个子图 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6E3A81D-2A58-8526-15A1-E29E36A5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创建子图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4570C2-ED2D-BDFA-294C-87BB4A33F1D9}"/>
              </a:ext>
            </a:extLst>
          </p:cNvPr>
          <p:cNvSpPr/>
          <p:nvPr/>
        </p:nvSpPr>
        <p:spPr>
          <a:xfrm>
            <a:off x="942160" y="2358887"/>
            <a:ext cx="10381533" cy="3982885"/>
          </a:xfrm>
          <a:prstGeom prst="rect">
            <a:avLst/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文本框 7">
            <a:extLst>
              <a:ext uri="{FF2B5EF4-FFF2-40B4-BE49-F238E27FC236}">
                <a16:creationId xmlns:a16="http://schemas.microsoft.com/office/drawing/2014/main" id="{893FE319-045B-9637-7E36-8AFB7DEB9D13}"/>
              </a:ext>
            </a:extLst>
          </p:cNvPr>
          <p:cNvSpPr txBox="1"/>
          <p:nvPr/>
        </p:nvSpPr>
        <p:spPr>
          <a:xfrm>
            <a:off x="2155200" y="1906836"/>
            <a:ext cx="8180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figure, axes = plt.subplots(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nrows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ncols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figsize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=(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20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6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dpi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100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786F9B-5556-EFBA-05F1-CBBA24FE85FD}"/>
              </a:ext>
            </a:extLst>
          </p:cNvPr>
          <p:cNvSpPr/>
          <p:nvPr/>
        </p:nvSpPr>
        <p:spPr>
          <a:xfrm>
            <a:off x="1395662" y="2577548"/>
            <a:ext cx="4296994" cy="16366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B2CBD3-E098-0585-6761-2135F37D4B9D}"/>
              </a:ext>
            </a:extLst>
          </p:cNvPr>
          <p:cNvSpPr/>
          <p:nvPr/>
        </p:nvSpPr>
        <p:spPr>
          <a:xfrm>
            <a:off x="6601325" y="2577548"/>
            <a:ext cx="4296994" cy="16366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8A2CB1-512A-7D01-7C89-8FF3CC831D92}"/>
              </a:ext>
            </a:extLst>
          </p:cNvPr>
          <p:cNvSpPr txBox="1"/>
          <p:nvPr/>
        </p:nvSpPr>
        <p:spPr>
          <a:xfrm>
            <a:off x="5643810" y="6352324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figure</a:t>
            </a:r>
            <a:endParaRPr lang="zh-CN" altLang="en-US" sz="16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20B468-77B6-8BD7-7C48-4182660EDF2B}"/>
              </a:ext>
            </a:extLst>
          </p:cNvPr>
          <p:cNvSpPr/>
          <p:nvPr/>
        </p:nvSpPr>
        <p:spPr>
          <a:xfrm>
            <a:off x="6601325" y="4350329"/>
            <a:ext cx="4296994" cy="18119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A9B369-9052-2972-3EE9-A642DF8F75C7}"/>
              </a:ext>
            </a:extLst>
          </p:cNvPr>
          <p:cNvSpPr txBox="1"/>
          <p:nvPr/>
        </p:nvSpPr>
        <p:spPr>
          <a:xfrm>
            <a:off x="8102048" y="5777171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axes[1,1]</a:t>
            </a:r>
            <a:endParaRPr lang="zh-CN" altLang="en-US" sz="16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22A06B-1777-7062-E3D2-159E18CBF5AA}"/>
              </a:ext>
            </a:extLst>
          </p:cNvPr>
          <p:cNvSpPr/>
          <p:nvPr/>
        </p:nvSpPr>
        <p:spPr>
          <a:xfrm>
            <a:off x="1395662" y="4358465"/>
            <a:ext cx="4296994" cy="18037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C1AE5F-EA39-5323-9000-3C2036AB64ED}"/>
              </a:ext>
            </a:extLst>
          </p:cNvPr>
          <p:cNvSpPr txBox="1"/>
          <p:nvPr/>
        </p:nvSpPr>
        <p:spPr>
          <a:xfrm>
            <a:off x="3019816" y="5777171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axes[1,0]</a:t>
            </a:r>
            <a:endParaRPr lang="zh-CN" altLang="en-US" sz="16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988181-21FB-6A5A-8A31-24B90DF873B5}"/>
              </a:ext>
            </a:extLst>
          </p:cNvPr>
          <p:cNvSpPr txBox="1"/>
          <p:nvPr/>
        </p:nvSpPr>
        <p:spPr>
          <a:xfrm>
            <a:off x="3019816" y="3814267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axes[0,0]</a:t>
            </a:r>
            <a:endParaRPr lang="zh-CN" altLang="en-US" sz="16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264A24-6F57-313A-6D37-629E1C2EB3C6}"/>
              </a:ext>
            </a:extLst>
          </p:cNvPr>
          <p:cNvSpPr txBox="1"/>
          <p:nvPr/>
        </p:nvSpPr>
        <p:spPr>
          <a:xfrm>
            <a:off x="8102048" y="3857639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axes[0,1]</a:t>
            </a:r>
            <a:endParaRPr lang="zh-CN" altLang="en-US" sz="16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240A1E9-FC44-FABE-1306-BCFF710AD27F}"/>
              </a:ext>
            </a:extLst>
          </p:cNvPr>
          <p:cNvSpPr/>
          <p:nvPr/>
        </p:nvSpPr>
        <p:spPr>
          <a:xfrm>
            <a:off x="569354" y="3187439"/>
            <a:ext cx="292111" cy="416859"/>
          </a:xfrm>
          <a:prstGeom prst="roundRect">
            <a:avLst/>
          </a:prstGeom>
          <a:solidFill>
            <a:srgbClr val="92D050">
              <a:alpha val="20000"/>
            </a:srgbClr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E769E0-4D6A-AB88-7BA5-189BDA9E487E}"/>
              </a:ext>
            </a:extLst>
          </p:cNvPr>
          <p:cNvSpPr/>
          <p:nvPr/>
        </p:nvSpPr>
        <p:spPr>
          <a:xfrm>
            <a:off x="569353" y="4839436"/>
            <a:ext cx="292111" cy="416859"/>
          </a:xfrm>
          <a:prstGeom prst="roundRect">
            <a:avLst/>
          </a:prstGeom>
          <a:solidFill>
            <a:srgbClr val="92D050">
              <a:alpha val="20000"/>
            </a:srgbClr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FD64915-4B09-3C38-EB0D-6FC3236F93CA}"/>
              </a:ext>
            </a:extLst>
          </p:cNvPr>
          <p:cNvSpPr/>
          <p:nvPr/>
        </p:nvSpPr>
        <p:spPr>
          <a:xfrm>
            <a:off x="3364101" y="2194929"/>
            <a:ext cx="292111" cy="416859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8FAE161-77F2-8602-F363-B809BDBD7EEF}"/>
              </a:ext>
            </a:extLst>
          </p:cNvPr>
          <p:cNvSpPr/>
          <p:nvPr/>
        </p:nvSpPr>
        <p:spPr>
          <a:xfrm>
            <a:off x="8749821" y="2194929"/>
            <a:ext cx="292111" cy="416859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929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/>
      <p:bldP spid="7" grpId="0"/>
      <p:bldP spid="11" grpId="0"/>
      <p:bldP spid="15" grpId="0" animBg="1"/>
      <p:bldP spid="16" grpId="0" animBg="1"/>
      <p:bldP spid="17" grpId="0" animBg="1"/>
      <p:bldP spid="1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BB14-0C06-AD71-4643-B21E9C99A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CD88D8-A3CA-60A3-06FB-E53F5EFEE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8630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为了能同时展示多个图表，便于图表之间数据的直观对比和分析，更高效、更专业地组织和呈现复杂的可视化信息，通常会在一个画布上创建多个子图 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B01C71-9115-5795-53E8-1270EC478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创建子图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FEDC0-5011-9E6B-6EF0-6175F244D72B}"/>
              </a:ext>
            </a:extLst>
          </p:cNvPr>
          <p:cNvSpPr/>
          <p:nvPr/>
        </p:nvSpPr>
        <p:spPr>
          <a:xfrm>
            <a:off x="942160" y="2358887"/>
            <a:ext cx="10381533" cy="3982885"/>
          </a:xfrm>
          <a:prstGeom prst="rect">
            <a:avLst/>
          </a:prstGeom>
          <a:solidFill>
            <a:schemeClr val="bg1">
              <a:lumMod val="85000"/>
              <a:alpha val="10196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文本框 7">
            <a:extLst>
              <a:ext uri="{FF2B5EF4-FFF2-40B4-BE49-F238E27FC236}">
                <a16:creationId xmlns:a16="http://schemas.microsoft.com/office/drawing/2014/main" id="{A8C87238-8956-E26D-F1DE-25A536ECDC59}"/>
              </a:ext>
            </a:extLst>
          </p:cNvPr>
          <p:cNvSpPr txBox="1"/>
          <p:nvPr/>
        </p:nvSpPr>
        <p:spPr>
          <a:xfrm>
            <a:off x="2155200" y="1906836"/>
            <a:ext cx="8180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figure, axes = plt.subplots(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nrows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ncols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figsize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=(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20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6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), </a:t>
            </a:r>
            <a:r>
              <a:rPr lang="en-US" altLang="zh-CN" sz="1400">
                <a:solidFill>
                  <a:srgbClr val="660099"/>
                </a:solidFill>
                <a:effectLst/>
                <a:latin typeface="Fira Code" panose="020B0809050000020004" pitchFamily="49" charset="0"/>
              </a:rPr>
              <a:t>dpi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100</a:t>
            </a:r>
            <a:r>
              <a:rPr lang="en-US" altLang="zh-CN" sz="14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42EEB3-64E5-8329-DB05-189CE0DAB3C5}"/>
              </a:ext>
            </a:extLst>
          </p:cNvPr>
          <p:cNvSpPr/>
          <p:nvPr/>
        </p:nvSpPr>
        <p:spPr>
          <a:xfrm>
            <a:off x="1395662" y="2577548"/>
            <a:ext cx="4296994" cy="35847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53EA19-AEB4-5F94-7FB4-63519445FD76}"/>
              </a:ext>
            </a:extLst>
          </p:cNvPr>
          <p:cNvSpPr/>
          <p:nvPr/>
        </p:nvSpPr>
        <p:spPr>
          <a:xfrm>
            <a:off x="6601325" y="2577548"/>
            <a:ext cx="4296994" cy="3600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6904B2-C2D7-9A2D-D3D5-00ACD9A90FC9}"/>
              </a:ext>
            </a:extLst>
          </p:cNvPr>
          <p:cNvSpPr txBox="1"/>
          <p:nvPr/>
        </p:nvSpPr>
        <p:spPr>
          <a:xfrm>
            <a:off x="5643810" y="6352324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figure</a:t>
            </a:r>
            <a:endParaRPr lang="zh-CN" altLang="en-US" sz="16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D03F08-26BE-A8BA-4F38-70A3228F6E64}"/>
              </a:ext>
            </a:extLst>
          </p:cNvPr>
          <p:cNvSpPr/>
          <p:nvPr/>
        </p:nvSpPr>
        <p:spPr>
          <a:xfrm>
            <a:off x="6601325" y="2561378"/>
            <a:ext cx="4296994" cy="36170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饼状图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AA074CC-BEA4-1F49-DEA5-D355FFAEE39A}"/>
              </a:ext>
            </a:extLst>
          </p:cNvPr>
          <p:cNvSpPr/>
          <p:nvPr/>
        </p:nvSpPr>
        <p:spPr>
          <a:xfrm>
            <a:off x="1395662" y="2577548"/>
            <a:ext cx="4296994" cy="35847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柱状图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E946F5-9D16-E301-F0EB-B57343E96396}"/>
              </a:ext>
            </a:extLst>
          </p:cNvPr>
          <p:cNvSpPr txBox="1"/>
          <p:nvPr/>
        </p:nvSpPr>
        <p:spPr>
          <a:xfrm>
            <a:off x="2519041" y="5707277"/>
            <a:ext cx="2159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axes[0].bar(...)</a:t>
            </a:r>
            <a:endParaRPr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15D529-DF04-2918-7B05-DF3B3648A6F4}"/>
              </a:ext>
            </a:extLst>
          </p:cNvPr>
          <p:cNvSpPr txBox="1"/>
          <p:nvPr/>
        </p:nvSpPr>
        <p:spPr>
          <a:xfrm>
            <a:off x="7670039" y="5707277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axes[1].pie(...)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14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8852-07AC-9941-9DB3-BA45BCF8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BBFFF76-5D95-FF97-A311-94D8D3739F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0099" y="1359878"/>
            <a:ext cx="8561901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如何在画布中创建子图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200000"/>
              </a:lnSpc>
            </a:pP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figure, axes = plt.subplots(</a:t>
            </a:r>
            <a:r>
              <a:rPr lang="en-US" altLang="zh-CN" sz="1400">
                <a:solidFill>
                  <a:srgbClr val="660099"/>
                </a:solidFill>
                <a:latin typeface="Fira Code" panose="020B0809050000020004" pitchFamily="49" charset="0"/>
              </a:rPr>
              <a:t>nrows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latin typeface="Fira Code" panose="020B0809050000020004" pitchFamily="49" charset="0"/>
              </a:rPr>
              <a:t>1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660099"/>
                </a:solidFill>
                <a:latin typeface="Fira Code" panose="020B0809050000020004" pitchFamily="49" charset="0"/>
              </a:rPr>
              <a:t>ncols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latin typeface="Fira Code" panose="020B0809050000020004" pitchFamily="49" charset="0"/>
              </a:rPr>
              <a:t>2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660099"/>
                </a:solidFill>
                <a:latin typeface="Fira Code" panose="020B0809050000020004" pitchFamily="49" charset="0"/>
              </a:rPr>
              <a:t>figsize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=(</a:t>
            </a:r>
            <a:r>
              <a:rPr lang="en-US" altLang="zh-CN" sz="1400">
                <a:solidFill>
                  <a:srgbClr val="1750EB"/>
                </a:solidFill>
                <a:latin typeface="Fira Code" panose="020B0809050000020004" pitchFamily="49" charset="0"/>
              </a:rPr>
              <a:t>20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, </a:t>
            </a:r>
            <a:r>
              <a:rPr lang="en-US" altLang="zh-CN" sz="1400">
                <a:solidFill>
                  <a:srgbClr val="1750EB"/>
                </a:solidFill>
                <a:latin typeface="Fira Code" panose="020B0809050000020004" pitchFamily="49" charset="0"/>
              </a:rPr>
              <a:t>6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), </a:t>
            </a:r>
            <a:r>
              <a:rPr lang="en-US" altLang="zh-CN" sz="1400">
                <a:solidFill>
                  <a:srgbClr val="660099"/>
                </a:solidFill>
                <a:latin typeface="Fira Code" panose="020B0809050000020004" pitchFamily="49" charset="0"/>
              </a:rPr>
              <a:t>dpi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latin typeface="Fira Code" panose="020B0809050000020004" pitchFamily="49" charset="0"/>
              </a:rPr>
              <a:t>100</a:t>
            </a:r>
            <a:r>
              <a:rPr lang="en-US" altLang="zh-CN" sz="1400">
                <a:solidFill>
                  <a:srgbClr val="080808"/>
                </a:solidFill>
                <a:latin typeface="Fira Code" panose="020B0809050000020004" pitchFamily="49" charset="0"/>
              </a:rPr>
              <a:t>) 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如何绘制折线图、柱状图、饼状图？</a:t>
            </a:r>
            <a:endParaRPr lang="en-US" altLang="zh-CN"/>
          </a:p>
          <a:p>
            <a:pPr marL="612000" lvl="1" indent="-285750">
              <a:lnSpc>
                <a:spcPct val="200000"/>
              </a:lnSpc>
            </a:pPr>
            <a:r>
              <a:rPr lang="zh-CN" altLang="en-US" sz="1400"/>
              <a:t>折线图：</a:t>
            </a:r>
            <a:r>
              <a:rPr lang="en-US" altLang="zh-CN" sz="1400"/>
              <a:t>plot(...) ---&gt; </a:t>
            </a:r>
            <a:r>
              <a:rPr lang="zh-CN" altLang="en-US" sz="1400"/>
              <a:t>适合展示趋势变化</a:t>
            </a:r>
            <a:endParaRPr lang="en-US" altLang="zh-CN" sz="1400"/>
          </a:p>
          <a:p>
            <a:pPr marL="612000" lvl="1" indent="-285750">
              <a:lnSpc>
                <a:spcPct val="200000"/>
              </a:lnSpc>
            </a:pPr>
            <a:r>
              <a:rPr lang="zh-CN" altLang="en-US" sz="1400"/>
              <a:t>柱状图：</a:t>
            </a:r>
            <a:r>
              <a:rPr lang="en-US" altLang="zh-CN" sz="1400"/>
              <a:t>bar(...)  ---&gt; </a:t>
            </a:r>
            <a:r>
              <a:rPr lang="zh-CN" altLang="en-US" sz="1400"/>
              <a:t>适合展示数量对比</a:t>
            </a:r>
            <a:endParaRPr lang="en-US" altLang="zh-CN" sz="1400"/>
          </a:p>
          <a:p>
            <a:pPr marL="612000" lvl="1" indent="-285750">
              <a:lnSpc>
                <a:spcPct val="200000"/>
              </a:lnSpc>
            </a:pPr>
            <a:r>
              <a:rPr lang="zh-CN" altLang="en-US" sz="1400"/>
              <a:t>饼状图：</a:t>
            </a:r>
            <a:r>
              <a:rPr lang="en-US" altLang="zh-CN" sz="1400"/>
              <a:t>pie(...)  ---&gt; </a:t>
            </a:r>
            <a:r>
              <a:rPr lang="zh-CN" altLang="en-US" sz="1400"/>
              <a:t>适合展示比例构成</a:t>
            </a:r>
          </a:p>
        </p:txBody>
      </p:sp>
    </p:spTree>
    <p:extLst>
      <p:ext uri="{BB962C8B-B14F-4D97-AF65-F5344CB8AC3E}">
        <p14:creationId xmlns:p14="http://schemas.microsoft.com/office/powerpoint/2010/main" val="398094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120B-A590-3DE0-F714-FE6EFDC0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D1DD90-D558-19E1-C8E1-52A6BBB583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环境准备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Pandas</a:t>
            </a:r>
            <a:r>
              <a:rPr lang="zh-CN" altLang="en-US">
                <a:latin typeface="+mn-lt"/>
              </a:rPr>
              <a:t>基础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Matplotlib</a:t>
            </a:r>
            <a:r>
              <a:rPr lang="zh-CN" altLang="en-US">
                <a:latin typeface="+mn-lt"/>
              </a:rPr>
              <a:t>基础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数据分析案例</a:t>
            </a:r>
            <a:endParaRPr lang="en-US" altLang="zh-CN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175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CA4D2-2A97-7DD5-98DD-7602861A2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5607C9-779E-3CF3-764F-97F82A16A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数据分析案例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955D17-7DBC-573F-6879-AC1C04A4DA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450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0DCF4-6FE9-55E9-6103-834343E7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8CD18-ECAD-40FD-4234-F6136547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TMDB-TOP300</a:t>
            </a:r>
            <a:r>
              <a:rPr lang="zh-CN" altLang="en-US"/>
              <a:t>电影数据统计分析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ED5AC5-7B34-5B7D-D71E-9F9F301E1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40" y="887026"/>
            <a:ext cx="1676486" cy="16383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3459A2-E72C-6C66-17D1-97D086566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66" y="887026"/>
            <a:ext cx="10933400" cy="571233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346458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C23A-2745-4C2F-10D7-253DF811E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B5A9A-5AA8-3EDF-B80A-EA1BF4DB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TMDB-TOP300</a:t>
            </a:r>
            <a:r>
              <a:rPr lang="zh-CN" altLang="en-US"/>
              <a:t>电影数据统计分析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C270B5-153D-B6B6-17A6-743C856D7E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200319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：统计</a:t>
            </a:r>
            <a:r>
              <a:rPr lang="en-US" altLang="zh-CN"/>
              <a:t>TOP300</a:t>
            </a:r>
            <a:r>
              <a:rPr lang="zh-CN" altLang="en-US"/>
              <a:t>的电影中，每一年上映的电影数量的变化。（折线图）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2</a:t>
            </a:r>
            <a:r>
              <a:rPr lang="zh-CN" altLang="en-US"/>
              <a:t>：统计对比不同语言电影数量。（柱状图）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3</a:t>
            </a:r>
            <a:r>
              <a:rPr lang="zh-CN" altLang="en-US"/>
              <a:t>：统计对比不同类型电影数量。（柱状图）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4</a:t>
            </a:r>
            <a:r>
              <a:rPr lang="zh-CN" altLang="en-US"/>
              <a:t>：统计对比各个电影评分的比例。（饼状图）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36FEA3-338E-9FE5-0BBC-F4929B31A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48" y="2957621"/>
            <a:ext cx="7414591" cy="387387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000177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A54D-CAC0-B4C2-98C4-815564D4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16A2F0-3917-690B-D5B1-B8D7F24F8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69EB500-2F25-95E2-1BCA-9DD69B825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DEECCD-479D-740E-8DB5-637AA277D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C3C6EE-B254-3110-2D07-5C842256A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168" y="126125"/>
            <a:ext cx="2439818" cy="26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0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163A-18EC-63A2-2CD5-65D0AA72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A998F-D222-7BA4-8A1F-03F3D3CC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TMDB-TOP300</a:t>
            </a:r>
            <a:r>
              <a:rPr lang="zh-CN" altLang="en-US"/>
              <a:t>电影数据统计分析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A34541-50DC-F23E-5AB9-2C9F305330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2460390"/>
          </a:xfrm>
        </p:spPr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准备工作：导入依赖库、配置运行时参数、创建子图完成基本布局、加载数据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 统计</a:t>
            </a:r>
            <a:r>
              <a:rPr lang="en-US" altLang="zh-CN"/>
              <a:t>TOP300</a:t>
            </a:r>
            <a:r>
              <a:rPr lang="zh-CN" altLang="en-US"/>
              <a:t>的电影中，每一年上映的电影数量的变化。（折线图）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 统计对比不同语言电影数量。（柱状图）</a:t>
            </a:r>
            <a:endParaRPr lang="en-US" altLang="zh-CN"/>
          </a:p>
          <a:p>
            <a:r>
              <a:rPr lang="en-US" altLang="zh-CN"/>
              <a:t>4.</a:t>
            </a:r>
            <a:r>
              <a:rPr lang="zh-CN" altLang="en-US"/>
              <a:t> 统计对比不同类型电影数量。（柱状图）</a:t>
            </a:r>
            <a:endParaRPr lang="en-US" altLang="zh-CN"/>
          </a:p>
          <a:p>
            <a:r>
              <a:rPr lang="en-US" altLang="zh-CN"/>
              <a:t>5.</a:t>
            </a:r>
            <a:r>
              <a:rPr lang="zh-CN" altLang="en-US"/>
              <a:t> 统计对比各个电影评分的比例。（饼状图）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41B548-7930-2DC5-FF18-FACBB571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7" y="1312339"/>
            <a:ext cx="1568531" cy="15431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D8CE06-5429-D534-0FBA-917FDCA4FE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882" b="39511"/>
          <a:stretch>
            <a:fillRect/>
          </a:stretch>
        </p:blipFill>
        <p:spPr>
          <a:xfrm>
            <a:off x="2221364" y="3485322"/>
            <a:ext cx="7410438" cy="324736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AAFAA3-1751-415F-5ED0-EC0F7B771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472" b="15378"/>
          <a:stretch>
            <a:fillRect/>
          </a:stretch>
        </p:blipFill>
        <p:spPr>
          <a:xfrm>
            <a:off x="6303598" y="3827462"/>
            <a:ext cx="618449" cy="1618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146AB0B-771A-045C-E1A1-F058FB23C7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26" b="10650"/>
          <a:stretch>
            <a:fillRect/>
          </a:stretch>
        </p:blipFill>
        <p:spPr>
          <a:xfrm>
            <a:off x="6298077" y="4092882"/>
            <a:ext cx="623970" cy="1460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B0E1193-301D-AD17-B544-FFD8667E3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8077" y="4332481"/>
            <a:ext cx="601883" cy="21535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0942E76-E71A-0E54-2146-D06C84F2EDC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017"/>
          <a:stretch>
            <a:fillRect/>
          </a:stretch>
        </p:blipFill>
        <p:spPr>
          <a:xfrm>
            <a:off x="6310778" y="4613388"/>
            <a:ext cx="872455" cy="18997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54F1398-2112-AE7B-1E30-AD1FCDFD01F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6800"/>
          <a:stretch>
            <a:fillRect/>
          </a:stretch>
        </p:blipFill>
        <p:spPr>
          <a:xfrm>
            <a:off x="6295960" y="4891616"/>
            <a:ext cx="386530" cy="1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69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59259E-6 L 0.30976 2.59259E-6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0.31002 2.59259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0.31093 -3.7037E-6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4.07407E-6 L 0.30911 0.00232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56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33333E-6 L 0.31003 0.0044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95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2E37F-AD64-CF64-F887-2E59E80A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60F24-DDF8-2A5B-3044-5EABE76C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TMDB-TOP300</a:t>
            </a:r>
            <a:r>
              <a:rPr lang="zh-CN" altLang="en-US"/>
              <a:t>电影数据统计分析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B03400-DCE9-FE3B-37C2-FA580A9FA2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2460390"/>
          </a:xfrm>
        </p:spPr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准备工作：导入依赖库、配置运行时参数、创建子图完成基本布局、加载数据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 统计</a:t>
            </a:r>
            <a:r>
              <a:rPr lang="en-US" altLang="zh-CN"/>
              <a:t>TOP300</a:t>
            </a:r>
            <a:r>
              <a:rPr lang="zh-CN" altLang="en-US"/>
              <a:t>的电影中，每一年上映的电影数量的变化。（折线图）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 统计对比不同语言电影数量。（柱状图）</a:t>
            </a:r>
            <a:endParaRPr lang="en-US" altLang="zh-CN"/>
          </a:p>
          <a:p>
            <a:r>
              <a:rPr lang="en-US" altLang="zh-CN"/>
              <a:t>4.</a:t>
            </a:r>
            <a:r>
              <a:rPr lang="zh-CN" altLang="en-US"/>
              <a:t> 统计对比不同类型电影数量。（柱状图）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5.</a:t>
            </a:r>
            <a:r>
              <a:rPr lang="zh-CN" altLang="en-US">
                <a:solidFill>
                  <a:srgbClr val="C00000"/>
                </a:solidFill>
              </a:rPr>
              <a:t> 统计对比各个评分的电影占比。（饼状图）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11C1C3-EB34-7650-D20A-38EB37809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7" y="1312339"/>
            <a:ext cx="1568531" cy="15431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AAE16C-25B1-6C6E-BF4E-0AD3BB2345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882" b="39511"/>
          <a:stretch>
            <a:fillRect/>
          </a:stretch>
        </p:blipFill>
        <p:spPr>
          <a:xfrm>
            <a:off x="2221364" y="3485322"/>
            <a:ext cx="7410438" cy="324736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5194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r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529D-E8B1-91EE-5F7D-288D99B5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8A263-F32E-8975-5239-B1CF56BC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某连锁店销售订单统计分析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BF81AB-88BE-7473-927D-85267E437F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196343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：统计每天销售额的变化。（折线图）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2</a:t>
            </a:r>
            <a:r>
              <a:rPr lang="zh-CN" altLang="en-US"/>
              <a:t>：统计对比不同城市的累计销售数量。（柱状图）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3</a:t>
            </a:r>
            <a:r>
              <a:rPr lang="zh-CN" altLang="en-US"/>
              <a:t>：统计不同产品类型对应的订单比例。（饼状图）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4</a:t>
            </a:r>
            <a:r>
              <a:rPr lang="zh-CN" altLang="en-US"/>
              <a:t>：统计不同支付方式对应的订单比例。（饼状图）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EC941E-8935-812F-9B4B-AE88FF8A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80"/>
          <a:stretch>
            <a:fillRect/>
          </a:stretch>
        </p:blipFill>
        <p:spPr>
          <a:xfrm>
            <a:off x="2124158" y="3117575"/>
            <a:ext cx="9570540" cy="3649598"/>
          </a:xfrm>
          <a:prstGeom prst="flowChartDocumen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2132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6353-35DE-C67F-D585-13EEBD5F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00611-E5E5-A581-3F53-0689EFB4E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30E5C50-3926-5CCD-A061-903925FC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2E20442-59A3-6809-F67B-15485282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780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541AE-4E98-613A-A413-C9B1890D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43217</TotalTime>
  <Words>3511</Words>
  <Application>Microsoft Office PowerPoint</Application>
  <PresentationFormat>宽屏</PresentationFormat>
  <Paragraphs>414</Paragraphs>
  <Slides>57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57</vt:i4>
      </vt:variant>
    </vt:vector>
  </HeadingPairs>
  <TitlesOfParts>
    <vt:vector size="74" baseType="lpstr">
      <vt:lpstr>Alibaba PuHuiTi B</vt:lpstr>
      <vt:lpstr>阿里巴巴普惠体 Heavy</vt:lpstr>
      <vt:lpstr>阿里巴巴普惠体 Medium</vt:lpstr>
      <vt:lpstr>等线</vt:lpstr>
      <vt:lpstr>荆南波波黑</vt:lpstr>
      <vt:lpstr>楷体</vt:lpstr>
      <vt:lpstr>微软雅黑</vt:lpstr>
      <vt:lpstr>Arial</vt:lpstr>
      <vt:lpstr>Calisto MT</vt:lpstr>
      <vt:lpstr>Courier New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小结思考模板2</vt:lpstr>
      <vt:lpstr>Python项目实战</vt:lpstr>
      <vt:lpstr>PowerPoint 演示文稿</vt:lpstr>
      <vt:lpstr>PowerPoint 演示文稿</vt:lpstr>
      <vt:lpstr>Python项目实战</vt:lpstr>
      <vt:lpstr>数据分析</vt:lpstr>
      <vt:lpstr>数据分析</vt:lpstr>
      <vt:lpstr>PowerPoint 演示文稿</vt:lpstr>
      <vt:lpstr>PowerPoint 演示文稿</vt:lpstr>
      <vt:lpstr>Jupyter Notebook</vt:lpstr>
      <vt:lpstr>Jupyter Notebook</vt:lpstr>
      <vt:lpstr>Jupyter Notebook</vt:lpstr>
      <vt:lpstr>PowerPoint 演示文稿</vt:lpstr>
      <vt:lpstr>PowerPoint 演示文稿</vt:lpstr>
      <vt:lpstr>Pandas介绍</vt:lpstr>
      <vt:lpstr>Pandas初体验</vt:lpstr>
      <vt:lpstr>PowerPoint 演示文稿</vt:lpstr>
      <vt:lpstr>DataFrame</vt:lpstr>
      <vt:lpstr>Series</vt:lpstr>
      <vt:lpstr>PowerPoint 演示文稿</vt:lpstr>
      <vt:lpstr>PowerPoint 演示文稿</vt:lpstr>
      <vt:lpstr>数据读取和写入</vt:lpstr>
      <vt:lpstr>PowerPoint 演示文稿</vt:lpstr>
      <vt:lpstr>PowerPoint 演示文稿</vt:lpstr>
      <vt:lpstr>数据查看、选择及过滤</vt:lpstr>
      <vt:lpstr>PowerPoint 演示文稿</vt:lpstr>
      <vt:lpstr>PowerPoint 演示文稿</vt:lpstr>
      <vt:lpstr>数据清洗</vt:lpstr>
      <vt:lpstr>PowerPoint 演示文稿</vt:lpstr>
      <vt:lpstr>PowerPoint 演示文稿</vt:lpstr>
      <vt:lpstr>数据排序</vt:lpstr>
      <vt:lpstr>PowerPoint 演示文稿</vt:lpstr>
      <vt:lpstr>数据分组</vt:lpstr>
      <vt:lpstr>数据分组</vt:lpstr>
      <vt:lpstr>数据分组</vt:lpstr>
      <vt:lpstr>数据分组</vt:lpstr>
      <vt:lpstr>PowerPoint 演示文稿</vt:lpstr>
      <vt:lpstr>PowerPoint 演示文稿</vt:lpstr>
      <vt:lpstr>PowerPoint 演示文稿</vt:lpstr>
      <vt:lpstr>PowerPoint 演示文稿</vt:lpstr>
      <vt:lpstr>Matplotlib初识</vt:lpstr>
      <vt:lpstr>Matplotlib图表详解</vt:lpstr>
      <vt:lpstr>PowerPoint 演示文稿</vt:lpstr>
      <vt:lpstr>PowerPoint 演示文稿</vt:lpstr>
      <vt:lpstr>创建子图</vt:lpstr>
      <vt:lpstr>创建子图</vt:lpstr>
      <vt:lpstr>创建子图</vt:lpstr>
      <vt:lpstr>PowerPoint 演示文稿</vt:lpstr>
      <vt:lpstr>PowerPoint 演示文稿</vt:lpstr>
      <vt:lpstr>PowerPoint 演示文稿</vt:lpstr>
      <vt:lpstr>TMDB-TOP300电影数据统计分析</vt:lpstr>
      <vt:lpstr>TMDB-TOP300电影数据统计分析</vt:lpstr>
      <vt:lpstr>PowerPoint 演示文稿</vt:lpstr>
      <vt:lpstr>TMDB-TOP300电影数据统计分析</vt:lpstr>
      <vt:lpstr>TMDB-TOP300电影数据统计分析</vt:lpstr>
      <vt:lpstr>某连锁店销售订单统计分析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2945</cp:revision>
  <cp:lastPrinted>2022-05-29T16:00:00Z</cp:lastPrinted>
  <dcterms:created xsi:type="dcterms:W3CDTF">2022-05-29T16:00:00Z</dcterms:created>
  <dcterms:modified xsi:type="dcterms:W3CDTF">2026-03-22T14:18:29Z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