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1" r:id="rId2"/>
    <p:sldMasterId id="2147483660" r:id="rId3"/>
    <p:sldMasterId id="2147483672" r:id="rId4"/>
  </p:sldMasterIdLst>
  <p:notesMasterIdLst>
    <p:notesMasterId r:id="rId67"/>
  </p:notesMasterIdLst>
  <p:handoutMasterIdLst>
    <p:handoutMasterId r:id="rId68"/>
  </p:handoutMasterIdLst>
  <p:sldIdLst>
    <p:sldId id="614" r:id="rId5"/>
    <p:sldId id="341" r:id="rId6"/>
    <p:sldId id="553" r:id="rId7"/>
    <p:sldId id="617" r:id="rId8"/>
    <p:sldId id="615" r:id="rId9"/>
    <p:sldId id="618" r:id="rId10"/>
    <p:sldId id="280" r:id="rId11"/>
    <p:sldId id="332" r:id="rId12"/>
    <p:sldId id="541" r:id="rId13"/>
    <p:sldId id="542" r:id="rId14"/>
    <p:sldId id="544" r:id="rId15"/>
    <p:sldId id="543" r:id="rId16"/>
    <p:sldId id="545" r:id="rId17"/>
    <p:sldId id="555" r:id="rId18"/>
    <p:sldId id="546" r:id="rId19"/>
    <p:sldId id="547" r:id="rId20"/>
    <p:sldId id="556" r:id="rId21"/>
    <p:sldId id="557" r:id="rId22"/>
    <p:sldId id="548" r:id="rId23"/>
    <p:sldId id="549" r:id="rId24"/>
    <p:sldId id="550" r:id="rId25"/>
    <p:sldId id="551" r:id="rId26"/>
    <p:sldId id="552" r:id="rId27"/>
    <p:sldId id="564" r:id="rId28"/>
    <p:sldId id="565" r:id="rId29"/>
    <p:sldId id="559" r:id="rId30"/>
    <p:sldId id="619" r:id="rId31"/>
    <p:sldId id="566" r:id="rId32"/>
    <p:sldId id="574" r:id="rId33"/>
    <p:sldId id="560" r:id="rId34"/>
    <p:sldId id="575" r:id="rId35"/>
    <p:sldId id="568" r:id="rId36"/>
    <p:sldId id="561" r:id="rId37"/>
    <p:sldId id="562" r:id="rId38"/>
    <p:sldId id="576" r:id="rId39"/>
    <p:sldId id="563" r:id="rId40"/>
    <p:sldId id="569" r:id="rId41"/>
    <p:sldId id="570" r:id="rId42"/>
    <p:sldId id="571" r:id="rId43"/>
    <p:sldId id="597" r:id="rId44"/>
    <p:sldId id="573" r:id="rId45"/>
    <p:sldId id="572" r:id="rId46"/>
    <p:sldId id="600" r:id="rId47"/>
    <p:sldId id="594" r:id="rId48"/>
    <p:sldId id="603" r:id="rId49"/>
    <p:sldId id="604" r:id="rId50"/>
    <p:sldId id="599" r:id="rId51"/>
    <p:sldId id="602" r:id="rId52"/>
    <p:sldId id="601" r:id="rId53"/>
    <p:sldId id="611" r:id="rId54"/>
    <p:sldId id="605" r:id="rId55"/>
    <p:sldId id="612" r:id="rId56"/>
    <p:sldId id="606" r:id="rId57"/>
    <p:sldId id="607" r:id="rId58"/>
    <p:sldId id="620" r:id="rId59"/>
    <p:sldId id="595" r:id="rId60"/>
    <p:sldId id="577" r:id="rId61"/>
    <p:sldId id="578" r:id="rId62"/>
    <p:sldId id="621" r:id="rId63"/>
    <p:sldId id="613" r:id="rId64"/>
    <p:sldId id="608" r:id="rId65"/>
    <p:sldId id="288" r:id="rId66"/>
  </p:sldIdLst>
  <p:sldSz cx="12192000" cy="6858000"/>
  <p:notesSz cx="6858000" cy="9144000"/>
  <p:custDataLst>
    <p:tags r:id="rId6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7D17"/>
    <a:srgbClr val="00B0F0"/>
    <a:srgbClr val="FF0000"/>
    <a:srgbClr val="0033B3"/>
    <a:srgbClr val="FFC000"/>
    <a:srgbClr val="8C8C8C"/>
    <a:srgbClr val="C00000"/>
    <a:srgbClr val="00B050"/>
    <a:srgbClr val="1B1E1D"/>
    <a:srgbClr val="2954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55" autoAdjust="0"/>
    <p:restoredTop sz="95382" autoAdjust="0"/>
  </p:normalViewPr>
  <p:slideViewPr>
    <p:cSldViewPr snapToGrid="0" showGuides="1">
      <p:cViewPr varScale="1">
        <p:scale>
          <a:sx n="96" d="100"/>
          <a:sy n="96" d="100"/>
        </p:scale>
        <p:origin x="716" y="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432"/>
    </p:cViewPr>
  </p:sorterViewPr>
  <p:notesViewPr>
    <p:cSldViewPr snapToGrid="0">
      <p:cViewPr varScale="1">
        <p:scale>
          <a:sx n="84" d="100"/>
          <a:sy n="84" d="100"/>
        </p:scale>
        <p:origin x="218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tags" Target="tags/tag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7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E23121D-534D-C18D-86F2-F8B084E7F1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24E421-5F99-33C1-6C60-3D67F5BBC3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1D20C-92F4-4D32-92CD-1278806BF344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CEAC0C-2766-8EA5-AFAC-04E2AE7E12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69A8BD-4CEA-8355-A923-3DE76C6694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D7DA4C-D0A3-441A-A01E-F1F72C62F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0792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3D24-6083-4546-8C6D-DEE86BAAAE49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D8765-8EF3-408C-9341-152904E41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54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同学们，刚才我们学习了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条件判断，可以看到在处理多个条件分支时，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if-elif-else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结构非常实用。但是，当我们遇到</a:t>
            </a:r>
            <a:r>
              <a:rPr lang="zh-CN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大量固定值的条件判断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时，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if-elif-else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会显得有些冗长。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98820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E75C8-448B-CD8E-0755-72D512863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271571C-47F1-B72F-E61E-D8880E21E9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E8CC87A-2E21-058F-BF41-7983F82D96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同学们，刚才我们学习了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条件判断，可以看到在处理多个条件分支时，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if-elif-else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结构非常实用。但是，当我们遇到</a:t>
            </a:r>
            <a:r>
              <a:rPr lang="zh-CN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大量固定值的条件判断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时，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if-elif-else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会显得有些冗长。</a:t>
            </a: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DF69F1-4875-8BD6-E434-D4F9F07133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12512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8767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197" y="956241"/>
            <a:ext cx="11060481" cy="53318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单击此处编辑内容</a:t>
            </a:r>
            <a:endParaRPr lang="zh-CN" altLang="en-US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E0BD5DE7-58FF-A736-CEC2-C49FBA54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6" y="336399"/>
            <a:ext cx="10747497" cy="4744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828A69B-715F-4EF1-58FB-A763C01CE99E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09C51A0-F849-48A7-BC23-68B1480BCFB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74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642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371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sz="2000" b="0"/>
            </a:p>
          </p:txBody>
        </p: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84998453-CA0F-F4D0-A4EE-D0EEA4EF8E2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630" y="877000"/>
            <a:ext cx="1639110" cy="1639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63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ea typeface="Alibaba PuHuiTi B" pitchFamily="18" charset="-122"/>
                </a:rPr>
                <a:t>步骤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1801550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sz="2000" b="0"/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E21A241B-18ED-E296-E2BD-863CA7D93D0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392" y="1024932"/>
            <a:ext cx="1498558" cy="1498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100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椭圆 20">
            <a:extLst>
              <a:ext uri="{FF2B5EF4-FFF2-40B4-BE49-F238E27FC236}">
                <a16:creationId xmlns:a16="http://schemas.microsoft.com/office/drawing/2014/main" id="{A2C6D317-56F4-9711-5A26-95000236D36F}"/>
              </a:ext>
            </a:extLst>
          </p:cNvPr>
          <p:cNvSpPr/>
          <p:nvPr userDrawn="1"/>
        </p:nvSpPr>
        <p:spPr>
          <a:xfrm>
            <a:off x="375011" y="1961115"/>
            <a:ext cx="220344" cy="2203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B200C4C-3F9D-867C-E497-ADCB7E43A5BB}"/>
              </a:ext>
            </a:extLst>
          </p:cNvPr>
          <p:cNvSpPr/>
          <p:nvPr userDrawn="1"/>
        </p:nvSpPr>
        <p:spPr>
          <a:xfrm>
            <a:off x="2838084" y="-2028162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824A05E-CCAC-E012-444F-D8238FD3ABEF}"/>
              </a:ext>
            </a:extLst>
          </p:cNvPr>
          <p:cNvSpPr/>
          <p:nvPr userDrawn="1"/>
        </p:nvSpPr>
        <p:spPr>
          <a:xfrm>
            <a:off x="4568596" y="-297650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C93AF0E-4B39-C67D-D03D-00737E937EE7}"/>
              </a:ext>
            </a:extLst>
          </p:cNvPr>
          <p:cNvSpPr/>
          <p:nvPr userDrawn="1"/>
        </p:nvSpPr>
        <p:spPr>
          <a:xfrm>
            <a:off x="6170528" y="1304282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2220686"/>
            <a:ext cx="10858500" cy="8690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zh-CN" altLang="en-US" sz="4800" b="1" dirty="0">
                <a:solidFill>
                  <a:schemeClr val="accent1"/>
                </a:solidFill>
              </a:defRPr>
            </a:lvl1pPr>
          </a:lstStyle>
          <a:p>
            <a:pPr lvl="0" defTabSz="914354"/>
            <a:r>
              <a:rPr lang="zh-CN" altLang="en-US"/>
              <a:t>点击输入一级标题</a:t>
            </a:r>
            <a:endParaRPr lang="zh-CN" altLang="en-US" dirty="0"/>
          </a:p>
        </p:txBody>
      </p:sp>
      <p:grpSp>
        <p:nvGrpSpPr>
          <p:cNvPr id="6" name="íS1iďê">
            <a:extLst>
              <a:ext uri="{FF2B5EF4-FFF2-40B4-BE49-F238E27FC236}">
                <a16:creationId xmlns:a16="http://schemas.microsoft.com/office/drawing/2014/main" id="{4883F772-DFB6-F082-E942-F47544710FF8}"/>
              </a:ext>
            </a:extLst>
          </p:cNvPr>
          <p:cNvGrpSpPr/>
          <p:nvPr userDrawn="1"/>
        </p:nvGrpSpPr>
        <p:grpSpPr>
          <a:xfrm>
            <a:off x="7262969" y="2396723"/>
            <a:ext cx="435738" cy="435738"/>
            <a:chOff x="7101141" y="4197557"/>
            <a:chExt cx="435738" cy="435738"/>
          </a:xfrm>
        </p:grpSpPr>
        <p:sp>
          <p:nvSpPr>
            <p:cNvPr id="11" name="iS1íḓê">
              <a:extLst>
                <a:ext uri="{FF2B5EF4-FFF2-40B4-BE49-F238E27FC236}">
                  <a16:creationId xmlns:a16="http://schemas.microsoft.com/office/drawing/2014/main" id="{6F73DB22-8BD9-67FD-6EBE-B56D6BF83FC2}"/>
                </a:ext>
              </a:extLst>
            </p:cNvPr>
            <p:cNvSpPr/>
            <p:nvPr/>
          </p:nvSpPr>
          <p:spPr>
            <a:xfrm>
              <a:off x="7101141" y="4197557"/>
              <a:ext cx="435738" cy="435738"/>
            </a:xfrm>
            <a:prstGeom prst="ellipse">
              <a:avLst/>
            </a:prstGeom>
            <a:solidFill>
              <a:schemeClr val="accent1"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î$ľiḓe">
              <a:extLst>
                <a:ext uri="{FF2B5EF4-FFF2-40B4-BE49-F238E27FC236}">
                  <a16:creationId xmlns:a16="http://schemas.microsoft.com/office/drawing/2014/main" id="{82339D60-0D0F-E0A8-9FEF-57B1B018D0C7}"/>
                </a:ext>
              </a:extLst>
            </p:cNvPr>
            <p:cNvSpPr/>
            <p:nvPr userDrawn="1"/>
          </p:nvSpPr>
          <p:spPr>
            <a:xfrm>
              <a:off x="7252642" y="4348192"/>
              <a:ext cx="132735" cy="13273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FC241F82-E1B0-0249-A9D6-2656A3C64C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0400" y="3586894"/>
            <a:ext cx="4486275" cy="5635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zh-CN" altLang="en-US"/>
              <a:t>点击输入副标题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F4E1EF7-DD7F-C77D-A571-C682C80AC047}"/>
              </a:ext>
            </a:extLst>
          </p:cNvPr>
          <p:cNvSpPr/>
          <p:nvPr userDrawn="1"/>
        </p:nvSpPr>
        <p:spPr>
          <a:xfrm>
            <a:off x="485183" y="1962438"/>
            <a:ext cx="350434" cy="35043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C9B1B7-3BA3-1D3F-637E-1B77EAD927E4}"/>
              </a:ext>
            </a:extLst>
          </p:cNvPr>
          <p:cNvSpPr txBox="1"/>
          <p:nvPr userDrawn="1"/>
        </p:nvSpPr>
        <p:spPr>
          <a:xfrm>
            <a:off x="660399" y="6111671"/>
            <a:ext cx="80657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76DEFC5-AB31-715D-5481-255694BCA629}"/>
              </a:ext>
            </a:extLst>
          </p:cNvPr>
          <p:cNvSpPr/>
          <p:nvPr userDrawn="1"/>
        </p:nvSpPr>
        <p:spPr>
          <a:xfrm>
            <a:off x="720618" y="5942536"/>
            <a:ext cx="2001676" cy="636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iSľîďé">
            <a:extLst>
              <a:ext uri="{FF2B5EF4-FFF2-40B4-BE49-F238E27FC236}">
                <a16:creationId xmlns:a16="http://schemas.microsoft.com/office/drawing/2014/main" id="{29F34751-B9FF-378D-D7A3-B7B27A91478D}"/>
              </a:ext>
            </a:extLst>
          </p:cNvPr>
          <p:cNvCxnSpPr>
            <a:cxnSpLocks/>
          </p:cNvCxnSpPr>
          <p:nvPr userDrawn="1"/>
        </p:nvCxnSpPr>
        <p:spPr>
          <a:xfrm>
            <a:off x="7858832" y="2124884"/>
            <a:ext cx="129159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íşľíďe">
            <a:extLst>
              <a:ext uri="{FF2B5EF4-FFF2-40B4-BE49-F238E27FC236}">
                <a16:creationId xmlns:a16="http://schemas.microsoft.com/office/drawing/2014/main" id="{C37184BC-D315-706A-20DF-529BAFF1993E}"/>
              </a:ext>
            </a:extLst>
          </p:cNvPr>
          <p:cNvSpPr txBox="1"/>
          <p:nvPr userDrawn="1"/>
        </p:nvSpPr>
        <p:spPr>
          <a:xfrm>
            <a:off x="8399534" y="1847885"/>
            <a:ext cx="1366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solidFill>
                  <a:schemeClr val="accent1"/>
                </a:solidFill>
              </a:rPr>
              <a:t>AI Copilot 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  <p:cxnSp>
        <p:nvCxnSpPr>
          <p:cNvPr id="15" name="îṣ1iďé">
            <a:extLst>
              <a:ext uri="{FF2B5EF4-FFF2-40B4-BE49-F238E27FC236}">
                <a16:creationId xmlns:a16="http://schemas.microsoft.com/office/drawing/2014/main" id="{E9D012F5-DFB7-A078-3B1C-F9FE02E47E91}"/>
              </a:ext>
            </a:extLst>
          </p:cNvPr>
          <p:cNvCxnSpPr/>
          <p:nvPr userDrawn="1"/>
        </p:nvCxnSpPr>
        <p:spPr>
          <a:xfrm flipV="1">
            <a:off x="7550306" y="2124884"/>
            <a:ext cx="308526" cy="26631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61E490B8-2AEA-ACCD-9526-01BED78DEB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4276" flipH="1" flipV="1">
            <a:off x="3592764" y="481454"/>
            <a:ext cx="9317253" cy="6210881"/>
          </a:xfrm>
          <a:prstGeom prst="rect">
            <a:avLst/>
          </a:prstGeom>
        </p:spPr>
      </p:pic>
      <p:sp>
        <p:nvSpPr>
          <p:cNvPr id="7" name="圆角矩形 3">
            <a:extLst>
              <a:ext uri="{FF2B5EF4-FFF2-40B4-BE49-F238E27FC236}">
                <a16:creationId xmlns:a16="http://schemas.microsoft.com/office/drawing/2014/main" id="{AC3074C2-CD34-77DA-5623-359AE33C7087}"/>
              </a:ext>
            </a:extLst>
          </p:cNvPr>
          <p:cNvSpPr>
            <a:spLocks/>
          </p:cNvSpPr>
          <p:nvPr userDrawn="1"/>
        </p:nvSpPr>
        <p:spPr bwMode="auto">
          <a:xfrm>
            <a:off x="10543797" y="0"/>
            <a:ext cx="1281113" cy="495620"/>
          </a:xfrm>
          <a:custGeom>
            <a:avLst/>
            <a:gdLst>
              <a:gd name="T0" fmla="*/ 639596589 w 1180531"/>
              <a:gd name="T1" fmla="*/ 0 h 577560"/>
              <a:gd name="T2" fmla="*/ 639596589 w 1180531"/>
              <a:gd name="T3" fmla="*/ 259724595 h 577560"/>
              <a:gd name="T4" fmla="*/ 577010883 w 1180531"/>
              <a:gd name="T5" fmla="*/ 324659087 h 577560"/>
              <a:gd name="T6" fmla="*/ 62585058 w 1180531"/>
              <a:gd name="T7" fmla="*/ 324659087 h 577560"/>
              <a:gd name="T8" fmla="*/ 0 w 1180531"/>
              <a:gd name="T9" fmla="*/ 259724595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38100" dir="3600000" algn="tl" rotWithShape="0">
              <a:prstClr val="black">
                <a:alpha val="3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9" name="图片 1">
            <a:extLst>
              <a:ext uri="{FF2B5EF4-FFF2-40B4-BE49-F238E27FC236}">
                <a16:creationId xmlns:a16="http://schemas.microsoft.com/office/drawing/2014/main" id="{23DF1B38-8047-815C-23C4-7312765396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627"/>
          <a:stretch/>
        </p:blipFill>
        <p:spPr bwMode="auto">
          <a:xfrm>
            <a:off x="10559672" y="29230"/>
            <a:ext cx="1265238" cy="366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8541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完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椭圆 35">
            <a:extLst>
              <a:ext uri="{FF2B5EF4-FFF2-40B4-BE49-F238E27FC236}">
                <a16:creationId xmlns:a16="http://schemas.microsoft.com/office/drawing/2014/main" id="{9C7E64E7-1F0A-79D2-A263-3605467F0B51}"/>
              </a:ext>
            </a:extLst>
          </p:cNvPr>
          <p:cNvSpPr/>
          <p:nvPr userDrawn="1"/>
        </p:nvSpPr>
        <p:spPr>
          <a:xfrm>
            <a:off x="1367628" y="-121375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C8A0D84D-155A-2194-ED3A-5A7CB9A4B72A}"/>
              </a:ext>
            </a:extLst>
          </p:cNvPr>
          <p:cNvSpPr/>
          <p:nvPr userDrawn="1"/>
        </p:nvSpPr>
        <p:spPr>
          <a:xfrm>
            <a:off x="3098140" y="51675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0F7740DA-4F67-1648-9FE7-BA25A7F2910D}"/>
              </a:ext>
            </a:extLst>
          </p:cNvPr>
          <p:cNvSpPr/>
          <p:nvPr userDrawn="1"/>
        </p:nvSpPr>
        <p:spPr>
          <a:xfrm>
            <a:off x="4700072" y="211869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iṩ1iḍé">
            <a:extLst>
              <a:ext uri="{FF2B5EF4-FFF2-40B4-BE49-F238E27FC236}">
                <a16:creationId xmlns:a16="http://schemas.microsoft.com/office/drawing/2014/main" id="{7F87E56D-6D24-DF28-4A8B-DD94A5588CCD}"/>
              </a:ext>
            </a:extLst>
          </p:cNvPr>
          <p:cNvSpPr/>
          <p:nvPr userDrawn="1"/>
        </p:nvSpPr>
        <p:spPr>
          <a:xfrm>
            <a:off x="0" y="2689964"/>
            <a:ext cx="12192000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7CD92EE-FE45-4CC1-22A5-2D2AFAEDCC3F}"/>
              </a:ext>
            </a:extLst>
          </p:cNvPr>
          <p:cNvGrpSpPr/>
          <p:nvPr userDrawn="1"/>
        </p:nvGrpSpPr>
        <p:grpSpPr>
          <a:xfrm>
            <a:off x="3131925" y="2916806"/>
            <a:ext cx="4953838" cy="853924"/>
            <a:chOff x="3131925" y="2844887"/>
            <a:chExt cx="4953838" cy="853924"/>
          </a:xfrm>
        </p:grpSpPr>
        <p:pic>
          <p:nvPicPr>
            <p:cNvPr id="33" name="图片 1">
              <a:extLst>
                <a:ext uri="{FF2B5EF4-FFF2-40B4-BE49-F238E27FC236}">
                  <a16:creationId xmlns:a16="http://schemas.microsoft.com/office/drawing/2014/main" id="{C64F9D38-0ED4-99F8-903A-45555ADF80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9627"/>
            <a:stretch/>
          </p:blipFill>
          <p:spPr bwMode="auto">
            <a:xfrm>
              <a:off x="3131925" y="2844887"/>
              <a:ext cx="2948463" cy="853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C2C68E28-2375-6922-E133-284E7821B44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10382" y="3154751"/>
              <a:ext cx="0" cy="38014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C7DE38E-8849-1998-75E8-89E432D90EBE}"/>
                </a:ext>
              </a:extLst>
            </p:cNvPr>
            <p:cNvSpPr txBox="1"/>
            <p:nvPr userDrawn="1"/>
          </p:nvSpPr>
          <p:spPr>
            <a:xfrm>
              <a:off x="6096001" y="3021658"/>
              <a:ext cx="19897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传智教育旗下</a:t>
              </a:r>
              <a:endParaRPr lang="en-US" altLang="zh-CN">
                <a:solidFill>
                  <a:schemeClr val="bg1"/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endParaRPr>
            </a:p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高端</a:t>
              </a:r>
              <a:r>
                <a:rPr lang="en-US" altLang="zh-CN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IT</a:t>
              </a:r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教育品牌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7003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2956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椭圆 18">
            <a:extLst>
              <a:ext uri="{FF2B5EF4-FFF2-40B4-BE49-F238E27FC236}">
                <a16:creationId xmlns:a16="http://schemas.microsoft.com/office/drawing/2014/main" id="{C3296A99-F5C4-3E6A-FF6E-4852C12DEE94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iS1íḓê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C6ED1A-7B72-CBE7-8DC0-8CA41549B7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14165" y="2469081"/>
            <a:ext cx="3397250" cy="9017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3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AF3EC600-D80B-73CA-E06E-8768FDEAA4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029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目录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3">
            <a:extLst>
              <a:ext uri="{FF2B5EF4-FFF2-40B4-BE49-F238E27FC236}">
                <a16:creationId xmlns:a16="http://schemas.microsoft.com/office/drawing/2014/main" id="{3AF24492-4E99-231B-3CC0-5126876878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15250" y="2203927"/>
            <a:ext cx="3484714" cy="668338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2" name="文本占位符 25">
            <a:extLst>
              <a:ext uri="{FF2B5EF4-FFF2-40B4-BE49-F238E27FC236}">
                <a16:creationId xmlns:a16="http://schemas.microsoft.com/office/drawing/2014/main" id="{16A7C205-45D1-F79D-939F-C8FE0D7B4E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1439" y="2924827"/>
            <a:ext cx="3692525" cy="2206679"/>
          </a:xfrm>
          <a:prstGeom prst="rect">
            <a:avLst/>
          </a:prstGeom>
        </p:spPr>
        <p:txBody>
          <a:bodyPr anchor="t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2B73621D-248C-7BD4-118D-FC619E918E16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iS1íḓê">
            <a:extLst>
              <a:ext uri="{FF2B5EF4-FFF2-40B4-BE49-F238E27FC236}">
                <a16:creationId xmlns:a16="http://schemas.microsoft.com/office/drawing/2014/main" id="{7EF4A2F1-7824-59BB-9C70-02CD6D1807DA}"/>
              </a:ext>
            </a:extLst>
          </p:cNvPr>
          <p:cNvSpPr/>
          <p:nvPr userDrawn="1"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725A4265-6561-3E4B-3F76-FF8846C98B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8675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id="{06715BF8-0A12-5796-1551-488CA6BA7E8B}"/>
              </a:ext>
            </a:extLst>
          </p:cNvPr>
          <p:cNvSpPr txBox="1"/>
          <p:nvPr userDrawn="1"/>
        </p:nvSpPr>
        <p:spPr>
          <a:xfrm>
            <a:off x="4058865" y="2285292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accent1">
                        <a:alpha val="15000"/>
                      </a:schemeClr>
                    </a:gs>
                    <a:gs pos="0">
                      <a:schemeClr val="accent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CONTENT</a:t>
            </a:r>
          </a:p>
        </p:txBody>
      </p:sp>
      <p:sp>
        <p:nvSpPr>
          <p:cNvPr id="26" name="文本占位符 25">
            <a:extLst>
              <a:ext uri="{FF2B5EF4-FFF2-40B4-BE49-F238E27FC236}">
                <a16:creationId xmlns:a16="http://schemas.microsoft.com/office/drawing/2014/main" id="{6B50EE85-71F0-6A4A-F2C6-2ACBA4D846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600" y="1662411"/>
            <a:ext cx="3692525" cy="2631150"/>
          </a:xfrm>
          <a:prstGeom prst="rect">
            <a:avLst/>
          </a:prstGeom>
        </p:spPr>
        <p:txBody>
          <a:bodyPr anchor="ctr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27" name="íşľíďe">
            <a:extLst>
              <a:ext uri="{FF2B5EF4-FFF2-40B4-BE49-F238E27FC236}">
                <a16:creationId xmlns:a16="http://schemas.microsoft.com/office/drawing/2014/main" id="{32B4F824-6998-DCF1-0043-E682C565BE4E}"/>
              </a:ext>
            </a:extLst>
          </p:cNvPr>
          <p:cNvSpPr txBox="1"/>
          <p:nvPr userDrawn="1"/>
        </p:nvSpPr>
        <p:spPr>
          <a:xfrm flipH="1">
            <a:off x="4497713" y="2654820"/>
            <a:ext cx="1098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solidFill>
                  <a:schemeClr val="accent1"/>
                </a:solidFill>
                <a:latin typeface="+mj-ea"/>
                <a:ea typeface="+mj-ea"/>
              </a:rPr>
              <a:t>目录</a:t>
            </a:r>
            <a:endParaRPr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412207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2163038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44872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6513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.png"/><Relationship Id="rId5" Type="http://schemas.openxmlformats.org/officeDocument/2006/relationships/image" Target="../media/image6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.png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1094AEC-03A1-B2F7-6D21-431E0B9B6B46}"/>
              </a:ext>
            </a:extLst>
          </p:cNvPr>
          <p:cNvSpPr txBox="1"/>
          <p:nvPr userDrawn="1"/>
        </p:nvSpPr>
        <p:spPr>
          <a:xfrm>
            <a:off x="6894438" y="134874"/>
            <a:ext cx="3850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  <a:endParaRPr lang="zh-CN" altLang="en-US" sz="1000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9F047F52-576A-AE3A-6924-FE1A1420A619}"/>
              </a:ext>
            </a:extLst>
          </p:cNvPr>
          <p:cNvCxnSpPr>
            <a:cxnSpLocks/>
          </p:cNvCxnSpPr>
          <p:nvPr userDrawn="1"/>
        </p:nvCxnSpPr>
        <p:spPr>
          <a:xfrm>
            <a:off x="7026765" y="374524"/>
            <a:ext cx="3604905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圆角矩形 3">
            <a:extLst>
              <a:ext uri="{FF2B5EF4-FFF2-40B4-BE49-F238E27FC236}">
                <a16:creationId xmlns:a16="http://schemas.microsoft.com/office/drawing/2014/main" id="{928F8CFA-6461-A0B0-AE1C-A1EA6AACFB75}"/>
              </a:ext>
            </a:extLst>
          </p:cNvPr>
          <p:cNvSpPr>
            <a:spLocks/>
          </p:cNvSpPr>
          <p:nvPr userDrawn="1"/>
        </p:nvSpPr>
        <p:spPr bwMode="auto">
          <a:xfrm>
            <a:off x="10543797" y="0"/>
            <a:ext cx="1281113" cy="495620"/>
          </a:xfrm>
          <a:custGeom>
            <a:avLst/>
            <a:gdLst>
              <a:gd name="T0" fmla="*/ 639596589 w 1180531"/>
              <a:gd name="T1" fmla="*/ 0 h 577560"/>
              <a:gd name="T2" fmla="*/ 639596589 w 1180531"/>
              <a:gd name="T3" fmla="*/ 259724595 h 577560"/>
              <a:gd name="T4" fmla="*/ 577010883 w 1180531"/>
              <a:gd name="T5" fmla="*/ 324659087 h 577560"/>
              <a:gd name="T6" fmla="*/ 62585058 w 1180531"/>
              <a:gd name="T7" fmla="*/ 324659087 h 577560"/>
              <a:gd name="T8" fmla="*/ 0 w 1180531"/>
              <a:gd name="T9" fmla="*/ 259724595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38100" dir="3600000" algn="tl" rotWithShape="0">
              <a:prstClr val="black">
                <a:alpha val="3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5" name="图片 1">
            <a:extLst>
              <a:ext uri="{FF2B5EF4-FFF2-40B4-BE49-F238E27FC236}">
                <a16:creationId xmlns:a16="http://schemas.microsoft.com/office/drawing/2014/main" id="{EA3F6FF1-F176-5F65-D251-C7588852FFE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627"/>
          <a:stretch/>
        </p:blipFill>
        <p:spPr bwMode="auto">
          <a:xfrm>
            <a:off x="10559672" y="29230"/>
            <a:ext cx="1265238" cy="366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6791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9" r:id="rId3"/>
    <p:sldLayoutId id="2147483666" r:id="rId4"/>
    <p:sldLayoutId id="2147483677" r:id="rId5"/>
    <p:sldLayoutId id="2147483678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795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  <p:sldLayoutId id="2147483679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六边形 63">
            <a:extLst>
              <a:ext uri="{FF2B5EF4-FFF2-40B4-BE49-F238E27FC236}">
                <a16:creationId xmlns:a16="http://schemas.microsoft.com/office/drawing/2014/main" id="{64701D48-3612-F015-7A0D-8329972945A7}"/>
              </a:ext>
            </a:extLst>
          </p:cNvPr>
          <p:cNvSpPr/>
          <p:nvPr userDrawn="1"/>
        </p:nvSpPr>
        <p:spPr>
          <a:xfrm>
            <a:off x="111531" y="3970983"/>
            <a:ext cx="414893" cy="357667"/>
          </a:xfrm>
          <a:prstGeom prst="hexagon">
            <a:avLst/>
          </a:prstGeom>
          <a:noFill/>
          <a:ln w="12700">
            <a:gradFill>
              <a:gsLst>
                <a:gs pos="0">
                  <a:schemeClr val="bg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34FB0A6B-66AE-D2A8-FCAE-415D3251A19B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8539A05-556B-81A4-0795-3B191CB53943}"/>
              </a:ext>
            </a:extLst>
          </p:cNvPr>
          <p:cNvSpPr/>
          <p:nvPr userDrawn="1"/>
        </p:nvSpPr>
        <p:spPr>
          <a:xfrm>
            <a:off x="2097602" y="1569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0CECE50-264B-8294-A89A-D0F8A1907A78}"/>
              </a:ext>
            </a:extLst>
          </p:cNvPr>
          <p:cNvSpPr/>
          <p:nvPr userDrawn="1"/>
        </p:nvSpPr>
        <p:spPr>
          <a:xfrm>
            <a:off x="3699534" y="161763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87C0C2E-27D7-4123-B01F-3144FCE1EF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>
            <a:off x="0" y="226026"/>
            <a:ext cx="4021016" cy="572726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7C86F6B-3565-C12B-953F-D1279851B236}"/>
              </a:ext>
            </a:extLst>
          </p:cNvPr>
          <p:cNvSpPr txBox="1"/>
          <p:nvPr userDrawn="1"/>
        </p:nvSpPr>
        <p:spPr>
          <a:xfrm>
            <a:off x="6894438" y="134874"/>
            <a:ext cx="3850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  <a:endParaRPr lang="zh-CN" altLang="en-US" sz="100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F1DEE103-1F67-DC70-0326-32288ACE409E}"/>
              </a:ext>
            </a:extLst>
          </p:cNvPr>
          <p:cNvCxnSpPr>
            <a:cxnSpLocks/>
          </p:cNvCxnSpPr>
          <p:nvPr userDrawn="1"/>
        </p:nvCxnSpPr>
        <p:spPr>
          <a:xfrm>
            <a:off x="7026765" y="374524"/>
            <a:ext cx="3604905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圆角矩形 3">
            <a:extLst>
              <a:ext uri="{FF2B5EF4-FFF2-40B4-BE49-F238E27FC236}">
                <a16:creationId xmlns:a16="http://schemas.microsoft.com/office/drawing/2014/main" id="{CDF8AC3A-7CF6-98B3-4B97-630ECC4E7519}"/>
              </a:ext>
            </a:extLst>
          </p:cNvPr>
          <p:cNvSpPr>
            <a:spLocks/>
          </p:cNvSpPr>
          <p:nvPr userDrawn="1"/>
        </p:nvSpPr>
        <p:spPr bwMode="auto">
          <a:xfrm>
            <a:off x="10543797" y="0"/>
            <a:ext cx="1281113" cy="495620"/>
          </a:xfrm>
          <a:custGeom>
            <a:avLst/>
            <a:gdLst>
              <a:gd name="T0" fmla="*/ 639596589 w 1180531"/>
              <a:gd name="T1" fmla="*/ 0 h 577560"/>
              <a:gd name="T2" fmla="*/ 639596589 w 1180531"/>
              <a:gd name="T3" fmla="*/ 259724595 h 577560"/>
              <a:gd name="T4" fmla="*/ 577010883 w 1180531"/>
              <a:gd name="T5" fmla="*/ 324659087 h 577560"/>
              <a:gd name="T6" fmla="*/ 62585058 w 1180531"/>
              <a:gd name="T7" fmla="*/ 324659087 h 577560"/>
              <a:gd name="T8" fmla="*/ 0 w 1180531"/>
              <a:gd name="T9" fmla="*/ 259724595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38100" dir="3600000" algn="tl" rotWithShape="0">
              <a:prstClr val="black">
                <a:alpha val="3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5" name="图片 1">
            <a:extLst>
              <a:ext uri="{FF2B5EF4-FFF2-40B4-BE49-F238E27FC236}">
                <a16:creationId xmlns:a16="http://schemas.microsoft.com/office/drawing/2014/main" id="{BC2679CF-9CC5-AAF3-6820-2BF4DC379E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627"/>
          <a:stretch/>
        </p:blipFill>
        <p:spPr bwMode="auto">
          <a:xfrm>
            <a:off x="10559672" y="29230"/>
            <a:ext cx="1265238" cy="366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830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A538EF61-0CF6-2735-4654-C2F60C1B5FB3}"/>
              </a:ext>
            </a:extLst>
          </p:cNvPr>
          <p:cNvSpPr/>
          <p:nvPr userDrawn="1"/>
        </p:nvSpPr>
        <p:spPr>
          <a:xfrm>
            <a:off x="-2775487" y="-1213758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598458E-0E6D-4FB0-21B2-2EA0673032D8}"/>
              </a:ext>
            </a:extLst>
          </p:cNvPr>
          <p:cNvSpPr/>
          <p:nvPr userDrawn="1"/>
        </p:nvSpPr>
        <p:spPr>
          <a:xfrm>
            <a:off x="-1044975" y="516754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C22B59B6-AE89-188C-D588-A8407EC0DAF4}"/>
              </a:ext>
            </a:extLst>
          </p:cNvPr>
          <p:cNvSpPr/>
          <p:nvPr userDrawn="1"/>
        </p:nvSpPr>
        <p:spPr>
          <a:xfrm>
            <a:off x="556957" y="2118686"/>
            <a:ext cx="2620620" cy="26206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797FAEF-C643-7FA0-1EED-047D57CA683C}"/>
              </a:ext>
            </a:extLst>
          </p:cNvPr>
          <p:cNvSpPr txBox="1"/>
          <p:nvPr userDrawn="1"/>
        </p:nvSpPr>
        <p:spPr>
          <a:xfrm>
            <a:off x="6894438" y="134874"/>
            <a:ext cx="3850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  <a:endParaRPr lang="zh-CN" altLang="en-US" sz="1000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3322136-99CD-A45B-0669-84EEFDF304EC}"/>
              </a:ext>
            </a:extLst>
          </p:cNvPr>
          <p:cNvCxnSpPr>
            <a:cxnSpLocks/>
          </p:cNvCxnSpPr>
          <p:nvPr userDrawn="1"/>
        </p:nvCxnSpPr>
        <p:spPr>
          <a:xfrm>
            <a:off x="7026765" y="374524"/>
            <a:ext cx="3604905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圆角矩形 3">
            <a:extLst>
              <a:ext uri="{FF2B5EF4-FFF2-40B4-BE49-F238E27FC236}">
                <a16:creationId xmlns:a16="http://schemas.microsoft.com/office/drawing/2014/main" id="{3875FA13-2FF9-29FC-8AE1-803DCA52E81E}"/>
              </a:ext>
            </a:extLst>
          </p:cNvPr>
          <p:cNvSpPr>
            <a:spLocks/>
          </p:cNvSpPr>
          <p:nvPr userDrawn="1"/>
        </p:nvSpPr>
        <p:spPr bwMode="auto">
          <a:xfrm>
            <a:off x="10543797" y="0"/>
            <a:ext cx="1281113" cy="495620"/>
          </a:xfrm>
          <a:custGeom>
            <a:avLst/>
            <a:gdLst>
              <a:gd name="T0" fmla="*/ 639596589 w 1180531"/>
              <a:gd name="T1" fmla="*/ 0 h 577560"/>
              <a:gd name="T2" fmla="*/ 639596589 w 1180531"/>
              <a:gd name="T3" fmla="*/ 259724595 h 577560"/>
              <a:gd name="T4" fmla="*/ 577010883 w 1180531"/>
              <a:gd name="T5" fmla="*/ 324659087 h 577560"/>
              <a:gd name="T6" fmla="*/ 62585058 w 1180531"/>
              <a:gd name="T7" fmla="*/ 324659087 h 577560"/>
              <a:gd name="T8" fmla="*/ 0 w 1180531"/>
              <a:gd name="T9" fmla="*/ 259724595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38100" dir="3600000" algn="tl" rotWithShape="0">
              <a:prstClr val="black">
                <a:alpha val="3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0" name="图片 1">
            <a:extLst>
              <a:ext uri="{FF2B5EF4-FFF2-40B4-BE49-F238E27FC236}">
                <a16:creationId xmlns:a16="http://schemas.microsoft.com/office/drawing/2014/main" id="{B1A15EED-4C5F-A118-131E-8A900C321D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627"/>
          <a:stretch/>
        </p:blipFill>
        <p:spPr bwMode="auto">
          <a:xfrm>
            <a:off x="10559672" y="29230"/>
            <a:ext cx="1265238" cy="366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741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jp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114D5-9D49-7225-E5E2-41EB2357CF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核心语法</a:t>
            </a:r>
          </a:p>
        </p:txBody>
      </p:sp>
    </p:spTree>
    <p:extLst>
      <p:ext uri="{BB962C8B-B14F-4D97-AF65-F5344CB8AC3E}">
        <p14:creationId xmlns:p14="http://schemas.microsoft.com/office/powerpoint/2010/main" val="1956615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5E8CD7-7660-1A36-F5AC-DF5453DB7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核心语法</a:t>
            </a: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F5794D4-FA2F-5D70-8C82-C77264384343}"/>
              </a:ext>
            </a:extLst>
          </p:cNvPr>
          <p:cNvSpPr/>
          <p:nvPr/>
        </p:nvSpPr>
        <p:spPr>
          <a:xfrm>
            <a:off x="50888" y="2103257"/>
            <a:ext cx="12192000" cy="1390935"/>
          </a:xfrm>
          <a:custGeom>
            <a:avLst/>
            <a:gdLst>
              <a:gd name="connsiteX0" fmla="*/ 3269730 w 6539459"/>
              <a:gd name="connsiteY0" fmla="*/ 2024556 h 2024556"/>
              <a:gd name="connsiteX1" fmla="*/ 6473799 w 6539459"/>
              <a:gd name="connsiteY1" fmla="*/ 130650 h 2024556"/>
              <a:gd name="connsiteX2" fmla="*/ 6539459 w 6539459"/>
              <a:gd name="connsiteY2" fmla="*/ 0 h 2024556"/>
              <a:gd name="connsiteX3" fmla="*/ 0 w 6539459"/>
              <a:gd name="connsiteY3" fmla="*/ 0 h 2024556"/>
              <a:gd name="connsiteX4" fmla="*/ 65661 w 6539459"/>
              <a:gd name="connsiteY4" fmla="*/ 130650 h 2024556"/>
              <a:gd name="connsiteX5" fmla="*/ 3269730 w 6539459"/>
              <a:gd name="connsiteY5" fmla="*/ 2024556 h 2024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39459" h="2024556">
                <a:moveTo>
                  <a:pt x="3269730" y="2024556"/>
                </a:moveTo>
                <a:cubicBezTo>
                  <a:pt x="4649984" y="2024556"/>
                  <a:pt x="5851589" y="1259672"/>
                  <a:pt x="6473799" y="130650"/>
                </a:cubicBezTo>
                <a:lnTo>
                  <a:pt x="6539459" y="0"/>
                </a:lnTo>
                <a:lnTo>
                  <a:pt x="0" y="0"/>
                </a:lnTo>
                <a:lnTo>
                  <a:pt x="65661" y="130650"/>
                </a:lnTo>
                <a:cubicBezTo>
                  <a:pt x="687871" y="1259672"/>
                  <a:pt x="1889476" y="2024556"/>
                  <a:pt x="3269730" y="2024556"/>
                </a:cubicBezTo>
                <a:close/>
              </a:path>
            </a:pathLst>
          </a:custGeom>
          <a:noFill/>
          <a:ln w="6350" cap="flat" cmpd="sng" algn="ctr">
            <a:gradFill>
              <a:gsLst>
                <a:gs pos="0">
                  <a:srgbClr val="4381DD">
                    <a:alpha val="0"/>
                  </a:srgbClr>
                </a:gs>
                <a:gs pos="100000">
                  <a:srgbClr val="4381DD">
                    <a:alpha val="50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3BA6D718-B2F5-011A-6A8E-C77F8EB2F6BA}"/>
              </a:ext>
            </a:extLst>
          </p:cNvPr>
          <p:cNvGrpSpPr/>
          <p:nvPr/>
        </p:nvGrpSpPr>
        <p:grpSpPr>
          <a:xfrm>
            <a:off x="654395" y="2016492"/>
            <a:ext cx="1564466" cy="1564466"/>
            <a:chOff x="654395" y="2016492"/>
            <a:chExt cx="1564466" cy="1564466"/>
          </a:xfrm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AAA4E47F-7AF1-471D-77F4-E0F4B87D856F}"/>
                </a:ext>
              </a:extLst>
            </p:cNvPr>
            <p:cNvSpPr/>
            <p:nvPr/>
          </p:nvSpPr>
          <p:spPr>
            <a:xfrm>
              <a:off x="654395" y="2016492"/>
              <a:ext cx="1564466" cy="1564466"/>
            </a:xfrm>
            <a:prstGeom prst="ellipse">
              <a:avLst/>
            </a:prstGeom>
            <a:gradFill flip="none" rotWithShape="1">
              <a:gsLst>
                <a:gs pos="0">
                  <a:srgbClr val="4381DD">
                    <a:lumMod val="60000"/>
                    <a:lumOff val="40000"/>
                  </a:srgbClr>
                </a:gs>
                <a:gs pos="50000">
                  <a:srgbClr val="4381DD"/>
                </a:gs>
              </a:gsLst>
              <a:lin ang="2700000" scaled="1"/>
              <a:tileRect/>
            </a:gradFill>
            <a:effectLst>
              <a:reflection blurRad="6350" stA="15000" endPos="35000" dir="5400000" sy="-100000" algn="bl" rotWithShape="0"/>
            </a:effectLst>
          </p:spPr>
          <p:txBody>
            <a:bodyPr wrap="none" lIns="108000" tIns="108000" rIns="108000" bIns="108000" rtlCol="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24" name="形状1">
              <a:extLst>
                <a:ext uri="{FF2B5EF4-FFF2-40B4-BE49-F238E27FC236}">
                  <a16:creationId xmlns:a16="http://schemas.microsoft.com/office/drawing/2014/main" id="{848053D3-BF1A-843E-ACC1-C4F1B93856DF}"/>
                </a:ext>
              </a:extLst>
            </p:cNvPr>
            <p:cNvSpPr txBox="1">
              <a:spLocks/>
            </p:cNvSpPr>
            <p:nvPr/>
          </p:nvSpPr>
          <p:spPr>
            <a:xfrm>
              <a:off x="715456" y="2749040"/>
              <a:ext cx="1462861" cy="565150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400" b="1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数据存储与运算</a:t>
              </a:r>
              <a:endPara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014508D8-A3A3-1D89-14A6-DE23CD7390D9}"/>
                </a:ext>
              </a:extLst>
            </p:cNvPr>
            <p:cNvSpPr txBox="1"/>
            <p:nvPr/>
          </p:nvSpPr>
          <p:spPr>
            <a:xfrm>
              <a:off x="1159439" y="2161555"/>
              <a:ext cx="49937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b="1">
                  <a:gradFill>
                    <a:gsLst>
                      <a:gs pos="23000">
                        <a:srgbClr val="FFFFFF">
                          <a:alpha val="6700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000" scaled="1"/>
                  </a:gradFill>
                  <a:latin typeface="Lato Black" panose="020F0A02020204030203" pitchFamily="34" charset="0"/>
                </a:rPr>
                <a:t>V</a:t>
              </a:r>
              <a:endParaRPr lang="zh-CN" altLang="en-US" sz="4000" b="1">
                <a:gradFill>
                  <a:gsLst>
                    <a:gs pos="23000">
                      <a:srgbClr val="FFFFFF">
                        <a:alpha val="6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 scaled="1"/>
                </a:gradFill>
                <a:latin typeface="Lato Black" panose="020F0A02020204030203" pitchFamily="34" charset="0"/>
              </a:endParaRP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7FF2EE05-CEF0-7E33-51A1-6B0DE4571879}"/>
              </a:ext>
            </a:extLst>
          </p:cNvPr>
          <p:cNvGrpSpPr/>
          <p:nvPr/>
        </p:nvGrpSpPr>
        <p:grpSpPr>
          <a:xfrm>
            <a:off x="2883600" y="2488467"/>
            <a:ext cx="1564466" cy="1564466"/>
            <a:chOff x="2883600" y="2488467"/>
            <a:chExt cx="1564466" cy="1564466"/>
          </a:xfrm>
        </p:grpSpPr>
        <p:sp>
          <p:nvSpPr>
            <p:cNvPr id="40" name="IconBackground1">
              <a:extLst>
                <a:ext uri="{FF2B5EF4-FFF2-40B4-BE49-F238E27FC236}">
                  <a16:creationId xmlns:a16="http://schemas.microsoft.com/office/drawing/2014/main" id="{CCE7E541-D9BB-B1BC-DB0A-1C54325CEF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3600" y="2488467"/>
              <a:ext cx="1564466" cy="1564466"/>
            </a:xfrm>
            <a:prstGeom prst="ellipse">
              <a:avLst/>
            </a:prstGeom>
            <a:gradFill flip="none" rotWithShape="1">
              <a:gsLst>
                <a:gs pos="0">
                  <a:srgbClr val="AEDAF8"/>
                </a:gs>
                <a:gs pos="60000">
                  <a:srgbClr val="72BEF2"/>
                </a:gs>
              </a:gsLst>
              <a:lin ang="27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reflection blurRad="6350" stA="50000" endA="300" endPos="38500" dist="50800" dir="5400000" sy="-100000" algn="bl" rotWithShape="0"/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45" name="形状1">
              <a:extLst>
                <a:ext uri="{FF2B5EF4-FFF2-40B4-BE49-F238E27FC236}">
                  <a16:creationId xmlns:a16="http://schemas.microsoft.com/office/drawing/2014/main" id="{7257DE16-877D-4B2C-17E7-EFC442FDEB5E}"/>
                </a:ext>
              </a:extLst>
            </p:cNvPr>
            <p:cNvSpPr txBox="1">
              <a:spLocks/>
            </p:cNvSpPr>
            <p:nvPr/>
          </p:nvSpPr>
          <p:spPr>
            <a:xfrm>
              <a:off x="2934403" y="3190222"/>
              <a:ext cx="1462861" cy="565150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400" b="1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数据的逻辑处理</a:t>
              </a:r>
              <a:endPara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F686F182-486D-AD5A-C17A-285EEECAB314}"/>
                </a:ext>
              </a:extLst>
            </p:cNvPr>
            <p:cNvSpPr txBox="1"/>
            <p:nvPr/>
          </p:nvSpPr>
          <p:spPr>
            <a:xfrm>
              <a:off x="3467898" y="2661652"/>
              <a:ext cx="49937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b="1">
                  <a:gradFill>
                    <a:gsLst>
                      <a:gs pos="23000">
                        <a:srgbClr val="FFFFFF">
                          <a:alpha val="6700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000" scaled="1"/>
                  </a:gradFill>
                  <a:latin typeface="Lato Black" panose="020F0A02020204030203" pitchFamily="34" charset="0"/>
                </a:rPr>
                <a:t>L</a:t>
              </a:r>
              <a:endParaRPr lang="zh-CN" altLang="en-US" sz="4000" b="1">
                <a:gradFill>
                  <a:gsLst>
                    <a:gs pos="23000">
                      <a:srgbClr val="FFFFFF">
                        <a:alpha val="6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 scaled="1"/>
                </a:gradFill>
                <a:latin typeface="Lato Black" panose="020F0A02020204030203" pitchFamily="34" charset="0"/>
              </a:endParaRPr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FC989A5C-0847-F99A-4EC2-357164960CA5}"/>
              </a:ext>
            </a:extLst>
          </p:cNvPr>
          <p:cNvGrpSpPr/>
          <p:nvPr/>
        </p:nvGrpSpPr>
        <p:grpSpPr>
          <a:xfrm>
            <a:off x="5313767" y="2693955"/>
            <a:ext cx="1564466" cy="1564466"/>
            <a:chOff x="5313767" y="2693955"/>
            <a:chExt cx="1564466" cy="1564466"/>
          </a:xfrm>
        </p:grpSpPr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359A2720-5447-01A7-1012-EA306D120594}"/>
                </a:ext>
              </a:extLst>
            </p:cNvPr>
            <p:cNvGrpSpPr/>
            <p:nvPr/>
          </p:nvGrpSpPr>
          <p:grpSpPr>
            <a:xfrm>
              <a:off x="5313767" y="2693955"/>
              <a:ext cx="1564466" cy="1564466"/>
              <a:chOff x="1174224" y="1867691"/>
              <a:chExt cx="2386018" cy="2386018"/>
            </a:xfrm>
          </p:grpSpPr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A6AB6814-505A-F055-61BF-7597DF909C50}"/>
                  </a:ext>
                </a:extLst>
              </p:cNvPr>
              <p:cNvSpPr/>
              <p:nvPr/>
            </p:nvSpPr>
            <p:spPr>
              <a:xfrm>
                <a:off x="1174224" y="1867691"/>
                <a:ext cx="2386018" cy="2386018"/>
              </a:xfrm>
              <a:prstGeom prst="ellipse">
                <a:avLst/>
              </a:prstGeom>
              <a:gradFill flip="none" rotWithShape="1">
                <a:gsLst>
                  <a:gs pos="0">
                    <a:srgbClr val="62CB78">
                      <a:lumMod val="60000"/>
                      <a:lumOff val="40000"/>
                    </a:srgbClr>
                  </a:gs>
                  <a:gs pos="50000">
                    <a:srgbClr val="62CB78"/>
                  </a:gs>
                </a:gsLst>
                <a:lin ang="2700000" scaled="1"/>
                <a:tileRect/>
              </a:gradFill>
              <a:effectLst>
                <a:reflection blurRad="6350" stA="15000" endPos="35000" dir="5400000" sy="-100000" algn="bl" rotWithShape="0"/>
              </a:effectLst>
            </p:spPr>
            <p:txBody>
              <a:bodyPr wrap="none" lIns="108000" tIns="108000" rIns="108000" bIns="108000" rtlCol="0" anchor="ctr" anchorCtr="0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" name="形状2">
                <a:extLst>
                  <a:ext uri="{FF2B5EF4-FFF2-40B4-BE49-F238E27FC236}">
                    <a16:creationId xmlns:a16="http://schemas.microsoft.com/office/drawing/2014/main" id="{D82B4AB2-EBEA-DEB1-BFCB-FA5476AEC20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27469" y="3043852"/>
                <a:ext cx="2079526" cy="861929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  <a:sym typeface="Arial" panose="020B0604020202020204" pitchFamily="34" charset="0"/>
                  </a:rPr>
                  <a:t>数据存储容器</a:t>
                </a:r>
                <a:endPara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6E0E729E-B709-9F89-82B6-3EF7948A3144}"/>
                </a:ext>
              </a:extLst>
            </p:cNvPr>
            <p:cNvSpPr txBox="1"/>
            <p:nvPr/>
          </p:nvSpPr>
          <p:spPr>
            <a:xfrm>
              <a:off x="5846310" y="2844937"/>
              <a:ext cx="49937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b="1">
                  <a:gradFill>
                    <a:gsLst>
                      <a:gs pos="23000">
                        <a:srgbClr val="FFFFFF">
                          <a:alpha val="6700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000" scaled="1"/>
                  </a:gradFill>
                  <a:latin typeface="Lato Black" panose="020F0A02020204030203" pitchFamily="34" charset="0"/>
                </a:rPr>
                <a:t>C</a:t>
              </a:r>
              <a:endParaRPr lang="zh-CN" altLang="en-US" sz="4000" b="1">
                <a:gradFill>
                  <a:gsLst>
                    <a:gs pos="23000">
                      <a:srgbClr val="FFFFFF">
                        <a:alpha val="6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 scaled="1"/>
                </a:gradFill>
                <a:latin typeface="Lato Black" panose="020F0A02020204030203" pitchFamily="34" charset="0"/>
              </a:endParaRPr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FEDE311D-D316-CB83-15A8-67AD284BFB69}"/>
              </a:ext>
            </a:extLst>
          </p:cNvPr>
          <p:cNvGrpSpPr/>
          <p:nvPr/>
        </p:nvGrpSpPr>
        <p:grpSpPr>
          <a:xfrm>
            <a:off x="7743934" y="2488467"/>
            <a:ext cx="1564466" cy="1564466"/>
            <a:chOff x="7743934" y="2488467"/>
            <a:chExt cx="1564466" cy="1564466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D282EDF7-431D-EE04-67F8-405C5B296158}"/>
                </a:ext>
              </a:extLst>
            </p:cNvPr>
            <p:cNvGrpSpPr/>
            <p:nvPr/>
          </p:nvGrpSpPr>
          <p:grpSpPr>
            <a:xfrm>
              <a:off x="7743934" y="2488467"/>
              <a:ext cx="1564466" cy="1564466"/>
              <a:chOff x="1174224" y="1867691"/>
              <a:chExt cx="2386018" cy="2386018"/>
            </a:xfrm>
          </p:grpSpPr>
          <p:sp>
            <p:nvSpPr>
              <p:cNvPr id="30" name="椭圆 29">
                <a:extLst>
                  <a:ext uri="{FF2B5EF4-FFF2-40B4-BE49-F238E27FC236}">
                    <a16:creationId xmlns:a16="http://schemas.microsoft.com/office/drawing/2014/main" id="{9F5643EB-9BC4-46A9-0C3B-60E7A8ED5E11}"/>
                  </a:ext>
                </a:extLst>
              </p:cNvPr>
              <p:cNvSpPr/>
              <p:nvPr/>
            </p:nvSpPr>
            <p:spPr>
              <a:xfrm>
                <a:off x="1174224" y="1867691"/>
                <a:ext cx="2386018" cy="2386018"/>
              </a:xfrm>
              <a:prstGeom prst="ellipse">
                <a:avLst/>
              </a:prstGeom>
              <a:gradFill flip="none" rotWithShape="1">
                <a:gsLst>
                  <a:gs pos="0">
                    <a:srgbClr val="44B4CF">
                      <a:lumMod val="60000"/>
                      <a:lumOff val="40000"/>
                    </a:srgbClr>
                  </a:gs>
                  <a:gs pos="50000">
                    <a:srgbClr val="44B4CF"/>
                  </a:gs>
                </a:gsLst>
                <a:lin ang="2700000" scaled="1"/>
                <a:tileRect/>
              </a:gradFill>
              <a:effectLst>
                <a:reflection blurRad="6350" stA="15000" endPos="35000" dir="5400000" sy="-100000" algn="bl" rotWithShape="0"/>
              </a:effectLst>
            </p:spPr>
            <p:txBody>
              <a:bodyPr wrap="none" lIns="108000" tIns="108000" rIns="108000" bIns="108000" rtlCol="0" anchor="ctr" anchorCtr="0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" name="形状3">
                <a:extLst>
                  <a:ext uri="{FF2B5EF4-FFF2-40B4-BE49-F238E27FC236}">
                    <a16:creationId xmlns:a16="http://schemas.microsoft.com/office/drawing/2014/main" id="{A5364520-2746-8A8B-7E0D-A337E0BFFCC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27469" y="3127026"/>
                <a:ext cx="2079526" cy="719928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  <a:sym typeface="Arial" panose="020B0604020202020204" pitchFamily="34" charset="0"/>
                  </a:rPr>
                  <a:t>函数</a:t>
                </a:r>
                <a:endPara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DF7D29A8-D2E3-8380-AE42-953F7BCBECFE}"/>
                </a:ext>
              </a:extLst>
            </p:cNvPr>
            <p:cNvSpPr txBox="1"/>
            <p:nvPr/>
          </p:nvSpPr>
          <p:spPr>
            <a:xfrm>
              <a:off x="8276477" y="2661652"/>
              <a:ext cx="49937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b="1">
                  <a:gradFill>
                    <a:gsLst>
                      <a:gs pos="23000">
                        <a:srgbClr val="FFFFFF">
                          <a:alpha val="6700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000" scaled="1"/>
                  </a:gradFill>
                  <a:latin typeface="Lato Black" panose="020F0A02020204030203" pitchFamily="34" charset="0"/>
                </a:rPr>
                <a:t>F</a:t>
              </a:r>
              <a:endParaRPr lang="zh-CN" altLang="en-US" sz="4000" b="1">
                <a:gradFill>
                  <a:gsLst>
                    <a:gs pos="23000">
                      <a:srgbClr val="FFFFFF">
                        <a:alpha val="6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 scaled="1"/>
                </a:gradFill>
                <a:latin typeface="Lato Black" panose="020F0A02020204030203" pitchFamily="34" charset="0"/>
              </a:endParaRPr>
            </a:p>
          </p:txBody>
        </p:sp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1AE127DF-6A86-1244-A06D-782065C66685}"/>
              </a:ext>
            </a:extLst>
          </p:cNvPr>
          <p:cNvGrpSpPr/>
          <p:nvPr/>
        </p:nvGrpSpPr>
        <p:grpSpPr>
          <a:xfrm>
            <a:off x="9973139" y="1961339"/>
            <a:ext cx="1564466" cy="1564466"/>
            <a:chOff x="9973139" y="1961339"/>
            <a:chExt cx="1564466" cy="1564466"/>
          </a:xfrm>
        </p:grpSpPr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30683EE4-9B02-F80E-8CBC-CEA4C8E3A0E7}"/>
                </a:ext>
              </a:extLst>
            </p:cNvPr>
            <p:cNvGrpSpPr/>
            <p:nvPr/>
          </p:nvGrpSpPr>
          <p:grpSpPr>
            <a:xfrm>
              <a:off x="9973139" y="1961339"/>
              <a:ext cx="1564466" cy="1564466"/>
              <a:chOff x="1174224" y="1867691"/>
              <a:chExt cx="2386018" cy="2386018"/>
            </a:xfrm>
          </p:grpSpPr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CCF98E2A-A331-123A-9438-7C0E15F6260F}"/>
                  </a:ext>
                </a:extLst>
              </p:cNvPr>
              <p:cNvSpPr/>
              <p:nvPr/>
            </p:nvSpPr>
            <p:spPr>
              <a:xfrm>
                <a:off x="1174224" y="1867691"/>
                <a:ext cx="2386018" cy="2386018"/>
              </a:xfrm>
              <a:prstGeom prst="ellipse">
                <a:avLst/>
              </a:prstGeom>
              <a:gradFill flip="none" rotWithShape="1">
                <a:gsLst>
                  <a:gs pos="0">
                    <a:srgbClr val="7995D8">
                      <a:lumMod val="60000"/>
                      <a:lumOff val="40000"/>
                    </a:srgbClr>
                  </a:gs>
                  <a:gs pos="50000">
                    <a:srgbClr val="7995D8"/>
                  </a:gs>
                </a:gsLst>
                <a:lin ang="2700000" scaled="1"/>
                <a:tileRect/>
              </a:gradFill>
              <a:effectLst>
                <a:reflection blurRad="6350" stA="15000" endPos="35000" dir="5400000" sy="-100000" algn="bl" rotWithShape="0"/>
              </a:effectLst>
            </p:spPr>
            <p:txBody>
              <a:bodyPr wrap="none" lIns="108000" tIns="108000" rIns="108000" bIns="108000" rtlCol="0" anchor="ctr" anchorCtr="0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" name="形状4">
                <a:extLst>
                  <a:ext uri="{FF2B5EF4-FFF2-40B4-BE49-F238E27FC236}">
                    <a16:creationId xmlns:a16="http://schemas.microsoft.com/office/drawing/2014/main" id="{705FBF11-224F-BB09-A452-43802F48782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27469" y="3176178"/>
                <a:ext cx="2079526" cy="67077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  <a:sym typeface="Arial" panose="020B0604020202020204" pitchFamily="34" charset="0"/>
                  </a:rPr>
                  <a:t>面向对象基础</a:t>
                </a:r>
                <a:endPara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9E09CE27-0AC9-B230-0E7D-B8C5E3FF1211}"/>
                </a:ext>
              </a:extLst>
            </p:cNvPr>
            <p:cNvSpPr txBox="1"/>
            <p:nvPr/>
          </p:nvSpPr>
          <p:spPr>
            <a:xfrm>
              <a:off x="10442733" y="2134524"/>
              <a:ext cx="49937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b="1">
                  <a:gradFill>
                    <a:gsLst>
                      <a:gs pos="23000">
                        <a:srgbClr val="FFFFFF">
                          <a:alpha val="6700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000" scaled="1"/>
                  </a:gradFill>
                  <a:latin typeface="Lato Black" panose="020F0A02020204030203" pitchFamily="34" charset="0"/>
                </a:rPr>
                <a:t>O</a:t>
              </a:r>
              <a:endParaRPr lang="zh-CN" altLang="en-US" sz="4000" b="1">
                <a:gradFill>
                  <a:gsLst>
                    <a:gs pos="23000">
                      <a:srgbClr val="FFFFFF">
                        <a:alpha val="6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 scaled="1"/>
                </a:gradFill>
                <a:latin typeface="Lato Black" panose="020F0A02020204030203" pitchFamily="34" charset="0"/>
              </a:endParaRPr>
            </a:p>
          </p:txBody>
        </p:sp>
      </p:grp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E31FEEC-114E-4D58-783B-CCD1C80F31E6}"/>
              </a:ext>
            </a:extLst>
          </p:cNvPr>
          <p:cNvSpPr/>
          <p:nvPr/>
        </p:nvSpPr>
        <p:spPr>
          <a:xfrm>
            <a:off x="786827" y="4502150"/>
            <a:ext cx="1244600" cy="361950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字面量与变量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2B0B81F-5EC7-D8C5-595D-6F1B676DAC42}"/>
              </a:ext>
            </a:extLst>
          </p:cNvPr>
          <p:cNvSpPr/>
          <p:nvPr/>
        </p:nvSpPr>
        <p:spPr>
          <a:xfrm>
            <a:off x="786827" y="4927600"/>
            <a:ext cx="1244600" cy="361950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数据类型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8A5A5E5-2CF7-2010-A7C6-8CE7F29E3CDB}"/>
              </a:ext>
            </a:extLst>
          </p:cNvPr>
          <p:cNvSpPr/>
          <p:nvPr/>
        </p:nvSpPr>
        <p:spPr>
          <a:xfrm>
            <a:off x="786827" y="5353050"/>
            <a:ext cx="1244600" cy="361950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输入与输出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71669C9-D9BE-84B1-43AC-26DA799A67C6}"/>
              </a:ext>
            </a:extLst>
          </p:cNvPr>
          <p:cNvSpPr/>
          <p:nvPr/>
        </p:nvSpPr>
        <p:spPr>
          <a:xfrm>
            <a:off x="786827" y="5778500"/>
            <a:ext cx="1244600" cy="361950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运算符</a:t>
            </a:r>
          </a:p>
        </p:txBody>
      </p:sp>
    </p:spTree>
    <p:extLst>
      <p:ext uri="{BB962C8B-B14F-4D97-AF65-F5344CB8AC3E}">
        <p14:creationId xmlns:p14="http://schemas.microsoft.com/office/powerpoint/2010/main" val="2942880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6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 tmFilter="0, 0; .2, .5; .8, .5; 1, 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" dur="250" autoRev="1" fill="hold"/>
                                        <p:tgtEl>
                                          <p:spTgt spid="5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B0562926-1859-3331-59FD-AD2176313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1277" y="1232897"/>
            <a:ext cx="5759746" cy="4140413"/>
          </a:xfrm>
          <a:prstGeom prst="roundRect">
            <a:avLst>
              <a:gd name="adj" fmla="val 1944"/>
            </a:avLst>
          </a:prstGeom>
          <a:ln w="6350">
            <a:solidFill>
              <a:schemeClr val="bg1">
                <a:lumMod val="75000"/>
              </a:schemeClr>
            </a:solidFill>
          </a:ln>
        </p:spPr>
      </p:pic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F590469A-8C39-34E2-64D3-03CAD0F4C31E}"/>
              </a:ext>
            </a:extLst>
          </p:cNvPr>
          <p:cNvCxnSpPr/>
          <p:nvPr/>
        </p:nvCxnSpPr>
        <p:spPr>
          <a:xfrm>
            <a:off x="7779029" y="1517374"/>
            <a:ext cx="0" cy="3644348"/>
          </a:xfrm>
          <a:prstGeom prst="straightConnector1">
            <a:avLst/>
          </a:prstGeom>
          <a:ln w="1270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hape4">
            <a:extLst>
              <a:ext uri="{FF2B5EF4-FFF2-40B4-BE49-F238E27FC236}">
                <a16:creationId xmlns:a16="http://schemas.microsoft.com/office/drawing/2014/main" id="{7DA80CE0-4769-3713-B141-45078665DD1E}"/>
              </a:ext>
            </a:extLst>
          </p:cNvPr>
          <p:cNvSpPr/>
          <p:nvPr/>
        </p:nvSpPr>
        <p:spPr>
          <a:xfrm>
            <a:off x="7967036" y="3021678"/>
            <a:ext cx="2667836" cy="407322"/>
          </a:xfrm>
          <a:custGeom>
            <a:avLst/>
            <a:gdLst>
              <a:gd name="connsiteX0" fmla="*/ 1801727 w 2405293"/>
              <a:gd name="connsiteY0" fmla="*/ 467042 h 581009"/>
              <a:gd name="connsiteX1" fmla="*/ 1797069 w 2405293"/>
              <a:gd name="connsiteY1" fmla="*/ 467271 h 581009"/>
              <a:gd name="connsiteX2" fmla="*/ 1955846 w 2405293"/>
              <a:gd name="connsiteY2" fmla="*/ 474115 h 581009"/>
              <a:gd name="connsiteX3" fmla="*/ 1801727 w 2405293"/>
              <a:gd name="connsiteY3" fmla="*/ 467042 h 581009"/>
              <a:gd name="connsiteX4" fmla="*/ 1992390 w 2405293"/>
              <a:gd name="connsiteY4" fmla="*/ 457661 h 581009"/>
              <a:gd name="connsiteX5" fmla="*/ 1987972 w 2405293"/>
              <a:gd name="connsiteY5" fmla="*/ 462764 h 581009"/>
              <a:gd name="connsiteX6" fmla="*/ 2011262 w 2405293"/>
              <a:gd name="connsiteY6" fmla="*/ 461618 h 581009"/>
              <a:gd name="connsiteX7" fmla="*/ 1992390 w 2405293"/>
              <a:gd name="connsiteY7" fmla="*/ 457661 h 581009"/>
              <a:gd name="connsiteX8" fmla="*/ 2229019 w 2405293"/>
              <a:gd name="connsiteY8" fmla="*/ 439831 h 581009"/>
              <a:gd name="connsiteX9" fmla="*/ 2229083 w 2405293"/>
              <a:gd name="connsiteY9" fmla="*/ 441130 h 581009"/>
              <a:gd name="connsiteX10" fmla="*/ 2229019 w 2405293"/>
              <a:gd name="connsiteY10" fmla="*/ 439831 h 581009"/>
              <a:gd name="connsiteX11" fmla="*/ 39387 w 2405293"/>
              <a:gd name="connsiteY11" fmla="*/ 374616 h 581009"/>
              <a:gd name="connsiteX12" fmla="*/ 30071 w 2405293"/>
              <a:gd name="connsiteY12" fmla="*/ 375074 h 581009"/>
              <a:gd name="connsiteX13" fmla="*/ 39387 w 2405293"/>
              <a:gd name="connsiteY13" fmla="*/ 374616 h 581009"/>
              <a:gd name="connsiteX14" fmla="*/ 2034151 w 2405293"/>
              <a:gd name="connsiteY14" fmla="*/ 177708 h 581009"/>
              <a:gd name="connsiteX15" fmla="*/ 2043377 w 2405293"/>
              <a:gd name="connsiteY15" fmla="*/ 177986 h 581009"/>
              <a:gd name="connsiteX16" fmla="*/ 2034061 w 2405293"/>
              <a:gd name="connsiteY16" fmla="*/ 178445 h 581009"/>
              <a:gd name="connsiteX17" fmla="*/ 1755565 w 2405293"/>
              <a:gd name="connsiteY17" fmla="*/ 104535 h 581009"/>
              <a:gd name="connsiteX18" fmla="*/ 1751147 w 2405293"/>
              <a:gd name="connsiteY18" fmla="*/ 109638 h 581009"/>
              <a:gd name="connsiteX19" fmla="*/ 1755565 w 2405293"/>
              <a:gd name="connsiteY19" fmla="*/ 104535 h 581009"/>
              <a:gd name="connsiteX20" fmla="*/ 2047743 w 2405293"/>
              <a:gd name="connsiteY20" fmla="*/ 70618 h 581009"/>
              <a:gd name="connsiteX21" fmla="*/ 2043325 w 2405293"/>
              <a:gd name="connsiteY21" fmla="*/ 75721 h 581009"/>
              <a:gd name="connsiteX22" fmla="*/ 2033769 w 2405293"/>
              <a:gd name="connsiteY22" fmla="*/ 71305 h 581009"/>
              <a:gd name="connsiteX23" fmla="*/ 2047743 w 2405293"/>
              <a:gd name="connsiteY23" fmla="*/ 70618 h 581009"/>
              <a:gd name="connsiteX24" fmla="*/ 2000780 w 2405293"/>
              <a:gd name="connsiteY24" fmla="*/ 65112 h 581009"/>
              <a:gd name="connsiteX25" fmla="*/ 1996153 w 2405293"/>
              <a:gd name="connsiteY25" fmla="*/ 65950 h 581009"/>
              <a:gd name="connsiteX26" fmla="*/ 1996092 w 2405293"/>
              <a:gd name="connsiteY26" fmla="*/ 66012 h 581009"/>
              <a:gd name="connsiteX27" fmla="*/ 1992223 w 2405293"/>
              <a:gd name="connsiteY27" fmla="*/ 66754 h 581009"/>
              <a:gd name="connsiteX28" fmla="*/ 1987286 w 2405293"/>
              <a:gd name="connsiteY28" fmla="*/ 75547 h 581009"/>
              <a:gd name="connsiteX29" fmla="*/ 1996602 w 2405293"/>
              <a:gd name="connsiteY29" fmla="*/ 75088 h 581009"/>
              <a:gd name="connsiteX30" fmla="*/ 1991705 w 2405293"/>
              <a:gd name="connsiteY30" fmla="*/ 70444 h 581009"/>
              <a:gd name="connsiteX31" fmla="*/ 1996092 w 2405293"/>
              <a:gd name="connsiteY31" fmla="*/ 66012 h 581009"/>
              <a:gd name="connsiteX32" fmla="*/ 2000780 w 2405293"/>
              <a:gd name="connsiteY32" fmla="*/ 65112 h 581009"/>
              <a:gd name="connsiteX33" fmla="*/ 2010336 w 2405293"/>
              <a:gd name="connsiteY33" fmla="*/ 69527 h 581009"/>
              <a:gd name="connsiteX34" fmla="*/ 2000780 w 2405293"/>
              <a:gd name="connsiteY34" fmla="*/ 65112 h 581009"/>
              <a:gd name="connsiteX35" fmla="*/ 1963604 w 2405293"/>
              <a:gd name="connsiteY35" fmla="*/ 62381 h 581009"/>
              <a:gd name="connsiteX36" fmla="*/ 1944973 w 2405293"/>
              <a:gd name="connsiteY36" fmla="*/ 63298 h 581009"/>
              <a:gd name="connsiteX37" fmla="*/ 1963604 w 2405293"/>
              <a:gd name="connsiteY37" fmla="*/ 62381 h 581009"/>
              <a:gd name="connsiteX38" fmla="*/ 1219069 w 2405293"/>
              <a:gd name="connsiteY38" fmla="*/ 0 h 581009"/>
              <a:gd name="connsiteX39" fmla="*/ 1527603 w 2405293"/>
              <a:gd name="connsiteY39" fmla="*/ 13808 h 581009"/>
              <a:gd name="connsiteX40" fmla="*/ 959087 w 2405293"/>
              <a:gd name="connsiteY40" fmla="*/ 17677 h 581009"/>
              <a:gd name="connsiteX41" fmla="*/ 945113 w 2405293"/>
              <a:gd name="connsiteY41" fmla="*/ 18365 h 581009"/>
              <a:gd name="connsiteX42" fmla="*/ 1103891 w 2405293"/>
              <a:gd name="connsiteY42" fmla="*/ 25209 h 581009"/>
              <a:gd name="connsiteX43" fmla="*/ 1649598 w 2405293"/>
              <a:gd name="connsiteY43" fmla="*/ 32233 h 581009"/>
              <a:gd name="connsiteX44" fmla="*/ 2071033 w 2405293"/>
              <a:gd name="connsiteY44" fmla="*/ 69472 h 581009"/>
              <a:gd name="connsiteX45" fmla="*/ 2015138 w 2405293"/>
              <a:gd name="connsiteY45" fmla="*/ 72222 h 581009"/>
              <a:gd name="connsiteX46" fmla="*/ 2038907 w 2405293"/>
              <a:gd name="connsiteY46" fmla="*/ 80824 h 581009"/>
              <a:gd name="connsiteX47" fmla="*/ 2043325 w 2405293"/>
              <a:gd name="connsiteY47" fmla="*/ 75721 h 581009"/>
              <a:gd name="connsiteX48" fmla="*/ 2066615 w 2405293"/>
              <a:gd name="connsiteY48" fmla="*/ 74575 h 581009"/>
              <a:gd name="connsiteX49" fmla="*/ 2066854 w 2405293"/>
              <a:gd name="connsiteY49" fmla="*/ 79449 h 581009"/>
              <a:gd name="connsiteX50" fmla="*/ 2104118 w 2405293"/>
              <a:gd name="connsiteY50" fmla="*/ 77615 h 581009"/>
              <a:gd name="connsiteX51" fmla="*/ 2179587 w 2405293"/>
              <a:gd name="connsiteY51" fmla="*/ 93118 h 581009"/>
              <a:gd name="connsiteX52" fmla="*/ 1960034 w 2405293"/>
              <a:gd name="connsiteY52" fmla="*/ 84704 h 581009"/>
              <a:gd name="connsiteX53" fmla="*/ 1904138 w 2405293"/>
              <a:gd name="connsiteY53" fmla="*/ 87454 h 581009"/>
              <a:gd name="connsiteX54" fmla="*/ 2058962 w 2405293"/>
              <a:gd name="connsiteY54" fmla="*/ 108823 h 581009"/>
              <a:gd name="connsiteX55" fmla="*/ 1755565 w 2405293"/>
              <a:gd name="connsiteY55" fmla="*/ 104535 h 581009"/>
              <a:gd name="connsiteX56" fmla="*/ 1666825 w 2405293"/>
              <a:gd name="connsiteY56" fmla="*/ 104015 h 581009"/>
              <a:gd name="connsiteX57" fmla="*/ 1671723 w 2405293"/>
              <a:gd name="connsiteY57" fmla="*/ 108660 h 581009"/>
              <a:gd name="connsiteX58" fmla="*/ 1924601 w 2405293"/>
              <a:gd name="connsiteY58" fmla="*/ 130090 h 581009"/>
              <a:gd name="connsiteX59" fmla="*/ 1798909 w 2405293"/>
              <a:gd name="connsiteY59" fmla="*/ 131389 h 581009"/>
              <a:gd name="connsiteX60" fmla="*/ 1920423 w 2405293"/>
              <a:gd name="connsiteY60" fmla="*/ 140067 h 581009"/>
              <a:gd name="connsiteX61" fmla="*/ 1906929 w 2405293"/>
              <a:gd name="connsiteY61" fmla="*/ 150501 h 581009"/>
              <a:gd name="connsiteX62" fmla="*/ 2019128 w 2405293"/>
              <a:gd name="connsiteY62" fmla="*/ 159638 h 581009"/>
              <a:gd name="connsiteX63" fmla="*/ 1986522 w 2405293"/>
              <a:gd name="connsiteY63" fmla="*/ 161242 h 581009"/>
              <a:gd name="connsiteX64" fmla="*/ 1996078 w 2405293"/>
              <a:gd name="connsiteY64" fmla="*/ 165657 h 581009"/>
              <a:gd name="connsiteX65" fmla="*/ 2010532 w 2405293"/>
              <a:gd name="connsiteY65" fmla="*/ 174717 h 581009"/>
              <a:gd name="connsiteX66" fmla="*/ 2061529 w 2405293"/>
              <a:gd name="connsiteY66" fmla="*/ 167323 h 581009"/>
              <a:gd name="connsiteX67" fmla="*/ 2034842 w 2405293"/>
              <a:gd name="connsiteY67" fmla="*/ 172070 h 581009"/>
              <a:gd name="connsiteX68" fmla="*/ 2034151 w 2405293"/>
              <a:gd name="connsiteY68" fmla="*/ 177708 h 581009"/>
              <a:gd name="connsiteX69" fmla="*/ 1868334 w 2405293"/>
              <a:gd name="connsiteY69" fmla="*/ 172716 h 581009"/>
              <a:gd name="connsiteX70" fmla="*/ 1693471 w 2405293"/>
              <a:gd name="connsiteY70" fmla="*/ 171100 h 581009"/>
              <a:gd name="connsiteX71" fmla="*/ 1857130 w 2405293"/>
              <a:gd name="connsiteY71" fmla="*/ 182264 h 581009"/>
              <a:gd name="connsiteX72" fmla="*/ 2301393 w 2405293"/>
              <a:gd name="connsiteY72" fmla="*/ 208935 h 581009"/>
              <a:gd name="connsiteX73" fmla="*/ 2092338 w 2405293"/>
              <a:gd name="connsiteY73" fmla="*/ 224106 h 581009"/>
              <a:gd name="connsiteX74" fmla="*/ 2008016 w 2405293"/>
              <a:gd name="connsiteY74" fmla="*/ 218484 h 581009"/>
              <a:gd name="connsiteX75" fmla="*/ 2004077 w 2405293"/>
              <a:gd name="connsiteY75" fmla="*/ 233334 h 581009"/>
              <a:gd name="connsiteX76" fmla="*/ 2214315 w 2405293"/>
              <a:gd name="connsiteY76" fmla="*/ 242206 h 581009"/>
              <a:gd name="connsiteX77" fmla="*/ 2280469 w 2405293"/>
              <a:gd name="connsiteY77" fmla="*/ 258167 h 581009"/>
              <a:gd name="connsiteX78" fmla="*/ 2350338 w 2405293"/>
              <a:gd name="connsiteY78" fmla="*/ 254730 h 581009"/>
              <a:gd name="connsiteX79" fmla="*/ 2285607 w 2405293"/>
              <a:gd name="connsiteY79" fmla="*/ 267686 h 581009"/>
              <a:gd name="connsiteX80" fmla="*/ 2290504 w 2405293"/>
              <a:gd name="connsiteY80" fmla="*/ 272330 h 581009"/>
              <a:gd name="connsiteX81" fmla="*/ 2369928 w 2405293"/>
              <a:gd name="connsiteY81" fmla="*/ 273307 h 581009"/>
              <a:gd name="connsiteX82" fmla="*/ 2370168 w 2405293"/>
              <a:gd name="connsiteY82" fmla="*/ 278182 h 581009"/>
              <a:gd name="connsiteX83" fmla="*/ 2356674 w 2405293"/>
              <a:gd name="connsiteY83" fmla="*/ 288616 h 581009"/>
              <a:gd name="connsiteX84" fmla="*/ 2314992 w 2405293"/>
              <a:gd name="connsiteY84" fmla="*/ 295552 h 581009"/>
              <a:gd name="connsiteX85" fmla="*/ 2212758 w 2405293"/>
              <a:gd name="connsiteY85" fmla="*/ 305468 h 581009"/>
              <a:gd name="connsiteX86" fmla="*/ 2338931 w 2405293"/>
              <a:gd name="connsiteY86" fmla="*/ 313916 h 581009"/>
              <a:gd name="connsiteX87" fmla="*/ 2013259 w 2405293"/>
              <a:gd name="connsiteY87" fmla="*/ 325053 h 581009"/>
              <a:gd name="connsiteX88" fmla="*/ 2013499 w 2405293"/>
              <a:gd name="connsiteY88" fmla="*/ 329927 h 581009"/>
              <a:gd name="connsiteX89" fmla="*/ 2246802 w 2405293"/>
              <a:gd name="connsiteY89" fmla="*/ 333106 h 581009"/>
              <a:gd name="connsiteX90" fmla="*/ 2317390 w 2405293"/>
              <a:gd name="connsiteY90" fmla="*/ 344288 h 581009"/>
              <a:gd name="connsiteX91" fmla="*/ 2378183 w 2405293"/>
              <a:gd name="connsiteY91" fmla="*/ 346183 h 581009"/>
              <a:gd name="connsiteX92" fmla="*/ 2369347 w 2405293"/>
              <a:gd name="connsiteY92" fmla="*/ 356388 h 581009"/>
              <a:gd name="connsiteX93" fmla="*/ 2346537 w 2405293"/>
              <a:gd name="connsiteY93" fmla="*/ 367282 h 581009"/>
              <a:gd name="connsiteX94" fmla="*/ 2095321 w 2405293"/>
              <a:gd name="connsiteY94" fmla="*/ 379641 h 581009"/>
              <a:gd name="connsiteX95" fmla="*/ 2095561 w 2405293"/>
              <a:gd name="connsiteY95" fmla="*/ 384515 h 581009"/>
              <a:gd name="connsiteX96" fmla="*/ 2300437 w 2405293"/>
              <a:gd name="connsiteY96" fmla="*/ 379321 h 581009"/>
              <a:gd name="connsiteX97" fmla="*/ 2291601 w 2405293"/>
              <a:gd name="connsiteY97" fmla="*/ 389526 h 581009"/>
              <a:gd name="connsiteX98" fmla="*/ 2305815 w 2405293"/>
              <a:gd name="connsiteY98" fmla="*/ 393712 h 581009"/>
              <a:gd name="connsiteX99" fmla="*/ 2082786 w 2405293"/>
              <a:gd name="connsiteY99" fmla="*/ 409571 h 581009"/>
              <a:gd name="connsiteX100" fmla="*/ 2078367 w 2405293"/>
              <a:gd name="connsiteY100" fmla="*/ 414673 h 581009"/>
              <a:gd name="connsiteX101" fmla="*/ 2101897 w 2405293"/>
              <a:gd name="connsiteY101" fmla="*/ 418401 h 581009"/>
              <a:gd name="connsiteX102" fmla="*/ 2405293 w 2405293"/>
              <a:gd name="connsiteY102" fmla="*/ 422690 h 581009"/>
              <a:gd name="connsiteX103" fmla="*/ 2400875 w 2405293"/>
              <a:gd name="connsiteY103" fmla="*/ 427793 h 581009"/>
              <a:gd name="connsiteX104" fmla="*/ 2228843 w 2405293"/>
              <a:gd name="connsiteY104" fmla="*/ 436257 h 581009"/>
              <a:gd name="connsiteX105" fmla="*/ 2229019 w 2405293"/>
              <a:gd name="connsiteY105" fmla="*/ 439831 h 581009"/>
              <a:gd name="connsiteX106" fmla="*/ 2200761 w 2405293"/>
              <a:gd name="connsiteY106" fmla="*/ 441221 h 581009"/>
              <a:gd name="connsiteX107" fmla="*/ 2205179 w 2405293"/>
              <a:gd name="connsiteY107" fmla="*/ 436118 h 581009"/>
              <a:gd name="connsiteX108" fmla="*/ 1971651 w 2405293"/>
              <a:gd name="connsiteY108" fmla="*/ 428392 h 581009"/>
              <a:gd name="connsiteX109" fmla="*/ 2107603 w 2405293"/>
              <a:gd name="connsiteY109" fmla="*/ 445804 h 581009"/>
              <a:gd name="connsiteX110" fmla="*/ 2042632 w 2405293"/>
              <a:gd name="connsiteY110" fmla="*/ 453887 h 581009"/>
              <a:gd name="connsiteX111" fmla="*/ 2019103 w 2405293"/>
              <a:gd name="connsiteY111" fmla="*/ 450158 h 581009"/>
              <a:gd name="connsiteX112" fmla="*/ 2113203 w 2405293"/>
              <a:gd name="connsiteY112" fmla="*/ 464745 h 581009"/>
              <a:gd name="connsiteX113" fmla="*/ 2169338 w 2405293"/>
              <a:gd name="connsiteY113" fmla="*/ 466869 h 581009"/>
              <a:gd name="connsiteX114" fmla="*/ 2156084 w 2405293"/>
              <a:gd name="connsiteY114" fmla="*/ 482177 h 581009"/>
              <a:gd name="connsiteX115" fmla="*/ 2198245 w 2405293"/>
              <a:gd name="connsiteY115" fmla="*/ 484988 h 581009"/>
              <a:gd name="connsiteX116" fmla="*/ 2258558 w 2405293"/>
              <a:gd name="connsiteY116" fmla="*/ 477135 h 581009"/>
              <a:gd name="connsiteX117" fmla="*/ 2059522 w 2405293"/>
              <a:gd name="connsiteY117" fmla="*/ 506144 h 581009"/>
              <a:gd name="connsiteX118" fmla="*/ 1961706 w 2405293"/>
              <a:gd name="connsiteY118" fmla="*/ 510956 h 581009"/>
              <a:gd name="connsiteX119" fmla="*/ 1966603 w 2405293"/>
              <a:gd name="connsiteY119" fmla="*/ 515601 h 581009"/>
              <a:gd name="connsiteX120" fmla="*/ 2092536 w 2405293"/>
              <a:gd name="connsiteY120" fmla="*/ 519175 h 581009"/>
              <a:gd name="connsiteX121" fmla="*/ 2041539 w 2405293"/>
              <a:gd name="connsiteY121" fmla="*/ 526570 h 581009"/>
              <a:gd name="connsiteX122" fmla="*/ 2004515 w 2405293"/>
              <a:gd name="connsiteY122" fmla="*/ 533277 h 581009"/>
              <a:gd name="connsiteX123" fmla="*/ 1575185 w 2405293"/>
              <a:gd name="connsiteY123" fmla="*/ 525413 h 581009"/>
              <a:gd name="connsiteX124" fmla="*/ 1421306 w 2405293"/>
              <a:gd name="connsiteY124" fmla="*/ 523213 h 581009"/>
              <a:gd name="connsiteX125" fmla="*/ 1421546 w 2405293"/>
              <a:gd name="connsiteY125" fmla="*/ 528087 h 581009"/>
              <a:gd name="connsiteX126" fmla="*/ 1351437 w 2405293"/>
              <a:gd name="connsiteY126" fmla="*/ 526650 h 581009"/>
              <a:gd name="connsiteX127" fmla="*/ 1295542 w 2405293"/>
              <a:gd name="connsiteY127" fmla="*/ 529400 h 581009"/>
              <a:gd name="connsiteX128" fmla="*/ 401283 w 2405293"/>
              <a:gd name="connsiteY128" fmla="*/ 549296 h 581009"/>
              <a:gd name="connsiteX129" fmla="*/ 237847 w 2405293"/>
              <a:gd name="connsiteY129" fmla="*/ 542681 h 581009"/>
              <a:gd name="connsiteX130" fmla="*/ 233429 w 2405293"/>
              <a:gd name="connsiteY130" fmla="*/ 547784 h 581009"/>
              <a:gd name="connsiteX131" fmla="*/ 1133545 w 2405293"/>
              <a:gd name="connsiteY131" fmla="*/ 552027 h 581009"/>
              <a:gd name="connsiteX132" fmla="*/ 1395021 w 2405293"/>
              <a:gd name="connsiteY132" fmla="*/ 558379 h 581009"/>
              <a:gd name="connsiteX133" fmla="*/ 895823 w 2405293"/>
              <a:gd name="connsiteY133" fmla="*/ 553952 h 581009"/>
              <a:gd name="connsiteX134" fmla="*/ 667896 w 2405293"/>
              <a:gd name="connsiteY134" fmla="*/ 565166 h 581009"/>
              <a:gd name="connsiteX135" fmla="*/ 672794 w 2405293"/>
              <a:gd name="connsiteY135" fmla="*/ 569810 h 581009"/>
              <a:gd name="connsiteX136" fmla="*/ 1302102 w 2405293"/>
              <a:gd name="connsiteY136" fmla="*/ 567835 h 581009"/>
              <a:gd name="connsiteX137" fmla="*/ 966410 w 2405293"/>
              <a:gd name="connsiteY137" fmla="*/ 565135 h 581009"/>
              <a:gd name="connsiteX138" fmla="*/ 570630 w 2405293"/>
              <a:gd name="connsiteY138" fmla="*/ 574837 h 581009"/>
              <a:gd name="connsiteX139" fmla="*/ 445177 w 2405293"/>
              <a:gd name="connsiteY139" fmla="*/ 581009 h 581009"/>
              <a:gd name="connsiteX140" fmla="*/ 107583 w 2405293"/>
              <a:gd name="connsiteY140" fmla="*/ 539645 h 581009"/>
              <a:gd name="connsiteX141" fmla="*/ 116659 w 2405293"/>
              <a:gd name="connsiteY141" fmla="*/ 534312 h 581009"/>
              <a:gd name="connsiteX142" fmla="*/ 87768 w 2405293"/>
              <a:gd name="connsiteY142" fmla="*/ 516518 h 581009"/>
              <a:gd name="connsiteX143" fmla="*/ 35588 w 2405293"/>
              <a:gd name="connsiteY143" fmla="*/ 499870 h 581009"/>
              <a:gd name="connsiteX144" fmla="*/ 33926 w 2405293"/>
              <a:gd name="connsiteY144" fmla="*/ 466078 h 581009"/>
              <a:gd name="connsiteX145" fmla="*/ 123369 w 2405293"/>
              <a:gd name="connsiteY145" fmla="*/ 480894 h 581009"/>
              <a:gd name="connsiteX146" fmla="*/ 151077 w 2405293"/>
              <a:gd name="connsiteY146" fmla="*/ 474646 h 581009"/>
              <a:gd name="connsiteX147" fmla="*/ 99120 w 2405293"/>
              <a:gd name="connsiteY147" fmla="*/ 462546 h 581009"/>
              <a:gd name="connsiteX148" fmla="*/ 103539 w 2405293"/>
              <a:gd name="connsiteY148" fmla="*/ 457443 h 581009"/>
              <a:gd name="connsiteX149" fmla="*/ 102819 w 2405293"/>
              <a:gd name="connsiteY149" fmla="*/ 442822 h 581009"/>
              <a:gd name="connsiteX150" fmla="*/ 130767 w 2405293"/>
              <a:gd name="connsiteY150" fmla="*/ 441447 h 581009"/>
              <a:gd name="connsiteX151" fmla="*/ 82285 w 2405293"/>
              <a:gd name="connsiteY151" fmla="*/ 405074 h 581009"/>
              <a:gd name="connsiteX152" fmla="*/ 105335 w 2405293"/>
              <a:gd name="connsiteY152" fmla="*/ 399055 h 581009"/>
              <a:gd name="connsiteX153" fmla="*/ 44063 w 2405293"/>
              <a:gd name="connsiteY153" fmla="*/ 387413 h 581009"/>
              <a:gd name="connsiteX154" fmla="*/ 15396 w 2405293"/>
              <a:gd name="connsiteY154" fmla="*/ 374167 h 581009"/>
              <a:gd name="connsiteX155" fmla="*/ 19815 w 2405293"/>
              <a:gd name="connsiteY155" fmla="*/ 369065 h 581009"/>
              <a:gd name="connsiteX156" fmla="*/ 10259 w 2405293"/>
              <a:gd name="connsiteY156" fmla="*/ 364649 h 581009"/>
              <a:gd name="connsiteX157" fmla="*/ 5600 w 2405293"/>
              <a:gd name="connsiteY157" fmla="*/ 364878 h 581009"/>
              <a:gd name="connsiteX158" fmla="*/ 0 w 2405293"/>
              <a:gd name="connsiteY158" fmla="*/ 345938 h 581009"/>
              <a:gd name="connsiteX159" fmla="*/ 18631 w 2405293"/>
              <a:gd name="connsiteY159" fmla="*/ 345022 h 581009"/>
              <a:gd name="connsiteX160" fmla="*/ 79664 w 2405293"/>
              <a:gd name="connsiteY160" fmla="*/ 351790 h 581009"/>
              <a:gd name="connsiteX161" fmla="*/ 78721 w 2405293"/>
              <a:gd name="connsiteY161" fmla="*/ 332620 h 581009"/>
              <a:gd name="connsiteX162" fmla="*/ 92215 w 2405293"/>
              <a:gd name="connsiteY162" fmla="*/ 322185 h 581009"/>
              <a:gd name="connsiteX163" fmla="*/ 40035 w 2405293"/>
              <a:gd name="connsiteY163" fmla="*/ 305537 h 581009"/>
              <a:gd name="connsiteX164" fmla="*/ 21163 w 2405293"/>
              <a:gd name="connsiteY164" fmla="*/ 301580 h 581009"/>
              <a:gd name="connsiteX165" fmla="*/ 71681 w 2405293"/>
              <a:gd name="connsiteY165" fmla="*/ 284438 h 581009"/>
              <a:gd name="connsiteX166" fmla="*/ 113362 w 2405293"/>
              <a:gd name="connsiteY166" fmla="*/ 277502 h 581009"/>
              <a:gd name="connsiteX167" fmla="*/ 85655 w 2405293"/>
              <a:gd name="connsiteY167" fmla="*/ 283750 h 581009"/>
              <a:gd name="connsiteX168" fmla="*/ 151105 w 2405293"/>
              <a:gd name="connsiteY168" fmla="*/ 285416 h 581009"/>
              <a:gd name="connsiteX169" fmla="*/ 103583 w 2405293"/>
              <a:gd name="connsiteY169" fmla="*/ 268538 h 581009"/>
              <a:gd name="connsiteX170" fmla="*/ 70498 w 2405293"/>
              <a:gd name="connsiteY170" fmla="*/ 260394 h 581009"/>
              <a:gd name="connsiteX171" fmla="*/ 60702 w 2405293"/>
              <a:gd name="connsiteY171" fmla="*/ 251106 h 581009"/>
              <a:gd name="connsiteX172" fmla="*/ 65120 w 2405293"/>
              <a:gd name="connsiteY172" fmla="*/ 246003 h 581009"/>
              <a:gd name="connsiteX173" fmla="*/ 55565 w 2405293"/>
              <a:gd name="connsiteY173" fmla="*/ 241588 h 581009"/>
              <a:gd name="connsiteX174" fmla="*/ 92349 w 2405293"/>
              <a:gd name="connsiteY174" fmla="*/ 230007 h 581009"/>
              <a:gd name="connsiteX175" fmla="*/ 64161 w 2405293"/>
              <a:gd name="connsiteY175" fmla="*/ 226508 h 581009"/>
              <a:gd name="connsiteX176" fmla="*/ 96288 w 2405293"/>
              <a:gd name="connsiteY176" fmla="*/ 215157 h 581009"/>
              <a:gd name="connsiteX177" fmla="*/ 96048 w 2405293"/>
              <a:gd name="connsiteY177" fmla="*/ 210284 h 581009"/>
              <a:gd name="connsiteX178" fmla="*/ 155881 w 2405293"/>
              <a:gd name="connsiteY178" fmla="*/ 192683 h 581009"/>
              <a:gd name="connsiteX179" fmla="*/ 155401 w 2405293"/>
              <a:gd name="connsiteY179" fmla="*/ 182936 h 581009"/>
              <a:gd name="connsiteX180" fmla="*/ 80635 w 2405293"/>
              <a:gd name="connsiteY180" fmla="*/ 181729 h 581009"/>
              <a:gd name="connsiteX181" fmla="*/ 131393 w 2405293"/>
              <a:gd name="connsiteY181" fmla="*/ 169461 h 581009"/>
              <a:gd name="connsiteX182" fmla="*/ 130450 w 2405293"/>
              <a:gd name="connsiteY182" fmla="*/ 150292 h 581009"/>
              <a:gd name="connsiteX183" fmla="*/ 36348 w 2405293"/>
              <a:gd name="connsiteY183" fmla="*/ 135705 h 581009"/>
              <a:gd name="connsiteX184" fmla="*/ 73132 w 2405293"/>
              <a:gd name="connsiteY184" fmla="*/ 124124 h 581009"/>
              <a:gd name="connsiteX185" fmla="*/ 147658 w 2405293"/>
              <a:gd name="connsiteY185" fmla="*/ 120458 h 581009"/>
              <a:gd name="connsiteX186" fmla="*/ 67531 w 2405293"/>
              <a:gd name="connsiteY186" fmla="*/ 105184 h 581009"/>
              <a:gd name="connsiteX187" fmla="*/ 62633 w 2405293"/>
              <a:gd name="connsiteY187" fmla="*/ 100540 h 581009"/>
              <a:gd name="connsiteX188" fmla="*/ 144573 w 2405293"/>
              <a:gd name="connsiteY188" fmla="*/ 57751 h 581009"/>
              <a:gd name="connsiteX189" fmla="*/ 209304 w 2405293"/>
              <a:gd name="connsiteY189" fmla="*/ 44795 h 581009"/>
              <a:gd name="connsiteX190" fmla="*/ 260781 w 2405293"/>
              <a:gd name="connsiteY190" fmla="*/ 47148 h 581009"/>
              <a:gd name="connsiteX191" fmla="*/ 260541 w 2405293"/>
              <a:gd name="connsiteY191" fmla="*/ 42274 h 581009"/>
              <a:gd name="connsiteX192" fmla="*/ 204167 w 2405293"/>
              <a:gd name="connsiteY192" fmla="*/ 35277 h 581009"/>
              <a:gd name="connsiteX193" fmla="*/ 241430 w 2405293"/>
              <a:gd name="connsiteY193" fmla="*/ 33444 h 581009"/>
              <a:gd name="connsiteX194" fmla="*/ 441171 w 2405293"/>
              <a:gd name="connsiteY194" fmla="*/ 18731 h 581009"/>
              <a:gd name="connsiteX195" fmla="*/ 487509 w 2405293"/>
              <a:gd name="connsiteY195" fmla="*/ 11566 h 581009"/>
              <a:gd name="connsiteX196" fmla="*/ 571592 w 2405293"/>
              <a:gd name="connsiteY196" fmla="*/ 12314 h 581009"/>
              <a:gd name="connsiteX197" fmla="*/ 618410 w 2405293"/>
              <a:gd name="connsiteY197" fmla="*/ 14897 h 581009"/>
              <a:gd name="connsiteX198" fmla="*/ 1219069 w 2405293"/>
              <a:gd name="connsiteY198" fmla="*/ 0 h 58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</a:cxnLst>
            <a:rect l="l" t="t" r="r" b="b"/>
            <a:pathLst>
              <a:path w="2405293" h="581009">
                <a:moveTo>
                  <a:pt x="1801727" y="467042"/>
                </a:moveTo>
                <a:cubicBezTo>
                  <a:pt x="1801727" y="467042"/>
                  <a:pt x="1801727" y="467042"/>
                  <a:pt x="1797069" y="467271"/>
                </a:cubicBezTo>
                <a:lnTo>
                  <a:pt x="1955846" y="474115"/>
                </a:lnTo>
                <a:cubicBezTo>
                  <a:pt x="1955846" y="474115"/>
                  <a:pt x="1955846" y="474115"/>
                  <a:pt x="1801727" y="467042"/>
                </a:cubicBezTo>
                <a:close/>
                <a:moveTo>
                  <a:pt x="1992390" y="457661"/>
                </a:moveTo>
                <a:lnTo>
                  <a:pt x="1987972" y="462764"/>
                </a:lnTo>
                <a:cubicBezTo>
                  <a:pt x="1987972" y="462764"/>
                  <a:pt x="1987972" y="462764"/>
                  <a:pt x="2011262" y="461618"/>
                </a:cubicBezTo>
                <a:cubicBezTo>
                  <a:pt x="2011262" y="461618"/>
                  <a:pt x="2011262" y="461618"/>
                  <a:pt x="1992390" y="457661"/>
                </a:cubicBezTo>
                <a:close/>
                <a:moveTo>
                  <a:pt x="2229019" y="439831"/>
                </a:moveTo>
                <a:lnTo>
                  <a:pt x="2229083" y="441130"/>
                </a:lnTo>
                <a:lnTo>
                  <a:pt x="2229019" y="439831"/>
                </a:lnTo>
                <a:close/>
                <a:moveTo>
                  <a:pt x="39387" y="374616"/>
                </a:moveTo>
                <a:cubicBezTo>
                  <a:pt x="39387" y="374616"/>
                  <a:pt x="39387" y="374616"/>
                  <a:pt x="30071" y="375074"/>
                </a:cubicBezTo>
                <a:cubicBezTo>
                  <a:pt x="30550" y="384821"/>
                  <a:pt x="39387" y="374616"/>
                  <a:pt x="39387" y="374616"/>
                </a:cubicBezTo>
                <a:close/>
                <a:moveTo>
                  <a:pt x="2034151" y="177708"/>
                </a:moveTo>
                <a:lnTo>
                  <a:pt x="2043377" y="177986"/>
                </a:lnTo>
                <a:cubicBezTo>
                  <a:pt x="2034061" y="178445"/>
                  <a:pt x="2034061" y="178445"/>
                  <a:pt x="2034061" y="178445"/>
                </a:cubicBezTo>
                <a:close/>
                <a:moveTo>
                  <a:pt x="1755565" y="104535"/>
                </a:moveTo>
                <a:cubicBezTo>
                  <a:pt x="1755565" y="104535"/>
                  <a:pt x="1755565" y="104535"/>
                  <a:pt x="1751147" y="109638"/>
                </a:cubicBezTo>
                <a:cubicBezTo>
                  <a:pt x="1751147" y="109638"/>
                  <a:pt x="1751147" y="109638"/>
                  <a:pt x="1755565" y="104535"/>
                </a:cubicBezTo>
                <a:close/>
                <a:moveTo>
                  <a:pt x="2047743" y="70618"/>
                </a:moveTo>
                <a:cubicBezTo>
                  <a:pt x="2043325" y="75721"/>
                  <a:pt x="2043325" y="75721"/>
                  <a:pt x="2043325" y="75721"/>
                </a:cubicBezTo>
                <a:cubicBezTo>
                  <a:pt x="2043325" y="75721"/>
                  <a:pt x="2043325" y="75721"/>
                  <a:pt x="2033769" y="71305"/>
                </a:cubicBezTo>
                <a:cubicBezTo>
                  <a:pt x="2038428" y="71076"/>
                  <a:pt x="2043325" y="75721"/>
                  <a:pt x="2047743" y="70618"/>
                </a:cubicBezTo>
                <a:close/>
                <a:moveTo>
                  <a:pt x="2000780" y="65112"/>
                </a:moveTo>
                <a:cubicBezTo>
                  <a:pt x="1998451" y="65226"/>
                  <a:pt x="1997287" y="65284"/>
                  <a:pt x="1996153" y="65950"/>
                </a:cubicBezTo>
                <a:lnTo>
                  <a:pt x="1996092" y="66012"/>
                </a:lnTo>
                <a:lnTo>
                  <a:pt x="1992223" y="66754"/>
                </a:lnTo>
                <a:cubicBezTo>
                  <a:pt x="1989411" y="68114"/>
                  <a:pt x="1987202" y="70665"/>
                  <a:pt x="1987286" y="75547"/>
                </a:cubicBezTo>
                <a:cubicBezTo>
                  <a:pt x="1987286" y="75547"/>
                  <a:pt x="1987286" y="75547"/>
                  <a:pt x="1996602" y="75088"/>
                </a:cubicBezTo>
                <a:cubicBezTo>
                  <a:pt x="1996602" y="75088"/>
                  <a:pt x="1996602" y="75088"/>
                  <a:pt x="1991705" y="70444"/>
                </a:cubicBezTo>
                <a:lnTo>
                  <a:pt x="1996092" y="66012"/>
                </a:lnTo>
                <a:lnTo>
                  <a:pt x="2000780" y="65112"/>
                </a:lnTo>
                <a:cubicBezTo>
                  <a:pt x="2005439" y="64882"/>
                  <a:pt x="2010336" y="69527"/>
                  <a:pt x="2010336" y="69527"/>
                </a:cubicBezTo>
                <a:cubicBezTo>
                  <a:pt x="2005679" y="69757"/>
                  <a:pt x="2005439" y="64882"/>
                  <a:pt x="2000780" y="65112"/>
                </a:cubicBezTo>
                <a:close/>
                <a:moveTo>
                  <a:pt x="1963604" y="62381"/>
                </a:moveTo>
                <a:lnTo>
                  <a:pt x="1944973" y="63298"/>
                </a:lnTo>
                <a:cubicBezTo>
                  <a:pt x="1949870" y="67942"/>
                  <a:pt x="1968981" y="76773"/>
                  <a:pt x="1963604" y="62381"/>
                </a:cubicBezTo>
                <a:close/>
                <a:moveTo>
                  <a:pt x="1219069" y="0"/>
                </a:moveTo>
                <a:cubicBezTo>
                  <a:pt x="1322022" y="4706"/>
                  <a:pt x="1420062" y="4443"/>
                  <a:pt x="1527603" y="13808"/>
                </a:cubicBezTo>
                <a:cubicBezTo>
                  <a:pt x="1345792" y="13308"/>
                  <a:pt x="1149990" y="13170"/>
                  <a:pt x="959087" y="17677"/>
                </a:cubicBezTo>
                <a:cubicBezTo>
                  <a:pt x="959087" y="17677"/>
                  <a:pt x="959087" y="17677"/>
                  <a:pt x="945113" y="18365"/>
                </a:cubicBezTo>
                <a:cubicBezTo>
                  <a:pt x="945113" y="18365"/>
                  <a:pt x="945113" y="18365"/>
                  <a:pt x="1103891" y="25209"/>
                </a:cubicBezTo>
                <a:cubicBezTo>
                  <a:pt x="1103891" y="25209"/>
                  <a:pt x="1103891" y="25209"/>
                  <a:pt x="1649598" y="32233"/>
                </a:cubicBezTo>
                <a:cubicBezTo>
                  <a:pt x="1789727" y="39669"/>
                  <a:pt x="1934841" y="47186"/>
                  <a:pt x="2071033" y="69472"/>
                </a:cubicBezTo>
                <a:cubicBezTo>
                  <a:pt x="2057299" y="75034"/>
                  <a:pt x="2023735" y="57143"/>
                  <a:pt x="2015138" y="72222"/>
                </a:cubicBezTo>
                <a:cubicBezTo>
                  <a:pt x="2020276" y="81740"/>
                  <a:pt x="2029351" y="76408"/>
                  <a:pt x="2038907" y="80824"/>
                </a:cubicBezTo>
                <a:cubicBezTo>
                  <a:pt x="2038907" y="80824"/>
                  <a:pt x="2038907" y="80824"/>
                  <a:pt x="2043325" y="75721"/>
                </a:cubicBezTo>
                <a:cubicBezTo>
                  <a:pt x="2052881" y="80136"/>
                  <a:pt x="2062436" y="84551"/>
                  <a:pt x="2066615" y="74575"/>
                </a:cubicBezTo>
                <a:cubicBezTo>
                  <a:pt x="2066854" y="79449"/>
                  <a:pt x="2066854" y="79449"/>
                  <a:pt x="2066854" y="79449"/>
                </a:cubicBezTo>
                <a:cubicBezTo>
                  <a:pt x="2080348" y="69013"/>
                  <a:pt x="2090384" y="83176"/>
                  <a:pt x="2104118" y="77615"/>
                </a:cubicBezTo>
                <a:cubicBezTo>
                  <a:pt x="2127631" y="81018"/>
                  <a:pt x="2165374" y="88932"/>
                  <a:pt x="2179587" y="93118"/>
                </a:cubicBezTo>
                <a:cubicBezTo>
                  <a:pt x="2109719" y="96556"/>
                  <a:pt x="2025484" y="86369"/>
                  <a:pt x="1960034" y="84704"/>
                </a:cubicBezTo>
                <a:cubicBezTo>
                  <a:pt x="1941162" y="80747"/>
                  <a:pt x="1917633" y="77019"/>
                  <a:pt x="1904138" y="87454"/>
                </a:cubicBezTo>
                <a:cubicBezTo>
                  <a:pt x="1955768" y="99244"/>
                  <a:pt x="2011439" y="91946"/>
                  <a:pt x="2058962" y="108823"/>
                </a:cubicBezTo>
                <a:cubicBezTo>
                  <a:pt x="1960922" y="109088"/>
                  <a:pt x="1844066" y="100181"/>
                  <a:pt x="1755565" y="104535"/>
                </a:cubicBezTo>
                <a:cubicBezTo>
                  <a:pt x="1727138" y="96162"/>
                  <a:pt x="1695012" y="107514"/>
                  <a:pt x="1666825" y="104015"/>
                </a:cubicBezTo>
                <a:cubicBezTo>
                  <a:pt x="1666825" y="104015"/>
                  <a:pt x="1666825" y="104015"/>
                  <a:pt x="1671723" y="108660"/>
                </a:cubicBezTo>
                <a:cubicBezTo>
                  <a:pt x="1751850" y="123933"/>
                  <a:pt x="1840040" y="119594"/>
                  <a:pt x="1924601" y="130090"/>
                </a:cubicBezTo>
                <a:cubicBezTo>
                  <a:pt x="1887889" y="136782"/>
                  <a:pt x="1835693" y="119808"/>
                  <a:pt x="1798909" y="131389"/>
                </a:cubicBezTo>
                <a:cubicBezTo>
                  <a:pt x="1840999" y="139089"/>
                  <a:pt x="1882920" y="137026"/>
                  <a:pt x="1920423" y="140067"/>
                </a:cubicBezTo>
                <a:cubicBezTo>
                  <a:pt x="1916005" y="145170"/>
                  <a:pt x="1906449" y="140755"/>
                  <a:pt x="1906929" y="150501"/>
                </a:cubicBezTo>
                <a:cubicBezTo>
                  <a:pt x="1939224" y="148913"/>
                  <a:pt x="1986283" y="156368"/>
                  <a:pt x="2019128" y="159638"/>
                </a:cubicBezTo>
                <a:cubicBezTo>
                  <a:pt x="2019847" y="174259"/>
                  <a:pt x="2000017" y="150807"/>
                  <a:pt x="1986522" y="161242"/>
                </a:cubicBezTo>
                <a:cubicBezTo>
                  <a:pt x="1986762" y="166115"/>
                  <a:pt x="1991420" y="165886"/>
                  <a:pt x="1996078" y="165657"/>
                </a:cubicBezTo>
                <a:cubicBezTo>
                  <a:pt x="1991900" y="175634"/>
                  <a:pt x="2005634" y="170073"/>
                  <a:pt x="2010532" y="174717"/>
                </a:cubicBezTo>
                <a:cubicBezTo>
                  <a:pt x="2029403" y="178674"/>
                  <a:pt x="2042418" y="158492"/>
                  <a:pt x="2061529" y="167323"/>
                </a:cubicBezTo>
                <a:cubicBezTo>
                  <a:pt x="2054901" y="174976"/>
                  <a:pt x="2039740" y="169310"/>
                  <a:pt x="2034842" y="172070"/>
                </a:cubicBezTo>
                <a:lnTo>
                  <a:pt x="2034151" y="177708"/>
                </a:lnTo>
                <a:lnTo>
                  <a:pt x="1868334" y="172716"/>
                </a:lnTo>
                <a:cubicBezTo>
                  <a:pt x="1809922" y="170175"/>
                  <a:pt x="1751540" y="168243"/>
                  <a:pt x="1693471" y="171100"/>
                </a:cubicBezTo>
                <a:cubicBezTo>
                  <a:pt x="1745172" y="178001"/>
                  <a:pt x="1805174" y="170164"/>
                  <a:pt x="1857130" y="182264"/>
                </a:cubicBezTo>
                <a:cubicBezTo>
                  <a:pt x="2006114" y="179820"/>
                  <a:pt x="2147992" y="216482"/>
                  <a:pt x="2301393" y="208935"/>
                </a:cubicBezTo>
                <a:cubicBezTo>
                  <a:pt x="2241559" y="226535"/>
                  <a:pt x="2162206" y="220669"/>
                  <a:pt x="2092338" y="224106"/>
                </a:cubicBezTo>
                <a:cubicBezTo>
                  <a:pt x="2092338" y="224106"/>
                  <a:pt x="2092338" y="224106"/>
                  <a:pt x="2008016" y="218484"/>
                </a:cubicBezTo>
                <a:cubicBezTo>
                  <a:pt x="1994042" y="219171"/>
                  <a:pt x="2008495" y="228231"/>
                  <a:pt x="2004077" y="233334"/>
                </a:cubicBezTo>
                <a:cubicBezTo>
                  <a:pt x="2074409" y="239319"/>
                  <a:pt x="2148625" y="235667"/>
                  <a:pt x="2214315" y="242206"/>
                </a:cubicBezTo>
                <a:cubicBezTo>
                  <a:pt x="2224574" y="260917"/>
                  <a:pt x="2261358" y="249337"/>
                  <a:pt x="2280469" y="258167"/>
                </a:cubicBezTo>
                <a:cubicBezTo>
                  <a:pt x="2298861" y="252377"/>
                  <a:pt x="2327048" y="255876"/>
                  <a:pt x="2350338" y="254730"/>
                </a:cubicBezTo>
                <a:cubicBezTo>
                  <a:pt x="2332186" y="265394"/>
                  <a:pt x="2303998" y="261895"/>
                  <a:pt x="2285607" y="267686"/>
                </a:cubicBezTo>
                <a:cubicBezTo>
                  <a:pt x="2285607" y="267686"/>
                  <a:pt x="2285607" y="267686"/>
                  <a:pt x="2290504" y="272330"/>
                </a:cubicBezTo>
                <a:cubicBezTo>
                  <a:pt x="2290504" y="272330"/>
                  <a:pt x="2290504" y="272330"/>
                  <a:pt x="2369928" y="273307"/>
                </a:cubicBezTo>
                <a:cubicBezTo>
                  <a:pt x="2369928" y="273307"/>
                  <a:pt x="2369928" y="273307"/>
                  <a:pt x="2370168" y="278182"/>
                </a:cubicBezTo>
                <a:cubicBezTo>
                  <a:pt x="2360852" y="278640"/>
                  <a:pt x="2361332" y="288387"/>
                  <a:pt x="2356674" y="288616"/>
                </a:cubicBezTo>
                <a:cubicBezTo>
                  <a:pt x="2342700" y="289303"/>
                  <a:pt x="2328726" y="289991"/>
                  <a:pt x="2314992" y="295552"/>
                </a:cubicBezTo>
                <a:cubicBezTo>
                  <a:pt x="2277250" y="287638"/>
                  <a:pt x="2245124" y="298990"/>
                  <a:pt x="2212758" y="305468"/>
                </a:cubicBezTo>
                <a:cubicBezTo>
                  <a:pt x="2212758" y="305468"/>
                  <a:pt x="2212758" y="305468"/>
                  <a:pt x="2338931" y="313916"/>
                </a:cubicBezTo>
                <a:cubicBezTo>
                  <a:pt x="2231870" y="314298"/>
                  <a:pt x="2120319" y="324672"/>
                  <a:pt x="2013259" y="325053"/>
                </a:cubicBezTo>
                <a:cubicBezTo>
                  <a:pt x="2013259" y="325053"/>
                  <a:pt x="2013259" y="325053"/>
                  <a:pt x="2013499" y="329927"/>
                </a:cubicBezTo>
                <a:cubicBezTo>
                  <a:pt x="2088265" y="331134"/>
                  <a:pt x="2167618" y="337001"/>
                  <a:pt x="2246802" y="333106"/>
                </a:cubicBezTo>
                <a:cubicBezTo>
                  <a:pt x="2266393" y="351683"/>
                  <a:pt x="2293621" y="335687"/>
                  <a:pt x="2317390" y="344288"/>
                </a:cubicBezTo>
                <a:cubicBezTo>
                  <a:pt x="2317390" y="344288"/>
                  <a:pt x="2317390" y="344288"/>
                  <a:pt x="2378183" y="346183"/>
                </a:cubicBezTo>
                <a:cubicBezTo>
                  <a:pt x="2373765" y="351286"/>
                  <a:pt x="2374005" y="356159"/>
                  <a:pt x="2369347" y="356388"/>
                </a:cubicBezTo>
                <a:cubicBezTo>
                  <a:pt x="2359791" y="351973"/>
                  <a:pt x="2355613" y="361950"/>
                  <a:pt x="2346537" y="367282"/>
                </a:cubicBezTo>
                <a:cubicBezTo>
                  <a:pt x="2262934" y="376280"/>
                  <a:pt x="2179163" y="375516"/>
                  <a:pt x="2095321" y="379641"/>
                </a:cubicBezTo>
                <a:cubicBezTo>
                  <a:pt x="2095321" y="379641"/>
                  <a:pt x="2095321" y="379641"/>
                  <a:pt x="2095561" y="384515"/>
                </a:cubicBezTo>
                <a:cubicBezTo>
                  <a:pt x="2161251" y="391054"/>
                  <a:pt x="2230569" y="382758"/>
                  <a:pt x="2300437" y="379321"/>
                </a:cubicBezTo>
                <a:cubicBezTo>
                  <a:pt x="2300437" y="379321"/>
                  <a:pt x="2300437" y="379321"/>
                  <a:pt x="2291601" y="389526"/>
                </a:cubicBezTo>
                <a:cubicBezTo>
                  <a:pt x="2291601" y="389526"/>
                  <a:pt x="2291601" y="389526"/>
                  <a:pt x="2305815" y="393712"/>
                </a:cubicBezTo>
                <a:cubicBezTo>
                  <a:pt x="2231048" y="392505"/>
                  <a:pt x="2161970" y="405675"/>
                  <a:pt x="2082786" y="409571"/>
                </a:cubicBezTo>
                <a:cubicBezTo>
                  <a:pt x="2082786" y="409571"/>
                  <a:pt x="2082786" y="409571"/>
                  <a:pt x="2078367" y="414673"/>
                </a:cubicBezTo>
                <a:cubicBezTo>
                  <a:pt x="2078367" y="414673"/>
                  <a:pt x="2078367" y="414673"/>
                  <a:pt x="2101897" y="418401"/>
                </a:cubicBezTo>
                <a:cubicBezTo>
                  <a:pt x="2205074" y="427656"/>
                  <a:pt x="2298472" y="427946"/>
                  <a:pt x="2405293" y="422690"/>
                </a:cubicBezTo>
                <a:cubicBezTo>
                  <a:pt x="2405293" y="422690"/>
                  <a:pt x="2405293" y="422690"/>
                  <a:pt x="2400875" y="427793"/>
                </a:cubicBezTo>
                <a:cubicBezTo>
                  <a:pt x="2344980" y="430543"/>
                  <a:pt x="2284738" y="433507"/>
                  <a:pt x="2228843" y="436257"/>
                </a:cubicBezTo>
                <a:lnTo>
                  <a:pt x="2229019" y="439831"/>
                </a:lnTo>
                <a:lnTo>
                  <a:pt x="2200761" y="441221"/>
                </a:lnTo>
                <a:cubicBezTo>
                  <a:pt x="2200761" y="441221"/>
                  <a:pt x="2200761" y="441221"/>
                  <a:pt x="2205179" y="436118"/>
                </a:cubicBezTo>
                <a:cubicBezTo>
                  <a:pt x="2130189" y="430363"/>
                  <a:pt x="2046417" y="429599"/>
                  <a:pt x="1971651" y="428392"/>
                </a:cubicBezTo>
                <a:cubicBezTo>
                  <a:pt x="2018383" y="435538"/>
                  <a:pt x="2060784" y="443223"/>
                  <a:pt x="2107603" y="445804"/>
                </a:cubicBezTo>
                <a:cubicBezTo>
                  <a:pt x="2089211" y="451595"/>
                  <a:pt x="2065202" y="438120"/>
                  <a:pt x="2042632" y="453887"/>
                </a:cubicBezTo>
                <a:cubicBezTo>
                  <a:pt x="2037974" y="454116"/>
                  <a:pt x="2023760" y="449929"/>
                  <a:pt x="2019103" y="450158"/>
                </a:cubicBezTo>
                <a:cubicBezTo>
                  <a:pt x="2038917" y="473285"/>
                  <a:pt x="2085256" y="466120"/>
                  <a:pt x="2113203" y="464745"/>
                </a:cubicBezTo>
                <a:cubicBezTo>
                  <a:pt x="2113203" y="464745"/>
                  <a:pt x="2113203" y="464745"/>
                  <a:pt x="2169338" y="466869"/>
                </a:cubicBezTo>
                <a:cubicBezTo>
                  <a:pt x="2164920" y="471971"/>
                  <a:pt x="2146049" y="468014"/>
                  <a:pt x="2156084" y="482177"/>
                </a:cubicBezTo>
                <a:cubicBezTo>
                  <a:pt x="2165640" y="486592"/>
                  <a:pt x="2184271" y="485675"/>
                  <a:pt x="2198245" y="484988"/>
                </a:cubicBezTo>
                <a:cubicBezTo>
                  <a:pt x="2198245" y="484988"/>
                  <a:pt x="2198245" y="484988"/>
                  <a:pt x="2258558" y="477135"/>
                </a:cubicBezTo>
                <a:cubicBezTo>
                  <a:pt x="2208743" y="508573"/>
                  <a:pt x="2129390" y="502706"/>
                  <a:pt x="2059522" y="506144"/>
                </a:cubicBezTo>
                <a:cubicBezTo>
                  <a:pt x="2031814" y="512392"/>
                  <a:pt x="1993832" y="499605"/>
                  <a:pt x="1961706" y="510956"/>
                </a:cubicBezTo>
                <a:cubicBezTo>
                  <a:pt x="1961706" y="510956"/>
                  <a:pt x="1961706" y="510956"/>
                  <a:pt x="1966603" y="515601"/>
                </a:cubicBezTo>
                <a:cubicBezTo>
                  <a:pt x="2008214" y="513553"/>
                  <a:pt x="2054793" y="511262"/>
                  <a:pt x="2092536" y="519175"/>
                </a:cubicBezTo>
                <a:cubicBezTo>
                  <a:pt x="2078802" y="524737"/>
                  <a:pt x="2060170" y="525654"/>
                  <a:pt x="2041539" y="526570"/>
                </a:cubicBezTo>
                <a:cubicBezTo>
                  <a:pt x="2041539" y="526570"/>
                  <a:pt x="2041539" y="526570"/>
                  <a:pt x="2004515" y="533277"/>
                </a:cubicBezTo>
                <a:cubicBezTo>
                  <a:pt x="2004515" y="533277"/>
                  <a:pt x="2004515" y="533277"/>
                  <a:pt x="1575185" y="525413"/>
                </a:cubicBezTo>
                <a:cubicBezTo>
                  <a:pt x="1575185" y="525413"/>
                  <a:pt x="1575185" y="525413"/>
                  <a:pt x="1421306" y="523213"/>
                </a:cubicBezTo>
                <a:cubicBezTo>
                  <a:pt x="1421306" y="523213"/>
                  <a:pt x="1421306" y="523213"/>
                  <a:pt x="1421546" y="528087"/>
                </a:cubicBezTo>
                <a:cubicBezTo>
                  <a:pt x="1407092" y="519027"/>
                  <a:pt x="1364931" y="516216"/>
                  <a:pt x="1351437" y="526650"/>
                </a:cubicBezTo>
                <a:cubicBezTo>
                  <a:pt x="1336984" y="517591"/>
                  <a:pt x="1309037" y="518966"/>
                  <a:pt x="1295542" y="529400"/>
                </a:cubicBezTo>
                <a:cubicBezTo>
                  <a:pt x="1001221" y="519779"/>
                  <a:pt x="694181" y="530000"/>
                  <a:pt x="401283" y="549296"/>
                </a:cubicBezTo>
                <a:cubicBezTo>
                  <a:pt x="401283" y="549296"/>
                  <a:pt x="401283" y="549296"/>
                  <a:pt x="237847" y="542681"/>
                </a:cubicBezTo>
                <a:cubicBezTo>
                  <a:pt x="237847" y="542681"/>
                  <a:pt x="237847" y="542681"/>
                  <a:pt x="233429" y="547784"/>
                </a:cubicBezTo>
                <a:cubicBezTo>
                  <a:pt x="538265" y="581314"/>
                  <a:pt x="825011" y="538220"/>
                  <a:pt x="1133545" y="552027"/>
                </a:cubicBezTo>
                <a:cubicBezTo>
                  <a:pt x="1217611" y="552451"/>
                  <a:pt x="1310459" y="547883"/>
                  <a:pt x="1395021" y="558379"/>
                </a:cubicBezTo>
                <a:cubicBezTo>
                  <a:pt x="1395021" y="558379"/>
                  <a:pt x="1395021" y="558379"/>
                  <a:pt x="895823" y="553952"/>
                </a:cubicBezTo>
                <a:cubicBezTo>
                  <a:pt x="816639" y="557848"/>
                  <a:pt x="742183" y="556625"/>
                  <a:pt x="667896" y="565166"/>
                </a:cubicBezTo>
                <a:cubicBezTo>
                  <a:pt x="667896" y="565166"/>
                  <a:pt x="667896" y="565166"/>
                  <a:pt x="672794" y="569810"/>
                </a:cubicBezTo>
                <a:cubicBezTo>
                  <a:pt x="886747" y="559284"/>
                  <a:pt x="1110495" y="558046"/>
                  <a:pt x="1302102" y="567835"/>
                </a:cubicBezTo>
                <a:cubicBezTo>
                  <a:pt x="1302102" y="567835"/>
                  <a:pt x="1302102" y="567835"/>
                  <a:pt x="966410" y="565135"/>
                </a:cubicBezTo>
                <a:cubicBezTo>
                  <a:pt x="966410" y="565135"/>
                  <a:pt x="966410" y="565135"/>
                  <a:pt x="570630" y="574837"/>
                </a:cubicBezTo>
                <a:cubicBezTo>
                  <a:pt x="529019" y="576884"/>
                  <a:pt x="487098" y="578946"/>
                  <a:pt x="445177" y="581009"/>
                </a:cubicBezTo>
                <a:cubicBezTo>
                  <a:pt x="333234" y="577072"/>
                  <a:pt x="207541" y="578370"/>
                  <a:pt x="107583" y="539645"/>
                </a:cubicBezTo>
                <a:cubicBezTo>
                  <a:pt x="107583" y="539645"/>
                  <a:pt x="107583" y="539645"/>
                  <a:pt x="116659" y="534312"/>
                </a:cubicBezTo>
                <a:cubicBezTo>
                  <a:pt x="102685" y="535000"/>
                  <a:pt x="110818" y="510498"/>
                  <a:pt x="87768" y="516518"/>
                </a:cubicBezTo>
                <a:cubicBezTo>
                  <a:pt x="69137" y="517435"/>
                  <a:pt x="54460" y="503826"/>
                  <a:pt x="35588" y="499870"/>
                </a:cubicBezTo>
                <a:cubicBezTo>
                  <a:pt x="35588" y="499870"/>
                  <a:pt x="35588" y="499870"/>
                  <a:pt x="33926" y="466078"/>
                </a:cubicBezTo>
                <a:cubicBezTo>
                  <a:pt x="57679" y="474355"/>
                  <a:pt x="94942" y="472522"/>
                  <a:pt x="123369" y="480894"/>
                </a:cubicBezTo>
                <a:cubicBezTo>
                  <a:pt x="127548" y="470917"/>
                  <a:pt x="142240" y="484851"/>
                  <a:pt x="151077" y="474646"/>
                </a:cubicBezTo>
                <a:cubicBezTo>
                  <a:pt x="132205" y="470688"/>
                  <a:pt x="117992" y="466502"/>
                  <a:pt x="99120" y="462546"/>
                </a:cubicBezTo>
                <a:cubicBezTo>
                  <a:pt x="103539" y="457443"/>
                  <a:pt x="103539" y="457443"/>
                  <a:pt x="103539" y="457443"/>
                </a:cubicBezTo>
                <a:cubicBezTo>
                  <a:pt x="93983" y="453027"/>
                  <a:pt x="102819" y="442822"/>
                  <a:pt x="102819" y="442822"/>
                </a:cubicBezTo>
                <a:cubicBezTo>
                  <a:pt x="102819" y="442822"/>
                  <a:pt x="102819" y="442822"/>
                  <a:pt x="130767" y="441447"/>
                </a:cubicBezTo>
                <a:cubicBezTo>
                  <a:pt x="129344" y="412530"/>
                  <a:pt x="87886" y="424015"/>
                  <a:pt x="82285" y="405074"/>
                </a:cubicBezTo>
                <a:cubicBezTo>
                  <a:pt x="91362" y="399743"/>
                  <a:pt x="100917" y="404158"/>
                  <a:pt x="105335" y="399055"/>
                </a:cubicBezTo>
                <a:cubicBezTo>
                  <a:pt x="90882" y="389995"/>
                  <a:pt x="67592" y="391141"/>
                  <a:pt x="44063" y="387413"/>
                </a:cubicBezTo>
                <a:cubicBezTo>
                  <a:pt x="43344" y="372792"/>
                  <a:pt x="20773" y="388559"/>
                  <a:pt x="15396" y="374167"/>
                </a:cubicBezTo>
                <a:cubicBezTo>
                  <a:pt x="20054" y="373938"/>
                  <a:pt x="20054" y="373938"/>
                  <a:pt x="19815" y="369065"/>
                </a:cubicBezTo>
                <a:cubicBezTo>
                  <a:pt x="15156" y="369294"/>
                  <a:pt x="14917" y="364420"/>
                  <a:pt x="10259" y="364649"/>
                </a:cubicBezTo>
                <a:cubicBezTo>
                  <a:pt x="10259" y="364649"/>
                  <a:pt x="10259" y="364649"/>
                  <a:pt x="5600" y="364878"/>
                </a:cubicBezTo>
                <a:cubicBezTo>
                  <a:pt x="14693" y="359872"/>
                  <a:pt x="239" y="350812"/>
                  <a:pt x="0" y="345938"/>
                </a:cubicBezTo>
                <a:cubicBezTo>
                  <a:pt x="0" y="345938"/>
                  <a:pt x="0" y="345938"/>
                  <a:pt x="18631" y="345022"/>
                </a:cubicBezTo>
                <a:cubicBezTo>
                  <a:pt x="18631" y="345022"/>
                  <a:pt x="18631" y="345022"/>
                  <a:pt x="79664" y="351790"/>
                </a:cubicBezTo>
                <a:cubicBezTo>
                  <a:pt x="84098" y="347012"/>
                  <a:pt x="74303" y="337723"/>
                  <a:pt x="78721" y="332620"/>
                </a:cubicBezTo>
                <a:cubicBezTo>
                  <a:pt x="78721" y="332620"/>
                  <a:pt x="78721" y="332620"/>
                  <a:pt x="92215" y="322185"/>
                </a:cubicBezTo>
                <a:cubicBezTo>
                  <a:pt x="77538" y="308577"/>
                  <a:pt x="50293" y="324248"/>
                  <a:pt x="40035" y="305537"/>
                </a:cubicBezTo>
                <a:cubicBezTo>
                  <a:pt x="30719" y="305995"/>
                  <a:pt x="26301" y="311098"/>
                  <a:pt x="21163" y="301580"/>
                </a:cubicBezTo>
                <a:cubicBezTo>
                  <a:pt x="29520" y="281627"/>
                  <a:pt x="57707" y="285125"/>
                  <a:pt x="71681" y="284438"/>
                </a:cubicBezTo>
                <a:cubicBezTo>
                  <a:pt x="75619" y="269588"/>
                  <a:pt x="99389" y="278189"/>
                  <a:pt x="113362" y="277502"/>
                </a:cubicBezTo>
                <a:cubicBezTo>
                  <a:pt x="104286" y="282833"/>
                  <a:pt x="94491" y="273545"/>
                  <a:pt x="85655" y="283750"/>
                </a:cubicBezTo>
                <a:cubicBezTo>
                  <a:pt x="108944" y="282604"/>
                  <a:pt x="128055" y="291435"/>
                  <a:pt x="151105" y="285416"/>
                </a:cubicBezTo>
                <a:cubicBezTo>
                  <a:pt x="141086" y="271578"/>
                  <a:pt x="122215" y="267621"/>
                  <a:pt x="103583" y="268538"/>
                </a:cubicBezTo>
                <a:cubicBezTo>
                  <a:pt x="94027" y="264123"/>
                  <a:pt x="84712" y="264581"/>
                  <a:pt x="70498" y="260394"/>
                </a:cubicBezTo>
                <a:cubicBezTo>
                  <a:pt x="74916" y="255292"/>
                  <a:pt x="65360" y="250877"/>
                  <a:pt x="60702" y="251106"/>
                </a:cubicBezTo>
                <a:cubicBezTo>
                  <a:pt x="60702" y="251106"/>
                  <a:pt x="60702" y="251106"/>
                  <a:pt x="65120" y="246003"/>
                </a:cubicBezTo>
                <a:cubicBezTo>
                  <a:pt x="64881" y="241129"/>
                  <a:pt x="60463" y="246232"/>
                  <a:pt x="55565" y="241588"/>
                </a:cubicBezTo>
                <a:cubicBezTo>
                  <a:pt x="69779" y="245774"/>
                  <a:pt x="78615" y="235568"/>
                  <a:pt x="92349" y="230007"/>
                </a:cubicBezTo>
                <a:cubicBezTo>
                  <a:pt x="92349" y="230007"/>
                  <a:pt x="92349" y="230007"/>
                  <a:pt x="64161" y="226508"/>
                </a:cubicBezTo>
                <a:cubicBezTo>
                  <a:pt x="73238" y="221176"/>
                  <a:pt x="92349" y="230007"/>
                  <a:pt x="96288" y="215157"/>
                </a:cubicBezTo>
                <a:cubicBezTo>
                  <a:pt x="96288" y="215157"/>
                  <a:pt x="96288" y="215157"/>
                  <a:pt x="96048" y="210284"/>
                </a:cubicBezTo>
                <a:cubicBezTo>
                  <a:pt x="110245" y="214145"/>
                  <a:pt x="127454" y="184311"/>
                  <a:pt x="155881" y="192683"/>
                </a:cubicBezTo>
                <a:cubicBezTo>
                  <a:pt x="160539" y="192454"/>
                  <a:pt x="155641" y="187810"/>
                  <a:pt x="155401" y="182936"/>
                </a:cubicBezTo>
                <a:cubicBezTo>
                  <a:pt x="155401" y="182936"/>
                  <a:pt x="155401" y="182936"/>
                  <a:pt x="80635" y="181729"/>
                </a:cubicBezTo>
                <a:cubicBezTo>
                  <a:pt x="93410" y="156673"/>
                  <a:pt x="117419" y="170148"/>
                  <a:pt x="131393" y="169461"/>
                </a:cubicBezTo>
                <a:cubicBezTo>
                  <a:pt x="126271" y="160268"/>
                  <a:pt x="126032" y="155394"/>
                  <a:pt x="130450" y="150292"/>
                </a:cubicBezTo>
                <a:cubicBezTo>
                  <a:pt x="102038" y="142244"/>
                  <a:pt x="68954" y="134101"/>
                  <a:pt x="36348" y="135705"/>
                </a:cubicBezTo>
                <a:cubicBezTo>
                  <a:pt x="40526" y="125728"/>
                  <a:pt x="59398" y="129686"/>
                  <a:pt x="73132" y="124124"/>
                </a:cubicBezTo>
                <a:cubicBezTo>
                  <a:pt x="96422" y="122978"/>
                  <a:pt x="124608" y="126478"/>
                  <a:pt x="147658" y="120458"/>
                </a:cubicBezTo>
                <a:cubicBezTo>
                  <a:pt x="118768" y="102664"/>
                  <a:pt x="96661" y="127853"/>
                  <a:pt x="67531" y="105184"/>
                </a:cubicBezTo>
                <a:cubicBezTo>
                  <a:pt x="67531" y="105184"/>
                  <a:pt x="67531" y="105184"/>
                  <a:pt x="62633" y="100540"/>
                </a:cubicBezTo>
                <a:cubicBezTo>
                  <a:pt x="84500" y="70477"/>
                  <a:pt x="117105" y="68873"/>
                  <a:pt x="144573" y="57751"/>
                </a:cubicBezTo>
                <a:cubicBezTo>
                  <a:pt x="157588" y="37569"/>
                  <a:pt x="186255" y="50814"/>
                  <a:pt x="209304" y="44795"/>
                </a:cubicBezTo>
                <a:cubicBezTo>
                  <a:pt x="223758" y="53855"/>
                  <a:pt x="241910" y="43191"/>
                  <a:pt x="260781" y="47148"/>
                </a:cubicBezTo>
                <a:cubicBezTo>
                  <a:pt x="260781" y="47148"/>
                  <a:pt x="260781" y="47148"/>
                  <a:pt x="260541" y="42274"/>
                </a:cubicBezTo>
                <a:cubicBezTo>
                  <a:pt x="241670" y="38317"/>
                  <a:pt x="218621" y="44337"/>
                  <a:pt x="204167" y="35277"/>
                </a:cubicBezTo>
                <a:cubicBezTo>
                  <a:pt x="208586" y="30174"/>
                  <a:pt x="232354" y="38776"/>
                  <a:pt x="241430" y="33444"/>
                </a:cubicBezTo>
                <a:cubicBezTo>
                  <a:pt x="306162" y="20488"/>
                  <a:pt x="375959" y="21939"/>
                  <a:pt x="441171" y="18731"/>
                </a:cubicBezTo>
                <a:cubicBezTo>
                  <a:pt x="455144" y="18043"/>
                  <a:pt x="478913" y="26645"/>
                  <a:pt x="487509" y="11566"/>
                </a:cubicBezTo>
                <a:cubicBezTo>
                  <a:pt x="511039" y="15293"/>
                  <a:pt x="543405" y="8816"/>
                  <a:pt x="571592" y="12314"/>
                </a:cubicBezTo>
                <a:cubicBezTo>
                  <a:pt x="585086" y="1880"/>
                  <a:pt x="604197" y="10710"/>
                  <a:pt x="618410" y="14897"/>
                </a:cubicBezTo>
                <a:cubicBezTo>
                  <a:pt x="813508" y="738"/>
                  <a:pt x="1018609" y="93"/>
                  <a:pt x="1219069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/>
              <a:t>  从上往下，逐行执行</a:t>
            </a:r>
          </a:p>
        </p:txBody>
      </p:sp>
    </p:spTree>
    <p:extLst>
      <p:ext uri="{BB962C8B-B14F-4D97-AF65-F5344CB8AC3E}">
        <p14:creationId xmlns:p14="http://schemas.microsoft.com/office/powerpoint/2010/main" val="4102525584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15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CDFC6-62AC-3118-4B5B-85148EB3B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图片 5">
            <a:extLst>
              <a:ext uri="{FF2B5EF4-FFF2-40B4-BE49-F238E27FC236}">
                <a16:creationId xmlns:a16="http://schemas.microsoft.com/office/drawing/2014/main" id="{53918CCE-D38B-56C6-E34A-340C960629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5" t="615" r="361" b="690"/>
          <a:stretch>
            <a:fillRect/>
          </a:stretch>
        </p:blipFill>
        <p:spPr>
          <a:xfrm>
            <a:off x="2532847" y="1080025"/>
            <a:ext cx="6834205" cy="3580349"/>
          </a:xfrm>
          <a:prstGeom prst="roundRect">
            <a:avLst>
              <a:gd name="adj" fmla="val 1984"/>
            </a:avLst>
          </a:prstGeom>
          <a:ln w="6350">
            <a:solidFill>
              <a:schemeClr val="bg1">
                <a:lumMod val="85000"/>
              </a:schemeClr>
            </a:solidFill>
          </a:ln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AF91E7C2-1932-B73D-6FC2-D6F4D6C1563F}"/>
              </a:ext>
            </a:extLst>
          </p:cNvPr>
          <p:cNvSpPr txBox="1"/>
          <p:nvPr/>
        </p:nvSpPr>
        <p:spPr>
          <a:xfrm>
            <a:off x="3505200" y="5086350"/>
            <a:ext cx="5085046" cy="8724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/>
              <a:t>如果 账号及密码 正确，则</a:t>
            </a:r>
            <a:r>
              <a:rPr lang="zh-CN" altLang="en-US" sz="1600">
                <a:solidFill>
                  <a:srgbClr val="067D17"/>
                </a:solidFill>
              </a:rPr>
              <a:t>登录成功，进入</a:t>
            </a:r>
            <a:r>
              <a:rPr lang="en-US" altLang="zh-CN" sz="1600">
                <a:solidFill>
                  <a:srgbClr val="067D17"/>
                </a:solidFill>
              </a:rPr>
              <a:t>B</a:t>
            </a:r>
            <a:r>
              <a:rPr lang="zh-CN" altLang="en-US" sz="1600">
                <a:solidFill>
                  <a:srgbClr val="067D17"/>
                </a:solidFill>
              </a:rPr>
              <a:t>站首页</a:t>
            </a:r>
            <a:endParaRPr lang="en-US" altLang="zh-CN" sz="1600">
              <a:solidFill>
                <a:srgbClr val="067D17"/>
              </a:solidFill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/>
              <a:t>否则，</a:t>
            </a:r>
            <a:r>
              <a:rPr lang="zh-CN" altLang="en-US" sz="1600">
                <a:solidFill>
                  <a:srgbClr val="C00000"/>
                </a:solidFill>
              </a:rPr>
              <a:t>登录失败，提示错误信息</a:t>
            </a:r>
            <a:endParaRPr lang="en-US" altLang="zh-CN" sz="1600">
              <a:solidFill>
                <a:srgbClr val="C00000"/>
              </a:solidFill>
            </a:endParaRPr>
          </a:p>
        </p:txBody>
      </p:sp>
      <p:sp>
        <p:nvSpPr>
          <p:cNvPr id="4" name="Shape4">
            <a:extLst>
              <a:ext uri="{FF2B5EF4-FFF2-40B4-BE49-F238E27FC236}">
                <a16:creationId xmlns:a16="http://schemas.microsoft.com/office/drawing/2014/main" id="{F79D210E-3048-094B-EC92-A99DEEEA10B3}"/>
              </a:ext>
            </a:extLst>
          </p:cNvPr>
          <p:cNvSpPr/>
          <p:nvPr/>
        </p:nvSpPr>
        <p:spPr>
          <a:xfrm>
            <a:off x="8907367" y="5460105"/>
            <a:ext cx="1642654" cy="317870"/>
          </a:xfrm>
          <a:custGeom>
            <a:avLst/>
            <a:gdLst>
              <a:gd name="connsiteX0" fmla="*/ 1801727 w 2405293"/>
              <a:gd name="connsiteY0" fmla="*/ 467042 h 581009"/>
              <a:gd name="connsiteX1" fmla="*/ 1797069 w 2405293"/>
              <a:gd name="connsiteY1" fmla="*/ 467271 h 581009"/>
              <a:gd name="connsiteX2" fmla="*/ 1955846 w 2405293"/>
              <a:gd name="connsiteY2" fmla="*/ 474115 h 581009"/>
              <a:gd name="connsiteX3" fmla="*/ 1801727 w 2405293"/>
              <a:gd name="connsiteY3" fmla="*/ 467042 h 581009"/>
              <a:gd name="connsiteX4" fmla="*/ 1992390 w 2405293"/>
              <a:gd name="connsiteY4" fmla="*/ 457661 h 581009"/>
              <a:gd name="connsiteX5" fmla="*/ 1987972 w 2405293"/>
              <a:gd name="connsiteY5" fmla="*/ 462764 h 581009"/>
              <a:gd name="connsiteX6" fmla="*/ 2011262 w 2405293"/>
              <a:gd name="connsiteY6" fmla="*/ 461618 h 581009"/>
              <a:gd name="connsiteX7" fmla="*/ 1992390 w 2405293"/>
              <a:gd name="connsiteY7" fmla="*/ 457661 h 581009"/>
              <a:gd name="connsiteX8" fmla="*/ 2229019 w 2405293"/>
              <a:gd name="connsiteY8" fmla="*/ 439831 h 581009"/>
              <a:gd name="connsiteX9" fmla="*/ 2229083 w 2405293"/>
              <a:gd name="connsiteY9" fmla="*/ 441130 h 581009"/>
              <a:gd name="connsiteX10" fmla="*/ 2229019 w 2405293"/>
              <a:gd name="connsiteY10" fmla="*/ 439831 h 581009"/>
              <a:gd name="connsiteX11" fmla="*/ 39387 w 2405293"/>
              <a:gd name="connsiteY11" fmla="*/ 374616 h 581009"/>
              <a:gd name="connsiteX12" fmla="*/ 30071 w 2405293"/>
              <a:gd name="connsiteY12" fmla="*/ 375074 h 581009"/>
              <a:gd name="connsiteX13" fmla="*/ 39387 w 2405293"/>
              <a:gd name="connsiteY13" fmla="*/ 374616 h 581009"/>
              <a:gd name="connsiteX14" fmla="*/ 2034151 w 2405293"/>
              <a:gd name="connsiteY14" fmla="*/ 177708 h 581009"/>
              <a:gd name="connsiteX15" fmla="*/ 2043377 w 2405293"/>
              <a:gd name="connsiteY15" fmla="*/ 177986 h 581009"/>
              <a:gd name="connsiteX16" fmla="*/ 2034061 w 2405293"/>
              <a:gd name="connsiteY16" fmla="*/ 178445 h 581009"/>
              <a:gd name="connsiteX17" fmla="*/ 1755565 w 2405293"/>
              <a:gd name="connsiteY17" fmla="*/ 104535 h 581009"/>
              <a:gd name="connsiteX18" fmla="*/ 1751147 w 2405293"/>
              <a:gd name="connsiteY18" fmla="*/ 109638 h 581009"/>
              <a:gd name="connsiteX19" fmla="*/ 1755565 w 2405293"/>
              <a:gd name="connsiteY19" fmla="*/ 104535 h 581009"/>
              <a:gd name="connsiteX20" fmla="*/ 2047743 w 2405293"/>
              <a:gd name="connsiteY20" fmla="*/ 70618 h 581009"/>
              <a:gd name="connsiteX21" fmla="*/ 2043325 w 2405293"/>
              <a:gd name="connsiteY21" fmla="*/ 75721 h 581009"/>
              <a:gd name="connsiteX22" fmla="*/ 2033769 w 2405293"/>
              <a:gd name="connsiteY22" fmla="*/ 71305 h 581009"/>
              <a:gd name="connsiteX23" fmla="*/ 2047743 w 2405293"/>
              <a:gd name="connsiteY23" fmla="*/ 70618 h 581009"/>
              <a:gd name="connsiteX24" fmla="*/ 2000780 w 2405293"/>
              <a:gd name="connsiteY24" fmla="*/ 65112 h 581009"/>
              <a:gd name="connsiteX25" fmla="*/ 1996153 w 2405293"/>
              <a:gd name="connsiteY25" fmla="*/ 65950 h 581009"/>
              <a:gd name="connsiteX26" fmla="*/ 1996092 w 2405293"/>
              <a:gd name="connsiteY26" fmla="*/ 66012 h 581009"/>
              <a:gd name="connsiteX27" fmla="*/ 1992223 w 2405293"/>
              <a:gd name="connsiteY27" fmla="*/ 66754 h 581009"/>
              <a:gd name="connsiteX28" fmla="*/ 1987286 w 2405293"/>
              <a:gd name="connsiteY28" fmla="*/ 75547 h 581009"/>
              <a:gd name="connsiteX29" fmla="*/ 1996602 w 2405293"/>
              <a:gd name="connsiteY29" fmla="*/ 75088 h 581009"/>
              <a:gd name="connsiteX30" fmla="*/ 1991705 w 2405293"/>
              <a:gd name="connsiteY30" fmla="*/ 70444 h 581009"/>
              <a:gd name="connsiteX31" fmla="*/ 1996092 w 2405293"/>
              <a:gd name="connsiteY31" fmla="*/ 66012 h 581009"/>
              <a:gd name="connsiteX32" fmla="*/ 2000780 w 2405293"/>
              <a:gd name="connsiteY32" fmla="*/ 65112 h 581009"/>
              <a:gd name="connsiteX33" fmla="*/ 2010336 w 2405293"/>
              <a:gd name="connsiteY33" fmla="*/ 69527 h 581009"/>
              <a:gd name="connsiteX34" fmla="*/ 2000780 w 2405293"/>
              <a:gd name="connsiteY34" fmla="*/ 65112 h 581009"/>
              <a:gd name="connsiteX35" fmla="*/ 1963604 w 2405293"/>
              <a:gd name="connsiteY35" fmla="*/ 62381 h 581009"/>
              <a:gd name="connsiteX36" fmla="*/ 1944973 w 2405293"/>
              <a:gd name="connsiteY36" fmla="*/ 63298 h 581009"/>
              <a:gd name="connsiteX37" fmla="*/ 1963604 w 2405293"/>
              <a:gd name="connsiteY37" fmla="*/ 62381 h 581009"/>
              <a:gd name="connsiteX38" fmla="*/ 1219069 w 2405293"/>
              <a:gd name="connsiteY38" fmla="*/ 0 h 581009"/>
              <a:gd name="connsiteX39" fmla="*/ 1527603 w 2405293"/>
              <a:gd name="connsiteY39" fmla="*/ 13808 h 581009"/>
              <a:gd name="connsiteX40" fmla="*/ 959087 w 2405293"/>
              <a:gd name="connsiteY40" fmla="*/ 17677 h 581009"/>
              <a:gd name="connsiteX41" fmla="*/ 945113 w 2405293"/>
              <a:gd name="connsiteY41" fmla="*/ 18365 h 581009"/>
              <a:gd name="connsiteX42" fmla="*/ 1103891 w 2405293"/>
              <a:gd name="connsiteY42" fmla="*/ 25209 h 581009"/>
              <a:gd name="connsiteX43" fmla="*/ 1649598 w 2405293"/>
              <a:gd name="connsiteY43" fmla="*/ 32233 h 581009"/>
              <a:gd name="connsiteX44" fmla="*/ 2071033 w 2405293"/>
              <a:gd name="connsiteY44" fmla="*/ 69472 h 581009"/>
              <a:gd name="connsiteX45" fmla="*/ 2015138 w 2405293"/>
              <a:gd name="connsiteY45" fmla="*/ 72222 h 581009"/>
              <a:gd name="connsiteX46" fmla="*/ 2038907 w 2405293"/>
              <a:gd name="connsiteY46" fmla="*/ 80824 h 581009"/>
              <a:gd name="connsiteX47" fmla="*/ 2043325 w 2405293"/>
              <a:gd name="connsiteY47" fmla="*/ 75721 h 581009"/>
              <a:gd name="connsiteX48" fmla="*/ 2066615 w 2405293"/>
              <a:gd name="connsiteY48" fmla="*/ 74575 h 581009"/>
              <a:gd name="connsiteX49" fmla="*/ 2066854 w 2405293"/>
              <a:gd name="connsiteY49" fmla="*/ 79449 h 581009"/>
              <a:gd name="connsiteX50" fmla="*/ 2104118 w 2405293"/>
              <a:gd name="connsiteY50" fmla="*/ 77615 h 581009"/>
              <a:gd name="connsiteX51" fmla="*/ 2179587 w 2405293"/>
              <a:gd name="connsiteY51" fmla="*/ 93118 h 581009"/>
              <a:gd name="connsiteX52" fmla="*/ 1960034 w 2405293"/>
              <a:gd name="connsiteY52" fmla="*/ 84704 h 581009"/>
              <a:gd name="connsiteX53" fmla="*/ 1904138 w 2405293"/>
              <a:gd name="connsiteY53" fmla="*/ 87454 h 581009"/>
              <a:gd name="connsiteX54" fmla="*/ 2058962 w 2405293"/>
              <a:gd name="connsiteY54" fmla="*/ 108823 h 581009"/>
              <a:gd name="connsiteX55" fmla="*/ 1755565 w 2405293"/>
              <a:gd name="connsiteY55" fmla="*/ 104535 h 581009"/>
              <a:gd name="connsiteX56" fmla="*/ 1666825 w 2405293"/>
              <a:gd name="connsiteY56" fmla="*/ 104015 h 581009"/>
              <a:gd name="connsiteX57" fmla="*/ 1671723 w 2405293"/>
              <a:gd name="connsiteY57" fmla="*/ 108660 h 581009"/>
              <a:gd name="connsiteX58" fmla="*/ 1924601 w 2405293"/>
              <a:gd name="connsiteY58" fmla="*/ 130090 h 581009"/>
              <a:gd name="connsiteX59" fmla="*/ 1798909 w 2405293"/>
              <a:gd name="connsiteY59" fmla="*/ 131389 h 581009"/>
              <a:gd name="connsiteX60" fmla="*/ 1920423 w 2405293"/>
              <a:gd name="connsiteY60" fmla="*/ 140067 h 581009"/>
              <a:gd name="connsiteX61" fmla="*/ 1906929 w 2405293"/>
              <a:gd name="connsiteY61" fmla="*/ 150501 h 581009"/>
              <a:gd name="connsiteX62" fmla="*/ 2019128 w 2405293"/>
              <a:gd name="connsiteY62" fmla="*/ 159638 h 581009"/>
              <a:gd name="connsiteX63" fmla="*/ 1986522 w 2405293"/>
              <a:gd name="connsiteY63" fmla="*/ 161242 h 581009"/>
              <a:gd name="connsiteX64" fmla="*/ 1996078 w 2405293"/>
              <a:gd name="connsiteY64" fmla="*/ 165657 h 581009"/>
              <a:gd name="connsiteX65" fmla="*/ 2010532 w 2405293"/>
              <a:gd name="connsiteY65" fmla="*/ 174717 h 581009"/>
              <a:gd name="connsiteX66" fmla="*/ 2061529 w 2405293"/>
              <a:gd name="connsiteY66" fmla="*/ 167323 h 581009"/>
              <a:gd name="connsiteX67" fmla="*/ 2034842 w 2405293"/>
              <a:gd name="connsiteY67" fmla="*/ 172070 h 581009"/>
              <a:gd name="connsiteX68" fmla="*/ 2034151 w 2405293"/>
              <a:gd name="connsiteY68" fmla="*/ 177708 h 581009"/>
              <a:gd name="connsiteX69" fmla="*/ 1868334 w 2405293"/>
              <a:gd name="connsiteY69" fmla="*/ 172716 h 581009"/>
              <a:gd name="connsiteX70" fmla="*/ 1693471 w 2405293"/>
              <a:gd name="connsiteY70" fmla="*/ 171100 h 581009"/>
              <a:gd name="connsiteX71" fmla="*/ 1857130 w 2405293"/>
              <a:gd name="connsiteY71" fmla="*/ 182264 h 581009"/>
              <a:gd name="connsiteX72" fmla="*/ 2301393 w 2405293"/>
              <a:gd name="connsiteY72" fmla="*/ 208935 h 581009"/>
              <a:gd name="connsiteX73" fmla="*/ 2092338 w 2405293"/>
              <a:gd name="connsiteY73" fmla="*/ 224106 h 581009"/>
              <a:gd name="connsiteX74" fmla="*/ 2008016 w 2405293"/>
              <a:gd name="connsiteY74" fmla="*/ 218484 h 581009"/>
              <a:gd name="connsiteX75" fmla="*/ 2004077 w 2405293"/>
              <a:gd name="connsiteY75" fmla="*/ 233334 h 581009"/>
              <a:gd name="connsiteX76" fmla="*/ 2214315 w 2405293"/>
              <a:gd name="connsiteY76" fmla="*/ 242206 h 581009"/>
              <a:gd name="connsiteX77" fmla="*/ 2280469 w 2405293"/>
              <a:gd name="connsiteY77" fmla="*/ 258167 h 581009"/>
              <a:gd name="connsiteX78" fmla="*/ 2350338 w 2405293"/>
              <a:gd name="connsiteY78" fmla="*/ 254730 h 581009"/>
              <a:gd name="connsiteX79" fmla="*/ 2285607 w 2405293"/>
              <a:gd name="connsiteY79" fmla="*/ 267686 h 581009"/>
              <a:gd name="connsiteX80" fmla="*/ 2290504 w 2405293"/>
              <a:gd name="connsiteY80" fmla="*/ 272330 h 581009"/>
              <a:gd name="connsiteX81" fmla="*/ 2369928 w 2405293"/>
              <a:gd name="connsiteY81" fmla="*/ 273307 h 581009"/>
              <a:gd name="connsiteX82" fmla="*/ 2370168 w 2405293"/>
              <a:gd name="connsiteY82" fmla="*/ 278182 h 581009"/>
              <a:gd name="connsiteX83" fmla="*/ 2356674 w 2405293"/>
              <a:gd name="connsiteY83" fmla="*/ 288616 h 581009"/>
              <a:gd name="connsiteX84" fmla="*/ 2314992 w 2405293"/>
              <a:gd name="connsiteY84" fmla="*/ 295552 h 581009"/>
              <a:gd name="connsiteX85" fmla="*/ 2212758 w 2405293"/>
              <a:gd name="connsiteY85" fmla="*/ 305468 h 581009"/>
              <a:gd name="connsiteX86" fmla="*/ 2338931 w 2405293"/>
              <a:gd name="connsiteY86" fmla="*/ 313916 h 581009"/>
              <a:gd name="connsiteX87" fmla="*/ 2013259 w 2405293"/>
              <a:gd name="connsiteY87" fmla="*/ 325053 h 581009"/>
              <a:gd name="connsiteX88" fmla="*/ 2013499 w 2405293"/>
              <a:gd name="connsiteY88" fmla="*/ 329927 h 581009"/>
              <a:gd name="connsiteX89" fmla="*/ 2246802 w 2405293"/>
              <a:gd name="connsiteY89" fmla="*/ 333106 h 581009"/>
              <a:gd name="connsiteX90" fmla="*/ 2317390 w 2405293"/>
              <a:gd name="connsiteY90" fmla="*/ 344288 h 581009"/>
              <a:gd name="connsiteX91" fmla="*/ 2378183 w 2405293"/>
              <a:gd name="connsiteY91" fmla="*/ 346183 h 581009"/>
              <a:gd name="connsiteX92" fmla="*/ 2369347 w 2405293"/>
              <a:gd name="connsiteY92" fmla="*/ 356388 h 581009"/>
              <a:gd name="connsiteX93" fmla="*/ 2346537 w 2405293"/>
              <a:gd name="connsiteY93" fmla="*/ 367282 h 581009"/>
              <a:gd name="connsiteX94" fmla="*/ 2095321 w 2405293"/>
              <a:gd name="connsiteY94" fmla="*/ 379641 h 581009"/>
              <a:gd name="connsiteX95" fmla="*/ 2095561 w 2405293"/>
              <a:gd name="connsiteY95" fmla="*/ 384515 h 581009"/>
              <a:gd name="connsiteX96" fmla="*/ 2300437 w 2405293"/>
              <a:gd name="connsiteY96" fmla="*/ 379321 h 581009"/>
              <a:gd name="connsiteX97" fmla="*/ 2291601 w 2405293"/>
              <a:gd name="connsiteY97" fmla="*/ 389526 h 581009"/>
              <a:gd name="connsiteX98" fmla="*/ 2305815 w 2405293"/>
              <a:gd name="connsiteY98" fmla="*/ 393712 h 581009"/>
              <a:gd name="connsiteX99" fmla="*/ 2082786 w 2405293"/>
              <a:gd name="connsiteY99" fmla="*/ 409571 h 581009"/>
              <a:gd name="connsiteX100" fmla="*/ 2078367 w 2405293"/>
              <a:gd name="connsiteY100" fmla="*/ 414673 h 581009"/>
              <a:gd name="connsiteX101" fmla="*/ 2101897 w 2405293"/>
              <a:gd name="connsiteY101" fmla="*/ 418401 h 581009"/>
              <a:gd name="connsiteX102" fmla="*/ 2405293 w 2405293"/>
              <a:gd name="connsiteY102" fmla="*/ 422690 h 581009"/>
              <a:gd name="connsiteX103" fmla="*/ 2400875 w 2405293"/>
              <a:gd name="connsiteY103" fmla="*/ 427793 h 581009"/>
              <a:gd name="connsiteX104" fmla="*/ 2228843 w 2405293"/>
              <a:gd name="connsiteY104" fmla="*/ 436257 h 581009"/>
              <a:gd name="connsiteX105" fmla="*/ 2229019 w 2405293"/>
              <a:gd name="connsiteY105" fmla="*/ 439831 h 581009"/>
              <a:gd name="connsiteX106" fmla="*/ 2200761 w 2405293"/>
              <a:gd name="connsiteY106" fmla="*/ 441221 h 581009"/>
              <a:gd name="connsiteX107" fmla="*/ 2205179 w 2405293"/>
              <a:gd name="connsiteY107" fmla="*/ 436118 h 581009"/>
              <a:gd name="connsiteX108" fmla="*/ 1971651 w 2405293"/>
              <a:gd name="connsiteY108" fmla="*/ 428392 h 581009"/>
              <a:gd name="connsiteX109" fmla="*/ 2107603 w 2405293"/>
              <a:gd name="connsiteY109" fmla="*/ 445804 h 581009"/>
              <a:gd name="connsiteX110" fmla="*/ 2042632 w 2405293"/>
              <a:gd name="connsiteY110" fmla="*/ 453887 h 581009"/>
              <a:gd name="connsiteX111" fmla="*/ 2019103 w 2405293"/>
              <a:gd name="connsiteY111" fmla="*/ 450158 h 581009"/>
              <a:gd name="connsiteX112" fmla="*/ 2113203 w 2405293"/>
              <a:gd name="connsiteY112" fmla="*/ 464745 h 581009"/>
              <a:gd name="connsiteX113" fmla="*/ 2169338 w 2405293"/>
              <a:gd name="connsiteY113" fmla="*/ 466869 h 581009"/>
              <a:gd name="connsiteX114" fmla="*/ 2156084 w 2405293"/>
              <a:gd name="connsiteY114" fmla="*/ 482177 h 581009"/>
              <a:gd name="connsiteX115" fmla="*/ 2198245 w 2405293"/>
              <a:gd name="connsiteY115" fmla="*/ 484988 h 581009"/>
              <a:gd name="connsiteX116" fmla="*/ 2258558 w 2405293"/>
              <a:gd name="connsiteY116" fmla="*/ 477135 h 581009"/>
              <a:gd name="connsiteX117" fmla="*/ 2059522 w 2405293"/>
              <a:gd name="connsiteY117" fmla="*/ 506144 h 581009"/>
              <a:gd name="connsiteX118" fmla="*/ 1961706 w 2405293"/>
              <a:gd name="connsiteY118" fmla="*/ 510956 h 581009"/>
              <a:gd name="connsiteX119" fmla="*/ 1966603 w 2405293"/>
              <a:gd name="connsiteY119" fmla="*/ 515601 h 581009"/>
              <a:gd name="connsiteX120" fmla="*/ 2092536 w 2405293"/>
              <a:gd name="connsiteY120" fmla="*/ 519175 h 581009"/>
              <a:gd name="connsiteX121" fmla="*/ 2041539 w 2405293"/>
              <a:gd name="connsiteY121" fmla="*/ 526570 h 581009"/>
              <a:gd name="connsiteX122" fmla="*/ 2004515 w 2405293"/>
              <a:gd name="connsiteY122" fmla="*/ 533277 h 581009"/>
              <a:gd name="connsiteX123" fmla="*/ 1575185 w 2405293"/>
              <a:gd name="connsiteY123" fmla="*/ 525413 h 581009"/>
              <a:gd name="connsiteX124" fmla="*/ 1421306 w 2405293"/>
              <a:gd name="connsiteY124" fmla="*/ 523213 h 581009"/>
              <a:gd name="connsiteX125" fmla="*/ 1421546 w 2405293"/>
              <a:gd name="connsiteY125" fmla="*/ 528087 h 581009"/>
              <a:gd name="connsiteX126" fmla="*/ 1351437 w 2405293"/>
              <a:gd name="connsiteY126" fmla="*/ 526650 h 581009"/>
              <a:gd name="connsiteX127" fmla="*/ 1295542 w 2405293"/>
              <a:gd name="connsiteY127" fmla="*/ 529400 h 581009"/>
              <a:gd name="connsiteX128" fmla="*/ 401283 w 2405293"/>
              <a:gd name="connsiteY128" fmla="*/ 549296 h 581009"/>
              <a:gd name="connsiteX129" fmla="*/ 237847 w 2405293"/>
              <a:gd name="connsiteY129" fmla="*/ 542681 h 581009"/>
              <a:gd name="connsiteX130" fmla="*/ 233429 w 2405293"/>
              <a:gd name="connsiteY130" fmla="*/ 547784 h 581009"/>
              <a:gd name="connsiteX131" fmla="*/ 1133545 w 2405293"/>
              <a:gd name="connsiteY131" fmla="*/ 552027 h 581009"/>
              <a:gd name="connsiteX132" fmla="*/ 1395021 w 2405293"/>
              <a:gd name="connsiteY132" fmla="*/ 558379 h 581009"/>
              <a:gd name="connsiteX133" fmla="*/ 895823 w 2405293"/>
              <a:gd name="connsiteY133" fmla="*/ 553952 h 581009"/>
              <a:gd name="connsiteX134" fmla="*/ 667896 w 2405293"/>
              <a:gd name="connsiteY134" fmla="*/ 565166 h 581009"/>
              <a:gd name="connsiteX135" fmla="*/ 672794 w 2405293"/>
              <a:gd name="connsiteY135" fmla="*/ 569810 h 581009"/>
              <a:gd name="connsiteX136" fmla="*/ 1302102 w 2405293"/>
              <a:gd name="connsiteY136" fmla="*/ 567835 h 581009"/>
              <a:gd name="connsiteX137" fmla="*/ 966410 w 2405293"/>
              <a:gd name="connsiteY137" fmla="*/ 565135 h 581009"/>
              <a:gd name="connsiteX138" fmla="*/ 570630 w 2405293"/>
              <a:gd name="connsiteY138" fmla="*/ 574837 h 581009"/>
              <a:gd name="connsiteX139" fmla="*/ 445177 w 2405293"/>
              <a:gd name="connsiteY139" fmla="*/ 581009 h 581009"/>
              <a:gd name="connsiteX140" fmla="*/ 107583 w 2405293"/>
              <a:gd name="connsiteY140" fmla="*/ 539645 h 581009"/>
              <a:gd name="connsiteX141" fmla="*/ 116659 w 2405293"/>
              <a:gd name="connsiteY141" fmla="*/ 534312 h 581009"/>
              <a:gd name="connsiteX142" fmla="*/ 87768 w 2405293"/>
              <a:gd name="connsiteY142" fmla="*/ 516518 h 581009"/>
              <a:gd name="connsiteX143" fmla="*/ 35588 w 2405293"/>
              <a:gd name="connsiteY143" fmla="*/ 499870 h 581009"/>
              <a:gd name="connsiteX144" fmla="*/ 33926 w 2405293"/>
              <a:gd name="connsiteY144" fmla="*/ 466078 h 581009"/>
              <a:gd name="connsiteX145" fmla="*/ 123369 w 2405293"/>
              <a:gd name="connsiteY145" fmla="*/ 480894 h 581009"/>
              <a:gd name="connsiteX146" fmla="*/ 151077 w 2405293"/>
              <a:gd name="connsiteY146" fmla="*/ 474646 h 581009"/>
              <a:gd name="connsiteX147" fmla="*/ 99120 w 2405293"/>
              <a:gd name="connsiteY147" fmla="*/ 462546 h 581009"/>
              <a:gd name="connsiteX148" fmla="*/ 103539 w 2405293"/>
              <a:gd name="connsiteY148" fmla="*/ 457443 h 581009"/>
              <a:gd name="connsiteX149" fmla="*/ 102819 w 2405293"/>
              <a:gd name="connsiteY149" fmla="*/ 442822 h 581009"/>
              <a:gd name="connsiteX150" fmla="*/ 130767 w 2405293"/>
              <a:gd name="connsiteY150" fmla="*/ 441447 h 581009"/>
              <a:gd name="connsiteX151" fmla="*/ 82285 w 2405293"/>
              <a:gd name="connsiteY151" fmla="*/ 405074 h 581009"/>
              <a:gd name="connsiteX152" fmla="*/ 105335 w 2405293"/>
              <a:gd name="connsiteY152" fmla="*/ 399055 h 581009"/>
              <a:gd name="connsiteX153" fmla="*/ 44063 w 2405293"/>
              <a:gd name="connsiteY153" fmla="*/ 387413 h 581009"/>
              <a:gd name="connsiteX154" fmla="*/ 15396 w 2405293"/>
              <a:gd name="connsiteY154" fmla="*/ 374167 h 581009"/>
              <a:gd name="connsiteX155" fmla="*/ 19815 w 2405293"/>
              <a:gd name="connsiteY155" fmla="*/ 369065 h 581009"/>
              <a:gd name="connsiteX156" fmla="*/ 10259 w 2405293"/>
              <a:gd name="connsiteY156" fmla="*/ 364649 h 581009"/>
              <a:gd name="connsiteX157" fmla="*/ 5600 w 2405293"/>
              <a:gd name="connsiteY157" fmla="*/ 364878 h 581009"/>
              <a:gd name="connsiteX158" fmla="*/ 0 w 2405293"/>
              <a:gd name="connsiteY158" fmla="*/ 345938 h 581009"/>
              <a:gd name="connsiteX159" fmla="*/ 18631 w 2405293"/>
              <a:gd name="connsiteY159" fmla="*/ 345022 h 581009"/>
              <a:gd name="connsiteX160" fmla="*/ 79664 w 2405293"/>
              <a:gd name="connsiteY160" fmla="*/ 351790 h 581009"/>
              <a:gd name="connsiteX161" fmla="*/ 78721 w 2405293"/>
              <a:gd name="connsiteY161" fmla="*/ 332620 h 581009"/>
              <a:gd name="connsiteX162" fmla="*/ 92215 w 2405293"/>
              <a:gd name="connsiteY162" fmla="*/ 322185 h 581009"/>
              <a:gd name="connsiteX163" fmla="*/ 40035 w 2405293"/>
              <a:gd name="connsiteY163" fmla="*/ 305537 h 581009"/>
              <a:gd name="connsiteX164" fmla="*/ 21163 w 2405293"/>
              <a:gd name="connsiteY164" fmla="*/ 301580 h 581009"/>
              <a:gd name="connsiteX165" fmla="*/ 71681 w 2405293"/>
              <a:gd name="connsiteY165" fmla="*/ 284438 h 581009"/>
              <a:gd name="connsiteX166" fmla="*/ 113362 w 2405293"/>
              <a:gd name="connsiteY166" fmla="*/ 277502 h 581009"/>
              <a:gd name="connsiteX167" fmla="*/ 85655 w 2405293"/>
              <a:gd name="connsiteY167" fmla="*/ 283750 h 581009"/>
              <a:gd name="connsiteX168" fmla="*/ 151105 w 2405293"/>
              <a:gd name="connsiteY168" fmla="*/ 285416 h 581009"/>
              <a:gd name="connsiteX169" fmla="*/ 103583 w 2405293"/>
              <a:gd name="connsiteY169" fmla="*/ 268538 h 581009"/>
              <a:gd name="connsiteX170" fmla="*/ 70498 w 2405293"/>
              <a:gd name="connsiteY170" fmla="*/ 260394 h 581009"/>
              <a:gd name="connsiteX171" fmla="*/ 60702 w 2405293"/>
              <a:gd name="connsiteY171" fmla="*/ 251106 h 581009"/>
              <a:gd name="connsiteX172" fmla="*/ 65120 w 2405293"/>
              <a:gd name="connsiteY172" fmla="*/ 246003 h 581009"/>
              <a:gd name="connsiteX173" fmla="*/ 55565 w 2405293"/>
              <a:gd name="connsiteY173" fmla="*/ 241588 h 581009"/>
              <a:gd name="connsiteX174" fmla="*/ 92349 w 2405293"/>
              <a:gd name="connsiteY174" fmla="*/ 230007 h 581009"/>
              <a:gd name="connsiteX175" fmla="*/ 64161 w 2405293"/>
              <a:gd name="connsiteY175" fmla="*/ 226508 h 581009"/>
              <a:gd name="connsiteX176" fmla="*/ 96288 w 2405293"/>
              <a:gd name="connsiteY176" fmla="*/ 215157 h 581009"/>
              <a:gd name="connsiteX177" fmla="*/ 96048 w 2405293"/>
              <a:gd name="connsiteY177" fmla="*/ 210284 h 581009"/>
              <a:gd name="connsiteX178" fmla="*/ 155881 w 2405293"/>
              <a:gd name="connsiteY178" fmla="*/ 192683 h 581009"/>
              <a:gd name="connsiteX179" fmla="*/ 155401 w 2405293"/>
              <a:gd name="connsiteY179" fmla="*/ 182936 h 581009"/>
              <a:gd name="connsiteX180" fmla="*/ 80635 w 2405293"/>
              <a:gd name="connsiteY180" fmla="*/ 181729 h 581009"/>
              <a:gd name="connsiteX181" fmla="*/ 131393 w 2405293"/>
              <a:gd name="connsiteY181" fmla="*/ 169461 h 581009"/>
              <a:gd name="connsiteX182" fmla="*/ 130450 w 2405293"/>
              <a:gd name="connsiteY182" fmla="*/ 150292 h 581009"/>
              <a:gd name="connsiteX183" fmla="*/ 36348 w 2405293"/>
              <a:gd name="connsiteY183" fmla="*/ 135705 h 581009"/>
              <a:gd name="connsiteX184" fmla="*/ 73132 w 2405293"/>
              <a:gd name="connsiteY184" fmla="*/ 124124 h 581009"/>
              <a:gd name="connsiteX185" fmla="*/ 147658 w 2405293"/>
              <a:gd name="connsiteY185" fmla="*/ 120458 h 581009"/>
              <a:gd name="connsiteX186" fmla="*/ 67531 w 2405293"/>
              <a:gd name="connsiteY186" fmla="*/ 105184 h 581009"/>
              <a:gd name="connsiteX187" fmla="*/ 62633 w 2405293"/>
              <a:gd name="connsiteY187" fmla="*/ 100540 h 581009"/>
              <a:gd name="connsiteX188" fmla="*/ 144573 w 2405293"/>
              <a:gd name="connsiteY188" fmla="*/ 57751 h 581009"/>
              <a:gd name="connsiteX189" fmla="*/ 209304 w 2405293"/>
              <a:gd name="connsiteY189" fmla="*/ 44795 h 581009"/>
              <a:gd name="connsiteX190" fmla="*/ 260781 w 2405293"/>
              <a:gd name="connsiteY190" fmla="*/ 47148 h 581009"/>
              <a:gd name="connsiteX191" fmla="*/ 260541 w 2405293"/>
              <a:gd name="connsiteY191" fmla="*/ 42274 h 581009"/>
              <a:gd name="connsiteX192" fmla="*/ 204167 w 2405293"/>
              <a:gd name="connsiteY192" fmla="*/ 35277 h 581009"/>
              <a:gd name="connsiteX193" fmla="*/ 241430 w 2405293"/>
              <a:gd name="connsiteY193" fmla="*/ 33444 h 581009"/>
              <a:gd name="connsiteX194" fmla="*/ 441171 w 2405293"/>
              <a:gd name="connsiteY194" fmla="*/ 18731 h 581009"/>
              <a:gd name="connsiteX195" fmla="*/ 487509 w 2405293"/>
              <a:gd name="connsiteY195" fmla="*/ 11566 h 581009"/>
              <a:gd name="connsiteX196" fmla="*/ 571592 w 2405293"/>
              <a:gd name="connsiteY196" fmla="*/ 12314 h 581009"/>
              <a:gd name="connsiteX197" fmla="*/ 618410 w 2405293"/>
              <a:gd name="connsiteY197" fmla="*/ 14897 h 581009"/>
              <a:gd name="connsiteX198" fmla="*/ 1219069 w 2405293"/>
              <a:gd name="connsiteY198" fmla="*/ 0 h 58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</a:cxnLst>
            <a:rect l="l" t="t" r="r" b="b"/>
            <a:pathLst>
              <a:path w="2405293" h="581009">
                <a:moveTo>
                  <a:pt x="1801727" y="467042"/>
                </a:moveTo>
                <a:cubicBezTo>
                  <a:pt x="1801727" y="467042"/>
                  <a:pt x="1801727" y="467042"/>
                  <a:pt x="1797069" y="467271"/>
                </a:cubicBezTo>
                <a:lnTo>
                  <a:pt x="1955846" y="474115"/>
                </a:lnTo>
                <a:cubicBezTo>
                  <a:pt x="1955846" y="474115"/>
                  <a:pt x="1955846" y="474115"/>
                  <a:pt x="1801727" y="467042"/>
                </a:cubicBezTo>
                <a:close/>
                <a:moveTo>
                  <a:pt x="1992390" y="457661"/>
                </a:moveTo>
                <a:lnTo>
                  <a:pt x="1987972" y="462764"/>
                </a:lnTo>
                <a:cubicBezTo>
                  <a:pt x="1987972" y="462764"/>
                  <a:pt x="1987972" y="462764"/>
                  <a:pt x="2011262" y="461618"/>
                </a:cubicBezTo>
                <a:cubicBezTo>
                  <a:pt x="2011262" y="461618"/>
                  <a:pt x="2011262" y="461618"/>
                  <a:pt x="1992390" y="457661"/>
                </a:cubicBezTo>
                <a:close/>
                <a:moveTo>
                  <a:pt x="2229019" y="439831"/>
                </a:moveTo>
                <a:lnTo>
                  <a:pt x="2229083" y="441130"/>
                </a:lnTo>
                <a:lnTo>
                  <a:pt x="2229019" y="439831"/>
                </a:lnTo>
                <a:close/>
                <a:moveTo>
                  <a:pt x="39387" y="374616"/>
                </a:moveTo>
                <a:cubicBezTo>
                  <a:pt x="39387" y="374616"/>
                  <a:pt x="39387" y="374616"/>
                  <a:pt x="30071" y="375074"/>
                </a:cubicBezTo>
                <a:cubicBezTo>
                  <a:pt x="30550" y="384821"/>
                  <a:pt x="39387" y="374616"/>
                  <a:pt x="39387" y="374616"/>
                </a:cubicBezTo>
                <a:close/>
                <a:moveTo>
                  <a:pt x="2034151" y="177708"/>
                </a:moveTo>
                <a:lnTo>
                  <a:pt x="2043377" y="177986"/>
                </a:lnTo>
                <a:cubicBezTo>
                  <a:pt x="2034061" y="178445"/>
                  <a:pt x="2034061" y="178445"/>
                  <a:pt x="2034061" y="178445"/>
                </a:cubicBezTo>
                <a:close/>
                <a:moveTo>
                  <a:pt x="1755565" y="104535"/>
                </a:moveTo>
                <a:cubicBezTo>
                  <a:pt x="1755565" y="104535"/>
                  <a:pt x="1755565" y="104535"/>
                  <a:pt x="1751147" y="109638"/>
                </a:cubicBezTo>
                <a:cubicBezTo>
                  <a:pt x="1751147" y="109638"/>
                  <a:pt x="1751147" y="109638"/>
                  <a:pt x="1755565" y="104535"/>
                </a:cubicBezTo>
                <a:close/>
                <a:moveTo>
                  <a:pt x="2047743" y="70618"/>
                </a:moveTo>
                <a:cubicBezTo>
                  <a:pt x="2043325" y="75721"/>
                  <a:pt x="2043325" y="75721"/>
                  <a:pt x="2043325" y="75721"/>
                </a:cubicBezTo>
                <a:cubicBezTo>
                  <a:pt x="2043325" y="75721"/>
                  <a:pt x="2043325" y="75721"/>
                  <a:pt x="2033769" y="71305"/>
                </a:cubicBezTo>
                <a:cubicBezTo>
                  <a:pt x="2038428" y="71076"/>
                  <a:pt x="2043325" y="75721"/>
                  <a:pt x="2047743" y="70618"/>
                </a:cubicBezTo>
                <a:close/>
                <a:moveTo>
                  <a:pt x="2000780" y="65112"/>
                </a:moveTo>
                <a:cubicBezTo>
                  <a:pt x="1998451" y="65226"/>
                  <a:pt x="1997287" y="65284"/>
                  <a:pt x="1996153" y="65950"/>
                </a:cubicBezTo>
                <a:lnTo>
                  <a:pt x="1996092" y="66012"/>
                </a:lnTo>
                <a:lnTo>
                  <a:pt x="1992223" y="66754"/>
                </a:lnTo>
                <a:cubicBezTo>
                  <a:pt x="1989411" y="68114"/>
                  <a:pt x="1987202" y="70665"/>
                  <a:pt x="1987286" y="75547"/>
                </a:cubicBezTo>
                <a:cubicBezTo>
                  <a:pt x="1987286" y="75547"/>
                  <a:pt x="1987286" y="75547"/>
                  <a:pt x="1996602" y="75088"/>
                </a:cubicBezTo>
                <a:cubicBezTo>
                  <a:pt x="1996602" y="75088"/>
                  <a:pt x="1996602" y="75088"/>
                  <a:pt x="1991705" y="70444"/>
                </a:cubicBezTo>
                <a:lnTo>
                  <a:pt x="1996092" y="66012"/>
                </a:lnTo>
                <a:lnTo>
                  <a:pt x="2000780" y="65112"/>
                </a:lnTo>
                <a:cubicBezTo>
                  <a:pt x="2005439" y="64882"/>
                  <a:pt x="2010336" y="69527"/>
                  <a:pt x="2010336" y="69527"/>
                </a:cubicBezTo>
                <a:cubicBezTo>
                  <a:pt x="2005679" y="69757"/>
                  <a:pt x="2005439" y="64882"/>
                  <a:pt x="2000780" y="65112"/>
                </a:cubicBezTo>
                <a:close/>
                <a:moveTo>
                  <a:pt x="1963604" y="62381"/>
                </a:moveTo>
                <a:lnTo>
                  <a:pt x="1944973" y="63298"/>
                </a:lnTo>
                <a:cubicBezTo>
                  <a:pt x="1949870" y="67942"/>
                  <a:pt x="1968981" y="76773"/>
                  <a:pt x="1963604" y="62381"/>
                </a:cubicBezTo>
                <a:close/>
                <a:moveTo>
                  <a:pt x="1219069" y="0"/>
                </a:moveTo>
                <a:cubicBezTo>
                  <a:pt x="1322022" y="4706"/>
                  <a:pt x="1420062" y="4443"/>
                  <a:pt x="1527603" y="13808"/>
                </a:cubicBezTo>
                <a:cubicBezTo>
                  <a:pt x="1345792" y="13308"/>
                  <a:pt x="1149990" y="13170"/>
                  <a:pt x="959087" y="17677"/>
                </a:cubicBezTo>
                <a:cubicBezTo>
                  <a:pt x="959087" y="17677"/>
                  <a:pt x="959087" y="17677"/>
                  <a:pt x="945113" y="18365"/>
                </a:cubicBezTo>
                <a:cubicBezTo>
                  <a:pt x="945113" y="18365"/>
                  <a:pt x="945113" y="18365"/>
                  <a:pt x="1103891" y="25209"/>
                </a:cubicBezTo>
                <a:cubicBezTo>
                  <a:pt x="1103891" y="25209"/>
                  <a:pt x="1103891" y="25209"/>
                  <a:pt x="1649598" y="32233"/>
                </a:cubicBezTo>
                <a:cubicBezTo>
                  <a:pt x="1789727" y="39669"/>
                  <a:pt x="1934841" y="47186"/>
                  <a:pt x="2071033" y="69472"/>
                </a:cubicBezTo>
                <a:cubicBezTo>
                  <a:pt x="2057299" y="75034"/>
                  <a:pt x="2023735" y="57143"/>
                  <a:pt x="2015138" y="72222"/>
                </a:cubicBezTo>
                <a:cubicBezTo>
                  <a:pt x="2020276" y="81740"/>
                  <a:pt x="2029351" y="76408"/>
                  <a:pt x="2038907" y="80824"/>
                </a:cubicBezTo>
                <a:cubicBezTo>
                  <a:pt x="2038907" y="80824"/>
                  <a:pt x="2038907" y="80824"/>
                  <a:pt x="2043325" y="75721"/>
                </a:cubicBezTo>
                <a:cubicBezTo>
                  <a:pt x="2052881" y="80136"/>
                  <a:pt x="2062436" y="84551"/>
                  <a:pt x="2066615" y="74575"/>
                </a:cubicBezTo>
                <a:cubicBezTo>
                  <a:pt x="2066854" y="79449"/>
                  <a:pt x="2066854" y="79449"/>
                  <a:pt x="2066854" y="79449"/>
                </a:cubicBezTo>
                <a:cubicBezTo>
                  <a:pt x="2080348" y="69013"/>
                  <a:pt x="2090384" y="83176"/>
                  <a:pt x="2104118" y="77615"/>
                </a:cubicBezTo>
                <a:cubicBezTo>
                  <a:pt x="2127631" y="81018"/>
                  <a:pt x="2165374" y="88932"/>
                  <a:pt x="2179587" y="93118"/>
                </a:cubicBezTo>
                <a:cubicBezTo>
                  <a:pt x="2109719" y="96556"/>
                  <a:pt x="2025484" y="86369"/>
                  <a:pt x="1960034" y="84704"/>
                </a:cubicBezTo>
                <a:cubicBezTo>
                  <a:pt x="1941162" y="80747"/>
                  <a:pt x="1917633" y="77019"/>
                  <a:pt x="1904138" y="87454"/>
                </a:cubicBezTo>
                <a:cubicBezTo>
                  <a:pt x="1955768" y="99244"/>
                  <a:pt x="2011439" y="91946"/>
                  <a:pt x="2058962" y="108823"/>
                </a:cubicBezTo>
                <a:cubicBezTo>
                  <a:pt x="1960922" y="109088"/>
                  <a:pt x="1844066" y="100181"/>
                  <a:pt x="1755565" y="104535"/>
                </a:cubicBezTo>
                <a:cubicBezTo>
                  <a:pt x="1727138" y="96162"/>
                  <a:pt x="1695012" y="107514"/>
                  <a:pt x="1666825" y="104015"/>
                </a:cubicBezTo>
                <a:cubicBezTo>
                  <a:pt x="1666825" y="104015"/>
                  <a:pt x="1666825" y="104015"/>
                  <a:pt x="1671723" y="108660"/>
                </a:cubicBezTo>
                <a:cubicBezTo>
                  <a:pt x="1751850" y="123933"/>
                  <a:pt x="1840040" y="119594"/>
                  <a:pt x="1924601" y="130090"/>
                </a:cubicBezTo>
                <a:cubicBezTo>
                  <a:pt x="1887889" y="136782"/>
                  <a:pt x="1835693" y="119808"/>
                  <a:pt x="1798909" y="131389"/>
                </a:cubicBezTo>
                <a:cubicBezTo>
                  <a:pt x="1840999" y="139089"/>
                  <a:pt x="1882920" y="137026"/>
                  <a:pt x="1920423" y="140067"/>
                </a:cubicBezTo>
                <a:cubicBezTo>
                  <a:pt x="1916005" y="145170"/>
                  <a:pt x="1906449" y="140755"/>
                  <a:pt x="1906929" y="150501"/>
                </a:cubicBezTo>
                <a:cubicBezTo>
                  <a:pt x="1939224" y="148913"/>
                  <a:pt x="1986283" y="156368"/>
                  <a:pt x="2019128" y="159638"/>
                </a:cubicBezTo>
                <a:cubicBezTo>
                  <a:pt x="2019847" y="174259"/>
                  <a:pt x="2000017" y="150807"/>
                  <a:pt x="1986522" y="161242"/>
                </a:cubicBezTo>
                <a:cubicBezTo>
                  <a:pt x="1986762" y="166115"/>
                  <a:pt x="1991420" y="165886"/>
                  <a:pt x="1996078" y="165657"/>
                </a:cubicBezTo>
                <a:cubicBezTo>
                  <a:pt x="1991900" y="175634"/>
                  <a:pt x="2005634" y="170073"/>
                  <a:pt x="2010532" y="174717"/>
                </a:cubicBezTo>
                <a:cubicBezTo>
                  <a:pt x="2029403" y="178674"/>
                  <a:pt x="2042418" y="158492"/>
                  <a:pt x="2061529" y="167323"/>
                </a:cubicBezTo>
                <a:cubicBezTo>
                  <a:pt x="2054901" y="174976"/>
                  <a:pt x="2039740" y="169310"/>
                  <a:pt x="2034842" y="172070"/>
                </a:cubicBezTo>
                <a:lnTo>
                  <a:pt x="2034151" y="177708"/>
                </a:lnTo>
                <a:lnTo>
                  <a:pt x="1868334" y="172716"/>
                </a:lnTo>
                <a:cubicBezTo>
                  <a:pt x="1809922" y="170175"/>
                  <a:pt x="1751540" y="168243"/>
                  <a:pt x="1693471" y="171100"/>
                </a:cubicBezTo>
                <a:cubicBezTo>
                  <a:pt x="1745172" y="178001"/>
                  <a:pt x="1805174" y="170164"/>
                  <a:pt x="1857130" y="182264"/>
                </a:cubicBezTo>
                <a:cubicBezTo>
                  <a:pt x="2006114" y="179820"/>
                  <a:pt x="2147992" y="216482"/>
                  <a:pt x="2301393" y="208935"/>
                </a:cubicBezTo>
                <a:cubicBezTo>
                  <a:pt x="2241559" y="226535"/>
                  <a:pt x="2162206" y="220669"/>
                  <a:pt x="2092338" y="224106"/>
                </a:cubicBezTo>
                <a:cubicBezTo>
                  <a:pt x="2092338" y="224106"/>
                  <a:pt x="2092338" y="224106"/>
                  <a:pt x="2008016" y="218484"/>
                </a:cubicBezTo>
                <a:cubicBezTo>
                  <a:pt x="1994042" y="219171"/>
                  <a:pt x="2008495" y="228231"/>
                  <a:pt x="2004077" y="233334"/>
                </a:cubicBezTo>
                <a:cubicBezTo>
                  <a:pt x="2074409" y="239319"/>
                  <a:pt x="2148625" y="235667"/>
                  <a:pt x="2214315" y="242206"/>
                </a:cubicBezTo>
                <a:cubicBezTo>
                  <a:pt x="2224574" y="260917"/>
                  <a:pt x="2261358" y="249337"/>
                  <a:pt x="2280469" y="258167"/>
                </a:cubicBezTo>
                <a:cubicBezTo>
                  <a:pt x="2298861" y="252377"/>
                  <a:pt x="2327048" y="255876"/>
                  <a:pt x="2350338" y="254730"/>
                </a:cubicBezTo>
                <a:cubicBezTo>
                  <a:pt x="2332186" y="265394"/>
                  <a:pt x="2303998" y="261895"/>
                  <a:pt x="2285607" y="267686"/>
                </a:cubicBezTo>
                <a:cubicBezTo>
                  <a:pt x="2285607" y="267686"/>
                  <a:pt x="2285607" y="267686"/>
                  <a:pt x="2290504" y="272330"/>
                </a:cubicBezTo>
                <a:cubicBezTo>
                  <a:pt x="2290504" y="272330"/>
                  <a:pt x="2290504" y="272330"/>
                  <a:pt x="2369928" y="273307"/>
                </a:cubicBezTo>
                <a:cubicBezTo>
                  <a:pt x="2369928" y="273307"/>
                  <a:pt x="2369928" y="273307"/>
                  <a:pt x="2370168" y="278182"/>
                </a:cubicBezTo>
                <a:cubicBezTo>
                  <a:pt x="2360852" y="278640"/>
                  <a:pt x="2361332" y="288387"/>
                  <a:pt x="2356674" y="288616"/>
                </a:cubicBezTo>
                <a:cubicBezTo>
                  <a:pt x="2342700" y="289303"/>
                  <a:pt x="2328726" y="289991"/>
                  <a:pt x="2314992" y="295552"/>
                </a:cubicBezTo>
                <a:cubicBezTo>
                  <a:pt x="2277250" y="287638"/>
                  <a:pt x="2245124" y="298990"/>
                  <a:pt x="2212758" y="305468"/>
                </a:cubicBezTo>
                <a:cubicBezTo>
                  <a:pt x="2212758" y="305468"/>
                  <a:pt x="2212758" y="305468"/>
                  <a:pt x="2338931" y="313916"/>
                </a:cubicBezTo>
                <a:cubicBezTo>
                  <a:pt x="2231870" y="314298"/>
                  <a:pt x="2120319" y="324672"/>
                  <a:pt x="2013259" y="325053"/>
                </a:cubicBezTo>
                <a:cubicBezTo>
                  <a:pt x="2013259" y="325053"/>
                  <a:pt x="2013259" y="325053"/>
                  <a:pt x="2013499" y="329927"/>
                </a:cubicBezTo>
                <a:cubicBezTo>
                  <a:pt x="2088265" y="331134"/>
                  <a:pt x="2167618" y="337001"/>
                  <a:pt x="2246802" y="333106"/>
                </a:cubicBezTo>
                <a:cubicBezTo>
                  <a:pt x="2266393" y="351683"/>
                  <a:pt x="2293621" y="335687"/>
                  <a:pt x="2317390" y="344288"/>
                </a:cubicBezTo>
                <a:cubicBezTo>
                  <a:pt x="2317390" y="344288"/>
                  <a:pt x="2317390" y="344288"/>
                  <a:pt x="2378183" y="346183"/>
                </a:cubicBezTo>
                <a:cubicBezTo>
                  <a:pt x="2373765" y="351286"/>
                  <a:pt x="2374005" y="356159"/>
                  <a:pt x="2369347" y="356388"/>
                </a:cubicBezTo>
                <a:cubicBezTo>
                  <a:pt x="2359791" y="351973"/>
                  <a:pt x="2355613" y="361950"/>
                  <a:pt x="2346537" y="367282"/>
                </a:cubicBezTo>
                <a:cubicBezTo>
                  <a:pt x="2262934" y="376280"/>
                  <a:pt x="2179163" y="375516"/>
                  <a:pt x="2095321" y="379641"/>
                </a:cubicBezTo>
                <a:cubicBezTo>
                  <a:pt x="2095321" y="379641"/>
                  <a:pt x="2095321" y="379641"/>
                  <a:pt x="2095561" y="384515"/>
                </a:cubicBezTo>
                <a:cubicBezTo>
                  <a:pt x="2161251" y="391054"/>
                  <a:pt x="2230569" y="382758"/>
                  <a:pt x="2300437" y="379321"/>
                </a:cubicBezTo>
                <a:cubicBezTo>
                  <a:pt x="2300437" y="379321"/>
                  <a:pt x="2300437" y="379321"/>
                  <a:pt x="2291601" y="389526"/>
                </a:cubicBezTo>
                <a:cubicBezTo>
                  <a:pt x="2291601" y="389526"/>
                  <a:pt x="2291601" y="389526"/>
                  <a:pt x="2305815" y="393712"/>
                </a:cubicBezTo>
                <a:cubicBezTo>
                  <a:pt x="2231048" y="392505"/>
                  <a:pt x="2161970" y="405675"/>
                  <a:pt x="2082786" y="409571"/>
                </a:cubicBezTo>
                <a:cubicBezTo>
                  <a:pt x="2082786" y="409571"/>
                  <a:pt x="2082786" y="409571"/>
                  <a:pt x="2078367" y="414673"/>
                </a:cubicBezTo>
                <a:cubicBezTo>
                  <a:pt x="2078367" y="414673"/>
                  <a:pt x="2078367" y="414673"/>
                  <a:pt x="2101897" y="418401"/>
                </a:cubicBezTo>
                <a:cubicBezTo>
                  <a:pt x="2205074" y="427656"/>
                  <a:pt x="2298472" y="427946"/>
                  <a:pt x="2405293" y="422690"/>
                </a:cubicBezTo>
                <a:cubicBezTo>
                  <a:pt x="2405293" y="422690"/>
                  <a:pt x="2405293" y="422690"/>
                  <a:pt x="2400875" y="427793"/>
                </a:cubicBezTo>
                <a:cubicBezTo>
                  <a:pt x="2344980" y="430543"/>
                  <a:pt x="2284738" y="433507"/>
                  <a:pt x="2228843" y="436257"/>
                </a:cubicBezTo>
                <a:lnTo>
                  <a:pt x="2229019" y="439831"/>
                </a:lnTo>
                <a:lnTo>
                  <a:pt x="2200761" y="441221"/>
                </a:lnTo>
                <a:cubicBezTo>
                  <a:pt x="2200761" y="441221"/>
                  <a:pt x="2200761" y="441221"/>
                  <a:pt x="2205179" y="436118"/>
                </a:cubicBezTo>
                <a:cubicBezTo>
                  <a:pt x="2130189" y="430363"/>
                  <a:pt x="2046417" y="429599"/>
                  <a:pt x="1971651" y="428392"/>
                </a:cubicBezTo>
                <a:cubicBezTo>
                  <a:pt x="2018383" y="435538"/>
                  <a:pt x="2060784" y="443223"/>
                  <a:pt x="2107603" y="445804"/>
                </a:cubicBezTo>
                <a:cubicBezTo>
                  <a:pt x="2089211" y="451595"/>
                  <a:pt x="2065202" y="438120"/>
                  <a:pt x="2042632" y="453887"/>
                </a:cubicBezTo>
                <a:cubicBezTo>
                  <a:pt x="2037974" y="454116"/>
                  <a:pt x="2023760" y="449929"/>
                  <a:pt x="2019103" y="450158"/>
                </a:cubicBezTo>
                <a:cubicBezTo>
                  <a:pt x="2038917" y="473285"/>
                  <a:pt x="2085256" y="466120"/>
                  <a:pt x="2113203" y="464745"/>
                </a:cubicBezTo>
                <a:cubicBezTo>
                  <a:pt x="2113203" y="464745"/>
                  <a:pt x="2113203" y="464745"/>
                  <a:pt x="2169338" y="466869"/>
                </a:cubicBezTo>
                <a:cubicBezTo>
                  <a:pt x="2164920" y="471971"/>
                  <a:pt x="2146049" y="468014"/>
                  <a:pt x="2156084" y="482177"/>
                </a:cubicBezTo>
                <a:cubicBezTo>
                  <a:pt x="2165640" y="486592"/>
                  <a:pt x="2184271" y="485675"/>
                  <a:pt x="2198245" y="484988"/>
                </a:cubicBezTo>
                <a:cubicBezTo>
                  <a:pt x="2198245" y="484988"/>
                  <a:pt x="2198245" y="484988"/>
                  <a:pt x="2258558" y="477135"/>
                </a:cubicBezTo>
                <a:cubicBezTo>
                  <a:pt x="2208743" y="508573"/>
                  <a:pt x="2129390" y="502706"/>
                  <a:pt x="2059522" y="506144"/>
                </a:cubicBezTo>
                <a:cubicBezTo>
                  <a:pt x="2031814" y="512392"/>
                  <a:pt x="1993832" y="499605"/>
                  <a:pt x="1961706" y="510956"/>
                </a:cubicBezTo>
                <a:cubicBezTo>
                  <a:pt x="1961706" y="510956"/>
                  <a:pt x="1961706" y="510956"/>
                  <a:pt x="1966603" y="515601"/>
                </a:cubicBezTo>
                <a:cubicBezTo>
                  <a:pt x="2008214" y="513553"/>
                  <a:pt x="2054793" y="511262"/>
                  <a:pt x="2092536" y="519175"/>
                </a:cubicBezTo>
                <a:cubicBezTo>
                  <a:pt x="2078802" y="524737"/>
                  <a:pt x="2060170" y="525654"/>
                  <a:pt x="2041539" y="526570"/>
                </a:cubicBezTo>
                <a:cubicBezTo>
                  <a:pt x="2041539" y="526570"/>
                  <a:pt x="2041539" y="526570"/>
                  <a:pt x="2004515" y="533277"/>
                </a:cubicBezTo>
                <a:cubicBezTo>
                  <a:pt x="2004515" y="533277"/>
                  <a:pt x="2004515" y="533277"/>
                  <a:pt x="1575185" y="525413"/>
                </a:cubicBezTo>
                <a:cubicBezTo>
                  <a:pt x="1575185" y="525413"/>
                  <a:pt x="1575185" y="525413"/>
                  <a:pt x="1421306" y="523213"/>
                </a:cubicBezTo>
                <a:cubicBezTo>
                  <a:pt x="1421306" y="523213"/>
                  <a:pt x="1421306" y="523213"/>
                  <a:pt x="1421546" y="528087"/>
                </a:cubicBezTo>
                <a:cubicBezTo>
                  <a:pt x="1407092" y="519027"/>
                  <a:pt x="1364931" y="516216"/>
                  <a:pt x="1351437" y="526650"/>
                </a:cubicBezTo>
                <a:cubicBezTo>
                  <a:pt x="1336984" y="517591"/>
                  <a:pt x="1309037" y="518966"/>
                  <a:pt x="1295542" y="529400"/>
                </a:cubicBezTo>
                <a:cubicBezTo>
                  <a:pt x="1001221" y="519779"/>
                  <a:pt x="694181" y="530000"/>
                  <a:pt x="401283" y="549296"/>
                </a:cubicBezTo>
                <a:cubicBezTo>
                  <a:pt x="401283" y="549296"/>
                  <a:pt x="401283" y="549296"/>
                  <a:pt x="237847" y="542681"/>
                </a:cubicBezTo>
                <a:cubicBezTo>
                  <a:pt x="237847" y="542681"/>
                  <a:pt x="237847" y="542681"/>
                  <a:pt x="233429" y="547784"/>
                </a:cubicBezTo>
                <a:cubicBezTo>
                  <a:pt x="538265" y="581314"/>
                  <a:pt x="825011" y="538220"/>
                  <a:pt x="1133545" y="552027"/>
                </a:cubicBezTo>
                <a:cubicBezTo>
                  <a:pt x="1217611" y="552451"/>
                  <a:pt x="1310459" y="547883"/>
                  <a:pt x="1395021" y="558379"/>
                </a:cubicBezTo>
                <a:cubicBezTo>
                  <a:pt x="1395021" y="558379"/>
                  <a:pt x="1395021" y="558379"/>
                  <a:pt x="895823" y="553952"/>
                </a:cubicBezTo>
                <a:cubicBezTo>
                  <a:pt x="816639" y="557848"/>
                  <a:pt x="742183" y="556625"/>
                  <a:pt x="667896" y="565166"/>
                </a:cubicBezTo>
                <a:cubicBezTo>
                  <a:pt x="667896" y="565166"/>
                  <a:pt x="667896" y="565166"/>
                  <a:pt x="672794" y="569810"/>
                </a:cubicBezTo>
                <a:cubicBezTo>
                  <a:pt x="886747" y="559284"/>
                  <a:pt x="1110495" y="558046"/>
                  <a:pt x="1302102" y="567835"/>
                </a:cubicBezTo>
                <a:cubicBezTo>
                  <a:pt x="1302102" y="567835"/>
                  <a:pt x="1302102" y="567835"/>
                  <a:pt x="966410" y="565135"/>
                </a:cubicBezTo>
                <a:cubicBezTo>
                  <a:pt x="966410" y="565135"/>
                  <a:pt x="966410" y="565135"/>
                  <a:pt x="570630" y="574837"/>
                </a:cubicBezTo>
                <a:cubicBezTo>
                  <a:pt x="529019" y="576884"/>
                  <a:pt x="487098" y="578946"/>
                  <a:pt x="445177" y="581009"/>
                </a:cubicBezTo>
                <a:cubicBezTo>
                  <a:pt x="333234" y="577072"/>
                  <a:pt x="207541" y="578370"/>
                  <a:pt x="107583" y="539645"/>
                </a:cubicBezTo>
                <a:cubicBezTo>
                  <a:pt x="107583" y="539645"/>
                  <a:pt x="107583" y="539645"/>
                  <a:pt x="116659" y="534312"/>
                </a:cubicBezTo>
                <a:cubicBezTo>
                  <a:pt x="102685" y="535000"/>
                  <a:pt x="110818" y="510498"/>
                  <a:pt x="87768" y="516518"/>
                </a:cubicBezTo>
                <a:cubicBezTo>
                  <a:pt x="69137" y="517435"/>
                  <a:pt x="54460" y="503826"/>
                  <a:pt x="35588" y="499870"/>
                </a:cubicBezTo>
                <a:cubicBezTo>
                  <a:pt x="35588" y="499870"/>
                  <a:pt x="35588" y="499870"/>
                  <a:pt x="33926" y="466078"/>
                </a:cubicBezTo>
                <a:cubicBezTo>
                  <a:pt x="57679" y="474355"/>
                  <a:pt x="94942" y="472522"/>
                  <a:pt x="123369" y="480894"/>
                </a:cubicBezTo>
                <a:cubicBezTo>
                  <a:pt x="127548" y="470917"/>
                  <a:pt x="142240" y="484851"/>
                  <a:pt x="151077" y="474646"/>
                </a:cubicBezTo>
                <a:cubicBezTo>
                  <a:pt x="132205" y="470688"/>
                  <a:pt x="117992" y="466502"/>
                  <a:pt x="99120" y="462546"/>
                </a:cubicBezTo>
                <a:cubicBezTo>
                  <a:pt x="103539" y="457443"/>
                  <a:pt x="103539" y="457443"/>
                  <a:pt x="103539" y="457443"/>
                </a:cubicBezTo>
                <a:cubicBezTo>
                  <a:pt x="93983" y="453027"/>
                  <a:pt x="102819" y="442822"/>
                  <a:pt x="102819" y="442822"/>
                </a:cubicBezTo>
                <a:cubicBezTo>
                  <a:pt x="102819" y="442822"/>
                  <a:pt x="102819" y="442822"/>
                  <a:pt x="130767" y="441447"/>
                </a:cubicBezTo>
                <a:cubicBezTo>
                  <a:pt x="129344" y="412530"/>
                  <a:pt x="87886" y="424015"/>
                  <a:pt x="82285" y="405074"/>
                </a:cubicBezTo>
                <a:cubicBezTo>
                  <a:pt x="91362" y="399743"/>
                  <a:pt x="100917" y="404158"/>
                  <a:pt x="105335" y="399055"/>
                </a:cubicBezTo>
                <a:cubicBezTo>
                  <a:pt x="90882" y="389995"/>
                  <a:pt x="67592" y="391141"/>
                  <a:pt x="44063" y="387413"/>
                </a:cubicBezTo>
                <a:cubicBezTo>
                  <a:pt x="43344" y="372792"/>
                  <a:pt x="20773" y="388559"/>
                  <a:pt x="15396" y="374167"/>
                </a:cubicBezTo>
                <a:cubicBezTo>
                  <a:pt x="20054" y="373938"/>
                  <a:pt x="20054" y="373938"/>
                  <a:pt x="19815" y="369065"/>
                </a:cubicBezTo>
                <a:cubicBezTo>
                  <a:pt x="15156" y="369294"/>
                  <a:pt x="14917" y="364420"/>
                  <a:pt x="10259" y="364649"/>
                </a:cubicBezTo>
                <a:cubicBezTo>
                  <a:pt x="10259" y="364649"/>
                  <a:pt x="10259" y="364649"/>
                  <a:pt x="5600" y="364878"/>
                </a:cubicBezTo>
                <a:cubicBezTo>
                  <a:pt x="14693" y="359872"/>
                  <a:pt x="239" y="350812"/>
                  <a:pt x="0" y="345938"/>
                </a:cubicBezTo>
                <a:cubicBezTo>
                  <a:pt x="0" y="345938"/>
                  <a:pt x="0" y="345938"/>
                  <a:pt x="18631" y="345022"/>
                </a:cubicBezTo>
                <a:cubicBezTo>
                  <a:pt x="18631" y="345022"/>
                  <a:pt x="18631" y="345022"/>
                  <a:pt x="79664" y="351790"/>
                </a:cubicBezTo>
                <a:cubicBezTo>
                  <a:pt x="84098" y="347012"/>
                  <a:pt x="74303" y="337723"/>
                  <a:pt x="78721" y="332620"/>
                </a:cubicBezTo>
                <a:cubicBezTo>
                  <a:pt x="78721" y="332620"/>
                  <a:pt x="78721" y="332620"/>
                  <a:pt x="92215" y="322185"/>
                </a:cubicBezTo>
                <a:cubicBezTo>
                  <a:pt x="77538" y="308577"/>
                  <a:pt x="50293" y="324248"/>
                  <a:pt x="40035" y="305537"/>
                </a:cubicBezTo>
                <a:cubicBezTo>
                  <a:pt x="30719" y="305995"/>
                  <a:pt x="26301" y="311098"/>
                  <a:pt x="21163" y="301580"/>
                </a:cubicBezTo>
                <a:cubicBezTo>
                  <a:pt x="29520" y="281627"/>
                  <a:pt x="57707" y="285125"/>
                  <a:pt x="71681" y="284438"/>
                </a:cubicBezTo>
                <a:cubicBezTo>
                  <a:pt x="75619" y="269588"/>
                  <a:pt x="99389" y="278189"/>
                  <a:pt x="113362" y="277502"/>
                </a:cubicBezTo>
                <a:cubicBezTo>
                  <a:pt x="104286" y="282833"/>
                  <a:pt x="94491" y="273545"/>
                  <a:pt x="85655" y="283750"/>
                </a:cubicBezTo>
                <a:cubicBezTo>
                  <a:pt x="108944" y="282604"/>
                  <a:pt x="128055" y="291435"/>
                  <a:pt x="151105" y="285416"/>
                </a:cubicBezTo>
                <a:cubicBezTo>
                  <a:pt x="141086" y="271578"/>
                  <a:pt x="122215" y="267621"/>
                  <a:pt x="103583" y="268538"/>
                </a:cubicBezTo>
                <a:cubicBezTo>
                  <a:pt x="94027" y="264123"/>
                  <a:pt x="84712" y="264581"/>
                  <a:pt x="70498" y="260394"/>
                </a:cubicBezTo>
                <a:cubicBezTo>
                  <a:pt x="74916" y="255292"/>
                  <a:pt x="65360" y="250877"/>
                  <a:pt x="60702" y="251106"/>
                </a:cubicBezTo>
                <a:cubicBezTo>
                  <a:pt x="60702" y="251106"/>
                  <a:pt x="60702" y="251106"/>
                  <a:pt x="65120" y="246003"/>
                </a:cubicBezTo>
                <a:cubicBezTo>
                  <a:pt x="64881" y="241129"/>
                  <a:pt x="60463" y="246232"/>
                  <a:pt x="55565" y="241588"/>
                </a:cubicBezTo>
                <a:cubicBezTo>
                  <a:pt x="69779" y="245774"/>
                  <a:pt x="78615" y="235568"/>
                  <a:pt x="92349" y="230007"/>
                </a:cubicBezTo>
                <a:cubicBezTo>
                  <a:pt x="92349" y="230007"/>
                  <a:pt x="92349" y="230007"/>
                  <a:pt x="64161" y="226508"/>
                </a:cubicBezTo>
                <a:cubicBezTo>
                  <a:pt x="73238" y="221176"/>
                  <a:pt x="92349" y="230007"/>
                  <a:pt x="96288" y="215157"/>
                </a:cubicBezTo>
                <a:cubicBezTo>
                  <a:pt x="96288" y="215157"/>
                  <a:pt x="96288" y="215157"/>
                  <a:pt x="96048" y="210284"/>
                </a:cubicBezTo>
                <a:cubicBezTo>
                  <a:pt x="110245" y="214145"/>
                  <a:pt x="127454" y="184311"/>
                  <a:pt x="155881" y="192683"/>
                </a:cubicBezTo>
                <a:cubicBezTo>
                  <a:pt x="160539" y="192454"/>
                  <a:pt x="155641" y="187810"/>
                  <a:pt x="155401" y="182936"/>
                </a:cubicBezTo>
                <a:cubicBezTo>
                  <a:pt x="155401" y="182936"/>
                  <a:pt x="155401" y="182936"/>
                  <a:pt x="80635" y="181729"/>
                </a:cubicBezTo>
                <a:cubicBezTo>
                  <a:pt x="93410" y="156673"/>
                  <a:pt x="117419" y="170148"/>
                  <a:pt x="131393" y="169461"/>
                </a:cubicBezTo>
                <a:cubicBezTo>
                  <a:pt x="126271" y="160268"/>
                  <a:pt x="126032" y="155394"/>
                  <a:pt x="130450" y="150292"/>
                </a:cubicBezTo>
                <a:cubicBezTo>
                  <a:pt x="102038" y="142244"/>
                  <a:pt x="68954" y="134101"/>
                  <a:pt x="36348" y="135705"/>
                </a:cubicBezTo>
                <a:cubicBezTo>
                  <a:pt x="40526" y="125728"/>
                  <a:pt x="59398" y="129686"/>
                  <a:pt x="73132" y="124124"/>
                </a:cubicBezTo>
                <a:cubicBezTo>
                  <a:pt x="96422" y="122978"/>
                  <a:pt x="124608" y="126478"/>
                  <a:pt x="147658" y="120458"/>
                </a:cubicBezTo>
                <a:cubicBezTo>
                  <a:pt x="118768" y="102664"/>
                  <a:pt x="96661" y="127853"/>
                  <a:pt x="67531" y="105184"/>
                </a:cubicBezTo>
                <a:cubicBezTo>
                  <a:pt x="67531" y="105184"/>
                  <a:pt x="67531" y="105184"/>
                  <a:pt x="62633" y="100540"/>
                </a:cubicBezTo>
                <a:cubicBezTo>
                  <a:pt x="84500" y="70477"/>
                  <a:pt x="117105" y="68873"/>
                  <a:pt x="144573" y="57751"/>
                </a:cubicBezTo>
                <a:cubicBezTo>
                  <a:pt x="157588" y="37569"/>
                  <a:pt x="186255" y="50814"/>
                  <a:pt x="209304" y="44795"/>
                </a:cubicBezTo>
                <a:cubicBezTo>
                  <a:pt x="223758" y="53855"/>
                  <a:pt x="241910" y="43191"/>
                  <a:pt x="260781" y="47148"/>
                </a:cubicBezTo>
                <a:cubicBezTo>
                  <a:pt x="260781" y="47148"/>
                  <a:pt x="260781" y="47148"/>
                  <a:pt x="260541" y="42274"/>
                </a:cubicBezTo>
                <a:cubicBezTo>
                  <a:pt x="241670" y="38317"/>
                  <a:pt x="218621" y="44337"/>
                  <a:pt x="204167" y="35277"/>
                </a:cubicBezTo>
                <a:cubicBezTo>
                  <a:pt x="208586" y="30174"/>
                  <a:pt x="232354" y="38776"/>
                  <a:pt x="241430" y="33444"/>
                </a:cubicBezTo>
                <a:cubicBezTo>
                  <a:pt x="306162" y="20488"/>
                  <a:pt x="375959" y="21939"/>
                  <a:pt x="441171" y="18731"/>
                </a:cubicBezTo>
                <a:cubicBezTo>
                  <a:pt x="455144" y="18043"/>
                  <a:pt x="478913" y="26645"/>
                  <a:pt x="487509" y="11566"/>
                </a:cubicBezTo>
                <a:cubicBezTo>
                  <a:pt x="511039" y="15293"/>
                  <a:pt x="543405" y="8816"/>
                  <a:pt x="571592" y="12314"/>
                </a:cubicBezTo>
                <a:cubicBezTo>
                  <a:pt x="585086" y="1880"/>
                  <a:pt x="604197" y="10710"/>
                  <a:pt x="618410" y="14897"/>
                </a:cubicBezTo>
                <a:cubicBezTo>
                  <a:pt x="813508" y="738"/>
                  <a:pt x="1018609" y="93"/>
                  <a:pt x="1219069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/>
              <a:t>  条件判断</a:t>
            </a:r>
          </a:p>
        </p:txBody>
      </p:sp>
    </p:spTree>
    <p:extLst>
      <p:ext uri="{BB962C8B-B14F-4D97-AF65-F5344CB8AC3E}">
        <p14:creationId xmlns:p14="http://schemas.microsoft.com/office/powerpoint/2010/main" val="3275521524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15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AD36B-E888-D70E-E59B-86EAFC656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4">
            <a:extLst>
              <a:ext uri="{FF2B5EF4-FFF2-40B4-BE49-F238E27FC236}">
                <a16:creationId xmlns:a16="http://schemas.microsoft.com/office/drawing/2014/main" id="{D9CE8A18-D358-6CE6-AAD7-25BA47317A7A}"/>
              </a:ext>
            </a:extLst>
          </p:cNvPr>
          <p:cNvSpPr/>
          <p:nvPr/>
        </p:nvSpPr>
        <p:spPr>
          <a:xfrm>
            <a:off x="2357138" y="5972771"/>
            <a:ext cx="1585384" cy="317870"/>
          </a:xfrm>
          <a:custGeom>
            <a:avLst/>
            <a:gdLst>
              <a:gd name="connsiteX0" fmla="*/ 1801727 w 2405293"/>
              <a:gd name="connsiteY0" fmla="*/ 467042 h 581009"/>
              <a:gd name="connsiteX1" fmla="*/ 1797069 w 2405293"/>
              <a:gd name="connsiteY1" fmla="*/ 467271 h 581009"/>
              <a:gd name="connsiteX2" fmla="*/ 1955846 w 2405293"/>
              <a:gd name="connsiteY2" fmla="*/ 474115 h 581009"/>
              <a:gd name="connsiteX3" fmla="*/ 1801727 w 2405293"/>
              <a:gd name="connsiteY3" fmla="*/ 467042 h 581009"/>
              <a:gd name="connsiteX4" fmla="*/ 1992390 w 2405293"/>
              <a:gd name="connsiteY4" fmla="*/ 457661 h 581009"/>
              <a:gd name="connsiteX5" fmla="*/ 1987972 w 2405293"/>
              <a:gd name="connsiteY5" fmla="*/ 462764 h 581009"/>
              <a:gd name="connsiteX6" fmla="*/ 2011262 w 2405293"/>
              <a:gd name="connsiteY6" fmla="*/ 461618 h 581009"/>
              <a:gd name="connsiteX7" fmla="*/ 1992390 w 2405293"/>
              <a:gd name="connsiteY7" fmla="*/ 457661 h 581009"/>
              <a:gd name="connsiteX8" fmla="*/ 2229019 w 2405293"/>
              <a:gd name="connsiteY8" fmla="*/ 439831 h 581009"/>
              <a:gd name="connsiteX9" fmla="*/ 2229083 w 2405293"/>
              <a:gd name="connsiteY9" fmla="*/ 441130 h 581009"/>
              <a:gd name="connsiteX10" fmla="*/ 2229019 w 2405293"/>
              <a:gd name="connsiteY10" fmla="*/ 439831 h 581009"/>
              <a:gd name="connsiteX11" fmla="*/ 39387 w 2405293"/>
              <a:gd name="connsiteY11" fmla="*/ 374616 h 581009"/>
              <a:gd name="connsiteX12" fmla="*/ 30071 w 2405293"/>
              <a:gd name="connsiteY12" fmla="*/ 375074 h 581009"/>
              <a:gd name="connsiteX13" fmla="*/ 39387 w 2405293"/>
              <a:gd name="connsiteY13" fmla="*/ 374616 h 581009"/>
              <a:gd name="connsiteX14" fmla="*/ 2034151 w 2405293"/>
              <a:gd name="connsiteY14" fmla="*/ 177708 h 581009"/>
              <a:gd name="connsiteX15" fmla="*/ 2043377 w 2405293"/>
              <a:gd name="connsiteY15" fmla="*/ 177986 h 581009"/>
              <a:gd name="connsiteX16" fmla="*/ 2034061 w 2405293"/>
              <a:gd name="connsiteY16" fmla="*/ 178445 h 581009"/>
              <a:gd name="connsiteX17" fmla="*/ 1755565 w 2405293"/>
              <a:gd name="connsiteY17" fmla="*/ 104535 h 581009"/>
              <a:gd name="connsiteX18" fmla="*/ 1751147 w 2405293"/>
              <a:gd name="connsiteY18" fmla="*/ 109638 h 581009"/>
              <a:gd name="connsiteX19" fmla="*/ 1755565 w 2405293"/>
              <a:gd name="connsiteY19" fmla="*/ 104535 h 581009"/>
              <a:gd name="connsiteX20" fmla="*/ 2047743 w 2405293"/>
              <a:gd name="connsiteY20" fmla="*/ 70618 h 581009"/>
              <a:gd name="connsiteX21" fmla="*/ 2043325 w 2405293"/>
              <a:gd name="connsiteY21" fmla="*/ 75721 h 581009"/>
              <a:gd name="connsiteX22" fmla="*/ 2033769 w 2405293"/>
              <a:gd name="connsiteY22" fmla="*/ 71305 h 581009"/>
              <a:gd name="connsiteX23" fmla="*/ 2047743 w 2405293"/>
              <a:gd name="connsiteY23" fmla="*/ 70618 h 581009"/>
              <a:gd name="connsiteX24" fmla="*/ 2000780 w 2405293"/>
              <a:gd name="connsiteY24" fmla="*/ 65112 h 581009"/>
              <a:gd name="connsiteX25" fmla="*/ 1996153 w 2405293"/>
              <a:gd name="connsiteY25" fmla="*/ 65950 h 581009"/>
              <a:gd name="connsiteX26" fmla="*/ 1996092 w 2405293"/>
              <a:gd name="connsiteY26" fmla="*/ 66012 h 581009"/>
              <a:gd name="connsiteX27" fmla="*/ 1992223 w 2405293"/>
              <a:gd name="connsiteY27" fmla="*/ 66754 h 581009"/>
              <a:gd name="connsiteX28" fmla="*/ 1987286 w 2405293"/>
              <a:gd name="connsiteY28" fmla="*/ 75547 h 581009"/>
              <a:gd name="connsiteX29" fmla="*/ 1996602 w 2405293"/>
              <a:gd name="connsiteY29" fmla="*/ 75088 h 581009"/>
              <a:gd name="connsiteX30" fmla="*/ 1991705 w 2405293"/>
              <a:gd name="connsiteY30" fmla="*/ 70444 h 581009"/>
              <a:gd name="connsiteX31" fmla="*/ 1996092 w 2405293"/>
              <a:gd name="connsiteY31" fmla="*/ 66012 h 581009"/>
              <a:gd name="connsiteX32" fmla="*/ 2000780 w 2405293"/>
              <a:gd name="connsiteY32" fmla="*/ 65112 h 581009"/>
              <a:gd name="connsiteX33" fmla="*/ 2010336 w 2405293"/>
              <a:gd name="connsiteY33" fmla="*/ 69527 h 581009"/>
              <a:gd name="connsiteX34" fmla="*/ 2000780 w 2405293"/>
              <a:gd name="connsiteY34" fmla="*/ 65112 h 581009"/>
              <a:gd name="connsiteX35" fmla="*/ 1963604 w 2405293"/>
              <a:gd name="connsiteY35" fmla="*/ 62381 h 581009"/>
              <a:gd name="connsiteX36" fmla="*/ 1944973 w 2405293"/>
              <a:gd name="connsiteY36" fmla="*/ 63298 h 581009"/>
              <a:gd name="connsiteX37" fmla="*/ 1963604 w 2405293"/>
              <a:gd name="connsiteY37" fmla="*/ 62381 h 581009"/>
              <a:gd name="connsiteX38" fmla="*/ 1219069 w 2405293"/>
              <a:gd name="connsiteY38" fmla="*/ 0 h 581009"/>
              <a:gd name="connsiteX39" fmla="*/ 1527603 w 2405293"/>
              <a:gd name="connsiteY39" fmla="*/ 13808 h 581009"/>
              <a:gd name="connsiteX40" fmla="*/ 959087 w 2405293"/>
              <a:gd name="connsiteY40" fmla="*/ 17677 h 581009"/>
              <a:gd name="connsiteX41" fmla="*/ 945113 w 2405293"/>
              <a:gd name="connsiteY41" fmla="*/ 18365 h 581009"/>
              <a:gd name="connsiteX42" fmla="*/ 1103891 w 2405293"/>
              <a:gd name="connsiteY42" fmla="*/ 25209 h 581009"/>
              <a:gd name="connsiteX43" fmla="*/ 1649598 w 2405293"/>
              <a:gd name="connsiteY43" fmla="*/ 32233 h 581009"/>
              <a:gd name="connsiteX44" fmla="*/ 2071033 w 2405293"/>
              <a:gd name="connsiteY44" fmla="*/ 69472 h 581009"/>
              <a:gd name="connsiteX45" fmla="*/ 2015138 w 2405293"/>
              <a:gd name="connsiteY45" fmla="*/ 72222 h 581009"/>
              <a:gd name="connsiteX46" fmla="*/ 2038907 w 2405293"/>
              <a:gd name="connsiteY46" fmla="*/ 80824 h 581009"/>
              <a:gd name="connsiteX47" fmla="*/ 2043325 w 2405293"/>
              <a:gd name="connsiteY47" fmla="*/ 75721 h 581009"/>
              <a:gd name="connsiteX48" fmla="*/ 2066615 w 2405293"/>
              <a:gd name="connsiteY48" fmla="*/ 74575 h 581009"/>
              <a:gd name="connsiteX49" fmla="*/ 2066854 w 2405293"/>
              <a:gd name="connsiteY49" fmla="*/ 79449 h 581009"/>
              <a:gd name="connsiteX50" fmla="*/ 2104118 w 2405293"/>
              <a:gd name="connsiteY50" fmla="*/ 77615 h 581009"/>
              <a:gd name="connsiteX51" fmla="*/ 2179587 w 2405293"/>
              <a:gd name="connsiteY51" fmla="*/ 93118 h 581009"/>
              <a:gd name="connsiteX52" fmla="*/ 1960034 w 2405293"/>
              <a:gd name="connsiteY52" fmla="*/ 84704 h 581009"/>
              <a:gd name="connsiteX53" fmla="*/ 1904138 w 2405293"/>
              <a:gd name="connsiteY53" fmla="*/ 87454 h 581009"/>
              <a:gd name="connsiteX54" fmla="*/ 2058962 w 2405293"/>
              <a:gd name="connsiteY54" fmla="*/ 108823 h 581009"/>
              <a:gd name="connsiteX55" fmla="*/ 1755565 w 2405293"/>
              <a:gd name="connsiteY55" fmla="*/ 104535 h 581009"/>
              <a:gd name="connsiteX56" fmla="*/ 1666825 w 2405293"/>
              <a:gd name="connsiteY56" fmla="*/ 104015 h 581009"/>
              <a:gd name="connsiteX57" fmla="*/ 1671723 w 2405293"/>
              <a:gd name="connsiteY57" fmla="*/ 108660 h 581009"/>
              <a:gd name="connsiteX58" fmla="*/ 1924601 w 2405293"/>
              <a:gd name="connsiteY58" fmla="*/ 130090 h 581009"/>
              <a:gd name="connsiteX59" fmla="*/ 1798909 w 2405293"/>
              <a:gd name="connsiteY59" fmla="*/ 131389 h 581009"/>
              <a:gd name="connsiteX60" fmla="*/ 1920423 w 2405293"/>
              <a:gd name="connsiteY60" fmla="*/ 140067 h 581009"/>
              <a:gd name="connsiteX61" fmla="*/ 1906929 w 2405293"/>
              <a:gd name="connsiteY61" fmla="*/ 150501 h 581009"/>
              <a:gd name="connsiteX62" fmla="*/ 2019128 w 2405293"/>
              <a:gd name="connsiteY62" fmla="*/ 159638 h 581009"/>
              <a:gd name="connsiteX63" fmla="*/ 1986522 w 2405293"/>
              <a:gd name="connsiteY63" fmla="*/ 161242 h 581009"/>
              <a:gd name="connsiteX64" fmla="*/ 1996078 w 2405293"/>
              <a:gd name="connsiteY64" fmla="*/ 165657 h 581009"/>
              <a:gd name="connsiteX65" fmla="*/ 2010532 w 2405293"/>
              <a:gd name="connsiteY65" fmla="*/ 174717 h 581009"/>
              <a:gd name="connsiteX66" fmla="*/ 2061529 w 2405293"/>
              <a:gd name="connsiteY66" fmla="*/ 167323 h 581009"/>
              <a:gd name="connsiteX67" fmla="*/ 2034842 w 2405293"/>
              <a:gd name="connsiteY67" fmla="*/ 172070 h 581009"/>
              <a:gd name="connsiteX68" fmla="*/ 2034151 w 2405293"/>
              <a:gd name="connsiteY68" fmla="*/ 177708 h 581009"/>
              <a:gd name="connsiteX69" fmla="*/ 1868334 w 2405293"/>
              <a:gd name="connsiteY69" fmla="*/ 172716 h 581009"/>
              <a:gd name="connsiteX70" fmla="*/ 1693471 w 2405293"/>
              <a:gd name="connsiteY70" fmla="*/ 171100 h 581009"/>
              <a:gd name="connsiteX71" fmla="*/ 1857130 w 2405293"/>
              <a:gd name="connsiteY71" fmla="*/ 182264 h 581009"/>
              <a:gd name="connsiteX72" fmla="*/ 2301393 w 2405293"/>
              <a:gd name="connsiteY72" fmla="*/ 208935 h 581009"/>
              <a:gd name="connsiteX73" fmla="*/ 2092338 w 2405293"/>
              <a:gd name="connsiteY73" fmla="*/ 224106 h 581009"/>
              <a:gd name="connsiteX74" fmla="*/ 2008016 w 2405293"/>
              <a:gd name="connsiteY74" fmla="*/ 218484 h 581009"/>
              <a:gd name="connsiteX75" fmla="*/ 2004077 w 2405293"/>
              <a:gd name="connsiteY75" fmla="*/ 233334 h 581009"/>
              <a:gd name="connsiteX76" fmla="*/ 2214315 w 2405293"/>
              <a:gd name="connsiteY76" fmla="*/ 242206 h 581009"/>
              <a:gd name="connsiteX77" fmla="*/ 2280469 w 2405293"/>
              <a:gd name="connsiteY77" fmla="*/ 258167 h 581009"/>
              <a:gd name="connsiteX78" fmla="*/ 2350338 w 2405293"/>
              <a:gd name="connsiteY78" fmla="*/ 254730 h 581009"/>
              <a:gd name="connsiteX79" fmla="*/ 2285607 w 2405293"/>
              <a:gd name="connsiteY79" fmla="*/ 267686 h 581009"/>
              <a:gd name="connsiteX80" fmla="*/ 2290504 w 2405293"/>
              <a:gd name="connsiteY80" fmla="*/ 272330 h 581009"/>
              <a:gd name="connsiteX81" fmla="*/ 2369928 w 2405293"/>
              <a:gd name="connsiteY81" fmla="*/ 273307 h 581009"/>
              <a:gd name="connsiteX82" fmla="*/ 2370168 w 2405293"/>
              <a:gd name="connsiteY82" fmla="*/ 278182 h 581009"/>
              <a:gd name="connsiteX83" fmla="*/ 2356674 w 2405293"/>
              <a:gd name="connsiteY83" fmla="*/ 288616 h 581009"/>
              <a:gd name="connsiteX84" fmla="*/ 2314992 w 2405293"/>
              <a:gd name="connsiteY84" fmla="*/ 295552 h 581009"/>
              <a:gd name="connsiteX85" fmla="*/ 2212758 w 2405293"/>
              <a:gd name="connsiteY85" fmla="*/ 305468 h 581009"/>
              <a:gd name="connsiteX86" fmla="*/ 2338931 w 2405293"/>
              <a:gd name="connsiteY86" fmla="*/ 313916 h 581009"/>
              <a:gd name="connsiteX87" fmla="*/ 2013259 w 2405293"/>
              <a:gd name="connsiteY87" fmla="*/ 325053 h 581009"/>
              <a:gd name="connsiteX88" fmla="*/ 2013499 w 2405293"/>
              <a:gd name="connsiteY88" fmla="*/ 329927 h 581009"/>
              <a:gd name="connsiteX89" fmla="*/ 2246802 w 2405293"/>
              <a:gd name="connsiteY89" fmla="*/ 333106 h 581009"/>
              <a:gd name="connsiteX90" fmla="*/ 2317390 w 2405293"/>
              <a:gd name="connsiteY90" fmla="*/ 344288 h 581009"/>
              <a:gd name="connsiteX91" fmla="*/ 2378183 w 2405293"/>
              <a:gd name="connsiteY91" fmla="*/ 346183 h 581009"/>
              <a:gd name="connsiteX92" fmla="*/ 2369347 w 2405293"/>
              <a:gd name="connsiteY92" fmla="*/ 356388 h 581009"/>
              <a:gd name="connsiteX93" fmla="*/ 2346537 w 2405293"/>
              <a:gd name="connsiteY93" fmla="*/ 367282 h 581009"/>
              <a:gd name="connsiteX94" fmla="*/ 2095321 w 2405293"/>
              <a:gd name="connsiteY94" fmla="*/ 379641 h 581009"/>
              <a:gd name="connsiteX95" fmla="*/ 2095561 w 2405293"/>
              <a:gd name="connsiteY95" fmla="*/ 384515 h 581009"/>
              <a:gd name="connsiteX96" fmla="*/ 2300437 w 2405293"/>
              <a:gd name="connsiteY96" fmla="*/ 379321 h 581009"/>
              <a:gd name="connsiteX97" fmla="*/ 2291601 w 2405293"/>
              <a:gd name="connsiteY97" fmla="*/ 389526 h 581009"/>
              <a:gd name="connsiteX98" fmla="*/ 2305815 w 2405293"/>
              <a:gd name="connsiteY98" fmla="*/ 393712 h 581009"/>
              <a:gd name="connsiteX99" fmla="*/ 2082786 w 2405293"/>
              <a:gd name="connsiteY99" fmla="*/ 409571 h 581009"/>
              <a:gd name="connsiteX100" fmla="*/ 2078367 w 2405293"/>
              <a:gd name="connsiteY100" fmla="*/ 414673 h 581009"/>
              <a:gd name="connsiteX101" fmla="*/ 2101897 w 2405293"/>
              <a:gd name="connsiteY101" fmla="*/ 418401 h 581009"/>
              <a:gd name="connsiteX102" fmla="*/ 2405293 w 2405293"/>
              <a:gd name="connsiteY102" fmla="*/ 422690 h 581009"/>
              <a:gd name="connsiteX103" fmla="*/ 2400875 w 2405293"/>
              <a:gd name="connsiteY103" fmla="*/ 427793 h 581009"/>
              <a:gd name="connsiteX104" fmla="*/ 2228843 w 2405293"/>
              <a:gd name="connsiteY104" fmla="*/ 436257 h 581009"/>
              <a:gd name="connsiteX105" fmla="*/ 2229019 w 2405293"/>
              <a:gd name="connsiteY105" fmla="*/ 439831 h 581009"/>
              <a:gd name="connsiteX106" fmla="*/ 2200761 w 2405293"/>
              <a:gd name="connsiteY106" fmla="*/ 441221 h 581009"/>
              <a:gd name="connsiteX107" fmla="*/ 2205179 w 2405293"/>
              <a:gd name="connsiteY107" fmla="*/ 436118 h 581009"/>
              <a:gd name="connsiteX108" fmla="*/ 1971651 w 2405293"/>
              <a:gd name="connsiteY108" fmla="*/ 428392 h 581009"/>
              <a:gd name="connsiteX109" fmla="*/ 2107603 w 2405293"/>
              <a:gd name="connsiteY109" fmla="*/ 445804 h 581009"/>
              <a:gd name="connsiteX110" fmla="*/ 2042632 w 2405293"/>
              <a:gd name="connsiteY110" fmla="*/ 453887 h 581009"/>
              <a:gd name="connsiteX111" fmla="*/ 2019103 w 2405293"/>
              <a:gd name="connsiteY111" fmla="*/ 450158 h 581009"/>
              <a:gd name="connsiteX112" fmla="*/ 2113203 w 2405293"/>
              <a:gd name="connsiteY112" fmla="*/ 464745 h 581009"/>
              <a:gd name="connsiteX113" fmla="*/ 2169338 w 2405293"/>
              <a:gd name="connsiteY113" fmla="*/ 466869 h 581009"/>
              <a:gd name="connsiteX114" fmla="*/ 2156084 w 2405293"/>
              <a:gd name="connsiteY114" fmla="*/ 482177 h 581009"/>
              <a:gd name="connsiteX115" fmla="*/ 2198245 w 2405293"/>
              <a:gd name="connsiteY115" fmla="*/ 484988 h 581009"/>
              <a:gd name="connsiteX116" fmla="*/ 2258558 w 2405293"/>
              <a:gd name="connsiteY116" fmla="*/ 477135 h 581009"/>
              <a:gd name="connsiteX117" fmla="*/ 2059522 w 2405293"/>
              <a:gd name="connsiteY117" fmla="*/ 506144 h 581009"/>
              <a:gd name="connsiteX118" fmla="*/ 1961706 w 2405293"/>
              <a:gd name="connsiteY118" fmla="*/ 510956 h 581009"/>
              <a:gd name="connsiteX119" fmla="*/ 1966603 w 2405293"/>
              <a:gd name="connsiteY119" fmla="*/ 515601 h 581009"/>
              <a:gd name="connsiteX120" fmla="*/ 2092536 w 2405293"/>
              <a:gd name="connsiteY120" fmla="*/ 519175 h 581009"/>
              <a:gd name="connsiteX121" fmla="*/ 2041539 w 2405293"/>
              <a:gd name="connsiteY121" fmla="*/ 526570 h 581009"/>
              <a:gd name="connsiteX122" fmla="*/ 2004515 w 2405293"/>
              <a:gd name="connsiteY122" fmla="*/ 533277 h 581009"/>
              <a:gd name="connsiteX123" fmla="*/ 1575185 w 2405293"/>
              <a:gd name="connsiteY123" fmla="*/ 525413 h 581009"/>
              <a:gd name="connsiteX124" fmla="*/ 1421306 w 2405293"/>
              <a:gd name="connsiteY124" fmla="*/ 523213 h 581009"/>
              <a:gd name="connsiteX125" fmla="*/ 1421546 w 2405293"/>
              <a:gd name="connsiteY125" fmla="*/ 528087 h 581009"/>
              <a:gd name="connsiteX126" fmla="*/ 1351437 w 2405293"/>
              <a:gd name="connsiteY126" fmla="*/ 526650 h 581009"/>
              <a:gd name="connsiteX127" fmla="*/ 1295542 w 2405293"/>
              <a:gd name="connsiteY127" fmla="*/ 529400 h 581009"/>
              <a:gd name="connsiteX128" fmla="*/ 401283 w 2405293"/>
              <a:gd name="connsiteY128" fmla="*/ 549296 h 581009"/>
              <a:gd name="connsiteX129" fmla="*/ 237847 w 2405293"/>
              <a:gd name="connsiteY129" fmla="*/ 542681 h 581009"/>
              <a:gd name="connsiteX130" fmla="*/ 233429 w 2405293"/>
              <a:gd name="connsiteY130" fmla="*/ 547784 h 581009"/>
              <a:gd name="connsiteX131" fmla="*/ 1133545 w 2405293"/>
              <a:gd name="connsiteY131" fmla="*/ 552027 h 581009"/>
              <a:gd name="connsiteX132" fmla="*/ 1395021 w 2405293"/>
              <a:gd name="connsiteY132" fmla="*/ 558379 h 581009"/>
              <a:gd name="connsiteX133" fmla="*/ 895823 w 2405293"/>
              <a:gd name="connsiteY133" fmla="*/ 553952 h 581009"/>
              <a:gd name="connsiteX134" fmla="*/ 667896 w 2405293"/>
              <a:gd name="connsiteY134" fmla="*/ 565166 h 581009"/>
              <a:gd name="connsiteX135" fmla="*/ 672794 w 2405293"/>
              <a:gd name="connsiteY135" fmla="*/ 569810 h 581009"/>
              <a:gd name="connsiteX136" fmla="*/ 1302102 w 2405293"/>
              <a:gd name="connsiteY136" fmla="*/ 567835 h 581009"/>
              <a:gd name="connsiteX137" fmla="*/ 966410 w 2405293"/>
              <a:gd name="connsiteY137" fmla="*/ 565135 h 581009"/>
              <a:gd name="connsiteX138" fmla="*/ 570630 w 2405293"/>
              <a:gd name="connsiteY138" fmla="*/ 574837 h 581009"/>
              <a:gd name="connsiteX139" fmla="*/ 445177 w 2405293"/>
              <a:gd name="connsiteY139" fmla="*/ 581009 h 581009"/>
              <a:gd name="connsiteX140" fmla="*/ 107583 w 2405293"/>
              <a:gd name="connsiteY140" fmla="*/ 539645 h 581009"/>
              <a:gd name="connsiteX141" fmla="*/ 116659 w 2405293"/>
              <a:gd name="connsiteY141" fmla="*/ 534312 h 581009"/>
              <a:gd name="connsiteX142" fmla="*/ 87768 w 2405293"/>
              <a:gd name="connsiteY142" fmla="*/ 516518 h 581009"/>
              <a:gd name="connsiteX143" fmla="*/ 35588 w 2405293"/>
              <a:gd name="connsiteY143" fmla="*/ 499870 h 581009"/>
              <a:gd name="connsiteX144" fmla="*/ 33926 w 2405293"/>
              <a:gd name="connsiteY144" fmla="*/ 466078 h 581009"/>
              <a:gd name="connsiteX145" fmla="*/ 123369 w 2405293"/>
              <a:gd name="connsiteY145" fmla="*/ 480894 h 581009"/>
              <a:gd name="connsiteX146" fmla="*/ 151077 w 2405293"/>
              <a:gd name="connsiteY146" fmla="*/ 474646 h 581009"/>
              <a:gd name="connsiteX147" fmla="*/ 99120 w 2405293"/>
              <a:gd name="connsiteY147" fmla="*/ 462546 h 581009"/>
              <a:gd name="connsiteX148" fmla="*/ 103539 w 2405293"/>
              <a:gd name="connsiteY148" fmla="*/ 457443 h 581009"/>
              <a:gd name="connsiteX149" fmla="*/ 102819 w 2405293"/>
              <a:gd name="connsiteY149" fmla="*/ 442822 h 581009"/>
              <a:gd name="connsiteX150" fmla="*/ 130767 w 2405293"/>
              <a:gd name="connsiteY150" fmla="*/ 441447 h 581009"/>
              <a:gd name="connsiteX151" fmla="*/ 82285 w 2405293"/>
              <a:gd name="connsiteY151" fmla="*/ 405074 h 581009"/>
              <a:gd name="connsiteX152" fmla="*/ 105335 w 2405293"/>
              <a:gd name="connsiteY152" fmla="*/ 399055 h 581009"/>
              <a:gd name="connsiteX153" fmla="*/ 44063 w 2405293"/>
              <a:gd name="connsiteY153" fmla="*/ 387413 h 581009"/>
              <a:gd name="connsiteX154" fmla="*/ 15396 w 2405293"/>
              <a:gd name="connsiteY154" fmla="*/ 374167 h 581009"/>
              <a:gd name="connsiteX155" fmla="*/ 19815 w 2405293"/>
              <a:gd name="connsiteY155" fmla="*/ 369065 h 581009"/>
              <a:gd name="connsiteX156" fmla="*/ 10259 w 2405293"/>
              <a:gd name="connsiteY156" fmla="*/ 364649 h 581009"/>
              <a:gd name="connsiteX157" fmla="*/ 5600 w 2405293"/>
              <a:gd name="connsiteY157" fmla="*/ 364878 h 581009"/>
              <a:gd name="connsiteX158" fmla="*/ 0 w 2405293"/>
              <a:gd name="connsiteY158" fmla="*/ 345938 h 581009"/>
              <a:gd name="connsiteX159" fmla="*/ 18631 w 2405293"/>
              <a:gd name="connsiteY159" fmla="*/ 345022 h 581009"/>
              <a:gd name="connsiteX160" fmla="*/ 79664 w 2405293"/>
              <a:gd name="connsiteY160" fmla="*/ 351790 h 581009"/>
              <a:gd name="connsiteX161" fmla="*/ 78721 w 2405293"/>
              <a:gd name="connsiteY161" fmla="*/ 332620 h 581009"/>
              <a:gd name="connsiteX162" fmla="*/ 92215 w 2405293"/>
              <a:gd name="connsiteY162" fmla="*/ 322185 h 581009"/>
              <a:gd name="connsiteX163" fmla="*/ 40035 w 2405293"/>
              <a:gd name="connsiteY163" fmla="*/ 305537 h 581009"/>
              <a:gd name="connsiteX164" fmla="*/ 21163 w 2405293"/>
              <a:gd name="connsiteY164" fmla="*/ 301580 h 581009"/>
              <a:gd name="connsiteX165" fmla="*/ 71681 w 2405293"/>
              <a:gd name="connsiteY165" fmla="*/ 284438 h 581009"/>
              <a:gd name="connsiteX166" fmla="*/ 113362 w 2405293"/>
              <a:gd name="connsiteY166" fmla="*/ 277502 h 581009"/>
              <a:gd name="connsiteX167" fmla="*/ 85655 w 2405293"/>
              <a:gd name="connsiteY167" fmla="*/ 283750 h 581009"/>
              <a:gd name="connsiteX168" fmla="*/ 151105 w 2405293"/>
              <a:gd name="connsiteY168" fmla="*/ 285416 h 581009"/>
              <a:gd name="connsiteX169" fmla="*/ 103583 w 2405293"/>
              <a:gd name="connsiteY169" fmla="*/ 268538 h 581009"/>
              <a:gd name="connsiteX170" fmla="*/ 70498 w 2405293"/>
              <a:gd name="connsiteY170" fmla="*/ 260394 h 581009"/>
              <a:gd name="connsiteX171" fmla="*/ 60702 w 2405293"/>
              <a:gd name="connsiteY171" fmla="*/ 251106 h 581009"/>
              <a:gd name="connsiteX172" fmla="*/ 65120 w 2405293"/>
              <a:gd name="connsiteY172" fmla="*/ 246003 h 581009"/>
              <a:gd name="connsiteX173" fmla="*/ 55565 w 2405293"/>
              <a:gd name="connsiteY173" fmla="*/ 241588 h 581009"/>
              <a:gd name="connsiteX174" fmla="*/ 92349 w 2405293"/>
              <a:gd name="connsiteY174" fmla="*/ 230007 h 581009"/>
              <a:gd name="connsiteX175" fmla="*/ 64161 w 2405293"/>
              <a:gd name="connsiteY175" fmla="*/ 226508 h 581009"/>
              <a:gd name="connsiteX176" fmla="*/ 96288 w 2405293"/>
              <a:gd name="connsiteY176" fmla="*/ 215157 h 581009"/>
              <a:gd name="connsiteX177" fmla="*/ 96048 w 2405293"/>
              <a:gd name="connsiteY177" fmla="*/ 210284 h 581009"/>
              <a:gd name="connsiteX178" fmla="*/ 155881 w 2405293"/>
              <a:gd name="connsiteY178" fmla="*/ 192683 h 581009"/>
              <a:gd name="connsiteX179" fmla="*/ 155401 w 2405293"/>
              <a:gd name="connsiteY179" fmla="*/ 182936 h 581009"/>
              <a:gd name="connsiteX180" fmla="*/ 80635 w 2405293"/>
              <a:gd name="connsiteY180" fmla="*/ 181729 h 581009"/>
              <a:gd name="connsiteX181" fmla="*/ 131393 w 2405293"/>
              <a:gd name="connsiteY181" fmla="*/ 169461 h 581009"/>
              <a:gd name="connsiteX182" fmla="*/ 130450 w 2405293"/>
              <a:gd name="connsiteY182" fmla="*/ 150292 h 581009"/>
              <a:gd name="connsiteX183" fmla="*/ 36348 w 2405293"/>
              <a:gd name="connsiteY183" fmla="*/ 135705 h 581009"/>
              <a:gd name="connsiteX184" fmla="*/ 73132 w 2405293"/>
              <a:gd name="connsiteY184" fmla="*/ 124124 h 581009"/>
              <a:gd name="connsiteX185" fmla="*/ 147658 w 2405293"/>
              <a:gd name="connsiteY185" fmla="*/ 120458 h 581009"/>
              <a:gd name="connsiteX186" fmla="*/ 67531 w 2405293"/>
              <a:gd name="connsiteY186" fmla="*/ 105184 h 581009"/>
              <a:gd name="connsiteX187" fmla="*/ 62633 w 2405293"/>
              <a:gd name="connsiteY187" fmla="*/ 100540 h 581009"/>
              <a:gd name="connsiteX188" fmla="*/ 144573 w 2405293"/>
              <a:gd name="connsiteY188" fmla="*/ 57751 h 581009"/>
              <a:gd name="connsiteX189" fmla="*/ 209304 w 2405293"/>
              <a:gd name="connsiteY189" fmla="*/ 44795 h 581009"/>
              <a:gd name="connsiteX190" fmla="*/ 260781 w 2405293"/>
              <a:gd name="connsiteY190" fmla="*/ 47148 h 581009"/>
              <a:gd name="connsiteX191" fmla="*/ 260541 w 2405293"/>
              <a:gd name="connsiteY191" fmla="*/ 42274 h 581009"/>
              <a:gd name="connsiteX192" fmla="*/ 204167 w 2405293"/>
              <a:gd name="connsiteY192" fmla="*/ 35277 h 581009"/>
              <a:gd name="connsiteX193" fmla="*/ 241430 w 2405293"/>
              <a:gd name="connsiteY193" fmla="*/ 33444 h 581009"/>
              <a:gd name="connsiteX194" fmla="*/ 441171 w 2405293"/>
              <a:gd name="connsiteY194" fmla="*/ 18731 h 581009"/>
              <a:gd name="connsiteX195" fmla="*/ 487509 w 2405293"/>
              <a:gd name="connsiteY195" fmla="*/ 11566 h 581009"/>
              <a:gd name="connsiteX196" fmla="*/ 571592 w 2405293"/>
              <a:gd name="connsiteY196" fmla="*/ 12314 h 581009"/>
              <a:gd name="connsiteX197" fmla="*/ 618410 w 2405293"/>
              <a:gd name="connsiteY197" fmla="*/ 14897 h 581009"/>
              <a:gd name="connsiteX198" fmla="*/ 1219069 w 2405293"/>
              <a:gd name="connsiteY198" fmla="*/ 0 h 58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</a:cxnLst>
            <a:rect l="l" t="t" r="r" b="b"/>
            <a:pathLst>
              <a:path w="2405293" h="581009">
                <a:moveTo>
                  <a:pt x="1801727" y="467042"/>
                </a:moveTo>
                <a:cubicBezTo>
                  <a:pt x="1801727" y="467042"/>
                  <a:pt x="1801727" y="467042"/>
                  <a:pt x="1797069" y="467271"/>
                </a:cubicBezTo>
                <a:lnTo>
                  <a:pt x="1955846" y="474115"/>
                </a:lnTo>
                <a:cubicBezTo>
                  <a:pt x="1955846" y="474115"/>
                  <a:pt x="1955846" y="474115"/>
                  <a:pt x="1801727" y="467042"/>
                </a:cubicBezTo>
                <a:close/>
                <a:moveTo>
                  <a:pt x="1992390" y="457661"/>
                </a:moveTo>
                <a:lnTo>
                  <a:pt x="1987972" y="462764"/>
                </a:lnTo>
                <a:cubicBezTo>
                  <a:pt x="1987972" y="462764"/>
                  <a:pt x="1987972" y="462764"/>
                  <a:pt x="2011262" y="461618"/>
                </a:cubicBezTo>
                <a:cubicBezTo>
                  <a:pt x="2011262" y="461618"/>
                  <a:pt x="2011262" y="461618"/>
                  <a:pt x="1992390" y="457661"/>
                </a:cubicBezTo>
                <a:close/>
                <a:moveTo>
                  <a:pt x="2229019" y="439831"/>
                </a:moveTo>
                <a:lnTo>
                  <a:pt x="2229083" y="441130"/>
                </a:lnTo>
                <a:lnTo>
                  <a:pt x="2229019" y="439831"/>
                </a:lnTo>
                <a:close/>
                <a:moveTo>
                  <a:pt x="39387" y="374616"/>
                </a:moveTo>
                <a:cubicBezTo>
                  <a:pt x="39387" y="374616"/>
                  <a:pt x="39387" y="374616"/>
                  <a:pt x="30071" y="375074"/>
                </a:cubicBezTo>
                <a:cubicBezTo>
                  <a:pt x="30550" y="384821"/>
                  <a:pt x="39387" y="374616"/>
                  <a:pt x="39387" y="374616"/>
                </a:cubicBezTo>
                <a:close/>
                <a:moveTo>
                  <a:pt x="2034151" y="177708"/>
                </a:moveTo>
                <a:lnTo>
                  <a:pt x="2043377" y="177986"/>
                </a:lnTo>
                <a:cubicBezTo>
                  <a:pt x="2034061" y="178445"/>
                  <a:pt x="2034061" y="178445"/>
                  <a:pt x="2034061" y="178445"/>
                </a:cubicBezTo>
                <a:close/>
                <a:moveTo>
                  <a:pt x="1755565" y="104535"/>
                </a:moveTo>
                <a:cubicBezTo>
                  <a:pt x="1755565" y="104535"/>
                  <a:pt x="1755565" y="104535"/>
                  <a:pt x="1751147" y="109638"/>
                </a:cubicBezTo>
                <a:cubicBezTo>
                  <a:pt x="1751147" y="109638"/>
                  <a:pt x="1751147" y="109638"/>
                  <a:pt x="1755565" y="104535"/>
                </a:cubicBezTo>
                <a:close/>
                <a:moveTo>
                  <a:pt x="2047743" y="70618"/>
                </a:moveTo>
                <a:cubicBezTo>
                  <a:pt x="2043325" y="75721"/>
                  <a:pt x="2043325" y="75721"/>
                  <a:pt x="2043325" y="75721"/>
                </a:cubicBezTo>
                <a:cubicBezTo>
                  <a:pt x="2043325" y="75721"/>
                  <a:pt x="2043325" y="75721"/>
                  <a:pt x="2033769" y="71305"/>
                </a:cubicBezTo>
                <a:cubicBezTo>
                  <a:pt x="2038428" y="71076"/>
                  <a:pt x="2043325" y="75721"/>
                  <a:pt x="2047743" y="70618"/>
                </a:cubicBezTo>
                <a:close/>
                <a:moveTo>
                  <a:pt x="2000780" y="65112"/>
                </a:moveTo>
                <a:cubicBezTo>
                  <a:pt x="1998451" y="65226"/>
                  <a:pt x="1997287" y="65284"/>
                  <a:pt x="1996153" y="65950"/>
                </a:cubicBezTo>
                <a:lnTo>
                  <a:pt x="1996092" y="66012"/>
                </a:lnTo>
                <a:lnTo>
                  <a:pt x="1992223" y="66754"/>
                </a:lnTo>
                <a:cubicBezTo>
                  <a:pt x="1989411" y="68114"/>
                  <a:pt x="1987202" y="70665"/>
                  <a:pt x="1987286" y="75547"/>
                </a:cubicBezTo>
                <a:cubicBezTo>
                  <a:pt x="1987286" y="75547"/>
                  <a:pt x="1987286" y="75547"/>
                  <a:pt x="1996602" y="75088"/>
                </a:cubicBezTo>
                <a:cubicBezTo>
                  <a:pt x="1996602" y="75088"/>
                  <a:pt x="1996602" y="75088"/>
                  <a:pt x="1991705" y="70444"/>
                </a:cubicBezTo>
                <a:lnTo>
                  <a:pt x="1996092" y="66012"/>
                </a:lnTo>
                <a:lnTo>
                  <a:pt x="2000780" y="65112"/>
                </a:lnTo>
                <a:cubicBezTo>
                  <a:pt x="2005439" y="64882"/>
                  <a:pt x="2010336" y="69527"/>
                  <a:pt x="2010336" y="69527"/>
                </a:cubicBezTo>
                <a:cubicBezTo>
                  <a:pt x="2005679" y="69757"/>
                  <a:pt x="2005439" y="64882"/>
                  <a:pt x="2000780" y="65112"/>
                </a:cubicBezTo>
                <a:close/>
                <a:moveTo>
                  <a:pt x="1963604" y="62381"/>
                </a:moveTo>
                <a:lnTo>
                  <a:pt x="1944973" y="63298"/>
                </a:lnTo>
                <a:cubicBezTo>
                  <a:pt x="1949870" y="67942"/>
                  <a:pt x="1968981" y="76773"/>
                  <a:pt x="1963604" y="62381"/>
                </a:cubicBezTo>
                <a:close/>
                <a:moveTo>
                  <a:pt x="1219069" y="0"/>
                </a:moveTo>
                <a:cubicBezTo>
                  <a:pt x="1322022" y="4706"/>
                  <a:pt x="1420062" y="4443"/>
                  <a:pt x="1527603" y="13808"/>
                </a:cubicBezTo>
                <a:cubicBezTo>
                  <a:pt x="1345792" y="13308"/>
                  <a:pt x="1149990" y="13170"/>
                  <a:pt x="959087" y="17677"/>
                </a:cubicBezTo>
                <a:cubicBezTo>
                  <a:pt x="959087" y="17677"/>
                  <a:pt x="959087" y="17677"/>
                  <a:pt x="945113" y="18365"/>
                </a:cubicBezTo>
                <a:cubicBezTo>
                  <a:pt x="945113" y="18365"/>
                  <a:pt x="945113" y="18365"/>
                  <a:pt x="1103891" y="25209"/>
                </a:cubicBezTo>
                <a:cubicBezTo>
                  <a:pt x="1103891" y="25209"/>
                  <a:pt x="1103891" y="25209"/>
                  <a:pt x="1649598" y="32233"/>
                </a:cubicBezTo>
                <a:cubicBezTo>
                  <a:pt x="1789727" y="39669"/>
                  <a:pt x="1934841" y="47186"/>
                  <a:pt x="2071033" y="69472"/>
                </a:cubicBezTo>
                <a:cubicBezTo>
                  <a:pt x="2057299" y="75034"/>
                  <a:pt x="2023735" y="57143"/>
                  <a:pt x="2015138" y="72222"/>
                </a:cubicBezTo>
                <a:cubicBezTo>
                  <a:pt x="2020276" y="81740"/>
                  <a:pt x="2029351" y="76408"/>
                  <a:pt x="2038907" y="80824"/>
                </a:cubicBezTo>
                <a:cubicBezTo>
                  <a:pt x="2038907" y="80824"/>
                  <a:pt x="2038907" y="80824"/>
                  <a:pt x="2043325" y="75721"/>
                </a:cubicBezTo>
                <a:cubicBezTo>
                  <a:pt x="2052881" y="80136"/>
                  <a:pt x="2062436" y="84551"/>
                  <a:pt x="2066615" y="74575"/>
                </a:cubicBezTo>
                <a:cubicBezTo>
                  <a:pt x="2066854" y="79449"/>
                  <a:pt x="2066854" y="79449"/>
                  <a:pt x="2066854" y="79449"/>
                </a:cubicBezTo>
                <a:cubicBezTo>
                  <a:pt x="2080348" y="69013"/>
                  <a:pt x="2090384" y="83176"/>
                  <a:pt x="2104118" y="77615"/>
                </a:cubicBezTo>
                <a:cubicBezTo>
                  <a:pt x="2127631" y="81018"/>
                  <a:pt x="2165374" y="88932"/>
                  <a:pt x="2179587" y="93118"/>
                </a:cubicBezTo>
                <a:cubicBezTo>
                  <a:pt x="2109719" y="96556"/>
                  <a:pt x="2025484" y="86369"/>
                  <a:pt x="1960034" y="84704"/>
                </a:cubicBezTo>
                <a:cubicBezTo>
                  <a:pt x="1941162" y="80747"/>
                  <a:pt x="1917633" y="77019"/>
                  <a:pt x="1904138" y="87454"/>
                </a:cubicBezTo>
                <a:cubicBezTo>
                  <a:pt x="1955768" y="99244"/>
                  <a:pt x="2011439" y="91946"/>
                  <a:pt x="2058962" y="108823"/>
                </a:cubicBezTo>
                <a:cubicBezTo>
                  <a:pt x="1960922" y="109088"/>
                  <a:pt x="1844066" y="100181"/>
                  <a:pt x="1755565" y="104535"/>
                </a:cubicBezTo>
                <a:cubicBezTo>
                  <a:pt x="1727138" y="96162"/>
                  <a:pt x="1695012" y="107514"/>
                  <a:pt x="1666825" y="104015"/>
                </a:cubicBezTo>
                <a:cubicBezTo>
                  <a:pt x="1666825" y="104015"/>
                  <a:pt x="1666825" y="104015"/>
                  <a:pt x="1671723" y="108660"/>
                </a:cubicBezTo>
                <a:cubicBezTo>
                  <a:pt x="1751850" y="123933"/>
                  <a:pt x="1840040" y="119594"/>
                  <a:pt x="1924601" y="130090"/>
                </a:cubicBezTo>
                <a:cubicBezTo>
                  <a:pt x="1887889" y="136782"/>
                  <a:pt x="1835693" y="119808"/>
                  <a:pt x="1798909" y="131389"/>
                </a:cubicBezTo>
                <a:cubicBezTo>
                  <a:pt x="1840999" y="139089"/>
                  <a:pt x="1882920" y="137026"/>
                  <a:pt x="1920423" y="140067"/>
                </a:cubicBezTo>
                <a:cubicBezTo>
                  <a:pt x="1916005" y="145170"/>
                  <a:pt x="1906449" y="140755"/>
                  <a:pt x="1906929" y="150501"/>
                </a:cubicBezTo>
                <a:cubicBezTo>
                  <a:pt x="1939224" y="148913"/>
                  <a:pt x="1986283" y="156368"/>
                  <a:pt x="2019128" y="159638"/>
                </a:cubicBezTo>
                <a:cubicBezTo>
                  <a:pt x="2019847" y="174259"/>
                  <a:pt x="2000017" y="150807"/>
                  <a:pt x="1986522" y="161242"/>
                </a:cubicBezTo>
                <a:cubicBezTo>
                  <a:pt x="1986762" y="166115"/>
                  <a:pt x="1991420" y="165886"/>
                  <a:pt x="1996078" y="165657"/>
                </a:cubicBezTo>
                <a:cubicBezTo>
                  <a:pt x="1991900" y="175634"/>
                  <a:pt x="2005634" y="170073"/>
                  <a:pt x="2010532" y="174717"/>
                </a:cubicBezTo>
                <a:cubicBezTo>
                  <a:pt x="2029403" y="178674"/>
                  <a:pt x="2042418" y="158492"/>
                  <a:pt x="2061529" y="167323"/>
                </a:cubicBezTo>
                <a:cubicBezTo>
                  <a:pt x="2054901" y="174976"/>
                  <a:pt x="2039740" y="169310"/>
                  <a:pt x="2034842" y="172070"/>
                </a:cubicBezTo>
                <a:lnTo>
                  <a:pt x="2034151" y="177708"/>
                </a:lnTo>
                <a:lnTo>
                  <a:pt x="1868334" y="172716"/>
                </a:lnTo>
                <a:cubicBezTo>
                  <a:pt x="1809922" y="170175"/>
                  <a:pt x="1751540" y="168243"/>
                  <a:pt x="1693471" y="171100"/>
                </a:cubicBezTo>
                <a:cubicBezTo>
                  <a:pt x="1745172" y="178001"/>
                  <a:pt x="1805174" y="170164"/>
                  <a:pt x="1857130" y="182264"/>
                </a:cubicBezTo>
                <a:cubicBezTo>
                  <a:pt x="2006114" y="179820"/>
                  <a:pt x="2147992" y="216482"/>
                  <a:pt x="2301393" y="208935"/>
                </a:cubicBezTo>
                <a:cubicBezTo>
                  <a:pt x="2241559" y="226535"/>
                  <a:pt x="2162206" y="220669"/>
                  <a:pt x="2092338" y="224106"/>
                </a:cubicBezTo>
                <a:cubicBezTo>
                  <a:pt x="2092338" y="224106"/>
                  <a:pt x="2092338" y="224106"/>
                  <a:pt x="2008016" y="218484"/>
                </a:cubicBezTo>
                <a:cubicBezTo>
                  <a:pt x="1994042" y="219171"/>
                  <a:pt x="2008495" y="228231"/>
                  <a:pt x="2004077" y="233334"/>
                </a:cubicBezTo>
                <a:cubicBezTo>
                  <a:pt x="2074409" y="239319"/>
                  <a:pt x="2148625" y="235667"/>
                  <a:pt x="2214315" y="242206"/>
                </a:cubicBezTo>
                <a:cubicBezTo>
                  <a:pt x="2224574" y="260917"/>
                  <a:pt x="2261358" y="249337"/>
                  <a:pt x="2280469" y="258167"/>
                </a:cubicBezTo>
                <a:cubicBezTo>
                  <a:pt x="2298861" y="252377"/>
                  <a:pt x="2327048" y="255876"/>
                  <a:pt x="2350338" y="254730"/>
                </a:cubicBezTo>
                <a:cubicBezTo>
                  <a:pt x="2332186" y="265394"/>
                  <a:pt x="2303998" y="261895"/>
                  <a:pt x="2285607" y="267686"/>
                </a:cubicBezTo>
                <a:cubicBezTo>
                  <a:pt x="2285607" y="267686"/>
                  <a:pt x="2285607" y="267686"/>
                  <a:pt x="2290504" y="272330"/>
                </a:cubicBezTo>
                <a:cubicBezTo>
                  <a:pt x="2290504" y="272330"/>
                  <a:pt x="2290504" y="272330"/>
                  <a:pt x="2369928" y="273307"/>
                </a:cubicBezTo>
                <a:cubicBezTo>
                  <a:pt x="2369928" y="273307"/>
                  <a:pt x="2369928" y="273307"/>
                  <a:pt x="2370168" y="278182"/>
                </a:cubicBezTo>
                <a:cubicBezTo>
                  <a:pt x="2360852" y="278640"/>
                  <a:pt x="2361332" y="288387"/>
                  <a:pt x="2356674" y="288616"/>
                </a:cubicBezTo>
                <a:cubicBezTo>
                  <a:pt x="2342700" y="289303"/>
                  <a:pt x="2328726" y="289991"/>
                  <a:pt x="2314992" y="295552"/>
                </a:cubicBezTo>
                <a:cubicBezTo>
                  <a:pt x="2277250" y="287638"/>
                  <a:pt x="2245124" y="298990"/>
                  <a:pt x="2212758" y="305468"/>
                </a:cubicBezTo>
                <a:cubicBezTo>
                  <a:pt x="2212758" y="305468"/>
                  <a:pt x="2212758" y="305468"/>
                  <a:pt x="2338931" y="313916"/>
                </a:cubicBezTo>
                <a:cubicBezTo>
                  <a:pt x="2231870" y="314298"/>
                  <a:pt x="2120319" y="324672"/>
                  <a:pt x="2013259" y="325053"/>
                </a:cubicBezTo>
                <a:cubicBezTo>
                  <a:pt x="2013259" y="325053"/>
                  <a:pt x="2013259" y="325053"/>
                  <a:pt x="2013499" y="329927"/>
                </a:cubicBezTo>
                <a:cubicBezTo>
                  <a:pt x="2088265" y="331134"/>
                  <a:pt x="2167618" y="337001"/>
                  <a:pt x="2246802" y="333106"/>
                </a:cubicBezTo>
                <a:cubicBezTo>
                  <a:pt x="2266393" y="351683"/>
                  <a:pt x="2293621" y="335687"/>
                  <a:pt x="2317390" y="344288"/>
                </a:cubicBezTo>
                <a:cubicBezTo>
                  <a:pt x="2317390" y="344288"/>
                  <a:pt x="2317390" y="344288"/>
                  <a:pt x="2378183" y="346183"/>
                </a:cubicBezTo>
                <a:cubicBezTo>
                  <a:pt x="2373765" y="351286"/>
                  <a:pt x="2374005" y="356159"/>
                  <a:pt x="2369347" y="356388"/>
                </a:cubicBezTo>
                <a:cubicBezTo>
                  <a:pt x="2359791" y="351973"/>
                  <a:pt x="2355613" y="361950"/>
                  <a:pt x="2346537" y="367282"/>
                </a:cubicBezTo>
                <a:cubicBezTo>
                  <a:pt x="2262934" y="376280"/>
                  <a:pt x="2179163" y="375516"/>
                  <a:pt x="2095321" y="379641"/>
                </a:cubicBezTo>
                <a:cubicBezTo>
                  <a:pt x="2095321" y="379641"/>
                  <a:pt x="2095321" y="379641"/>
                  <a:pt x="2095561" y="384515"/>
                </a:cubicBezTo>
                <a:cubicBezTo>
                  <a:pt x="2161251" y="391054"/>
                  <a:pt x="2230569" y="382758"/>
                  <a:pt x="2300437" y="379321"/>
                </a:cubicBezTo>
                <a:cubicBezTo>
                  <a:pt x="2300437" y="379321"/>
                  <a:pt x="2300437" y="379321"/>
                  <a:pt x="2291601" y="389526"/>
                </a:cubicBezTo>
                <a:cubicBezTo>
                  <a:pt x="2291601" y="389526"/>
                  <a:pt x="2291601" y="389526"/>
                  <a:pt x="2305815" y="393712"/>
                </a:cubicBezTo>
                <a:cubicBezTo>
                  <a:pt x="2231048" y="392505"/>
                  <a:pt x="2161970" y="405675"/>
                  <a:pt x="2082786" y="409571"/>
                </a:cubicBezTo>
                <a:cubicBezTo>
                  <a:pt x="2082786" y="409571"/>
                  <a:pt x="2082786" y="409571"/>
                  <a:pt x="2078367" y="414673"/>
                </a:cubicBezTo>
                <a:cubicBezTo>
                  <a:pt x="2078367" y="414673"/>
                  <a:pt x="2078367" y="414673"/>
                  <a:pt x="2101897" y="418401"/>
                </a:cubicBezTo>
                <a:cubicBezTo>
                  <a:pt x="2205074" y="427656"/>
                  <a:pt x="2298472" y="427946"/>
                  <a:pt x="2405293" y="422690"/>
                </a:cubicBezTo>
                <a:cubicBezTo>
                  <a:pt x="2405293" y="422690"/>
                  <a:pt x="2405293" y="422690"/>
                  <a:pt x="2400875" y="427793"/>
                </a:cubicBezTo>
                <a:cubicBezTo>
                  <a:pt x="2344980" y="430543"/>
                  <a:pt x="2284738" y="433507"/>
                  <a:pt x="2228843" y="436257"/>
                </a:cubicBezTo>
                <a:lnTo>
                  <a:pt x="2229019" y="439831"/>
                </a:lnTo>
                <a:lnTo>
                  <a:pt x="2200761" y="441221"/>
                </a:lnTo>
                <a:cubicBezTo>
                  <a:pt x="2200761" y="441221"/>
                  <a:pt x="2200761" y="441221"/>
                  <a:pt x="2205179" y="436118"/>
                </a:cubicBezTo>
                <a:cubicBezTo>
                  <a:pt x="2130189" y="430363"/>
                  <a:pt x="2046417" y="429599"/>
                  <a:pt x="1971651" y="428392"/>
                </a:cubicBezTo>
                <a:cubicBezTo>
                  <a:pt x="2018383" y="435538"/>
                  <a:pt x="2060784" y="443223"/>
                  <a:pt x="2107603" y="445804"/>
                </a:cubicBezTo>
                <a:cubicBezTo>
                  <a:pt x="2089211" y="451595"/>
                  <a:pt x="2065202" y="438120"/>
                  <a:pt x="2042632" y="453887"/>
                </a:cubicBezTo>
                <a:cubicBezTo>
                  <a:pt x="2037974" y="454116"/>
                  <a:pt x="2023760" y="449929"/>
                  <a:pt x="2019103" y="450158"/>
                </a:cubicBezTo>
                <a:cubicBezTo>
                  <a:pt x="2038917" y="473285"/>
                  <a:pt x="2085256" y="466120"/>
                  <a:pt x="2113203" y="464745"/>
                </a:cubicBezTo>
                <a:cubicBezTo>
                  <a:pt x="2113203" y="464745"/>
                  <a:pt x="2113203" y="464745"/>
                  <a:pt x="2169338" y="466869"/>
                </a:cubicBezTo>
                <a:cubicBezTo>
                  <a:pt x="2164920" y="471971"/>
                  <a:pt x="2146049" y="468014"/>
                  <a:pt x="2156084" y="482177"/>
                </a:cubicBezTo>
                <a:cubicBezTo>
                  <a:pt x="2165640" y="486592"/>
                  <a:pt x="2184271" y="485675"/>
                  <a:pt x="2198245" y="484988"/>
                </a:cubicBezTo>
                <a:cubicBezTo>
                  <a:pt x="2198245" y="484988"/>
                  <a:pt x="2198245" y="484988"/>
                  <a:pt x="2258558" y="477135"/>
                </a:cubicBezTo>
                <a:cubicBezTo>
                  <a:pt x="2208743" y="508573"/>
                  <a:pt x="2129390" y="502706"/>
                  <a:pt x="2059522" y="506144"/>
                </a:cubicBezTo>
                <a:cubicBezTo>
                  <a:pt x="2031814" y="512392"/>
                  <a:pt x="1993832" y="499605"/>
                  <a:pt x="1961706" y="510956"/>
                </a:cubicBezTo>
                <a:cubicBezTo>
                  <a:pt x="1961706" y="510956"/>
                  <a:pt x="1961706" y="510956"/>
                  <a:pt x="1966603" y="515601"/>
                </a:cubicBezTo>
                <a:cubicBezTo>
                  <a:pt x="2008214" y="513553"/>
                  <a:pt x="2054793" y="511262"/>
                  <a:pt x="2092536" y="519175"/>
                </a:cubicBezTo>
                <a:cubicBezTo>
                  <a:pt x="2078802" y="524737"/>
                  <a:pt x="2060170" y="525654"/>
                  <a:pt x="2041539" y="526570"/>
                </a:cubicBezTo>
                <a:cubicBezTo>
                  <a:pt x="2041539" y="526570"/>
                  <a:pt x="2041539" y="526570"/>
                  <a:pt x="2004515" y="533277"/>
                </a:cubicBezTo>
                <a:cubicBezTo>
                  <a:pt x="2004515" y="533277"/>
                  <a:pt x="2004515" y="533277"/>
                  <a:pt x="1575185" y="525413"/>
                </a:cubicBezTo>
                <a:cubicBezTo>
                  <a:pt x="1575185" y="525413"/>
                  <a:pt x="1575185" y="525413"/>
                  <a:pt x="1421306" y="523213"/>
                </a:cubicBezTo>
                <a:cubicBezTo>
                  <a:pt x="1421306" y="523213"/>
                  <a:pt x="1421306" y="523213"/>
                  <a:pt x="1421546" y="528087"/>
                </a:cubicBezTo>
                <a:cubicBezTo>
                  <a:pt x="1407092" y="519027"/>
                  <a:pt x="1364931" y="516216"/>
                  <a:pt x="1351437" y="526650"/>
                </a:cubicBezTo>
                <a:cubicBezTo>
                  <a:pt x="1336984" y="517591"/>
                  <a:pt x="1309037" y="518966"/>
                  <a:pt x="1295542" y="529400"/>
                </a:cubicBezTo>
                <a:cubicBezTo>
                  <a:pt x="1001221" y="519779"/>
                  <a:pt x="694181" y="530000"/>
                  <a:pt x="401283" y="549296"/>
                </a:cubicBezTo>
                <a:cubicBezTo>
                  <a:pt x="401283" y="549296"/>
                  <a:pt x="401283" y="549296"/>
                  <a:pt x="237847" y="542681"/>
                </a:cubicBezTo>
                <a:cubicBezTo>
                  <a:pt x="237847" y="542681"/>
                  <a:pt x="237847" y="542681"/>
                  <a:pt x="233429" y="547784"/>
                </a:cubicBezTo>
                <a:cubicBezTo>
                  <a:pt x="538265" y="581314"/>
                  <a:pt x="825011" y="538220"/>
                  <a:pt x="1133545" y="552027"/>
                </a:cubicBezTo>
                <a:cubicBezTo>
                  <a:pt x="1217611" y="552451"/>
                  <a:pt x="1310459" y="547883"/>
                  <a:pt x="1395021" y="558379"/>
                </a:cubicBezTo>
                <a:cubicBezTo>
                  <a:pt x="1395021" y="558379"/>
                  <a:pt x="1395021" y="558379"/>
                  <a:pt x="895823" y="553952"/>
                </a:cubicBezTo>
                <a:cubicBezTo>
                  <a:pt x="816639" y="557848"/>
                  <a:pt x="742183" y="556625"/>
                  <a:pt x="667896" y="565166"/>
                </a:cubicBezTo>
                <a:cubicBezTo>
                  <a:pt x="667896" y="565166"/>
                  <a:pt x="667896" y="565166"/>
                  <a:pt x="672794" y="569810"/>
                </a:cubicBezTo>
                <a:cubicBezTo>
                  <a:pt x="886747" y="559284"/>
                  <a:pt x="1110495" y="558046"/>
                  <a:pt x="1302102" y="567835"/>
                </a:cubicBezTo>
                <a:cubicBezTo>
                  <a:pt x="1302102" y="567835"/>
                  <a:pt x="1302102" y="567835"/>
                  <a:pt x="966410" y="565135"/>
                </a:cubicBezTo>
                <a:cubicBezTo>
                  <a:pt x="966410" y="565135"/>
                  <a:pt x="966410" y="565135"/>
                  <a:pt x="570630" y="574837"/>
                </a:cubicBezTo>
                <a:cubicBezTo>
                  <a:pt x="529019" y="576884"/>
                  <a:pt x="487098" y="578946"/>
                  <a:pt x="445177" y="581009"/>
                </a:cubicBezTo>
                <a:cubicBezTo>
                  <a:pt x="333234" y="577072"/>
                  <a:pt x="207541" y="578370"/>
                  <a:pt x="107583" y="539645"/>
                </a:cubicBezTo>
                <a:cubicBezTo>
                  <a:pt x="107583" y="539645"/>
                  <a:pt x="107583" y="539645"/>
                  <a:pt x="116659" y="534312"/>
                </a:cubicBezTo>
                <a:cubicBezTo>
                  <a:pt x="102685" y="535000"/>
                  <a:pt x="110818" y="510498"/>
                  <a:pt x="87768" y="516518"/>
                </a:cubicBezTo>
                <a:cubicBezTo>
                  <a:pt x="69137" y="517435"/>
                  <a:pt x="54460" y="503826"/>
                  <a:pt x="35588" y="499870"/>
                </a:cubicBezTo>
                <a:cubicBezTo>
                  <a:pt x="35588" y="499870"/>
                  <a:pt x="35588" y="499870"/>
                  <a:pt x="33926" y="466078"/>
                </a:cubicBezTo>
                <a:cubicBezTo>
                  <a:pt x="57679" y="474355"/>
                  <a:pt x="94942" y="472522"/>
                  <a:pt x="123369" y="480894"/>
                </a:cubicBezTo>
                <a:cubicBezTo>
                  <a:pt x="127548" y="470917"/>
                  <a:pt x="142240" y="484851"/>
                  <a:pt x="151077" y="474646"/>
                </a:cubicBezTo>
                <a:cubicBezTo>
                  <a:pt x="132205" y="470688"/>
                  <a:pt x="117992" y="466502"/>
                  <a:pt x="99120" y="462546"/>
                </a:cubicBezTo>
                <a:cubicBezTo>
                  <a:pt x="103539" y="457443"/>
                  <a:pt x="103539" y="457443"/>
                  <a:pt x="103539" y="457443"/>
                </a:cubicBezTo>
                <a:cubicBezTo>
                  <a:pt x="93983" y="453027"/>
                  <a:pt x="102819" y="442822"/>
                  <a:pt x="102819" y="442822"/>
                </a:cubicBezTo>
                <a:cubicBezTo>
                  <a:pt x="102819" y="442822"/>
                  <a:pt x="102819" y="442822"/>
                  <a:pt x="130767" y="441447"/>
                </a:cubicBezTo>
                <a:cubicBezTo>
                  <a:pt x="129344" y="412530"/>
                  <a:pt x="87886" y="424015"/>
                  <a:pt x="82285" y="405074"/>
                </a:cubicBezTo>
                <a:cubicBezTo>
                  <a:pt x="91362" y="399743"/>
                  <a:pt x="100917" y="404158"/>
                  <a:pt x="105335" y="399055"/>
                </a:cubicBezTo>
                <a:cubicBezTo>
                  <a:pt x="90882" y="389995"/>
                  <a:pt x="67592" y="391141"/>
                  <a:pt x="44063" y="387413"/>
                </a:cubicBezTo>
                <a:cubicBezTo>
                  <a:pt x="43344" y="372792"/>
                  <a:pt x="20773" y="388559"/>
                  <a:pt x="15396" y="374167"/>
                </a:cubicBezTo>
                <a:cubicBezTo>
                  <a:pt x="20054" y="373938"/>
                  <a:pt x="20054" y="373938"/>
                  <a:pt x="19815" y="369065"/>
                </a:cubicBezTo>
                <a:cubicBezTo>
                  <a:pt x="15156" y="369294"/>
                  <a:pt x="14917" y="364420"/>
                  <a:pt x="10259" y="364649"/>
                </a:cubicBezTo>
                <a:cubicBezTo>
                  <a:pt x="10259" y="364649"/>
                  <a:pt x="10259" y="364649"/>
                  <a:pt x="5600" y="364878"/>
                </a:cubicBezTo>
                <a:cubicBezTo>
                  <a:pt x="14693" y="359872"/>
                  <a:pt x="239" y="350812"/>
                  <a:pt x="0" y="345938"/>
                </a:cubicBezTo>
                <a:cubicBezTo>
                  <a:pt x="0" y="345938"/>
                  <a:pt x="0" y="345938"/>
                  <a:pt x="18631" y="345022"/>
                </a:cubicBezTo>
                <a:cubicBezTo>
                  <a:pt x="18631" y="345022"/>
                  <a:pt x="18631" y="345022"/>
                  <a:pt x="79664" y="351790"/>
                </a:cubicBezTo>
                <a:cubicBezTo>
                  <a:pt x="84098" y="347012"/>
                  <a:pt x="74303" y="337723"/>
                  <a:pt x="78721" y="332620"/>
                </a:cubicBezTo>
                <a:cubicBezTo>
                  <a:pt x="78721" y="332620"/>
                  <a:pt x="78721" y="332620"/>
                  <a:pt x="92215" y="322185"/>
                </a:cubicBezTo>
                <a:cubicBezTo>
                  <a:pt x="77538" y="308577"/>
                  <a:pt x="50293" y="324248"/>
                  <a:pt x="40035" y="305537"/>
                </a:cubicBezTo>
                <a:cubicBezTo>
                  <a:pt x="30719" y="305995"/>
                  <a:pt x="26301" y="311098"/>
                  <a:pt x="21163" y="301580"/>
                </a:cubicBezTo>
                <a:cubicBezTo>
                  <a:pt x="29520" y="281627"/>
                  <a:pt x="57707" y="285125"/>
                  <a:pt x="71681" y="284438"/>
                </a:cubicBezTo>
                <a:cubicBezTo>
                  <a:pt x="75619" y="269588"/>
                  <a:pt x="99389" y="278189"/>
                  <a:pt x="113362" y="277502"/>
                </a:cubicBezTo>
                <a:cubicBezTo>
                  <a:pt x="104286" y="282833"/>
                  <a:pt x="94491" y="273545"/>
                  <a:pt x="85655" y="283750"/>
                </a:cubicBezTo>
                <a:cubicBezTo>
                  <a:pt x="108944" y="282604"/>
                  <a:pt x="128055" y="291435"/>
                  <a:pt x="151105" y="285416"/>
                </a:cubicBezTo>
                <a:cubicBezTo>
                  <a:pt x="141086" y="271578"/>
                  <a:pt x="122215" y="267621"/>
                  <a:pt x="103583" y="268538"/>
                </a:cubicBezTo>
                <a:cubicBezTo>
                  <a:pt x="94027" y="264123"/>
                  <a:pt x="84712" y="264581"/>
                  <a:pt x="70498" y="260394"/>
                </a:cubicBezTo>
                <a:cubicBezTo>
                  <a:pt x="74916" y="255292"/>
                  <a:pt x="65360" y="250877"/>
                  <a:pt x="60702" y="251106"/>
                </a:cubicBezTo>
                <a:cubicBezTo>
                  <a:pt x="60702" y="251106"/>
                  <a:pt x="60702" y="251106"/>
                  <a:pt x="65120" y="246003"/>
                </a:cubicBezTo>
                <a:cubicBezTo>
                  <a:pt x="64881" y="241129"/>
                  <a:pt x="60463" y="246232"/>
                  <a:pt x="55565" y="241588"/>
                </a:cubicBezTo>
                <a:cubicBezTo>
                  <a:pt x="69779" y="245774"/>
                  <a:pt x="78615" y="235568"/>
                  <a:pt x="92349" y="230007"/>
                </a:cubicBezTo>
                <a:cubicBezTo>
                  <a:pt x="92349" y="230007"/>
                  <a:pt x="92349" y="230007"/>
                  <a:pt x="64161" y="226508"/>
                </a:cubicBezTo>
                <a:cubicBezTo>
                  <a:pt x="73238" y="221176"/>
                  <a:pt x="92349" y="230007"/>
                  <a:pt x="96288" y="215157"/>
                </a:cubicBezTo>
                <a:cubicBezTo>
                  <a:pt x="96288" y="215157"/>
                  <a:pt x="96288" y="215157"/>
                  <a:pt x="96048" y="210284"/>
                </a:cubicBezTo>
                <a:cubicBezTo>
                  <a:pt x="110245" y="214145"/>
                  <a:pt x="127454" y="184311"/>
                  <a:pt x="155881" y="192683"/>
                </a:cubicBezTo>
                <a:cubicBezTo>
                  <a:pt x="160539" y="192454"/>
                  <a:pt x="155641" y="187810"/>
                  <a:pt x="155401" y="182936"/>
                </a:cubicBezTo>
                <a:cubicBezTo>
                  <a:pt x="155401" y="182936"/>
                  <a:pt x="155401" y="182936"/>
                  <a:pt x="80635" y="181729"/>
                </a:cubicBezTo>
                <a:cubicBezTo>
                  <a:pt x="93410" y="156673"/>
                  <a:pt x="117419" y="170148"/>
                  <a:pt x="131393" y="169461"/>
                </a:cubicBezTo>
                <a:cubicBezTo>
                  <a:pt x="126271" y="160268"/>
                  <a:pt x="126032" y="155394"/>
                  <a:pt x="130450" y="150292"/>
                </a:cubicBezTo>
                <a:cubicBezTo>
                  <a:pt x="102038" y="142244"/>
                  <a:pt x="68954" y="134101"/>
                  <a:pt x="36348" y="135705"/>
                </a:cubicBezTo>
                <a:cubicBezTo>
                  <a:pt x="40526" y="125728"/>
                  <a:pt x="59398" y="129686"/>
                  <a:pt x="73132" y="124124"/>
                </a:cubicBezTo>
                <a:cubicBezTo>
                  <a:pt x="96422" y="122978"/>
                  <a:pt x="124608" y="126478"/>
                  <a:pt x="147658" y="120458"/>
                </a:cubicBezTo>
                <a:cubicBezTo>
                  <a:pt x="118768" y="102664"/>
                  <a:pt x="96661" y="127853"/>
                  <a:pt x="67531" y="105184"/>
                </a:cubicBezTo>
                <a:cubicBezTo>
                  <a:pt x="67531" y="105184"/>
                  <a:pt x="67531" y="105184"/>
                  <a:pt x="62633" y="100540"/>
                </a:cubicBezTo>
                <a:cubicBezTo>
                  <a:pt x="84500" y="70477"/>
                  <a:pt x="117105" y="68873"/>
                  <a:pt x="144573" y="57751"/>
                </a:cubicBezTo>
                <a:cubicBezTo>
                  <a:pt x="157588" y="37569"/>
                  <a:pt x="186255" y="50814"/>
                  <a:pt x="209304" y="44795"/>
                </a:cubicBezTo>
                <a:cubicBezTo>
                  <a:pt x="223758" y="53855"/>
                  <a:pt x="241910" y="43191"/>
                  <a:pt x="260781" y="47148"/>
                </a:cubicBezTo>
                <a:cubicBezTo>
                  <a:pt x="260781" y="47148"/>
                  <a:pt x="260781" y="47148"/>
                  <a:pt x="260541" y="42274"/>
                </a:cubicBezTo>
                <a:cubicBezTo>
                  <a:pt x="241670" y="38317"/>
                  <a:pt x="218621" y="44337"/>
                  <a:pt x="204167" y="35277"/>
                </a:cubicBezTo>
                <a:cubicBezTo>
                  <a:pt x="208586" y="30174"/>
                  <a:pt x="232354" y="38776"/>
                  <a:pt x="241430" y="33444"/>
                </a:cubicBezTo>
                <a:cubicBezTo>
                  <a:pt x="306162" y="20488"/>
                  <a:pt x="375959" y="21939"/>
                  <a:pt x="441171" y="18731"/>
                </a:cubicBezTo>
                <a:cubicBezTo>
                  <a:pt x="455144" y="18043"/>
                  <a:pt x="478913" y="26645"/>
                  <a:pt x="487509" y="11566"/>
                </a:cubicBezTo>
                <a:cubicBezTo>
                  <a:pt x="511039" y="15293"/>
                  <a:pt x="543405" y="8816"/>
                  <a:pt x="571592" y="12314"/>
                </a:cubicBezTo>
                <a:cubicBezTo>
                  <a:pt x="585086" y="1880"/>
                  <a:pt x="604197" y="10710"/>
                  <a:pt x="618410" y="14897"/>
                </a:cubicBezTo>
                <a:cubicBezTo>
                  <a:pt x="813508" y="738"/>
                  <a:pt x="1018609" y="93"/>
                  <a:pt x="1219069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/>
              <a:t>    循环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1AEF0E5-DFD7-C6F4-60FB-3B9A9491C2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742" y="567359"/>
            <a:ext cx="10168532" cy="460761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EC45E83-3F4D-366D-BFFC-7F81DEF0CB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1016" y="1888435"/>
            <a:ext cx="6937204" cy="4850295"/>
          </a:xfrm>
          <a:prstGeom prst="roundRect">
            <a:avLst>
              <a:gd name="adj" fmla="val 1305"/>
            </a:avLst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E7B32A63-D1F8-1079-6465-A66F11AD7393}"/>
              </a:ext>
            </a:extLst>
          </p:cNvPr>
          <p:cNvSpPr/>
          <p:nvPr/>
        </p:nvSpPr>
        <p:spPr>
          <a:xfrm>
            <a:off x="9068444" y="6421967"/>
            <a:ext cx="292270" cy="292100"/>
          </a:xfrm>
          <a:prstGeom prst="ellipse">
            <a:avLst/>
          </a:prstGeom>
          <a:solidFill>
            <a:srgbClr val="FF0000">
              <a:alpha val="20000"/>
            </a:srgbClr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5878233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23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9E6A0-1895-F3BD-0546-ECA62A260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145EDC-A7F9-9A07-9AEC-B2856E26B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核心语法</a:t>
            </a: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31E15769-4516-7E88-6309-A37D5FC23FC5}"/>
              </a:ext>
            </a:extLst>
          </p:cNvPr>
          <p:cNvSpPr/>
          <p:nvPr/>
        </p:nvSpPr>
        <p:spPr>
          <a:xfrm>
            <a:off x="50888" y="2103257"/>
            <a:ext cx="12192000" cy="1390935"/>
          </a:xfrm>
          <a:custGeom>
            <a:avLst/>
            <a:gdLst>
              <a:gd name="connsiteX0" fmla="*/ 3269730 w 6539459"/>
              <a:gd name="connsiteY0" fmla="*/ 2024556 h 2024556"/>
              <a:gd name="connsiteX1" fmla="*/ 6473799 w 6539459"/>
              <a:gd name="connsiteY1" fmla="*/ 130650 h 2024556"/>
              <a:gd name="connsiteX2" fmla="*/ 6539459 w 6539459"/>
              <a:gd name="connsiteY2" fmla="*/ 0 h 2024556"/>
              <a:gd name="connsiteX3" fmla="*/ 0 w 6539459"/>
              <a:gd name="connsiteY3" fmla="*/ 0 h 2024556"/>
              <a:gd name="connsiteX4" fmla="*/ 65661 w 6539459"/>
              <a:gd name="connsiteY4" fmla="*/ 130650 h 2024556"/>
              <a:gd name="connsiteX5" fmla="*/ 3269730 w 6539459"/>
              <a:gd name="connsiteY5" fmla="*/ 2024556 h 2024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39459" h="2024556">
                <a:moveTo>
                  <a:pt x="3269730" y="2024556"/>
                </a:moveTo>
                <a:cubicBezTo>
                  <a:pt x="4649984" y="2024556"/>
                  <a:pt x="5851589" y="1259672"/>
                  <a:pt x="6473799" y="130650"/>
                </a:cubicBezTo>
                <a:lnTo>
                  <a:pt x="6539459" y="0"/>
                </a:lnTo>
                <a:lnTo>
                  <a:pt x="0" y="0"/>
                </a:lnTo>
                <a:lnTo>
                  <a:pt x="65661" y="130650"/>
                </a:lnTo>
                <a:cubicBezTo>
                  <a:pt x="687871" y="1259672"/>
                  <a:pt x="1889476" y="2024556"/>
                  <a:pt x="3269730" y="2024556"/>
                </a:cubicBezTo>
                <a:close/>
              </a:path>
            </a:pathLst>
          </a:custGeom>
          <a:noFill/>
          <a:ln w="6350" cap="flat" cmpd="sng" algn="ctr">
            <a:gradFill>
              <a:gsLst>
                <a:gs pos="0">
                  <a:srgbClr val="4381DD">
                    <a:alpha val="0"/>
                  </a:srgbClr>
                </a:gs>
                <a:gs pos="100000">
                  <a:srgbClr val="4381DD">
                    <a:alpha val="50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7A1DDD5A-2FC2-5432-5509-014D895C098E}"/>
              </a:ext>
            </a:extLst>
          </p:cNvPr>
          <p:cNvGrpSpPr/>
          <p:nvPr/>
        </p:nvGrpSpPr>
        <p:grpSpPr>
          <a:xfrm>
            <a:off x="654395" y="2016492"/>
            <a:ext cx="1564466" cy="1564466"/>
            <a:chOff x="654395" y="2016492"/>
            <a:chExt cx="1564466" cy="1564466"/>
          </a:xfrm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AEE1E25-97FC-FD08-6788-6A0D1C4CB59A}"/>
                </a:ext>
              </a:extLst>
            </p:cNvPr>
            <p:cNvSpPr/>
            <p:nvPr/>
          </p:nvSpPr>
          <p:spPr>
            <a:xfrm>
              <a:off x="654395" y="2016492"/>
              <a:ext cx="1564466" cy="1564466"/>
            </a:xfrm>
            <a:prstGeom prst="ellipse">
              <a:avLst/>
            </a:prstGeom>
            <a:gradFill flip="none" rotWithShape="1">
              <a:gsLst>
                <a:gs pos="0">
                  <a:srgbClr val="4381DD">
                    <a:lumMod val="60000"/>
                    <a:lumOff val="40000"/>
                  </a:srgbClr>
                </a:gs>
                <a:gs pos="50000">
                  <a:srgbClr val="4381DD"/>
                </a:gs>
              </a:gsLst>
              <a:lin ang="2700000" scaled="1"/>
              <a:tileRect/>
            </a:gradFill>
            <a:effectLst>
              <a:reflection blurRad="6350" stA="15000" endPos="35000" dir="5400000" sy="-100000" algn="bl" rotWithShape="0"/>
            </a:effectLst>
          </p:spPr>
          <p:txBody>
            <a:bodyPr wrap="none" lIns="108000" tIns="108000" rIns="108000" bIns="108000" rtlCol="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24" name="形状1">
              <a:extLst>
                <a:ext uri="{FF2B5EF4-FFF2-40B4-BE49-F238E27FC236}">
                  <a16:creationId xmlns:a16="http://schemas.microsoft.com/office/drawing/2014/main" id="{D9F95A94-1C51-6F33-AFD7-4B716A5CCA82}"/>
                </a:ext>
              </a:extLst>
            </p:cNvPr>
            <p:cNvSpPr txBox="1">
              <a:spLocks/>
            </p:cNvSpPr>
            <p:nvPr/>
          </p:nvSpPr>
          <p:spPr>
            <a:xfrm>
              <a:off x="715456" y="2749040"/>
              <a:ext cx="1462861" cy="565150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400" b="1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数据存储与运算</a:t>
              </a:r>
              <a:endPara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1F9FADD4-06CB-CA7C-64D1-C2C0B4109432}"/>
                </a:ext>
              </a:extLst>
            </p:cNvPr>
            <p:cNvSpPr txBox="1"/>
            <p:nvPr/>
          </p:nvSpPr>
          <p:spPr>
            <a:xfrm>
              <a:off x="1159439" y="2161555"/>
              <a:ext cx="49937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b="1">
                  <a:gradFill>
                    <a:gsLst>
                      <a:gs pos="23000">
                        <a:srgbClr val="FFFFFF">
                          <a:alpha val="6700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000" scaled="1"/>
                  </a:gradFill>
                  <a:latin typeface="Lato Black" panose="020F0A02020204030203" pitchFamily="34" charset="0"/>
                </a:rPr>
                <a:t>V</a:t>
              </a:r>
              <a:endParaRPr lang="zh-CN" altLang="en-US" sz="4000" b="1">
                <a:gradFill>
                  <a:gsLst>
                    <a:gs pos="23000">
                      <a:srgbClr val="FFFFFF">
                        <a:alpha val="6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 scaled="1"/>
                </a:gradFill>
                <a:latin typeface="Lato Black" panose="020F0A02020204030203" pitchFamily="34" charset="0"/>
              </a:endParaRP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5D4A62B6-9C13-F928-5791-ACFDC3D13E73}"/>
              </a:ext>
            </a:extLst>
          </p:cNvPr>
          <p:cNvGrpSpPr/>
          <p:nvPr/>
        </p:nvGrpSpPr>
        <p:grpSpPr>
          <a:xfrm>
            <a:off x="2883600" y="2488467"/>
            <a:ext cx="1564466" cy="1564466"/>
            <a:chOff x="2883600" y="2488467"/>
            <a:chExt cx="1564466" cy="1564466"/>
          </a:xfrm>
        </p:grpSpPr>
        <p:sp>
          <p:nvSpPr>
            <p:cNvPr id="40" name="IconBackground1">
              <a:extLst>
                <a:ext uri="{FF2B5EF4-FFF2-40B4-BE49-F238E27FC236}">
                  <a16:creationId xmlns:a16="http://schemas.microsoft.com/office/drawing/2014/main" id="{D803189C-101A-9CE9-8B27-1F66D0ED53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3600" y="2488467"/>
              <a:ext cx="1564466" cy="1564466"/>
            </a:xfrm>
            <a:prstGeom prst="ellipse">
              <a:avLst/>
            </a:prstGeom>
            <a:gradFill flip="none" rotWithShape="1">
              <a:gsLst>
                <a:gs pos="0">
                  <a:srgbClr val="AEDAF8"/>
                </a:gs>
                <a:gs pos="60000">
                  <a:srgbClr val="72BEF2"/>
                </a:gs>
              </a:gsLst>
              <a:lin ang="27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reflection blurRad="6350" stA="50000" endA="300" endPos="38500" dist="50800" dir="5400000" sy="-100000" algn="bl" rotWithShape="0"/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 dirty="0">
                <a:ln>
                  <a:noFill/>
                </a:ln>
                <a:noFill/>
                <a:effectLst/>
                <a:uLnTx/>
                <a:uFillTx/>
                <a:latin typeface="Arial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45" name="形状1">
              <a:extLst>
                <a:ext uri="{FF2B5EF4-FFF2-40B4-BE49-F238E27FC236}">
                  <a16:creationId xmlns:a16="http://schemas.microsoft.com/office/drawing/2014/main" id="{25F7F70F-EB12-9536-A5E3-5FB162DF7A4D}"/>
                </a:ext>
              </a:extLst>
            </p:cNvPr>
            <p:cNvSpPr txBox="1">
              <a:spLocks/>
            </p:cNvSpPr>
            <p:nvPr/>
          </p:nvSpPr>
          <p:spPr>
            <a:xfrm>
              <a:off x="2934403" y="3190222"/>
              <a:ext cx="1462861" cy="565150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400" b="1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数据的逻辑处理</a:t>
              </a:r>
              <a:endPara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BF15EAF0-4A79-F7D6-33F8-14EAB4EFDE5C}"/>
                </a:ext>
              </a:extLst>
            </p:cNvPr>
            <p:cNvSpPr txBox="1"/>
            <p:nvPr/>
          </p:nvSpPr>
          <p:spPr>
            <a:xfrm>
              <a:off x="3467898" y="2661652"/>
              <a:ext cx="49937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b="1">
                  <a:gradFill>
                    <a:gsLst>
                      <a:gs pos="23000">
                        <a:srgbClr val="FFFFFF">
                          <a:alpha val="6700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000" scaled="1"/>
                  </a:gradFill>
                  <a:latin typeface="Lato Black" panose="020F0A02020204030203" pitchFamily="34" charset="0"/>
                </a:rPr>
                <a:t>L</a:t>
              </a:r>
              <a:endParaRPr lang="zh-CN" altLang="en-US" sz="4000" b="1">
                <a:gradFill>
                  <a:gsLst>
                    <a:gs pos="23000">
                      <a:srgbClr val="FFFFFF">
                        <a:alpha val="6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 scaled="1"/>
                </a:gradFill>
                <a:latin typeface="Lato Black" panose="020F0A02020204030203" pitchFamily="34" charset="0"/>
              </a:endParaRPr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5EC02A30-9B10-1816-E4CB-62E9AC6D4BCC}"/>
              </a:ext>
            </a:extLst>
          </p:cNvPr>
          <p:cNvGrpSpPr/>
          <p:nvPr/>
        </p:nvGrpSpPr>
        <p:grpSpPr>
          <a:xfrm>
            <a:off x="5313767" y="2693955"/>
            <a:ext cx="1564466" cy="1564466"/>
            <a:chOff x="5313767" y="2693955"/>
            <a:chExt cx="1564466" cy="1564466"/>
          </a:xfrm>
        </p:grpSpPr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E4B15374-256F-8B64-6626-30E30AA5085E}"/>
                </a:ext>
              </a:extLst>
            </p:cNvPr>
            <p:cNvGrpSpPr/>
            <p:nvPr/>
          </p:nvGrpSpPr>
          <p:grpSpPr>
            <a:xfrm>
              <a:off x="5313767" y="2693955"/>
              <a:ext cx="1564466" cy="1564466"/>
              <a:chOff x="1174224" y="1867691"/>
              <a:chExt cx="2386018" cy="2386018"/>
            </a:xfrm>
          </p:grpSpPr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A62A3A30-5057-0C6B-F0CF-44276FBEEE31}"/>
                  </a:ext>
                </a:extLst>
              </p:cNvPr>
              <p:cNvSpPr/>
              <p:nvPr/>
            </p:nvSpPr>
            <p:spPr>
              <a:xfrm>
                <a:off x="1174224" y="1867691"/>
                <a:ext cx="2386018" cy="2386018"/>
              </a:xfrm>
              <a:prstGeom prst="ellipse">
                <a:avLst/>
              </a:prstGeom>
              <a:gradFill flip="none" rotWithShape="1">
                <a:gsLst>
                  <a:gs pos="0">
                    <a:srgbClr val="62CB78">
                      <a:lumMod val="60000"/>
                      <a:lumOff val="40000"/>
                    </a:srgbClr>
                  </a:gs>
                  <a:gs pos="50000">
                    <a:srgbClr val="62CB78"/>
                  </a:gs>
                </a:gsLst>
                <a:lin ang="2700000" scaled="1"/>
                <a:tileRect/>
              </a:gradFill>
              <a:effectLst>
                <a:reflection blurRad="6350" stA="15000" endPos="35000" dir="5400000" sy="-100000" algn="bl" rotWithShape="0"/>
              </a:effectLst>
            </p:spPr>
            <p:txBody>
              <a:bodyPr wrap="none" lIns="108000" tIns="108000" rIns="108000" bIns="108000" rtlCol="0" anchor="ctr" anchorCtr="0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" name="形状2">
                <a:extLst>
                  <a:ext uri="{FF2B5EF4-FFF2-40B4-BE49-F238E27FC236}">
                    <a16:creationId xmlns:a16="http://schemas.microsoft.com/office/drawing/2014/main" id="{3301A606-49E7-327C-09A6-EFB3CA5135F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27469" y="3043852"/>
                <a:ext cx="2079526" cy="861929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  <a:sym typeface="Arial" panose="020B0604020202020204" pitchFamily="34" charset="0"/>
                  </a:rPr>
                  <a:t>数据存储容器</a:t>
                </a:r>
                <a:endPara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376DBED3-DA43-33EB-39D8-7F2DA406CF52}"/>
                </a:ext>
              </a:extLst>
            </p:cNvPr>
            <p:cNvSpPr txBox="1"/>
            <p:nvPr/>
          </p:nvSpPr>
          <p:spPr>
            <a:xfrm>
              <a:off x="5846310" y="2844937"/>
              <a:ext cx="49937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b="1">
                  <a:gradFill>
                    <a:gsLst>
                      <a:gs pos="23000">
                        <a:srgbClr val="FFFFFF">
                          <a:alpha val="6700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000" scaled="1"/>
                  </a:gradFill>
                  <a:latin typeface="Lato Black" panose="020F0A02020204030203" pitchFamily="34" charset="0"/>
                </a:rPr>
                <a:t>C</a:t>
              </a:r>
              <a:endParaRPr lang="zh-CN" altLang="en-US" sz="4000" b="1">
                <a:gradFill>
                  <a:gsLst>
                    <a:gs pos="23000">
                      <a:srgbClr val="FFFFFF">
                        <a:alpha val="6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 scaled="1"/>
                </a:gradFill>
                <a:latin typeface="Lato Black" panose="020F0A02020204030203" pitchFamily="34" charset="0"/>
              </a:endParaRPr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0079A555-6C19-ADD2-E037-EB1F9FB78E58}"/>
              </a:ext>
            </a:extLst>
          </p:cNvPr>
          <p:cNvGrpSpPr/>
          <p:nvPr/>
        </p:nvGrpSpPr>
        <p:grpSpPr>
          <a:xfrm>
            <a:off x="7743934" y="2488467"/>
            <a:ext cx="1564466" cy="1564466"/>
            <a:chOff x="7743934" y="2488467"/>
            <a:chExt cx="1564466" cy="1564466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12958FA3-16B5-B4D9-8DC0-332D6B0B2790}"/>
                </a:ext>
              </a:extLst>
            </p:cNvPr>
            <p:cNvGrpSpPr/>
            <p:nvPr/>
          </p:nvGrpSpPr>
          <p:grpSpPr>
            <a:xfrm>
              <a:off x="7743934" y="2488467"/>
              <a:ext cx="1564466" cy="1564466"/>
              <a:chOff x="1174224" y="1867691"/>
              <a:chExt cx="2386018" cy="2386018"/>
            </a:xfrm>
          </p:grpSpPr>
          <p:sp>
            <p:nvSpPr>
              <p:cNvPr id="30" name="椭圆 29">
                <a:extLst>
                  <a:ext uri="{FF2B5EF4-FFF2-40B4-BE49-F238E27FC236}">
                    <a16:creationId xmlns:a16="http://schemas.microsoft.com/office/drawing/2014/main" id="{C3C320A5-4F2B-7AC6-C3A4-85DA69B28B54}"/>
                  </a:ext>
                </a:extLst>
              </p:cNvPr>
              <p:cNvSpPr/>
              <p:nvPr/>
            </p:nvSpPr>
            <p:spPr>
              <a:xfrm>
                <a:off x="1174224" y="1867691"/>
                <a:ext cx="2386018" cy="2386018"/>
              </a:xfrm>
              <a:prstGeom prst="ellipse">
                <a:avLst/>
              </a:prstGeom>
              <a:gradFill flip="none" rotWithShape="1">
                <a:gsLst>
                  <a:gs pos="0">
                    <a:srgbClr val="44B4CF">
                      <a:lumMod val="60000"/>
                      <a:lumOff val="40000"/>
                    </a:srgbClr>
                  </a:gs>
                  <a:gs pos="50000">
                    <a:srgbClr val="44B4CF"/>
                  </a:gs>
                </a:gsLst>
                <a:lin ang="2700000" scaled="1"/>
                <a:tileRect/>
              </a:gradFill>
              <a:effectLst>
                <a:reflection blurRad="6350" stA="15000" endPos="35000" dir="5400000" sy="-100000" algn="bl" rotWithShape="0"/>
              </a:effectLst>
            </p:spPr>
            <p:txBody>
              <a:bodyPr wrap="none" lIns="108000" tIns="108000" rIns="108000" bIns="108000" rtlCol="0" anchor="ctr" anchorCtr="0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" name="形状3">
                <a:extLst>
                  <a:ext uri="{FF2B5EF4-FFF2-40B4-BE49-F238E27FC236}">
                    <a16:creationId xmlns:a16="http://schemas.microsoft.com/office/drawing/2014/main" id="{6CF7B151-36BA-D337-02C2-DC80226642F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27469" y="3127026"/>
                <a:ext cx="2079526" cy="719928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  <a:sym typeface="Arial" panose="020B0604020202020204" pitchFamily="34" charset="0"/>
                  </a:rPr>
                  <a:t>函数</a:t>
                </a:r>
                <a:endPara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6E9A49D7-8E6A-7570-74E0-4BF6EE381BE7}"/>
                </a:ext>
              </a:extLst>
            </p:cNvPr>
            <p:cNvSpPr txBox="1"/>
            <p:nvPr/>
          </p:nvSpPr>
          <p:spPr>
            <a:xfrm>
              <a:off x="8276477" y="2661652"/>
              <a:ext cx="49937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b="1">
                  <a:gradFill>
                    <a:gsLst>
                      <a:gs pos="23000">
                        <a:srgbClr val="FFFFFF">
                          <a:alpha val="6700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000" scaled="1"/>
                  </a:gradFill>
                  <a:latin typeface="Lato Black" panose="020F0A02020204030203" pitchFamily="34" charset="0"/>
                </a:rPr>
                <a:t>F</a:t>
              </a:r>
              <a:endParaRPr lang="zh-CN" altLang="en-US" sz="4000" b="1">
                <a:gradFill>
                  <a:gsLst>
                    <a:gs pos="23000">
                      <a:srgbClr val="FFFFFF">
                        <a:alpha val="6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 scaled="1"/>
                </a:gradFill>
                <a:latin typeface="Lato Black" panose="020F0A02020204030203" pitchFamily="34" charset="0"/>
              </a:endParaRPr>
            </a:p>
          </p:txBody>
        </p:sp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D9FFB209-3ABC-36CE-946E-D6B52F28C334}"/>
              </a:ext>
            </a:extLst>
          </p:cNvPr>
          <p:cNvGrpSpPr/>
          <p:nvPr/>
        </p:nvGrpSpPr>
        <p:grpSpPr>
          <a:xfrm>
            <a:off x="9973139" y="1961339"/>
            <a:ext cx="1564466" cy="1564466"/>
            <a:chOff x="9973139" y="1961339"/>
            <a:chExt cx="1564466" cy="1564466"/>
          </a:xfrm>
        </p:grpSpPr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2A013B25-B48E-36EA-713D-6B3E7C4C24DF}"/>
                </a:ext>
              </a:extLst>
            </p:cNvPr>
            <p:cNvGrpSpPr/>
            <p:nvPr/>
          </p:nvGrpSpPr>
          <p:grpSpPr>
            <a:xfrm>
              <a:off x="9973139" y="1961339"/>
              <a:ext cx="1564466" cy="1564466"/>
              <a:chOff x="1174224" y="1867691"/>
              <a:chExt cx="2386018" cy="2386018"/>
            </a:xfrm>
          </p:grpSpPr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09C02AC5-04C0-748B-F4D0-B9E6F21F90DA}"/>
                  </a:ext>
                </a:extLst>
              </p:cNvPr>
              <p:cNvSpPr/>
              <p:nvPr/>
            </p:nvSpPr>
            <p:spPr>
              <a:xfrm>
                <a:off x="1174224" y="1867691"/>
                <a:ext cx="2386018" cy="2386018"/>
              </a:xfrm>
              <a:prstGeom prst="ellipse">
                <a:avLst/>
              </a:prstGeom>
              <a:gradFill flip="none" rotWithShape="1">
                <a:gsLst>
                  <a:gs pos="0">
                    <a:srgbClr val="7995D8">
                      <a:lumMod val="60000"/>
                      <a:lumOff val="40000"/>
                    </a:srgbClr>
                  </a:gs>
                  <a:gs pos="50000">
                    <a:srgbClr val="7995D8"/>
                  </a:gs>
                </a:gsLst>
                <a:lin ang="2700000" scaled="1"/>
                <a:tileRect/>
              </a:gradFill>
              <a:effectLst>
                <a:reflection blurRad="6350" stA="15000" endPos="35000" dir="5400000" sy="-100000" algn="bl" rotWithShape="0"/>
              </a:effectLst>
            </p:spPr>
            <p:txBody>
              <a:bodyPr wrap="none" lIns="108000" tIns="108000" rIns="108000" bIns="108000" rtlCol="0" anchor="ctr" anchorCtr="0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" name="形状4">
                <a:extLst>
                  <a:ext uri="{FF2B5EF4-FFF2-40B4-BE49-F238E27FC236}">
                    <a16:creationId xmlns:a16="http://schemas.microsoft.com/office/drawing/2014/main" id="{7783212D-16B2-5F53-205D-B441AA25C89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27469" y="3176178"/>
                <a:ext cx="2079526" cy="67077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  <a:sym typeface="Arial" panose="020B0604020202020204" pitchFamily="34" charset="0"/>
                  </a:rPr>
                  <a:t>面向对象基础</a:t>
                </a:r>
                <a:endPara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FEFCB16B-9633-7DC4-DF60-D7D83D96C25E}"/>
                </a:ext>
              </a:extLst>
            </p:cNvPr>
            <p:cNvSpPr txBox="1"/>
            <p:nvPr/>
          </p:nvSpPr>
          <p:spPr>
            <a:xfrm>
              <a:off x="10442733" y="2134524"/>
              <a:ext cx="49937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b="1">
                  <a:gradFill>
                    <a:gsLst>
                      <a:gs pos="23000">
                        <a:srgbClr val="FFFFFF">
                          <a:alpha val="6700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000" scaled="1"/>
                  </a:gradFill>
                  <a:latin typeface="Lato Black" panose="020F0A02020204030203" pitchFamily="34" charset="0"/>
                </a:rPr>
                <a:t>O</a:t>
              </a:r>
              <a:endParaRPr lang="zh-CN" altLang="en-US" sz="4000" b="1">
                <a:gradFill>
                  <a:gsLst>
                    <a:gs pos="23000">
                      <a:srgbClr val="FFFFFF">
                        <a:alpha val="6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 scaled="1"/>
                </a:gradFill>
                <a:latin typeface="Lato Black" panose="020F0A02020204030203" pitchFamily="34" charset="0"/>
              </a:endParaRPr>
            </a:p>
          </p:txBody>
        </p:sp>
      </p:grp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8884D1D7-8930-7F7F-9422-AE59A2C633E7}"/>
              </a:ext>
            </a:extLst>
          </p:cNvPr>
          <p:cNvSpPr/>
          <p:nvPr/>
        </p:nvSpPr>
        <p:spPr>
          <a:xfrm>
            <a:off x="786827" y="4502150"/>
            <a:ext cx="1244600" cy="361950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字面量与变量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BDE88C3-6C52-A109-A530-A16F35DD9DF3}"/>
              </a:ext>
            </a:extLst>
          </p:cNvPr>
          <p:cNvSpPr/>
          <p:nvPr/>
        </p:nvSpPr>
        <p:spPr>
          <a:xfrm>
            <a:off x="786827" y="4927600"/>
            <a:ext cx="1244600" cy="361950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数据类型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99FADA3B-6C04-97C7-8DC4-A740B121B2CB}"/>
              </a:ext>
            </a:extLst>
          </p:cNvPr>
          <p:cNvSpPr/>
          <p:nvPr/>
        </p:nvSpPr>
        <p:spPr>
          <a:xfrm>
            <a:off x="786827" y="5353050"/>
            <a:ext cx="1244600" cy="361950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输入与输出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3B69943-65FF-EA14-83E6-34D8613AF006}"/>
              </a:ext>
            </a:extLst>
          </p:cNvPr>
          <p:cNvSpPr/>
          <p:nvPr/>
        </p:nvSpPr>
        <p:spPr>
          <a:xfrm>
            <a:off x="786827" y="5778500"/>
            <a:ext cx="1244600" cy="361950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运算符</a:t>
            </a:r>
          </a:p>
        </p:txBody>
      </p:sp>
      <p:sp>
        <p:nvSpPr>
          <p:cNvPr id="3" name="!!文本框 3">
            <a:extLst>
              <a:ext uri="{FF2B5EF4-FFF2-40B4-BE49-F238E27FC236}">
                <a16:creationId xmlns:a16="http://schemas.microsoft.com/office/drawing/2014/main" id="{EFC66F00-4500-47EF-C221-59C18A6A60BD}"/>
              </a:ext>
            </a:extLst>
          </p:cNvPr>
          <p:cNvSpPr txBox="1"/>
          <p:nvPr/>
        </p:nvSpPr>
        <p:spPr>
          <a:xfrm>
            <a:off x="3147938" y="3635063"/>
            <a:ext cx="10883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>
                <a:solidFill>
                  <a:schemeClr val="bg1"/>
                </a:solidFill>
              </a:rPr>
              <a:t>流程控制语句</a:t>
            </a:r>
          </a:p>
        </p:txBody>
      </p:sp>
    </p:spTree>
    <p:extLst>
      <p:ext uri="{BB962C8B-B14F-4D97-AF65-F5344CB8AC3E}">
        <p14:creationId xmlns:p14="http://schemas.microsoft.com/office/powerpoint/2010/main" val="4136383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114D5-9D49-7225-E5E2-41EB2357CF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核心语法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5A768C8-D230-C5AC-DECE-92B6732643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0400" y="3586894"/>
            <a:ext cx="3156483" cy="454164"/>
          </a:xfrm>
        </p:spPr>
        <p:txBody>
          <a:bodyPr/>
          <a:lstStyle/>
          <a:p>
            <a:r>
              <a:rPr lang="en-US" altLang="zh-CN"/>
              <a:t>——            ——</a:t>
            </a:r>
            <a:endParaRPr lang="zh-CN" altLang="en-US"/>
          </a:p>
        </p:txBody>
      </p:sp>
      <p:sp>
        <p:nvSpPr>
          <p:cNvPr id="4" name="!!文本框 3">
            <a:extLst>
              <a:ext uri="{FF2B5EF4-FFF2-40B4-BE49-F238E27FC236}">
                <a16:creationId xmlns:a16="http://schemas.microsoft.com/office/drawing/2014/main" id="{1063E0DC-6B88-55D0-895E-933DE24881CB}"/>
              </a:ext>
            </a:extLst>
          </p:cNvPr>
          <p:cNvSpPr txBox="1">
            <a:spLocks/>
          </p:cNvSpPr>
          <p:nvPr/>
        </p:nvSpPr>
        <p:spPr>
          <a:xfrm>
            <a:off x="1207180" y="3586894"/>
            <a:ext cx="2023166" cy="45416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流程控制语句</a:t>
            </a:r>
          </a:p>
        </p:txBody>
      </p:sp>
    </p:spTree>
    <p:extLst>
      <p:ext uri="{BB962C8B-B14F-4D97-AF65-F5344CB8AC3E}">
        <p14:creationId xmlns:p14="http://schemas.microsoft.com/office/powerpoint/2010/main" val="15355386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7E454DD9-FA07-016C-D6A3-B702DD5A13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>
                <a:latin typeface="+mn-lt"/>
              </a:rPr>
              <a:t>条件判断</a:t>
            </a:r>
            <a:endParaRPr lang="en-US" altLang="zh-CN">
              <a:latin typeface="+mn-lt"/>
            </a:endParaRPr>
          </a:p>
          <a:p>
            <a:r>
              <a:rPr lang="zh-CN" altLang="en-US">
                <a:latin typeface="+mn-lt"/>
              </a:rPr>
              <a:t>模式匹配</a:t>
            </a:r>
            <a:endParaRPr lang="en-US" altLang="zh-CN">
              <a:latin typeface="+mn-lt"/>
            </a:endParaRPr>
          </a:p>
          <a:p>
            <a:r>
              <a:rPr lang="zh-CN" altLang="en-US">
                <a:latin typeface="+mn-lt"/>
              </a:rPr>
              <a:t>循环</a:t>
            </a:r>
            <a:endParaRPr lang="en-US" altLang="zh-CN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60707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>
            <a:extLst>
              <a:ext uri="{FF2B5EF4-FFF2-40B4-BE49-F238E27FC236}">
                <a16:creationId xmlns:a16="http://schemas.microsoft.com/office/drawing/2014/main" id="{9E83E0B7-DA01-CAE8-4F66-924DF96149D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条件判断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55247C9-F09D-157F-1BD5-3CB62F0EF2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>
                <a:latin typeface="+mn-lt"/>
              </a:rPr>
              <a:t>if</a:t>
            </a:r>
            <a:r>
              <a:rPr lang="zh-CN" altLang="en-US">
                <a:latin typeface="+mn-lt"/>
              </a:rPr>
              <a:t>语句基本格式</a:t>
            </a:r>
            <a:endParaRPr lang="en-US" altLang="zh-CN">
              <a:latin typeface="+mn-lt"/>
            </a:endParaRPr>
          </a:p>
          <a:p>
            <a:r>
              <a:rPr lang="en-US" altLang="zh-CN">
                <a:latin typeface="+mn-lt"/>
              </a:rPr>
              <a:t>if</a:t>
            </a:r>
            <a:r>
              <a:rPr lang="zh-CN" altLang="en-US">
                <a:latin typeface="+mn-lt"/>
              </a:rPr>
              <a:t>语句进阶</a:t>
            </a:r>
            <a:endParaRPr lang="en-US" altLang="zh-CN">
              <a:latin typeface="+mn-lt"/>
            </a:endParaRPr>
          </a:p>
          <a:p>
            <a:r>
              <a:rPr lang="zh-CN" altLang="en-US">
                <a:latin typeface="+mn-lt"/>
              </a:rPr>
              <a:t>案例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9B6D6B0-0834-985C-CBAD-4504FBE092D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8069500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E2F99-B8D5-621F-CBA2-46C3DC822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EB247B2-9A24-475E-DC29-5DCC909A65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5665853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场景：只有满足指定条件，才会执行对应的代码逻辑。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82AF55E-42EE-7A9A-A1FA-9021FA025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if</a:t>
            </a:r>
            <a:r>
              <a:rPr lang="zh-CN" altLang="en-US"/>
              <a:t>条件判断</a:t>
            </a:r>
          </a:p>
        </p:txBody>
      </p:sp>
      <p:grpSp>
        <p:nvGrpSpPr>
          <p:cNvPr id="2" name="组合 2">
            <a:extLst>
              <a:ext uri="{FF2B5EF4-FFF2-40B4-BE49-F238E27FC236}">
                <a16:creationId xmlns:a16="http://schemas.microsoft.com/office/drawing/2014/main" id="{6B2DA5C4-F662-079B-29A7-1B60B2F8CE59}"/>
              </a:ext>
            </a:extLst>
          </p:cNvPr>
          <p:cNvGrpSpPr/>
          <p:nvPr/>
        </p:nvGrpSpPr>
        <p:grpSpPr>
          <a:xfrm>
            <a:off x="951645" y="1576083"/>
            <a:ext cx="4408718" cy="1694167"/>
            <a:chOff x="2297719" y="3660322"/>
            <a:chExt cx="4857588" cy="1694268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B58B226D-A356-8F61-1772-6ED19FDD6BD8}"/>
                </a:ext>
              </a:extLst>
            </p:cNvPr>
            <p:cNvSpPr/>
            <p:nvPr/>
          </p:nvSpPr>
          <p:spPr>
            <a:xfrm>
              <a:off x="2297728" y="3660322"/>
              <a:ext cx="4857579" cy="1694268"/>
            </a:xfrm>
            <a:prstGeom prst="roundRect">
              <a:avLst>
                <a:gd name="adj" fmla="val 4073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rgbClr val="8C8C8C"/>
                  </a:solidFill>
                  <a:effectLst/>
                </a:rPr>
                <a:t># if</a:t>
              </a:r>
              <a:r>
                <a:rPr lang="zh-CN" altLang="en-US" sz="1200">
                  <a:solidFill>
                    <a:srgbClr val="8C8C8C"/>
                  </a:solidFill>
                  <a:effectLst/>
                </a:rPr>
                <a:t>条件判断基本格式</a:t>
              </a:r>
              <a:endParaRPr lang="en-US" altLang="zh-CN" sz="1200">
                <a:solidFill>
                  <a:srgbClr val="8C8C8C"/>
                </a:solidFill>
                <a:effectLst/>
              </a:endParaRPr>
            </a:p>
            <a:p>
              <a:pPr>
                <a:lnSpc>
                  <a:spcPct val="150000"/>
                </a:lnSpc>
                <a:buNone/>
              </a:pPr>
              <a:br>
                <a:rPr lang="en-US" altLang="zh-CN" sz="1200" i="1">
                  <a:solidFill>
                    <a:srgbClr val="8C8C8C"/>
                  </a:solidFill>
                  <a:effectLst/>
                </a:rPr>
              </a:br>
              <a:r>
                <a:rPr lang="en-US" altLang="zh-CN" sz="1200">
                  <a:solidFill>
                    <a:srgbClr val="000080"/>
                  </a:solidFill>
                  <a:effectLst/>
                </a:rPr>
                <a:t>if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</a:rPr>
                <a:t> </a:t>
              </a:r>
              <a:r>
                <a:rPr lang="zh-CN" altLang="en-US" sz="1200">
                  <a:solidFill>
                    <a:schemeClr val="tx1">
                      <a:lumMod val="75000"/>
                    </a:schemeClr>
                  </a:solidFill>
                </a:rPr>
                <a:t>要判断的条件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</a:rPr>
                <a:t>: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</a:rPr>
                <a:t>    </a:t>
              </a:r>
              <a:r>
                <a:rPr lang="zh-CN" altLang="en-US" sz="1200">
                  <a:solidFill>
                    <a:schemeClr val="tx1">
                      <a:lumMod val="75000"/>
                    </a:schemeClr>
                  </a:solidFill>
                </a:rPr>
                <a:t>条件成立时，要执行对应的操作</a:t>
              </a:r>
              <a:endParaRPr lang="en-US" altLang="zh-CN" sz="1200">
                <a:solidFill>
                  <a:schemeClr val="tx1">
                    <a:lumMod val="75000"/>
                  </a:schemeClr>
                </a:solidFill>
              </a:endParaRP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E2977E9B-AE7E-7E56-FC26-3ED9E462F851}"/>
                </a:ext>
              </a:extLst>
            </p:cNvPr>
            <p:cNvSpPr/>
            <p:nvPr/>
          </p:nvSpPr>
          <p:spPr>
            <a:xfrm>
              <a:off x="2297719" y="3660322"/>
              <a:ext cx="4857578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371107C2-3ED8-F523-2D3D-5CDFE929ADE7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CB9C9AB4-D7CF-EB8D-6525-FFD321B3CEB2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3714EB00-C142-6056-3BFE-15174F646012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411119BB-21E8-0BE6-E0C0-E286D65E21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3239" y="502480"/>
            <a:ext cx="1381935" cy="1381935"/>
          </a:xfrm>
          <a:prstGeom prst="rect">
            <a:avLst/>
          </a:prstGeom>
        </p:spPr>
      </p:pic>
      <p:sp>
        <p:nvSpPr>
          <p:cNvPr id="12" name="对话气泡: 圆角矩形 11">
            <a:extLst>
              <a:ext uri="{FF2B5EF4-FFF2-40B4-BE49-F238E27FC236}">
                <a16:creationId xmlns:a16="http://schemas.microsoft.com/office/drawing/2014/main" id="{E9E3EE5C-E995-8D89-C303-5E54B3BAD168}"/>
              </a:ext>
            </a:extLst>
          </p:cNvPr>
          <p:cNvSpPr/>
          <p:nvPr/>
        </p:nvSpPr>
        <p:spPr>
          <a:xfrm>
            <a:off x="7924800" y="573606"/>
            <a:ext cx="3016250" cy="323850"/>
          </a:xfrm>
          <a:prstGeom prst="wedgeRoundRectCallout">
            <a:avLst>
              <a:gd name="adj1" fmla="val -46678"/>
              <a:gd name="adj2" fmla="val 95834"/>
              <a:gd name="adj3" fmla="val 16667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>
                <a:solidFill>
                  <a:schemeClr val="tx1">
                    <a:lumMod val="50000"/>
                  </a:schemeClr>
                </a:solidFill>
              </a:rPr>
              <a:t>如果我的高考分数超过</a:t>
            </a:r>
            <a:r>
              <a:rPr lang="en-US" altLang="zh-CN" sz="1100">
                <a:solidFill>
                  <a:schemeClr val="tx1">
                    <a:lumMod val="50000"/>
                  </a:schemeClr>
                </a:solidFill>
              </a:rPr>
              <a:t>680</a:t>
            </a:r>
            <a:r>
              <a:rPr lang="zh-CN" altLang="en-US" sz="1100">
                <a:solidFill>
                  <a:schemeClr val="tx1">
                    <a:lumMod val="50000"/>
                  </a:schemeClr>
                </a:solidFill>
              </a:rPr>
              <a:t>，我就去清华读书。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42FB821-C758-2329-257B-E8A1301803D8}"/>
              </a:ext>
            </a:extLst>
          </p:cNvPr>
          <p:cNvSpPr/>
          <p:nvPr/>
        </p:nvSpPr>
        <p:spPr>
          <a:xfrm>
            <a:off x="1263650" y="2413000"/>
            <a:ext cx="933450" cy="270174"/>
          </a:xfrm>
          <a:prstGeom prst="roundRect">
            <a:avLst/>
          </a:prstGeom>
          <a:solidFill>
            <a:srgbClr val="00B0F0">
              <a:alpha val="20000"/>
            </a:srgbClr>
          </a:solidFill>
          <a:ln w="952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4236889A-7422-C66A-A601-716F62CF3A55}"/>
              </a:ext>
            </a:extLst>
          </p:cNvPr>
          <p:cNvCxnSpPr>
            <a:cxnSpLocks/>
          </p:cNvCxnSpPr>
          <p:nvPr/>
        </p:nvCxnSpPr>
        <p:spPr>
          <a:xfrm>
            <a:off x="2205260" y="2476787"/>
            <a:ext cx="3498850" cy="4613"/>
          </a:xfrm>
          <a:prstGeom prst="straightConnector1">
            <a:avLst/>
          </a:prstGeom>
          <a:ln w="12700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E7D1D347-F290-7786-67DB-B5FBDB420FF5}"/>
              </a:ext>
            </a:extLst>
          </p:cNvPr>
          <p:cNvSpPr txBox="1"/>
          <p:nvPr/>
        </p:nvSpPr>
        <p:spPr>
          <a:xfrm>
            <a:off x="5765800" y="2295287"/>
            <a:ext cx="5810250" cy="1050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200"/>
              <a:t>判断语句的结果</a:t>
            </a:r>
            <a:r>
              <a:rPr lang="en-US" altLang="zh-CN" sz="1200"/>
              <a:t>, </a:t>
            </a:r>
            <a:r>
              <a:rPr lang="zh-CN" altLang="en-US" sz="1200"/>
              <a:t>必须是布尔类型</a:t>
            </a:r>
            <a:r>
              <a:rPr lang="en-US" altLang="zh-CN" sz="1200"/>
              <a:t>True</a:t>
            </a:r>
            <a:r>
              <a:rPr lang="zh-CN" altLang="en-US" sz="1200"/>
              <a:t>或</a:t>
            </a:r>
            <a:r>
              <a:rPr lang="en-US" altLang="zh-CN" sz="1200"/>
              <a:t>False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200"/>
              <a:t>True </a:t>
            </a:r>
            <a:r>
              <a:rPr lang="zh-CN" altLang="en-US" sz="1200"/>
              <a:t>会执行</a:t>
            </a:r>
            <a:r>
              <a:rPr lang="en-US" altLang="zh-CN" sz="1200"/>
              <a:t>if</a:t>
            </a:r>
            <a:r>
              <a:rPr lang="zh-CN" altLang="en-US" sz="1200"/>
              <a:t>内的代码</a:t>
            </a:r>
            <a:endParaRPr lang="en-US" altLang="zh-CN" sz="120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200"/>
              <a:t>False</a:t>
            </a:r>
            <a:r>
              <a:rPr lang="zh-CN" altLang="en-US" sz="1200"/>
              <a:t>则不会执行</a:t>
            </a:r>
          </a:p>
        </p:txBody>
      </p:sp>
      <p:grpSp>
        <p:nvGrpSpPr>
          <p:cNvPr id="18" name="组合 2">
            <a:extLst>
              <a:ext uri="{FF2B5EF4-FFF2-40B4-BE49-F238E27FC236}">
                <a16:creationId xmlns:a16="http://schemas.microsoft.com/office/drawing/2014/main" id="{2228CE6D-54A0-DB9F-666A-8E6826294986}"/>
              </a:ext>
            </a:extLst>
          </p:cNvPr>
          <p:cNvGrpSpPr/>
          <p:nvPr/>
        </p:nvGrpSpPr>
        <p:grpSpPr>
          <a:xfrm>
            <a:off x="951636" y="3598028"/>
            <a:ext cx="4408718" cy="1981225"/>
            <a:chOff x="2297719" y="3660322"/>
            <a:chExt cx="4857588" cy="1981343"/>
          </a:xfrm>
        </p:grpSpPr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BEEEE7A1-49FF-BBA9-9B9B-3D9ED8BB0B44}"/>
                </a:ext>
              </a:extLst>
            </p:cNvPr>
            <p:cNvSpPr/>
            <p:nvPr/>
          </p:nvSpPr>
          <p:spPr>
            <a:xfrm>
              <a:off x="2297728" y="3660322"/>
              <a:ext cx="4857579" cy="1981343"/>
            </a:xfrm>
            <a:prstGeom prst="roundRect">
              <a:avLst>
                <a:gd name="adj" fmla="val 4073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2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定义变量</a:t>
              </a:r>
              <a:br>
                <a:rPr lang="zh-CN" altLang="en-US" sz="1200" i="1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score = </a:t>
              </a:r>
              <a: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695</a:t>
              </a:r>
              <a:b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2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条件判断</a:t>
              </a:r>
              <a:br>
                <a:rPr lang="zh-CN" altLang="en-US" sz="1200" i="1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if 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score &gt; </a:t>
              </a:r>
              <a: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680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欢迎你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来清华读书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</a:p>
          </p:txBody>
        </p:sp>
        <p:sp>
          <p:nvSpPr>
            <p:cNvPr id="20" name="矩形: 圆顶角 19">
              <a:extLst>
                <a:ext uri="{FF2B5EF4-FFF2-40B4-BE49-F238E27FC236}">
                  <a16:creationId xmlns:a16="http://schemas.microsoft.com/office/drawing/2014/main" id="{C57863FC-E9EE-FEEC-D26E-9949733ABB03}"/>
                </a:ext>
              </a:extLst>
            </p:cNvPr>
            <p:cNvSpPr/>
            <p:nvPr/>
          </p:nvSpPr>
          <p:spPr>
            <a:xfrm>
              <a:off x="2297719" y="3660322"/>
              <a:ext cx="4857578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400">
                  <a:solidFill>
                    <a:schemeClr val="bg1"/>
                  </a:solidFill>
                </a:rPr>
                <a:t>if</a:t>
              </a:r>
              <a:r>
                <a:rPr lang="zh-CN" altLang="en-US" sz="1400">
                  <a:solidFill>
                    <a:schemeClr val="bg1"/>
                  </a:solidFill>
                </a:rPr>
                <a:t>条件判断基本格式</a:t>
              </a:r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17AAF421-D7C1-D39E-8B1B-F6F755A27A5E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136A6040-1228-C04D-2391-25A4DDF20461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530762F9-0E5E-C9C0-9B2D-07F92F1A7401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4" name="组合 2">
            <a:extLst>
              <a:ext uri="{FF2B5EF4-FFF2-40B4-BE49-F238E27FC236}">
                <a16:creationId xmlns:a16="http://schemas.microsoft.com/office/drawing/2014/main" id="{6C69BF68-6F78-2FF1-4F90-F8D3ACB4BF78}"/>
              </a:ext>
            </a:extLst>
          </p:cNvPr>
          <p:cNvGrpSpPr/>
          <p:nvPr/>
        </p:nvGrpSpPr>
        <p:grpSpPr>
          <a:xfrm>
            <a:off x="5765800" y="3598028"/>
            <a:ext cx="4408718" cy="1981225"/>
            <a:chOff x="2297719" y="3660322"/>
            <a:chExt cx="4857588" cy="1981343"/>
          </a:xfrm>
        </p:grpSpPr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E7FD3B1B-E87C-2065-D831-2BD6A78B2F15}"/>
                </a:ext>
              </a:extLst>
            </p:cNvPr>
            <p:cNvSpPr/>
            <p:nvPr/>
          </p:nvSpPr>
          <p:spPr>
            <a:xfrm>
              <a:off x="2297728" y="3660322"/>
              <a:ext cx="4857579" cy="1981343"/>
            </a:xfrm>
            <a:prstGeom prst="roundRect">
              <a:avLst>
                <a:gd name="adj" fmla="val 4073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2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定义变量</a:t>
              </a:r>
              <a:br>
                <a:rPr lang="zh-CN" altLang="en-US" sz="1200" i="1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score = </a:t>
              </a:r>
              <a: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695</a:t>
              </a:r>
              <a:b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2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条件判断</a:t>
              </a:r>
              <a:br>
                <a:rPr lang="zh-CN" altLang="en-US" sz="1200" i="1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if 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score &gt; </a:t>
              </a:r>
              <a: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680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欢迎你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来清华读书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也恭喜你即将踏入精彩的大学生活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</a:p>
          </p:txBody>
        </p:sp>
        <p:sp>
          <p:nvSpPr>
            <p:cNvPr id="26" name="矩形: 圆顶角 25">
              <a:extLst>
                <a:ext uri="{FF2B5EF4-FFF2-40B4-BE49-F238E27FC236}">
                  <a16:creationId xmlns:a16="http://schemas.microsoft.com/office/drawing/2014/main" id="{78DA89CE-2652-6B56-544A-5F784BB535C0}"/>
                </a:ext>
              </a:extLst>
            </p:cNvPr>
            <p:cNvSpPr/>
            <p:nvPr/>
          </p:nvSpPr>
          <p:spPr>
            <a:xfrm>
              <a:off x="2297719" y="3660322"/>
              <a:ext cx="4857578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3CCA3B60-FBFB-0442-6703-7A5D9A1A5081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A4F3A6D6-6DE4-A654-5416-87AF129F31BB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4760D9F2-227E-D22D-3471-08D82B69251F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6BB69C67-48B3-3086-2886-6E17DC735206}"/>
              </a:ext>
            </a:extLst>
          </p:cNvPr>
          <p:cNvGrpSpPr/>
          <p:nvPr/>
        </p:nvGrpSpPr>
        <p:grpSpPr>
          <a:xfrm>
            <a:off x="864169" y="6173266"/>
            <a:ext cx="10463662" cy="348335"/>
            <a:chOff x="4685665" y="1834757"/>
            <a:chExt cx="10535544" cy="348335"/>
          </a:xfrm>
        </p:grpSpPr>
        <p:sp>
          <p:nvSpPr>
            <p:cNvPr id="31" name="ComponentBackground2">
              <a:extLst>
                <a:ext uri="{FF2B5EF4-FFF2-40B4-BE49-F238E27FC236}">
                  <a16:creationId xmlns:a16="http://schemas.microsoft.com/office/drawing/2014/main" id="{DE0B2031-2BBF-1821-F48D-CBE0B6E9E1E2}"/>
                </a:ext>
              </a:extLst>
            </p:cNvPr>
            <p:cNvSpPr>
              <a:spLocks/>
            </p:cNvSpPr>
            <p:nvPr/>
          </p:nvSpPr>
          <p:spPr>
            <a:xfrm>
              <a:off x="4708524" y="1834757"/>
              <a:ext cx="10512685" cy="348335"/>
            </a:xfrm>
            <a:prstGeom prst="roundRect">
              <a:avLst>
                <a:gd name="adj" fmla="val 11490"/>
              </a:avLst>
            </a:prstGeom>
            <a:solidFill>
              <a:srgbClr val="000000">
                <a:alpha val="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rIns="180000" rtlCol="0" anchor="ctr"/>
            <a:lstStyle/>
            <a:p>
              <a:pPr lvl="0">
                <a:defRPr/>
              </a:pPr>
              <a:r>
                <a:rPr kumimoji="1" lang="zh-CN" altLang="en-US" sz="1200" b="1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注意：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Python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中是通过缩进来描述代码的归属的，归属于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if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代码块的语句，需要在前方缩进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4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个空格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(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按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Tab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键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Pycharm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会自动转为空格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)</a:t>
              </a:r>
              <a:r>
                <a:rPr kumimoji="1" lang="zh-CN" altLang="en-US" sz="1200" kern="0">
                  <a:solidFill>
                    <a:srgbClr val="000000"/>
                  </a:solidFill>
                  <a:ea typeface="微软雅黑"/>
                </a:rPr>
                <a:t>。</a:t>
              </a:r>
              <a:endParaRPr kumimoji="1" lang="zh-CN" altLang="en-US" sz="12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  <p:sp>
          <p:nvSpPr>
            <p:cNvPr id="32" name="Shape2">
              <a:extLst>
                <a:ext uri="{FF2B5EF4-FFF2-40B4-BE49-F238E27FC236}">
                  <a16:creationId xmlns:a16="http://schemas.microsoft.com/office/drawing/2014/main" id="{5927F8B1-6FC7-688A-61B2-80F8BC3E8CF0}"/>
                </a:ext>
              </a:extLst>
            </p:cNvPr>
            <p:cNvSpPr/>
            <p:nvPr/>
          </p:nvSpPr>
          <p:spPr>
            <a:xfrm>
              <a:off x="4685665" y="1860105"/>
              <a:ext cx="45719" cy="303939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</p:grp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87817C9-5485-ACBE-9B3D-F389BE980670}"/>
              </a:ext>
            </a:extLst>
          </p:cNvPr>
          <p:cNvSpPr/>
          <p:nvPr/>
        </p:nvSpPr>
        <p:spPr>
          <a:xfrm>
            <a:off x="1029311" y="4989443"/>
            <a:ext cx="354990" cy="292474"/>
          </a:xfrm>
          <a:prstGeom prst="roundRect">
            <a:avLst>
              <a:gd name="adj" fmla="val 4183"/>
            </a:avLst>
          </a:prstGeom>
          <a:solidFill>
            <a:srgbClr val="00B0F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A5F1911-7DB5-058B-5546-C65C42034D89}"/>
              </a:ext>
            </a:extLst>
          </p:cNvPr>
          <p:cNvSpPr/>
          <p:nvPr/>
        </p:nvSpPr>
        <p:spPr>
          <a:xfrm>
            <a:off x="5829797" y="5033433"/>
            <a:ext cx="354990" cy="478366"/>
          </a:xfrm>
          <a:prstGeom prst="roundRect">
            <a:avLst>
              <a:gd name="adj" fmla="val 4183"/>
            </a:avLst>
          </a:prstGeom>
          <a:solidFill>
            <a:srgbClr val="00B0F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9A92586-624B-EA1E-85BD-1D9586050DD9}"/>
              </a:ext>
            </a:extLst>
          </p:cNvPr>
          <p:cNvSpPr/>
          <p:nvPr/>
        </p:nvSpPr>
        <p:spPr>
          <a:xfrm>
            <a:off x="1022961" y="2711112"/>
            <a:ext cx="354990" cy="222588"/>
          </a:xfrm>
          <a:prstGeom prst="roundRect">
            <a:avLst>
              <a:gd name="adj" fmla="val 4183"/>
            </a:avLst>
          </a:prstGeom>
          <a:solidFill>
            <a:srgbClr val="00B0F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8150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6" grpId="0"/>
      <p:bldP spid="11" grpId="0" animBg="1"/>
      <p:bldP spid="14" grpId="0" animBg="1"/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E42B5-1AAC-A74A-4C27-7117F07C7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816E991-7F66-0B3D-485A-BF242A05D9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en-US" altLang="zh-CN"/>
              <a:t>if</a:t>
            </a:r>
            <a:r>
              <a:rPr lang="zh-CN" altLang="en-US"/>
              <a:t>条件判断的基本格式</a:t>
            </a:r>
            <a:endParaRPr lang="en-US" altLang="zh-CN"/>
          </a:p>
          <a:p>
            <a:pPr lvl="1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/>
          </a:p>
          <a:p>
            <a:pPr lvl="1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/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en-US" altLang="zh-CN"/>
              <a:t>if</a:t>
            </a:r>
            <a:r>
              <a:rPr lang="zh-CN" altLang="en-US"/>
              <a:t>语句的注意事项</a:t>
            </a:r>
            <a:endParaRPr lang="en-US" altLang="zh-CN"/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判断条件的结果一定要是布尔类型</a:t>
            </a:r>
            <a:endParaRPr lang="en-US" altLang="zh-CN" sz="1400"/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不要忘记判断条件后的冒号</a:t>
            </a:r>
            <a:r>
              <a:rPr lang="en-US" altLang="zh-CN" sz="1400"/>
              <a:t>(:)</a:t>
            </a:r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/>
              <a:t>if</a:t>
            </a:r>
            <a:r>
              <a:rPr lang="zh-CN" altLang="en-US" sz="1400"/>
              <a:t>语句里面的代码块，需要在前方缩进空格（建议</a:t>
            </a:r>
            <a:r>
              <a:rPr lang="en-US" altLang="zh-CN" sz="1400"/>
              <a:t>4</a:t>
            </a:r>
            <a:r>
              <a:rPr lang="zh-CN" altLang="en-US" sz="1400"/>
              <a:t>个空格），通过缩进来描述代码的层级关系（归属）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53BA8357-FF4C-D5FB-ED6B-2E530B93AC8B}"/>
              </a:ext>
            </a:extLst>
          </p:cNvPr>
          <p:cNvSpPr/>
          <p:nvPr/>
        </p:nvSpPr>
        <p:spPr>
          <a:xfrm>
            <a:off x="4507653" y="2116168"/>
            <a:ext cx="3658447" cy="989317"/>
          </a:xfrm>
          <a:prstGeom prst="roundRect">
            <a:avLst>
              <a:gd name="adj" fmla="val 4073"/>
            </a:avLst>
          </a:prstGeom>
          <a:solidFill>
            <a:srgbClr val="F6F6F6"/>
          </a:solidFill>
          <a:ln w="317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72000" rIns="36000" bIns="0" rtlCol="0" anchor="t"/>
          <a:lstStyle/>
          <a:p>
            <a:pPr>
              <a:lnSpc>
                <a:spcPct val="150000"/>
              </a:lnSpc>
              <a:buNone/>
            </a:pPr>
            <a:r>
              <a:rPr lang="en-US" altLang="zh-CN" sz="1200">
                <a:solidFill>
                  <a:srgbClr val="000080"/>
                </a:solidFill>
                <a:effectLst/>
              </a:rPr>
              <a:t>if</a:t>
            </a:r>
            <a:r>
              <a:rPr lang="en-US" altLang="zh-CN" sz="1200">
                <a:solidFill>
                  <a:schemeClr val="tx1">
                    <a:lumMod val="75000"/>
                  </a:schemeClr>
                </a:solidFill>
                <a:effectLst/>
              </a:rPr>
              <a:t> </a:t>
            </a:r>
            <a:r>
              <a:rPr lang="zh-CN" altLang="en-US" sz="1200">
                <a:solidFill>
                  <a:schemeClr val="tx1">
                    <a:lumMod val="75000"/>
                  </a:schemeClr>
                </a:solidFill>
              </a:rPr>
              <a:t>要判断的条件</a:t>
            </a:r>
            <a:r>
              <a:rPr lang="en-US" altLang="zh-CN" sz="1200">
                <a:solidFill>
                  <a:schemeClr val="tx1">
                    <a:lumMod val="75000"/>
                  </a:schemeClr>
                </a:solidFill>
                <a:effectLst/>
              </a:rPr>
              <a:t>: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1200">
                <a:solidFill>
                  <a:schemeClr val="tx1">
                    <a:lumMod val="75000"/>
                  </a:schemeClr>
                </a:solidFill>
              </a:rPr>
              <a:t>    </a:t>
            </a:r>
            <a:r>
              <a:rPr lang="zh-CN" altLang="en-US" sz="1200">
                <a:solidFill>
                  <a:schemeClr val="tx1">
                    <a:lumMod val="75000"/>
                  </a:schemeClr>
                </a:solidFill>
              </a:rPr>
              <a:t>条件成立时，要执行对应的操作</a:t>
            </a:r>
            <a:r>
              <a:rPr lang="en-US" altLang="zh-CN" sz="1200">
                <a:solidFill>
                  <a:schemeClr val="tx1">
                    <a:lumMod val="75000"/>
                  </a:schemeClr>
                </a:solidFill>
              </a:rPr>
              <a:t>1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1200">
                <a:solidFill>
                  <a:schemeClr val="tx1">
                    <a:lumMod val="75000"/>
                  </a:schemeClr>
                </a:solidFill>
              </a:rPr>
              <a:t>    </a:t>
            </a:r>
            <a:r>
              <a:rPr lang="zh-CN" altLang="en-US" sz="1200">
                <a:solidFill>
                  <a:schemeClr val="tx1">
                    <a:lumMod val="75000"/>
                  </a:schemeClr>
                </a:solidFill>
              </a:rPr>
              <a:t>条件成立时，要执行对应的操作</a:t>
            </a:r>
            <a:r>
              <a:rPr lang="en-US" altLang="zh-CN" sz="1200">
                <a:solidFill>
                  <a:schemeClr val="tx1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0272DB0-EF76-8210-6A2C-1FAD2180E7A6}"/>
              </a:ext>
            </a:extLst>
          </p:cNvPr>
          <p:cNvSpPr/>
          <p:nvPr/>
        </p:nvSpPr>
        <p:spPr>
          <a:xfrm>
            <a:off x="4552950" y="2527300"/>
            <a:ext cx="355600" cy="457200"/>
          </a:xfrm>
          <a:prstGeom prst="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4594D9F-B64D-5404-F98F-F4EAC7CC6E77}"/>
              </a:ext>
            </a:extLst>
          </p:cNvPr>
          <p:cNvSpPr/>
          <p:nvPr/>
        </p:nvSpPr>
        <p:spPr>
          <a:xfrm>
            <a:off x="5727700" y="2172676"/>
            <a:ext cx="114300" cy="322874"/>
          </a:xfrm>
          <a:prstGeom prst="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4542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ACEC3-67D9-AE60-44CA-3EB0D1F9C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CD7EB3-4956-4007-CF36-6CBDF2153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输入账号密码后登录</a:t>
            </a:r>
            <a:r>
              <a:rPr lang="en-US" altLang="zh-CN"/>
              <a:t>B</a:t>
            </a:r>
            <a:r>
              <a:rPr lang="zh-CN" altLang="en-US"/>
              <a:t>站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883F981-7589-D4C3-3923-957B0B8215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73964" y="1024931"/>
            <a:ext cx="9552885" cy="222516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需求：结合前面学习的输入输出及</a:t>
            </a:r>
            <a:r>
              <a:rPr lang="en-US" altLang="zh-CN"/>
              <a:t>if</a:t>
            </a:r>
            <a:r>
              <a:rPr lang="zh-CN" altLang="en-US"/>
              <a:t>条件判断的知识，完成</a:t>
            </a:r>
            <a:r>
              <a:rPr lang="en-US" altLang="zh-CN"/>
              <a:t>B</a:t>
            </a:r>
            <a:r>
              <a:rPr lang="zh-CN" altLang="en-US"/>
              <a:t>站登录功能的实现（正确账号和密码为 </a:t>
            </a:r>
            <a:r>
              <a:rPr lang="en-US" altLang="zh-CN"/>
              <a:t>18888888888/666888</a:t>
            </a:r>
            <a:r>
              <a:rPr lang="zh-CN" altLang="en-US"/>
              <a:t>）。</a:t>
            </a:r>
            <a:endParaRPr lang="en-US" altLang="zh-CN"/>
          </a:p>
          <a:p>
            <a:pPr marL="648000" indent="-342900">
              <a:buAutoNum type="arabicPeriod"/>
            </a:pPr>
            <a:r>
              <a:rPr lang="zh-CN" altLang="en-US" sz="1400"/>
              <a:t>提示用户输入账号和密码。</a:t>
            </a:r>
            <a:endParaRPr lang="en-US" altLang="zh-CN" sz="1400"/>
          </a:p>
          <a:p>
            <a:pPr marL="648000" indent="-342900">
              <a:buAutoNum type="arabicPeriod"/>
            </a:pPr>
            <a:r>
              <a:rPr lang="zh-CN" altLang="en-US" sz="1400"/>
              <a:t>判断账号和密码是否正确，如果账号和密码都正确，则登录成功，进入</a:t>
            </a:r>
            <a:r>
              <a:rPr lang="en-US" altLang="zh-CN" sz="1400"/>
              <a:t>B</a:t>
            </a:r>
            <a:r>
              <a:rPr lang="zh-CN" altLang="en-US" sz="1400"/>
              <a:t>站首页。</a:t>
            </a:r>
            <a:endParaRPr lang="en-US" altLang="zh-CN" sz="1400"/>
          </a:p>
          <a:p>
            <a:pPr marL="648000" indent="-342900">
              <a:buAutoNum type="arabicPeriod"/>
            </a:pPr>
            <a:r>
              <a:rPr lang="zh-CN" altLang="en-US" sz="1400"/>
              <a:t>如果账号和密码有一个错误，则登录失败，提示错误信息。</a:t>
            </a:r>
          </a:p>
        </p:txBody>
      </p:sp>
      <p:pic>
        <p:nvPicPr>
          <p:cNvPr id="6" name="!!图片 5">
            <a:extLst>
              <a:ext uri="{FF2B5EF4-FFF2-40B4-BE49-F238E27FC236}">
                <a16:creationId xmlns:a16="http://schemas.microsoft.com/office/drawing/2014/main" id="{D9D8FDAF-1678-DD33-14B1-582D60BB80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5" t="615" r="361" b="690"/>
          <a:stretch>
            <a:fillRect/>
          </a:stretch>
        </p:blipFill>
        <p:spPr>
          <a:xfrm>
            <a:off x="3287669" y="3333750"/>
            <a:ext cx="5855503" cy="3067620"/>
          </a:xfrm>
          <a:prstGeom prst="roundRect">
            <a:avLst>
              <a:gd name="adj" fmla="val 1984"/>
            </a:avLst>
          </a:prstGeom>
          <a:ln w="6350"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12417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ABA18-9BF5-7EC1-0980-CFE1680EF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2">
            <a:extLst>
              <a:ext uri="{FF2B5EF4-FFF2-40B4-BE49-F238E27FC236}">
                <a16:creationId xmlns:a16="http://schemas.microsoft.com/office/drawing/2014/main" id="{B36FA756-E708-6FE6-378F-EBFDF9DA1C67}"/>
              </a:ext>
            </a:extLst>
          </p:cNvPr>
          <p:cNvGrpSpPr/>
          <p:nvPr/>
        </p:nvGrpSpPr>
        <p:grpSpPr>
          <a:xfrm>
            <a:off x="4021496" y="920659"/>
            <a:ext cx="6634815" cy="4037421"/>
            <a:chOff x="2297719" y="3660322"/>
            <a:chExt cx="7310333" cy="4037662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2D9058B2-DA82-8C08-8230-426945751D58}"/>
                </a:ext>
              </a:extLst>
            </p:cNvPr>
            <p:cNvSpPr/>
            <p:nvPr/>
          </p:nvSpPr>
          <p:spPr>
            <a:xfrm>
              <a:off x="2297728" y="3660322"/>
              <a:ext cx="7310324" cy="4037662"/>
            </a:xfrm>
            <a:prstGeom prst="roundRect">
              <a:avLst>
                <a:gd name="adj" fmla="val 1354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100">
                  <a:solidFill>
                    <a:srgbClr val="8C8C8C"/>
                  </a:solidFill>
                  <a:effectLst/>
                </a:rPr>
                <a:t># B</a:t>
              </a:r>
              <a:r>
                <a:rPr lang="zh-CN" altLang="en-US" sz="1100">
                  <a:solidFill>
                    <a:srgbClr val="8C8C8C"/>
                  </a:solidFill>
                  <a:effectLst/>
                </a:rPr>
                <a:t>站登录</a:t>
              </a:r>
              <a:br>
                <a:rPr lang="zh-CN" altLang="en-US" sz="1100" i="1">
                  <a:solidFill>
                    <a:srgbClr val="8C8C8C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ok_account = 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"18888888888"</a:t>
              </a:r>
              <a:br>
                <a:rPr lang="en-US" altLang="zh-CN" sz="1100">
                  <a:solidFill>
                    <a:srgbClr val="067D17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ok_password = 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"666888"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br>
                <a:rPr lang="en-US" altLang="zh-CN" sz="1100">
                  <a:solidFill>
                    <a:srgbClr val="067D17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</a:rPr>
                <a:t>account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 = </a:t>
              </a:r>
              <a:r>
                <a:rPr lang="en-US" altLang="zh-CN" sz="1100">
                  <a:solidFill>
                    <a:srgbClr val="000080"/>
                  </a:solidFill>
                  <a:effectLst/>
                </a:rPr>
                <a:t>input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请输入</a:t>
              </a:r>
              <a:r>
                <a:rPr lang="en-US" altLang="zh-CN" sz="1100">
                  <a:solidFill>
                    <a:srgbClr val="067D17"/>
                  </a:solidFill>
                </a:rPr>
                <a:t>B</a:t>
              </a:r>
              <a:r>
                <a:rPr lang="zh-CN" altLang="en-US" sz="1100">
                  <a:solidFill>
                    <a:srgbClr val="067D17"/>
                  </a:solidFill>
                </a:rPr>
                <a:t>站账号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：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password = </a:t>
              </a:r>
              <a:r>
                <a:rPr lang="en-US" altLang="zh-CN" sz="1100">
                  <a:solidFill>
                    <a:srgbClr val="000080"/>
                  </a:solidFill>
                  <a:effectLst/>
                </a:rPr>
                <a:t>input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请输入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B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站密码：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033B3"/>
                  </a:solidFill>
                  <a:effectLst/>
                </a:rPr>
                <a:t>if </a:t>
              </a:r>
              <a:r>
                <a:rPr lang="en-US" altLang="zh-CN" sz="1100">
                  <a:solidFill>
                    <a:srgbClr val="080808"/>
                  </a:solidFill>
                </a:rPr>
                <a:t>account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 == ok_</a:t>
              </a:r>
              <a:r>
                <a:rPr lang="en-US" altLang="zh-CN" sz="1100">
                  <a:solidFill>
                    <a:srgbClr val="080808"/>
                  </a:solidFill>
                </a:rPr>
                <a:t>account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 </a:t>
              </a:r>
              <a:r>
                <a:rPr lang="en-US" altLang="zh-CN" sz="1100">
                  <a:solidFill>
                    <a:srgbClr val="0033B3"/>
                  </a:solidFill>
                  <a:effectLst/>
                </a:rPr>
                <a:t>and 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password == ok_password: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    </a:t>
              </a:r>
              <a:r>
                <a:rPr lang="en-US" altLang="zh-CN" sz="1100">
                  <a:solidFill>
                    <a:srgbClr val="000080"/>
                  </a:solidFill>
                  <a:effectLst/>
                </a:rPr>
                <a:t>print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登录成功</a:t>
              </a:r>
              <a:r>
                <a:rPr lang="en-US" altLang="zh-CN" sz="1100">
                  <a:solidFill>
                    <a:srgbClr val="067D17"/>
                  </a:solidFill>
                </a:rPr>
                <a:t> ~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)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100">
                  <a:solidFill>
                    <a:srgbClr val="080808"/>
                  </a:solidFill>
                </a:rPr>
                <a:t>    </a:t>
              </a:r>
              <a:r>
                <a:rPr lang="en-US" altLang="zh-CN" sz="1100">
                  <a:solidFill>
                    <a:srgbClr val="000080"/>
                  </a:solidFill>
                </a:rPr>
                <a:t>print</a:t>
              </a:r>
              <a:r>
                <a:rPr lang="en-US" altLang="zh-CN" sz="1100">
                  <a:solidFill>
                    <a:srgbClr val="080808"/>
                  </a:solidFill>
                </a:rPr>
                <a:t>(</a:t>
              </a:r>
              <a:r>
                <a:rPr lang="en-US" altLang="zh-CN" sz="1100">
                  <a:solidFill>
                    <a:srgbClr val="067D17"/>
                  </a:solidFill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</a:rPr>
                <a:t>进入</a:t>
              </a:r>
              <a:r>
                <a:rPr lang="en-US" altLang="zh-CN" sz="1100">
                  <a:solidFill>
                    <a:srgbClr val="067D17"/>
                  </a:solidFill>
                </a:rPr>
                <a:t>B</a:t>
              </a:r>
              <a:r>
                <a:rPr lang="zh-CN" altLang="en-US" sz="1100">
                  <a:solidFill>
                    <a:srgbClr val="067D17"/>
                  </a:solidFill>
                </a:rPr>
                <a:t>站首页</a:t>
              </a:r>
              <a:r>
                <a:rPr lang="en-US" altLang="zh-CN" sz="1100">
                  <a:solidFill>
                    <a:srgbClr val="067D17"/>
                  </a:solidFill>
                </a:rPr>
                <a:t> ~"</a:t>
              </a:r>
              <a:r>
                <a:rPr lang="en-US" altLang="zh-CN" sz="1100">
                  <a:solidFill>
                    <a:srgbClr val="080808"/>
                  </a:solidFill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033B3"/>
                  </a:solidFill>
                  <a:effectLst/>
                </a:rPr>
                <a:t>if </a:t>
              </a:r>
              <a:r>
                <a:rPr lang="en-US" altLang="zh-CN" sz="1100">
                  <a:solidFill>
                    <a:srgbClr val="080808"/>
                  </a:solidFill>
                </a:rPr>
                <a:t>account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 != ok_</a:t>
              </a:r>
              <a:r>
                <a:rPr lang="en-US" altLang="zh-CN" sz="1100">
                  <a:solidFill>
                    <a:srgbClr val="080808"/>
                  </a:solidFill>
                </a:rPr>
                <a:t>account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 </a:t>
              </a:r>
              <a:r>
                <a:rPr lang="en-US" altLang="zh-CN" sz="1100">
                  <a:solidFill>
                    <a:srgbClr val="0033B3"/>
                  </a:solidFill>
                  <a:effectLst/>
                </a:rPr>
                <a:t>or 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password != ok_password:</a:t>
              </a:r>
              <a:br>
                <a:rPr lang="en-US" altLang="zh-CN" sz="1100">
                  <a:solidFill>
                    <a:srgbClr val="080808"/>
                  </a:solidFill>
                  <a:effectLst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</a:rPr>
                <a:t>    </a:t>
              </a:r>
              <a:r>
                <a:rPr lang="en-US" altLang="zh-CN" sz="1100">
                  <a:solidFill>
                    <a:srgbClr val="000080"/>
                  </a:solidFill>
                  <a:effectLst/>
                </a:rPr>
                <a:t>print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(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</a:rPr>
                <a:t>登录失败</a:t>
              </a:r>
              <a:r>
                <a:rPr lang="en-US" altLang="zh-CN" sz="1100">
                  <a:solidFill>
                    <a:srgbClr val="067D17"/>
                  </a:solidFill>
                </a:rPr>
                <a:t> !</a:t>
              </a:r>
              <a:r>
                <a:rPr lang="en-US" altLang="zh-CN" sz="1100">
                  <a:solidFill>
                    <a:srgbClr val="067D17"/>
                  </a:solidFill>
                  <a:effectLst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</a:rPr>
                <a:t>)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100">
                  <a:solidFill>
                    <a:srgbClr val="080808"/>
                  </a:solidFill>
                </a:rPr>
                <a:t>    </a:t>
              </a:r>
              <a:r>
                <a:rPr lang="en-US" altLang="zh-CN" sz="1100">
                  <a:solidFill>
                    <a:srgbClr val="000080"/>
                  </a:solidFill>
                </a:rPr>
                <a:t>print</a:t>
              </a:r>
              <a:r>
                <a:rPr lang="en-US" altLang="zh-CN" sz="1100">
                  <a:solidFill>
                    <a:srgbClr val="080808"/>
                  </a:solidFill>
                </a:rPr>
                <a:t>(</a:t>
              </a:r>
              <a:r>
                <a:rPr lang="en-US" altLang="zh-CN" sz="1100">
                  <a:solidFill>
                    <a:srgbClr val="067D17"/>
                  </a:solidFill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</a:rPr>
                <a:t>用户名或密码错误</a:t>
              </a:r>
              <a:r>
                <a:rPr lang="en-US" altLang="zh-CN" sz="1100">
                  <a:solidFill>
                    <a:srgbClr val="067D17"/>
                  </a:solidFill>
                </a:rPr>
                <a:t> !"</a:t>
              </a:r>
              <a:r>
                <a:rPr lang="en-US" altLang="zh-CN" sz="1100">
                  <a:solidFill>
                    <a:srgbClr val="080808"/>
                  </a:solidFill>
                </a:rPr>
                <a:t>)</a:t>
              </a:r>
              <a:endParaRPr lang="en-US" altLang="zh-CN" sz="1100">
                <a:solidFill>
                  <a:srgbClr val="080808"/>
                </a:solidFill>
                <a:effectLst/>
              </a:endParaRPr>
            </a:p>
          </p:txBody>
        </p:sp>
        <p:sp>
          <p:nvSpPr>
            <p:cNvPr id="7" name="矩形: 圆顶角 6">
              <a:extLst>
                <a:ext uri="{FF2B5EF4-FFF2-40B4-BE49-F238E27FC236}">
                  <a16:creationId xmlns:a16="http://schemas.microsoft.com/office/drawing/2014/main" id="{C57C40FC-D2BF-880F-2804-4B9947B2E9BF}"/>
                </a:ext>
              </a:extLst>
            </p:cNvPr>
            <p:cNvSpPr/>
            <p:nvPr/>
          </p:nvSpPr>
          <p:spPr>
            <a:xfrm>
              <a:off x="2297719" y="3660322"/>
              <a:ext cx="7310324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13E19D2C-184C-7024-9AFD-D58424C35E17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077EA726-757D-A810-4D0B-3BF352C4FEF8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85A6C22A-231B-7AC0-91D4-FB7E9D7D6441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03DCFF8-6A7C-D7E3-25E9-73CED7102CB4}"/>
              </a:ext>
            </a:extLst>
          </p:cNvPr>
          <p:cNvSpPr/>
          <p:nvPr/>
        </p:nvSpPr>
        <p:spPr>
          <a:xfrm>
            <a:off x="4021496" y="3032535"/>
            <a:ext cx="4808538" cy="270174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Shape4">
            <a:extLst>
              <a:ext uri="{FF2B5EF4-FFF2-40B4-BE49-F238E27FC236}">
                <a16:creationId xmlns:a16="http://schemas.microsoft.com/office/drawing/2014/main" id="{BDF96EF1-C642-28DC-42F7-EC6E5C04944F}"/>
              </a:ext>
            </a:extLst>
          </p:cNvPr>
          <p:cNvSpPr/>
          <p:nvPr/>
        </p:nvSpPr>
        <p:spPr>
          <a:xfrm>
            <a:off x="9191791" y="3022647"/>
            <a:ext cx="1945632" cy="317870"/>
          </a:xfrm>
          <a:custGeom>
            <a:avLst/>
            <a:gdLst>
              <a:gd name="connsiteX0" fmla="*/ 1801727 w 2405293"/>
              <a:gd name="connsiteY0" fmla="*/ 467042 h 581009"/>
              <a:gd name="connsiteX1" fmla="*/ 1797069 w 2405293"/>
              <a:gd name="connsiteY1" fmla="*/ 467271 h 581009"/>
              <a:gd name="connsiteX2" fmla="*/ 1955846 w 2405293"/>
              <a:gd name="connsiteY2" fmla="*/ 474115 h 581009"/>
              <a:gd name="connsiteX3" fmla="*/ 1801727 w 2405293"/>
              <a:gd name="connsiteY3" fmla="*/ 467042 h 581009"/>
              <a:gd name="connsiteX4" fmla="*/ 1992390 w 2405293"/>
              <a:gd name="connsiteY4" fmla="*/ 457661 h 581009"/>
              <a:gd name="connsiteX5" fmla="*/ 1987972 w 2405293"/>
              <a:gd name="connsiteY5" fmla="*/ 462764 h 581009"/>
              <a:gd name="connsiteX6" fmla="*/ 2011262 w 2405293"/>
              <a:gd name="connsiteY6" fmla="*/ 461618 h 581009"/>
              <a:gd name="connsiteX7" fmla="*/ 1992390 w 2405293"/>
              <a:gd name="connsiteY7" fmla="*/ 457661 h 581009"/>
              <a:gd name="connsiteX8" fmla="*/ 2229019 w 2405293"/>
              <a:gd name="connsiteY8" fmla="*/ 439831 h 581009"/>
              <a:gd name="connsiteX9" fmla="*/ 2229083 w 2405293"/>
              <a:gd name="connsiteY9" fmla="*/ 441130 h 581009"/>
              <a:gd name="connsiteX10" fmla="*/ 2229019 w 2405293"/>
              <a:gd name="connsiteY10" fmla="*/ 439831 h 581009"/>
              <a:gd name="connsiteX11" fmla="*/ 39387 w 2405293"/>
              <a:gd name="connsiteY11" fmla="*/ 374616 h 581009"/>
              <a:gd name="connsiteX12" fmla="*/ 30071 w 2405293"/>
              <a:gd name="connsiteY12" fmla="*/ 375074 h 581009"/>
              <a:gd name="connsiteX13" fmla="*/ 39387 w 2405293"/>
              <a:gd name="connsiteY13" fmla="*/ 374616 h 581009"/>
              <a:gd name="connsiteX14" fmla="*/ 2034151 w 2405293"/>
              <a:gd name="connsiteY14" fmla="*/ 177708 h 581009"/>
              <a:gd name="connsiteX15" fmla="*/ 2043377 w 2405293"/>
              <a:gd name="connsiteY15" fmla="*/ 177986 h 581009"/>
              <a:gd name="connsiteX16" fmla="*/ 2034061 w 2405293"/>
              <a:gd name="connsiteY16" fmla="*/ 178445 h 581009"/>
              <a:gd name="connsiteX17" fmla="*/ 1755565 w 2405293"/>
              <a:gd name="connsiteY17" fmla="*/ 104535 h 581009"/>
              <a:gd name="connsiteX18" fmla="*/ 1751147 w 2405293"/>
              <a:gd name="connsiteY18" fmla="*/ 109638 h 581009"/>
              <a:gd name="connsiteX19" fmla="*/ 1755565 w 2405293"/>
              <a:gd name="connsiteY19" fmla="*/ 104535 h 581009"/>
              <a:gd name="connsiteX20" fmla="*/ 2047743 w 2405293"/>
              <a:gd name="connsiteY20" fmla="*/ 70618 h 581009"/>
              <a:gd name="connsiteX21" fmla="*/ 2043325 w 2405293"/>
              <a:gd name="connsiteY21" fmla="*/ 75721 h 581009"/>
              <a:gd name="connsiteX22" fmla="*/ 2033769 w 2405293"/>
              <a:gd name="connsiteY22" fmla="*/ 71305 h 581009"/>
              <a:gd name="connsiteX23" fmla="*/ 2047743 w 2405293"/>
              <a:gd name="connsiteY23" fmla="*/ 70618 h 581009"/>
              <a:gd name="connsiteX24" fmla="*/ 2000780 w 2405293"/>
              <a:gd name="connsiteY24" fmla="*/ 65112 h 581009"/>
              <a:gd name="connsiteX25" fmla="*/ 1996153 w 2405293"/>
              <a:gd name="connsiteY25" fmla="*/ 65950 h 581009"/>
              <a:gd name="connsiteX26" fmla="*/ 1996092 w 2405293"/>
              <a:gd name="connsiteY26" fmla="*/ 66012 h 581009"/>
              <a:gd name="connsiteX27" fmla="*/ 1992223 w 2405293"/>
              <a:gd name="connsiteY27" fmla="*/ 66754 h 581009"/>
              <a:gd name="connsiteX28" fmla="*/ 1987286 w 2405293"/>
              <a:gd name="connsiteY28" fmla="*/ 75547 h 581009"/>
              <a:gd name="connsiteX29" fmla="*/ 1996602 w 2405293"/>
              <a:gd name="connsiteY29" fmla="*/ 75088 h 581009"/>
              <a:gd name="connsiteX30" fmla="*/ 1991705 w 2405293"/>
              <a:gd name="connsiteY30" fmla="*/ 70444 h 581009"/>
              <a:gd name="connsiteX31" fmla="*/ 1996092 w 2405293"/>
              <a:gd name="connsiteY31" fmla="*/ 66012 h 581009"/>
              <a:gd name="connsiteX32" fmla="*/ 2000780 w 2405293"/>
              <a:gd name="connsiteY32" fmla="*/ 65112 h 581009"/>
              <a:gd name="connsiteX33" fmla="*/ 2010336 w 2405293"/>
              <a:gd name="connsiteY33" fmla="*/ 69527 h 581009"/>
              <a:gd name="connsiteX34" fmla="*/ 2000780 w 2405293"/>
              <a:gd name="connsiteY34" fmla="*/ 65112 h 581009"/>
              <a:gd name="connsiteX35" fmla="*/ 1963604 w 2405293"/>
              <a:gd name="connsiteY35" fmla="*/ 62381 h 581009"/>
              <a:gd name="connsiteX36" fmla="*/ 1944973 w 2405293"/>
              <a:gd name="connsiteY36" fmla="*/ 63298 h 581009"/>
              <a:gd name="connsiteX37" fmla="*/ 1963604 w 2405293"/>
              <a:gd name="connsiteY37" fmla="*/ 62381 h 581009"/>
              <a:gd name="connsiteX38" fmla="*/ 1219069 w 2405293"/>
              <a:gd name="connsiteY38" fmla="*/ 0 h 581009"/>
              <a:gd name="connsiteX39" fmla="*/ 1527603 w 2405293"/>
              <a:gd name="connsiteY39" fmla="*/ 13808 h 581009"/>
              <a:gd name="connsiteX40" fmla="*/ 959087 w 2405293"/>
              <a:gd name="connsiteY40" fmla="*/ 17677 h 581009"/>
              <a:gd name="connsiteX41" fmla="*/ 945113 w 2405293"/>
              <a:gd name="connsiteY41" fmla="*/ 18365 h 581009"/>
              <a:gd name="connsiteX42" fmla="*/ 1103891 w 2405293"/>
              <a:gd name="connsiteY42" fmla="*/ 25209 h 581009"/>
              <a:gd name="connsiteX43" fmla="*/ 1649598 w 2405293"/>
              <a:gd name="connsiteY43" fmla="*/ 32233 h 581009"/>
              <a:gd name="connsiteX44" fmla="*/ 2071033 w 2405293"/>
              <a:gd name="connsiteY44" fmla="*/ 69472 h 581009"/>
              <a:gd name="connsiteX45" fmla="*/ 2015138 w 2405293"/>
              <a:gd name="connsiteY45" fmla="*/ 72222 h 581009"/>
              <a:gd name="connsiteX46" fmla="*/ 2038907 w 2405293"/>
              <a:gd name="connsiteY46" fmla="*/ 80824 h 581009"/>
              <a:gd name="connsiteX47" fmla="*/ 2043325 w 2405293"/>
              <a:gd name="connsiteY47" fmla="*/ 75721 h 581009"/>
              <a:gd name="connsiteX48" fmla="*/ 2066615 w 2405293"/>
              <a:gd name="connsiteY48" fmla="*/ 74575 h 581009"/>
              <a:gd name="connsiteX49" fmla="*/ 2066854 w 2405293"/>
              <a:gd name="connsiteY49" fmla="*/ 79449 h 581009"/>
              <a:gd name="connsiteX50" fmla="*/ 2104118 w 2405293"/>
              <a:gd name="connsiteY50" fmla="*/ 77615 h 581009"/>
              <a:gd name="connsiteX51" fmla="*/ 2179587 w 2405293"/>
              <a:gd name="connsiteY51" fmla="*/ 93118 h 581009"/>
              <a:gd name="connsiteX52" fmla="*/ 1960034 w 2405293"/>
              <a:gd name="connsiteY52" fmla="*/ 84704 h 581009"/>
              <a:gd name="connsiteX53" fmla="*/ 1904138 w 2405293"/>
              <a:gd name="connsiteY53" fmla="*/ 87454 h 581009"/>
              <a:gd name="connsiteX54" fmla="*/ 2058962 w 2405293"/>
              <a:gd name="connsiteY54" fmla="*/ 108823 h 581009"/>
              <a:gd name="connsiteX55" fmla="*/ 1755565 w 2405293"/>
              <a:gd name="connsiteY55" fmla="*/ 104535 h 581009"/>
              <a:gd name="connsiteX56" fmla="*/ 1666825 w 2405293"/>
              <a:gd name="connsiteY56" fmla="*/ 104015 h 581009"/>
              <a:gd name="connsiteX57" fmla="*/ 1671723 w 2405293"/>
              <a:gd name="connsiteY57" fmla="*/ 108660 h 581009"/>
              <a:gd name="connsiteX58" fmla="*/ 1924601 w 2405293"/>
              <a:gd name="connsiteY58" fmla="*/ 130090 h 581009"/>
              <a:gd name="connsiteX59" fmla="*/ 1798909 w 2405293"/>
              <a:gd name="connsiteY59" fmla="*/ 131389 h 581009"/>
              <a:gd name="connsiteX60" fmla="*/ 1920423 w 2405293"/>
              <a:gd name="connsiteY60" fmla="*/ 140067 h 581009"/>
              <a:gd name="connsiteX61" fmla="*/ 1906929 w 2405293"/>
              <a:gd name="connsiteY61" fmla="*/ 150501 h 581009"/>
              <a:gd name="connsiteX62" fmla="*/ 2019128 w 2405293"/>
              <a:gd name="connsiteY62" fmla="*/ 159638 h 581009"/>
              <a:gd name="connsiteX63" fmla="*/ 1986522 w 2405293"/>
              <a:gd name="connsiteY63" fmla="*/ 161242 h 581009"/>
              <a:gd name="connsiteX64" fmla="*/ 1996078 w 2405293"/>
              <a:gd name="connsiteY64" fmla="*/ 165657 h 581009"/>
              <a:gd name="connsiteX65" fmla="*/ 2010532 w 2405293"/>
              <a:gd name="connsiteY65" fmla="*/ 174717 h 581009"/>
              <a:gd name="connsiteX66" fmla="*/ 2061529 w 2405293"/>
              <a:gd name="connsiteY66" fmla="*/ 167323 h 581009"/>
              <a:gd name="connsiteX67" fmla="*/ 2034842 w 2405293"/>
              <a:gd name="connsiteY67" fmla="*/ 172070 h 581009"/>
              <a:gd name="connsiteX68" fmla="*/ 2034151 w 2405293"/>
              <a:gd name="connsiteY68" fmla="*/ 177708 h 581009"/>
              <a:gd name="connsiteX69" fmla="*/ 1868334 w 2405293"/>
              <a:gd name="connsiteY69" fmla="*/ 172716 h 581009"/>
              <a:gd name="connsiteX70" fmla="*/ 1693471 w 2405293"/>
              <a:gd name="connsiteY70" fmla="*/ 171100 h 581009"/>
              <a:gd name="connsiteX71" fmla="*/ 1857130 w 2405293"/>
              <a:gd name="connsiteY71" fmla="*/ 182264 h 581009"/>
              <a:gd name="connsiteX72" fmla="*/ 2301393 w 2405293"/>
              <a:gd name="connsiteY72" fmla="*/ 208935 h 581009"/>
              <a:gd name="connsiteX73" fmla="*/ 2092338 w 2405293"/>
              <a:gd name="connsiteY73" fmla="*/ 224106 h 581009"/>
              <a:gd name="connsiteX74" fmla="*/ 2008016 w 2405293"/>
              <a:gd name="connsiteY74" fmla="*/ 218484 h 581009"/>
              <a:gd name="connsiteX75" fmla="*/ 2004077 w 2405293"/>
              <a:gd name="connsiteY75" fmla="*/ 233334 h 581009"/>
              <a:gd name="connsiteX76" fmla="*/ 2214315 w 2405293"/>
              <a:gd name="connsiteY76" fmla="*/ 242206 h 581009"/>
              <a:gd name="connsiteX77" fmla="*/ 2280469 w 2405293"/>
              <a:gd name="connsiteY77" fmla="*/ 258167 h 581009"/>
              <a:gd name="connsiteX78" fmla="*/ 2350338 w 2405293"/>
              <a:gd name="connsiteY78" fmla="*/ 254730 h 581009"/>
              <a:gd name="connsiteX79" fmla="*/ 2285607 w 2405293"/>
              <a:gd name="connsiteY79" fmla="*/ 267686 h 581009"/>
              <a:gd name="connsiteX80" fmla="*/ 2290504 w 2405293"/>
              <a:gd name="connsiteY80" fmla="*/ 272330 h 581009"/>
              <a:gd name="connsiteX81" fmla="*/ 2369928 w 2405293"/>
              <a:gd name="connsiteY81" fmla="*/ 273307 h 581009"/>
              <a:gd name="connsiteX82" fmla="*/ 2370168 w 2405293"/>
              <a:gd name="connsiteY82" fmla="*/ 278182 h 581009"/>
              <a:gd name="connsiteX83" fmla="*/ 2356674 w 2405293"/>
              <a:gd name="connsiteY83" fmla="*/ 288616 h 581009"/>
              <a:gd name="connsiteX84" fmla="*/ 2314992 w 2405293"/>
              <a:gd name="connsiteY84" fmla="*/ 295552 h 581009"/>
              <a:gd name="connsiteX85" fmla="*/ 2212758 w 2405293"/>
              <a:gd name="connsiteY85" fmla="*/ 305468 h 581009"/>
              <a:gd name="connsiteX86" fmla="*/ 2338931 w 2405293"/>
              <a:gd name="connsiteY86" fmla="*/ 313916 h 581009"/>
              <a:gd name="connsiteX87" fmla="*/ 2013259 w 2405293"/>
              <a:gd name="connsiteY87" fmla="*/ 325053 h 581009"/>
              <a:gd name="connsiteX88" fmla="*/ 2013499 w 2405293"/>
              <a:gd name="connsiteY88" fmla="*/ 329927 h 581009"/>
              <a:gd name="connsiteX89" fmla="*/ 2246802 w 2405293"/>
              <a:gd name="connsiteY89" fmla="*/ 333106 h 581009"/>
              <a:gd name="connsiteX90" fmla="*/ 2317390 w 2405293"/>
              <a:gd name="connsiteY90" fmla="*/ 344288 h 581009"/>
              <a:gd name="connsiteX91" fmla="*/ 2378183 w 2405293"/>
              <a:gd name="connsiteY91" fmla="*/ 346183 h 581009"/>
              <a:gd name="connsiteX92" fmla="*/ 2369347 w 2405293"/>
              <a:gd name="connsiteY92" fmla="*/ 356388 h 581009"/>
              <a:gd name="connsiteX93" fmla="*/ 2346537 w 2405293"/>
              <a:gd name="connsiteY93" fmla="*/ 367282 h 581009"/>
              <a:gd name="connsiteX94" fmla="*/ 2095321 w 2405293"/>
              <a:gd name="connsiteY94" fmla="*/ 379641 h 581009"/>
              <a:gd name="connsiteX95" fmla="*/ 2095561 w 2405293"/>
              <a:gd name="connsiteY95" fmla="*/ 384515 h 581009"/>
              <a:gd name="connsiteX96" fmla="*/ 2300437 w 2405293"/>
              <a:gd name="connsiteY96" fmla="*/ 379321 h 581009"/>
              <a:gd name="connsiteX97" fmla="*/ 2291601 w 2405293"/>
              <a:gd name="connsiteY97" fmla="*/ 389526 h 581009"/>
              <a:gd name="connsiteX98" fmla="*/ 2305815 w 2405293"/>
              <a:gd name="connsiteY98" fmla="*/ 393712 h 581009"/>
              <a:gd name="connsiteX99" fmla="*/ 2082786 w 2405293"/>
              <a:gd name="connsiteY99" fmla="*/ 409571 h 581009"/>
              <a:gd name="connsiteX100" fmla="*/ 2078367 w 2405293"/>
              <a:gd name="connsiteY100" fmla="*/ 414673 h 581009"/>
              <a:gd name="connsiteX101" fmla="*/ 2101897 w 2405293"/>
              <a:gd name="connsiteY101" fmla="*/ 418401 h 581009"/>
              <a:gd name="connsiteX102" fmla="*/ 2405293 w 2405293"/>
              <a:gd name="connsiteY102" fmla="*/ 422690 h 581009"/>
              <a:gd name="connsiteX103" fmla="*/ 2400875 w 2405293"/>
              <a:gd name="connsiteY103" fmla="*/ 427793 h 581009"/>
              <a:gd name="connsiteX104" fmla="*/ 2228843 w 2405293"/>
              <a:gd name="connsiteY104" fmla="*/ 436257 h 581009"/>
              <a:gd name="connsiteX105" fmla="*/ 2229019 w 2405293"/>
              <a:gd name="connsiteY105" fmla="*/ 439831 h 581009"/>
              <a:gd name="connsiteX106" fmla="*/ 2200761 w 2405293"/>
              <a:gd name="connsiteY106" fmla="*/ 441221 h 581009"/>
              <a:gd name="connsiteX107" fmla="*/ 2205179 w 2405293"/>
              <a:gd name="connsiteY107" fmla="*/ 436118 h 581009"/>
              <a:gd name="connsiteX108" fmla="*/ 1971651 w 2405293"/>
              <a:gd name="connsiteY108" fmla="*/ 428392 h 581009"/>
              <a:gd name="connsiteX109" fmla="*/ 2107603 w 2405293"/>
              <a:gd name="connsiteY109" fmla="*/ 445804 h 581009"/>
              <a:gd name="connsiteX110" fmla="*/ 2042632 w 2405293"/>
              <a:gd name="connsiteY110" fmla="*/ 453887 h 581009"/>
              <a:gd name="connsiteX111" fmla="*/ 2019103 w 2405293"/>
              <a:gd name="connsiteY111" fmla="*/ 450158 h 581009"/>
              <a:gd name="connsiteX112" fmla="*/ 2113203 w 2405293"/>
              <a:gd name="connsiteY112" fmla="*/ 464745 h 581009"/>
              <a:gd name="connsiteX113" fmla="*/ 2169338 w 2405293"/>
              <a:gd name="connsiteY113" fmla="*/ 466869 h 581009"/>
              <a:gd name="connsiteX114" fmla="*/ 2156084 w 2405293"/>
              <a:gd name="connsiteY114" fmla="*/ 482177 h 581009"/>
              <a:gd name="connsiteX115" fmla="*/ 2198245 w 2405293"/>
              <a:gd name="connsiteY115" fmla="*/ 484988 h 581009"/>
              <a:gd name="connsiteX116" fmla="*/ 2258558 w 2405293"/>
              <a:gd name="connsiteY116" fmla="*/ 477135 h 581009"/>
              <a:gd name="connsiteX117" fmla="*/ 2059522 w 2405293"/>
              <a:gd name="connsiteY117" fmla="*/ 506144 h 581009"/>
              <a:gd name="connsiteX118" fmla="*/ 1961706 w 2405293"/>
              <a:gd name="connsiteY118" fmla="*/ 510956 h 581009"/>
              <a:gd name="connsiteX119" fmla="*/ 1966603 w 2405293"/>
              <a:gd name="connsiteY119" fmla="*/ 515601 h 581009"/>
              <a:gd name="connsiteX120" fmla="*/ 2092536 w 2405293"/>
              <a:gd name="connsiteY120" fmla="*/ 519175 h 581009"/>
              <a:gd name="connsiteX121" fmla="*/ 2041539 w 2405293"/>
              <a:gd name="connsiteY121" fmla="*/ 526570 h 581009"/>
              <a:gd name="connsiteX122" fmla="*/ 2004515 w 2405293"/>
              <a:gd name="connsiteY122" fmla="*/ 533277 h 581009"/>
              <a:gd name="connsiteX123" fmla="*/ 1575185 w 2405293"/>
              <a:gd name="connsiteY123" fmla="*/ 525413 h 581009"/>
              <a:gd name="connsiteX124" fmla="*/ 1421306 w 2405293"/>
              <a:gd name="connsiteY124" fmla="*/ 523213 h 581009"/>
              <a:gd name="connsiteX125" fmla="*/ 1421546 w 2405293"/>
              <a:gd name="connsiteY125" fmla="*/ 528087 h 581009"/>
              <a:gd name="connsiteX126" fmla="*/ 1351437 w 2405293"/>
              <a:gd name="connsiteY126" fmla="*/ 526650 h 581009"/>
              <a:gd name="connsiteX127" fmla="*/ 1295542 w 2405293"/>
              <a:gd name="connsiteY127" fmla="*/ 529400 h 581009"/>
              <a:gd name="connsiteX128" fmla="*/ 401283 w 2405293"/>
              <a:gd name="connsiteY128" fmla="*/ 549296 h 581009"/>
              <a:gd name="connsiteX129" fmla="*/ 237847 w 2405293"/>
              <a:gd name="connsiteY129" fmla="*/ 542681 h 581009"/>
              <a:gd name="connsiteX130" fmla="*/ 233429 w 2405293"/>
              <a:gd name="connsiteY130" fmla="*/ 547784 h 581009"/>
              <a:gd name="connsiteX131" fmla="*/ 1133545 w 2405293"/>
              <a:gd name="connsiteY131" fmla="*/ 552027 h 581009"/>
              <a:gd name="connsiteX132" fmla="*/ 1395021 w 2405293"/>
              <a:gd name="connsiteY132" fmla="*/ 558379 h 581009"/>
              <a:gd name="connsiteX133" fmla="*/ 895823 w 2405293"/>
              <a:gd name="connsiteY133" fmla="*/ 553952 h 581009"/>
              <a:gd name="connsiteX134" fmla="*/ 667896 w 2405293"/>
              <a:gd name="connsiteY134" fmla="*/ 565166 h 581009"/>
              <a:gd name="connsiteX135" fmla="*/ 672794 w 2405293"/>
              <a:gd name="connsiteY135" fmla="*/ 569810 h 581009"/>
              <a:gd name="connsiteX136" fmla="*/ 1302102 w 2405293"/>
              <a:gd name="connsiteY136" fmla="*/ 567835 h 581009"/>
              <a:gd name="connsiteX137" fmla="*/ 966410 w 2405293"/>
              <a:gd name="connsiteY137" fmla="*/ 565135 h 581009"/>
              <a:gd name="connsiteX138" fmla="*/ 570630 w 2405293"/>
              <a:gd name="connsiteY138" fmla="*/ 574837 h 581009"/>
              <a:gd name="connsiteX139" fmla="*/ 445177 w 2405293"/>
              <a:gd name="connsiteY139" fmla="*/ 581009 h 581009"/>
              <a:gd name="connsiteX140" fmla="*/ 107583 w 2405293"/>
              <a:gd name="connsiteY140" fmla="*/ 539645 h 581009"/>
              <a:gd name="connsiteX141" fmla="*/ 116659 w 2405293"/>
              <a:gd name="connsiteY141" fmla="*/ 534312 h 581009"/>
              <a:gd name="connsiteX142" fmla="*/ 87768 w 2405293"/>
              <a:gd name="connsiteY142" fmla="*/ 516518 h 581009"/>
              <a:gd name="connsiteX143" fmla="*/ 35588 w 2405293"/>
              <a:gd name="connsiteY143" fmla="*/ 499870 h 581009"/>
              <a:gd name="connsiteX144" fmla="*/ 33926 w 2405293"/>
              <a:gd name="connsiteY144" fmla="*/ 466078 h 581009"/>
              <a:gd name="connsiteX145" fmla="*/ 123369 w 2405293"/>
              <a:gd name="connsiteY145" fmla="*/ 480894 h 581009"/>
              <a:gd name="connsiteX146" fmla="*/ 151077 w 2405293"/>
              <a:gd name="connsiteY146" fmla="*/ 474646 h 581009"/>
              <a:gd name="connsiteX147" fmla="*/ 99120 w 2405293"/>
              <a:gd name="connsiteY147" fmla="*/ 462546 h 581009"/>
              <a:gd name="connsiteX148" fmla="*/ 103539 w 2405293"/>
              <a:gd name="connsiteY148" fmla="*/ 457443 h 581009"/>
              <a:gd name="connsiteX149" fmla="*/ 102819 w 2405293"/>
              <a:gd name="connsiteY149" fmla="*/ 442822 h 581009"/>
              <a:gd name="connsiteX150" fmla="*/ 130767 w 2405293"/>
              <a:gd name="connsiteY150" fmla="*/ 441447 h 581009"/>
              <a:gd name="connsiteX151" fmla="*/ 82285 w 2405293"/>
              <a:gd name="connsiteY151" fmla="*/ 405074 h 581009"/>
              <a:gd name="connsiteX152" fmla="*/ 105335 w 2405293"/>
              <a:gd name="connsiteY152" fmla="*/ 399055 h 581009"/>
              <a:gd name="connsiteX153" fmla="*/ 44063 w 2405293"/>
              <a:gd name="connsiteY153" fmla="*/ 387413 h 581009"/>
              <a:gd name="connsiteX154" fmla="*/ 15396 w 2405293"/>
              <a:gd name="connsiteY154" fmla="*/ 374167 h 581009"/>
              <a:gd name="connsiteX155" fmla="*/ 19815 w 2405293"/>
              <a:gd name="connsiteY155" fmla="*/ 369065 h 581009"/>
              <a:gd name="connsiteX156" fmla="*/ 10259 w 2405293"/>
              <a:gd name="connsiteY156" fmla="*/ 364649 h 581009"/>
              <a:gd name="connsiteX157" fmla="*/ 5600 w 2405293"/>
              <a:gd name="connsiteY157" fmla="*/ 364878 h 581009"/>
              <a:gd name="connsiteX158" fmla="*/ 0 w 2405293"/>
              <a:gd name="connsiteY158" fmla="*/ 345938 h 581009"/>
              <a:gd name="connsiteX159" fmla="*/ 18631 w 2405293"/>
              <a:gd name="connsiteY159" fmla="*/ 345022 h 581009"/>
              <a:gd name="connsiteX160" fmla="*/ 79664 w 2405293"/>
              <a:gd name="connsiteY160" fmla="*/ 351790 h 581009"/>
              <a:gd name="connsiteX161" fmla="*/ 78721 w 2405293"/>
              <a:gd name="connsiteY161" fmla="*/ 332620 h 581009"/>
              <a:gd name="connsiteX162" fmla="*/ 92215 w 2405293"/>
              <a:gd name="connsiteY162" fmla="*/ 322185 h 581009"/>
              <a:gd name="connsiteX163" fmla="*/ 40035 w 2405293"/>
              <a:gd name="connsiteY163" fmla="*/ 305537 h 581009"/>
              <a:gd name="connsiteX164" fmla="*/ 21163 w 2405293"/>
              <a:gd name="connsiteY164" fmla="*/ 301580 h 581009"/>
              <a:gd name="connsiteX165" fmla="*/ 71681 w 2405293"/>
              <a:gd name="connsiteY165" fmla="*/ 284438 h 581009"/>
              <a:gd name="connsiteX166" fmla="*/ 113362 w 2405293"/>
              <a:gd name="connsiteY166" fmla="*/ 277502 h 581009"/>
              <a:gd name="connsiteX167" fmla="*/ 85655 w 2405293"/>
              <a:gd name="connsiteY167" fmla="*/ 283750 h 581009"/>
              <a:gd name="connsiteX168" fmla="*/ 151105 w 2405293"/>
              <a:gd name="connsiteY168" fmla="*/ 285416 h 581009"/>
              <a:gd name="connsiteX169" fmla="*/ 103583 w 2405293"/>
              <a:gd name="connsiteY169" fmla="*/ 268538 h 581009"/>
              <a:gd name="connsiteX170" fmla="*/ 70498 w 2405293"/>
              <a:gd name="connsiteY170" fmla="*/ 260394 h 581009"/>
              <a:gd name="connsiteX171" fmla="*/ 60702 w 2405293"/>
              <a:gd name="connsiteY171" fmla="*/ 251106 h 581009"/>
              <a:gd name="connsiteX172" fmla="*/ 65120 w 2405293"/>
              <a:gd name="connsiteY172" fmla="*/ 246003 h 581009"/>
              <a:gd name="connsiteX173" fmla="*/ 55565 w 2405293"/>
              <a:gd name="connsiteY173" fmla="*/ 241588 h 581009"/>
              <a:gd name="connsiteX174" fmla="*/ 92349 w 2405293"/>
              <a:gd name="connsiteY174" fmla="*/ 230007 h 581009"/>
              <a:gd name="connsiteX175" fmla="*/ 64161 w 2405293"/>
              <a:gd name="connsiteY175" fmla="*/ 226508 h 581009"/>
              <a:gd name="connsiteX176" fmla="*/ 96288 w 2405293"/>
              <a:gd name="connsiteY176" fmla="*/ 215157 h 581009"/>
              <a:gd name="connsiteX177" fmla="*/ 96048 w 2405293"/>
              <a:gd name="connsiteY177" fmla="*/ 210284 h 581009"/>
              <a:gd name="connsiteX178" fmla="*/ 155881 w 2405293"/>
              <a:gd name="connsiteY178" fmla="*/ 192683 h 581009"/>
              <a:gd name="connsiteX179" fmla="*/ 155401 w 2405293"/>
              <a:gd name="connsiteY179" fmla="*/ 182936 h 581009"/>
              <a:gd name="connsiteX180" fmla="*/ 80635 w 2405293"/>
              <a:gd name="connsiteY180" fmla="*/ 181729 h 581009"/>
              <a:gd name="connsiteX181" fmla="*/ 131393 w 2405293"/>
              <a:gd name="connsiteY181" fmla="*/ 169461 h 581009"/>
              <a:gd name="connsiteX182" fmla="*/ 130450 w 2405293"/>
              <a:gd name="connsiteY182" fmla="*/ 150292 h 581009"/>
              <a:gd name="connsiteX183" fmla="*/ 36348 w 2405293"/>
              <a:gd name="connsiteY183" fmla="*/ 135705 h 581009"/>
              <a:gd name="connsiteX184" fmla="*/ 73132 w 2405293"/>
              <a:gd name="connsiteY184" fmla="*/ 124124 h 581009"/>
              <a:gd name="connsiteX185" fmla="*/ 147658 w 2405293"/>
              <a:gd name="connsiteY185" fmla="*/ 120458 h 581009"/>
              <a:gd name="connsiteX186" fmla="*/ 67531 w 2405293"/>
              <a:gd name="connsiteY186" fmla="*/ 105184 h 581009"/>
              <a:gd name="connsiteX187" fmla="*/ 62633 w 2405293"/>
              <a:gd name="connsiteY187" fmla="*/ 100540 h 581009"/>
              <a:gd name="connsiteX188" fmla="*/ 144573 w 2405293"/>
              <a:gd name="connsiteY188" fmla="*/ 57751 h 581009"/>
              <a:gd name="connsiteX189" fmla="*/ 209304 w 2405293"/>
              <a:gd name="connsiteY189" fmla="*/ 44795 h 581009"/>
              <a:gd name="connsiteX190" fmla="*/ 260781 w 2405293"/>
              <a:gd name="connsiteY190" fmla="*/ 47148 h 581009"/>
              <a:gd name="connsiteX191" fmla="*/ 260541 w 2405293"/>
              <a:gd name="connsiteY191" fmla="*/ 42274 h 581009"/>
              <a:gd name="connsiteX192" fmla="*/ 204167 w 2405293"/>
              <a:gd name="connsiteY192" fmla="*/ 35277 h 581009"/>
              <a:gd name="connsiteX193" fmla="*/ 241430 w 2405293"/>
              <a:gd name="connsiteY193" fmla="*/ 33444 h 581009"/>
              <a:gd name="connsiteX194" fmla="*/ 441171 w 2405293"/>
              <a:gd name="connsiteY194" fmla="*/ 18731 h 581009"/>
              <a:gd name="connsiteX195" fmla="*/ 487509 w 2405293"/>
              <a:gd name="connsiteY195" fmla="*/ 11566 h 581009"/>
              <a:gd name="connsiteX196" fmla="*/ 571592 w 2405293"/>
              <a:gd name="connsiteY196" fmla="*/ 12314 h 581009"/>
              <a:gd name="connsiteX197" fmla="*/ 618410 w 2405293"/>
              <a:gd name="connsiteY197" fmla="*/ 14897 h 581009"/>
              <a:gd name="connsiteX198" fmla="*/ 1219069 w 2405293"/>
              <a:gd name="connsiteY198" fmla="*/ 0 h 58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</a:cxnLst>
            <a:rect l="l" t="t" r="r" b="b"/>
            <a:pathLst>
              <a:path w="2405293" h="581009">
                <a:moveTo>
                  <a:pt x="1801727" y="467042"/>
                </a:moveTo>
                <a:cubicBezTo>
                  <a:pt x="1801727" y="467042"/>
                  <a:pt x="1801727" y="467042"/>
                  <a:pt x="1797069" y="467271"/>
                </a:cubicBezTo>
                <a:lnTo>
                  <a:pt x="1955846" y="474115"/>
                </a:lnTo>
                <a:cubicBezTo>
                  <a:pt x="1955846" y="474115"/>
                  <a:pt x="1955846" y="474115"/>
                  <a:pt x="1801727" y="467042"/>
                </a:cubicBezTo>
                <a:close/>
                <a:moveTo>
                  <a:pt x="1992390" y="457661"/>
                </a:moveTo>
                <a:lnTo>
                  <a:pt x="1987972" y="462764"/>
                </a:lnTo>
                <a:cubicBezTo>
                  <a:pt x="1987972" y="462764"/>
                  <a:pt x="1987972" y="462764"/>
                  <a:pt x="2011262" y="461618"/>
                </a:cubicBezTo>
                <a:cubicBezTo>
                  <a:pt x="2011262" y="461618"/>
                  <a:pt x="2011262" y="461618"/>
                  <a:pt x="1992390" y="457661"/>
                </a:cubicBezTo>
                <a:close/>
                <a:moveTo>
                  <a:pt x="2229019" y="439831"/>
                </a:moveTo>
                <a:lnTo>
                  <a:pt x="2229083" y="441130"/>
                </a:lnTo>
                <a:lnTo>
                  <a:pt x="2229019" y="439831"/>
                </a:lnTo>
                <a:close/>
                <a:moveTo>
                  <a:pt x="39387" y="374616"/>
                </a:moveTo>
                <a:cubicBezTo>
                  <a:pt x="39387" y="374616"/>
                  <a:pt x="39387" y="374616"/>
                  <a:pt x="30071" y="375074"/>
                </a:cubicBezTo>
                <a:cubicBezTo>
                  <a:pt x="30550" y="384821"/>
                  <a:pt x="39387" y="374616"/>
                  <a:pt x="39387" y="374616"/>
                </a:cubicBezTo>
                <a:close/>
                <a:moveTo>
                  <a:pt x="2034151" y="177708"/>
                </a:moveTo>
                <a:lnTo>
                  <a:pt x="2043377" y="177986"/>
                </a:lnTo>
                <a:cubicBezTo>
                  <a:pt x="2034061" y="178445"/>
                  <a:pt x="2034061" y="178445"/>
                  <a:pt x="2034061" y="178445"/>
                </a:cubicBezTo>
                <a:close/>
                <a:moveTo>
                  <a:pt x="1755565" y="104535"/>
                </a:moveTo>
                <a:cubicBezTo>
                  <a:pt x="1755565" y="104535"/>
                  <a:pt x="1755565" y="104535"/>
                  <a:pt x="1751147" y="109638"/>
                </a:cubicBezTo>
                <a:cubicBezTo>
                  <a:pt x="1751147" y="109638"/>
                  <a:pt x="1751147" y="109638"/>
                  <a:pt x="1755565" y="104535"/>
                </a:cubicBezTo>
                <a:close/>
                <a:moveTo>
                  <a:pt x="2047743" y="70618"/>
                </a:moveTo>
                <a:cubicBezTo>
                  <a:pt x="2043325" y="75721"/>
                  <a:pt x="2043325" y="75721"/>
                  <a:pt x="2043325" y="75721"/>
                </a:cubicBezTo>
                <a:cubicBezTo>
                  <a:pt x="2043325" y="75721"/>
                  <a:pt x="2043325" y="75721"/>
                  <a:pt x="2033769" y="71305"/>
                </a:cubicBezTo>
                <a:cubicBezTo>
                  <a:pt x="2038428" y="71076"/>
                  <a:pt x="2043325" y="75721"/>
                  <a:pt x="2047743" y="70618"/>
                </a:cubicBezTo>
                <a:close/>
                <a:moveTo>
                  <a:pt x="2000780" y="65112"/>
                </a:moveTo>
                <a:cubicBezTo>
                  <a:pt x="1998451" y="65226"/>
                  <a:pt x="1997287" y="65284"/>
                  <a:pt x="1996153" y="65950"/>
                </a:cubicBezTo>
                <a:lnTo>
                  <a:pt x="1996092" y="66012"/>
                </a:lnTo>
                <a:lnTo>
                  <a:pt x="1992223" y="66754"/>
                </a:lnTo>
                <a:cubicBezTo>
                  <a:pt x="1989411" y="68114"/>
                  <a:pt x="1987202" y="70665"/>
                  <a:pt x="1987286" y="75547"/>
                </a:cubicBezTo>
                <a:cubicBezTo>
                  <a:pt x="1987286" y="75547"/>
                  <a:pt x="1987286" y="75547"/>
                  <a:pt x="1996602" y="75088"/>
                </a:cubicBezTo>
                <a:cubicBezTo>
                  <a:pt x="1996602" y="75088"/>
                  <a:pt x="1996602" y="75088"/>
                  <a:pt x="1991705" y="70444"/>
                </a:cubicBezTo>
                <a:lnTo>
                  <a:pt x="1996092" y="66012"/>
                </a:lnTo>
                <a:lnTo>
                  <a:pt x="2000780" y="65112"/>
                </a:lnTo>
                <a:cubicBezTo>
                  <a:pt x="2005439" y="64882"/>
                  <a:pt x="2010336" y="69527"/>
                  <a:pt x="2010336" y="69527"/>
                </a:cubicBezTo>
                <a:cubicBezTo>
                  <a:pt x="2005679" y="69757"/>
                  <a:pt x="2005439" y="64882"/>
                  <a:pt x="2000780" y="65112"/>
                </a:cubicBezTo>
                <a:close/>
                <a:moveTo>
                  <a:pt x="1963604" y="62381"/>
                </a:moveTo>
                <a:lnTo>
                  <a:pt x="1944973" y="63298"/>
                </a:lnTo>
                <a:cubicBezTo>
                  <a:pt x="1949870" y="67942"/>
                  <a:pt x="1968981" y="76773"/>
                  <a:pt x="1963604" y="62381"/>
                </a:cubicBezTo>
                <a:close/>
                <a:moveTo>
                  <a:pt x="1219069" y="0"/>
                </a:moveTo>
                <a:cubicBezTo>
                  <a:pt x="1322022" y="4706"/>
                  <a:pt x="1420062" y="4443"/>
                  <a:pt x="1527603" y="13808"/>
                </a:cubicBezTo>
                <a:cubicBezTo>
                  <a:pt x="1345792" y="13308"/>
                  <a:pt x="1149990" y="13170"/>
                  <a:pt x="959087" y="17677"/>
                </a:cubicBezTo>
                <a:cubicBezTo>
                  <a:pt x="959087" y="17677"/>
                  <a:pt x="959087" y="17677"/>
                  <a:pt x="945113" y="18365"/>
                </a:cubicBezTo>
                <a:cubicBezTo>
                  <a:pt x="945113" y="18365"/>
                  <a:pt x="945113" y="18365"/>
                  <a:pt x="1103891" y="25209"/>
                </a:cubicBezTo>
                <a:cubicBezTo>
                  <a:pt x="1103891" y="25209"/>
                  <a:pt x="1103891" y="25209"/>
                  <a:pt x="1649598" y="32233"/>
                </a:cubicBezTo>
                <a:cubicBezTo>
                  <a:pt x="1789727" y="39669"/>
                  <a:pt x="1934841" y="47186"/>
                  <a:pt x="2071033" y="69472"/>
                </a:cubicBezTo>
                <a:cubicBezTo>
                  <a:pt x="2057299" y="75034"/>
                  <a:pt x="2023735" y="57143"/>
                  <a:pt x="2015138" y="72222"/>
                </a:cubicBezTo>
                <a:cubicBezTo>
                  <a:pt x="2020276" y="81740"/>
                  <a:pt x="2029351" y="76408"/>
                  <a:pt x="2038907" y="80824"/>
                </a:cubicBezTo>
                <a:cubicBezTo>
                  <a:pt x="2038907" y="80824"/>
                  <a:pt x="2038907" y="80824"/>
                  <a:pt x="2043325" y="75721"/>
                </a:cubicBezTo>
                <a:cubicBezTo>
                  <a:pt x="2052881" y="80136"/>
                  <a:pt x="2062436" y="84551"/>
                  <a:pt x="2066615" y="74575"/>
                </a:cubicBezTo>
                <a:cubicBezTo>
                  <a:pt x="2066854" y="79449"/>
                  <a:pt x="2066854" y="79449"/>
                  <a:pt x="2066854" y="79449"/>
                </a:cubicBezTo>
                <a:cubicBezTo>
                  <a:pt x="2080348" y="69013"/>
                  <a:pt x="2090384" y="83176"/>
                  <a:pt x="2104118" y="77615"/>
                </a:cubicBezTo>
                <a:cubicBezTo>
                  <a:pt x="2127631" y="81018"/>
                  <a:pt x="2165374" y="88932"/>
                  <a:pt x="2179587" y="93118"/>
                </a:cubicBezTo>
                <a:cubicBezTo>
                  <a:pt x="2109719" y="96556"/>
                  <a:pt x="2025484" y="86369"/>
                  <a:pt x="1960034" y="84704"/>
                </a:cubicBezTo>
                <a:cubicBezTo>
                  <a:pt x="1941162" y="80747"/>
                  <a:pt x="1917633" y="77019"/>
                  <a:pt x="1904138" y="87454"/>
                </a:cubicBezTo>
                <a:cubicBezTo>
                  <a:pt x="1955768" y="99244"/>
                  <a:pt x="2011439" y="91946"/>
                  <a:pt x="2058962" y="108823"/>
                </a:cubicBezTo>
                <a:cubicBezTo>
                  <a:pt x="1960922" y="109088"/>
                  <a:pt x="1844066" y="100181"/>
                  <a:pt x="1755565" y="104535"/>
                </a:cubicBezTo>
                <a:cubicBezTo>
                  <a:pt x="1727138" y="96162"/>
                  <a:pt x="1695012" y="107514"/>
                  <a:pt x="1666825" y="104015"/>
                </a:cubicBezTo>
                <a:cubicBezTo>
                  <a:pt x="1666825" y="104015"/>
                  <a:pt x="1666825" y="104015"/>
                  <a:pt x="1671723" y="108660"/>
                </a:cubicBezTo>
                <a:cubicBezTo>
                  <a:pt x="1751850" y="123933"/>
                  <a:pt x="1840040" y="119594"/>
                  <a:pt x="1924601" y="130090"/>
                </a:cubicBezTo>
                <a:cubicBezTo>
                  <a:pt x="1887889" y="136782"/>
                  <a:pt x="1835693" y="119808"/>
                  <a:pt x="1798909" y="131389"/>
                </a:cubicBezTo>
                <a:cubicBezTo>
                  <a:pt x="1840999" y="139089"/>
                  <a:pt x="1882920" y="137026"/>
                  <a:pt x="1920423" y="140067"/>
                </a:cubicBezTo>
                <a:cubicBezTo>
                  <a:pt x="1916005" y="145170"/>
                  <a:pt x="1906449" y="140755"/>
                  <a:pt x="1906929" y="150501"/>
                </a:cubicBezTo>
                <a:cubicBezTo>
                  <a:pt x="1939224" y="148913"/>
                  <a:pt x="1986283" y="156368"/>
                  <a:pt x="2019128" y="159638"/>
                </a:cubicBezTo>
                <a:cubicBezTo>
                  <a:pt x="2019847" y="174259"/>
                  <a:pt x="2000017" y="150807"/>
                  <a:pt x="1986522" y="161242"/>
                </a:cubicBezTo>
                <a:cubicBezTo>
                  <a:pt x="1986762" y="166115"/>
                  <a:pt x="1991420" y="165886"/>
                  <a:pt x="1996078" y="165657"/>
                </a:cubicBezTo>
                <a:cubicBezTo>
                  <a:pt x="1991900" y="175634"/>
                  <a:pt x="2005634" y="170073"/>
                  <a:pt x="2010532" y="174717"/>
                </a:cubicBezTo>
                <a:cubicBezTo>
                  <a:pt x="2029403" y="178674"/>
                  <a:pt x="2042418" y="158492"/>
                  <a:pt x="2061529" y="167323"/>
                </a:cubicBezTo>
                <a:cubicBezTo>
                  <a:pt x="2054901" y="174976"/>
                  <a:pt x="2039740" y="169310"/>
                  <a:pt x="2034842" y="172070"/>
                </a:cubicBezTo>
                <a:lnTo>
                  <a:pt x="2034151" y="177708"/>
                </a:lnTo>
                <a:lnTo>
                  <a:pt x="1868334" y="172716"/>
                </a:lnTo>
                <a:cubicBezTo>
                  <a:pt x="1809922" y="170175"/>
                  <a:pt x="1751540" y="168243"/>
                  <a:pt x="1693471" y="171100"/>
                </a:cubicBezTo>
                <a:cubicBezTo>
                  <a:pt x="1745172" y="178001"/>
                  <a:pt x="1805174" y="170164"/>
                  <a:pt x="1857130" y="182264"/>
                </a:cubicBezTo>
                <a:cubicBezTo>
                  <a:pt x="2006114" y="179820"/>
                  <a:pt x="2147992" y="216482"/>
                  <a:pt x="2301393" y="208935"/>
                </a:cubicBezTo>
                <a:cubicBezTo>
                  <a:pt x="2241559" y="226535"/>
                  <a:pt x="2162206" y="220669"/>
                  <a:pt x="2092338" y="224106"/>
                </a:cubicBezTo>
                <a:cubicBezTo>
                  <a:pt x="2092338" y="224106"/>
                  <a:pt x="2092338" y="224106"/>
                  <a:pt x="2008016" y="218484"/>
                </a:cubicBezTo>
                <a:cubicBezTo>
                  <a:pt x="1994042" y="219171"/>
                  <a:pt x="2008495" y="228231"/>
                  <a:pt x="2004077" y="233334"/>
                </a:cubicBezTo>
                <a:cubicBezTo>
                  <a:pt x="2074409" y="239319"/>
                  <a:pt x="2148625" y="235667"/>
                  <a:pt x="2214315" y="242206"/>
                </a:cubicBezTo>
                <a:cubicBezTo>
                  <a:pt x="2224574" y="260917"/>
                  <a:pt x="2261358" y="249337"/>
                  <a:pt x="2280469" y="258167"/>
                </a:cubicBezTo>
                <a:cubicBezTo>
                  <a:pt x="2298861" y="252377"/>
                  <a:pt x="2327048" y="255876"/>
                  <a:pt x="2350338" y="254730"/>
                </a:cubicBezTo>
                <a:cubicBezTo>
                  <a:pt x="2332186" y="265394"/>
                  <a:pt x="2303998" y="261895"/>
                  <a:pt x="2285607" y="267686"/>
                </a:cubicBezTo>
                <a:cubicBezTo>
                  <a:pt x="2285607" y="267686"/>
                  <a:pt x="2285607" y="267686"/>
                  <a:pt x="2290504" y="272330"/>
                </a:cubicBezTo>
                <a:cubicBezTo>
                  <a:pt x="2290504" y="272330"/>
                  <a:pt x="2290504" y="272330"/>
                  <a:pt x="2369928" y="273307"/>
                </a:cubicBezTo>
                <a:cubicBezTo>
                  <a:pt x="2369928" y="273307"/>
                  <a:pt x="2369928" y="273307"/>
                  <a:pt x="2370168" y="278182"/>
                </a:cubicBezTo>
                <a:cubicBezTo>
                  <a:pt x="2360852" y="278640"/>
                  <a:pt x="2361332" y="288387"/>
                  <a:pt x="2356674" y="288616"/>
                </a:cubicBezTo>
                <a:cubicBezTo>
                  <a:pt x="2342700" y="289303"/>
                  <a:pt x="2328726" y="289991"/>
                  <a:pt x="2314992" y="295552"/>
                </a:cubicBezTo>
                <a:cubicBezTo>
                  <a:pt x="2277250" y="287638"/>
                  <a:pt x="2245124" y="298990"/>
                  <a:pt x="2212758" y="305468"/>
                </a:cubicBezTo>
                <a:cubicBezTo>
                  <a:pt x="2212758" y="305468"/>
                  <a:pt x="2212758" y="305468"/>
                  <a:pt x="2338931" y="313916"/>
                </a:cubicBezTo>
                <a:cubicBezTo>
                  <a:pt x="2231870" y="314298"/>
                  <a:pt x="2120319" y="324672"/>
                  <a:pt x="2013259" y="325053"/>
                </a:cubicBezTo>
                <a:cubicBezTo>
                  <a:pt x="2013259" y="325053"/>
                  <a:pt x="2013259" y="325053"/>
                  <a:pt x="2013499" y="329927"/>
                </a:cubicBezTo>
                <a:cubicBezTo>
                  <a:pt x="2088265" y="331134"/>
                  <a:pt x="2167618" y="337001"/>
                  <a:pt x="2246802" y="333106"/>
                </a:cubicBezTo>
                <a:cubicBezTo>
                  <a:pt x="2266393" y="351683"/>
                  <a:pt x="2293621" y="335687"/>
                  <a:pt x="2317390" y="344288"/>
                </a:cubicBezTo>
                <a:cubicBezTo>
                  <a:pt x="2317390" y="344288"/>
                  <a:pt x="2317390" y="344288"/>
                  <a:pt x="2378183" y="346183"/>
                </a:cubicBezTo>
                <a:cubicBezTo>
                  <a:pt x="2373765" y="351286"/>
                  <a:pt x="2374005" y="356159"/>
                  <a:pt x="2369347" y="356388"/>
                </a:cubicBezTo>
                <a:cubicBezTo>
                  <a:pt x="2359791" y="351973"/>
                  <a:pt x="2355613" y="361950"/>
                  <a:pt x="2346537" y="367282"/>
                </a:cubicBezTo>
                <a:cubicBezTo>
                  <a:pt x="2262934" y="376280"/>
                  <a:pt x="2179163" y="375516"/>
                  <a:pt x="2095321" y="379641"/>
                </a:cubicBezTo>
                <a:cubicBezTo>
                  <a:pt x="2095321" y="379641"/>
                  <a:pt x="2095321" y="379641"/>
                  <a:pt x="2095561" y="384515"/>
                </a:cubicBezTo>
                <a:cubicBezTo>
                  <a:pt x="2161251" y="391054"/>
                  <a:pt x="2230569" y="382758"/>
                  <a:pt x="2300437" y="379321"/>
                </a:cubicBezTo>
                <a:cubicBezTo>
                  <a:pt x="2300437" y="379321"/>
                  <a:pt x="2300437" y="379321"/>
                  <a:pt x="2291601" y="389526"/>
                </a:cubicBezTo>
                <a:cubicBezTo>
                  <a:pt x="2291601" y="389526"/>
                  <a:pt x="2291601" y="389526"/>
                  <a:pt x="2305815" y="393712"/>
                </a:cubicBezTo>
                <a:cubicBezTo>
                  <a:pt x="2231048" y="392505"/>
                  <a:pt x="2161970" y="405675"/>
                  <a:pt x="2082786" y="409571"/>
                </a:cubicBezTo>
                <a:cubicBezTo>
                  <a:pt x="2082786" y="409571"/>
                  <a:pt x="2082786" y="409571"/>
                  <a:pt x="2078367" y="414673"/>
                </a:cubicBezTo>
                <a:cubicBezTo>
                  <a:pt x="2078367" y="414673"/>
                  <a:pt x="2078367" y="414673"/>
                  <a:pt x="2101897" y="418401"/>
                </a:cubicBezTo>
                <a:cubicBezTo>
                  <a:pt x="2205074" y="427656"/>
                  <a:pt x="2298472" y="427946"/>
                  <a:pt x="2405293" y="422690"/>
                </a:cubicBezTo>
                <a:cubicBezTo>
                  <a:pt x="2405293" y="422690"/>
                  <a:pt x="2405293" y="422690"/>
                  <a:pt x="2400875" y="427793"/>
                </a:cubicBezTo>
                <a:cubicBezTo>
                  <a:pt x="2344980" y="430543"/>
                  <a:pt x="2284738" y="433507"/>
                  <a:pt x="2228843" y="436257"/>
                </a:cubicBezTo>
                <a:lnTo>
                  <a:pt x="2229019" y="439831"/>
                </a:lnTo>
                <a:lnTo>
                  <a:pt x="2200761" y="441221"/>
                </a:lnTo>
                <a:cubicBezTo>
                  <a:pt x="2200761" y="441221"/>
                  <a:pt x="2200761" y="441221"/>
                  <a:pt x="2205179" y="436118"/>
                </a:cubicBezTo>
                <a:cubicBezTo>
                  <a:pt x="2130189" y="430363"/>
                  <a:pt x="2046417" y="429599"/>
                  <a:pt x="1971651" y="428392"/>
                </a:cubicBezTo>
                <a:cubicBezTo>
                  <a:pt x="2018383" y="435538"/>
                  <a:pt x="2060784" y="443223"/>
                  <a:pt x="2107603" y="445804"/>
                </a:cubicBezTo>
                <a:cubicBezTo>
                  <a:pt x="2089211" y="451595"/>
                  <a:pt x="2065202" y="438120"/>
                  <a:pt x="2042632" y="453887"/>
                </a:cubicBezTo>
                <a:cubicBezTo>
                  <a:pt x="2037974" y="454116"/>
                  <a:pt x="2023760" y="449929"/>
                  <a:pt x="2019103" y="450158"/>
                </a:cubicBezTo>
                <a:cubicBezTo>
                  <a:pt x="2038917" y="473285"/>
                  <a:pt x="2085256" y="466120"/>
                  <a:pt x="2113203" y="464745"/>
                </a:cubicBezTo>
                <a:cubicBezTo>
                  <a:pt x="2113203" y="464745"/>
                  <a:pt x="2113203" y="464745"/>
                  <a:pt x="2169338" y="466869"/>
                </a:cubicBezTo>
                <a:cubicBezTo>
                  <a:pt x="2164920" y="471971"/>
                  <a:pt x="2146049" y="468014"/>
                  <a:pt x="2156084" y="482177"/>
                </a:cubicBezTo>
                <a:cubicBezTo>
                  <a:pt x="2165640" y="486592"/>
                  <a:pt x="2184271" y="485675"/>
                  <a:pt x="2198245" y="484988"/>
                </a:cubicBezTo>
                <a:cubicBezTo>
                  <a:pt x="2198245" y="484988"/>
                  <a:pt x="2198245" y="484988"/>
                  <a:pt x="2258558" y="477135"/>
                </a:cubicBezTo>
                <a:cubicBezTo>
                  <a:pt x="2208743" y="508573"/>
                  <a:pt x="2129390" y="502706"/>
                  <a:pt x="2059522" y="506144"/>
                </a:cubicBezTo>
                <a:cubicBezTo>
                  <a:pt x="2031814" y="512392"/>
                  <a:pt x="1993832" y="499605"/>
                  <a:pt x="1961706" y="510956"/>
                </a:cubicBezTo>
                <a:cubicBezTo>
                  <a:pt x="1961706" y="510956"/>
                  <a:pt x="1961706" y="510956"/>
                  <a:pt x="1966603" y="515601"/>
                </a:cubicBezTo>
                <a:cubicBezTo>
                  <a:pt x="2008214" y="513553"/>
                  <a:pt x="2054793" y="511262"/>
                  <a:pt x="2092536" y="519175"/>
                </a:cubicBezTo>
                <a:cubicBezTo>
                  <a:pt x="2078802" y="524737"/>
                  <a:pt x="2060170" y="525654"/>
                  <a:pt x="2041539" y="526570"/>
                </a:cubicBezTo>
                <a:cubicBezTo>
                  <a:pt x="2041539" y="526570"/>
                  <a:pt x="2041539" y="526570"/>
                  <a:pt x="2004515" y="533277"/>
                </a:cubicBezTo>
                <a:cubicBezTo>
                  <a:pt x="2004515" y="533277"/>
                  <a:pt x="2004515" y="533277"/>
                  <a:pt x="1575185" y="525413"/>
                </a:cubicBezTo>
                <a:cubicBezTo>
                  <a:pt x="1575185" y="525413"/>
                  <a:pt x="1575185" y="525413"/>
                  <a:pt x="1421306" y="523213"/>
                </a:cubicBezTo>
                <a:cubicBezTo>
                  <a:pt x="1421306" y="523213"/>
                  <a:pt x="1421306" y="523213"/>
                  <a:pt x="1421546" y="528087"/>
                </a:cubicBezTo>
                <a:cubicBezTo>
                  <a:pt x="1407092" y="519027"/>
                  <a:pt x="1364931" y="516216"/>
                  <a:pt x="1351437" y="526650"/>
                </a:cubicBezTo>
                <a:cubicBezTo>
                  <a:pt x="1336984" y="517591"/>
                  <a:pt x="1309037" y="518966"/>
                  <a:pt x="1295542" y="529400"/>
                </a:cubicBezTo>
                <a:cubicBezTo>
                  <a:pt x="1001221" y="519779"/>
                  <a:pt x="694181" y="530000"/>
                  <a:pt x="401283" y="549296"/>
                </a:cubicBezTo>
                <a:cubicBezTo>
                  <a:pt x="401283" y="549296"/>
                  <a:pt x="401283" y="549296"/>
                  <a:pt x="237847" y="542681"/>
                </a:cubicBezTo>
                <a:cubicBezTo>
                  <a:pt x="237847" y="542681"/>
                  <a:pt x="237847" y="542681"/>
                  <a:pt x="233429" y="547784"/>
                </a:cubicBezTo>
                <a:cubicBezTo>
                  <a:pt x="538265" y="581314"/>
                  <a:pt x="825011" y="538220"/>
                  <a:pt x="1133545" y="552027"/>
                </a:cubicBezTo>
                <a:cubicBezTo>
                  <a:pt x="1217611" y="552451"/>
                  <a:pt x="1310459" y="547883"/>
                  <a:pt x="1395021" y="558379"/>
                </a:cubicBezTo>
                <a:cubicBezTo>
                  <a:pt x="1395021" y="558379"/>
                  <a:pt x="1395021" y="558379"/>
                  <a:pt x="895823" y="553952"/>
                </a:cubicBezTo>
                <a:cubicBezTo>
                  <a:pt x="816639" y="557848"/>
                  <a:pt x="742183" y="556625"/>
                  <a:pt x="667896" y="565166"/>
                </a:cubicBezTo>
                <a:cubicBezTo>
                  <a:pt x="667896" y="565166"/>
                  <a:pt x="667896" y="565166"/>
                  <a:pt x="672794" y="569810"/>
                </a:cubicBezTo>
                <a:cubicBezTo>
                  <a:pt x="886747" y="559284"/>
                  <a:pt x="1110495" y="558046"/>
                  <a:pt x="1302102" y="567835"/>
                </a:cubicBezTo>
                <a:cubicBezTo>
                  <a:pt x="1302102" y="567835"/>
                  <a:pt x="1302102" y="567835"/>
                  <a:pt x="966410" y="565135"/>
                </a:cubicBezTo>
                <a:cubicBezTo>
                  <a:pt x="966410" y="565135"/>
                  <a:pt x="966410" y="565135"/>
                  <a:pt x="570630" y="574837"/>
                </a:cubicBezTo>
                <a:cubicBezTo>
                  <a:pt x="529019" y="576884"/>
                  <a:pt x="487098" y="578946"/>
                  <a:pt x="445177" y="581009"/>
                </a:cubicBezTo>
                <a:cubicBezTo>
                  <a:pt x="333234" y="577072"/>
                  <a:pt x="207541" y="578370"/>
                  <a:pt x="107583" y="539645"/>
                </a:cubicBezTo>
                <a:cubicBezTo>
                  <a:pt x="107583" y="539645"/>
                  <a:pt x="107583" y="539645"/>
                  <a:pt x="116659" y="534312"/>
                </a:cubicBezTo>
                <a:cubicBezTo>
                  <a:pt x="102685" y="535000"/>
                  <a:pt x="110818" y="510498"/>
                  <a:pt x="87768" y="516518"/>
                </a:cubicBezTo>
                <a:cubicBezTo>
                  <a:pt x="69137" y="517435"/>
                  <a:pt x="54460" y="503826"/>
                  <a:pt x="35588" y="499870"/>
                </a:cubicBezTo>
                <a:cubicBezTo>
                  <a:pt x="35588" y="499870"/>
                  <a:pt x="35588" y="499870"/>
                  <a:pt x="33926" y="466078"/>
                </a:cubicBezTo>
                <a:cubicBezTo>
                  <a:pt x="57679" y="474355"/>
                  <a:pt x="94942" y="472522"/>
                  <a:pt x="123369" y="480894"/>
                </a:cubicBezTo>
                <a:cubicBezTo>
                  <a:pt x="127548" y="470917"/>
                  <a:pt x="142240" y="484851"/>
                  <a:pt x="151077" y="474646"/>
                </a:cubicBezTo>
                <a:cubicBezTo>
                  <a:pt x="132205" y="470688"/>
                  <a:pt x="117992" y="466502"/>
                  <a:pt x="99120" y="462546"/>
                </a:cubicBezTo>
                <a:cubicBezTo>
                  <a:pt x="103539" y="457443"/>
                  <a:pt x="103539" y="457443"/>
                  <a:pt x="103539" y="457443"/>
                </a:cubicBezTo>
                <a:cubicBezTo>
                  <a:pt x="93983" y="453027"/>
                  <a:pt x="102819" y="442822"/>
                  <a:pt x="102819" y="442822"/>
                </a:cubicBezTo>
                <a:cubicBezTo>
                  <a:pt x="102819" y="442822"/>
                  <a:pt x="102819" y="442822"/>
                  <a:pt x="130767" y="441447"/>
                </a:cubicBezTo>
                <a:cubicBezTo>
                  <a:pt x="129344" y="412530"/>
                  <a:pt x="87886" y="424015"/>
                  <a:pt x="82285" y="405074"/>
                </a:cubicBezTo>
                <a:cubicBezTo>
                  <a:pt x="91362" y="399743"/>
                  <a:pt x="100917" y="404158"/>
                  <a:pt x="105335" y="399055"/>
                </a:cubicBezTo>
                <a:cubicBezTo>
                  <a:pt x="90882" y="389995"/>
                  <a:pt x="67592" y="391141"/>
                  <a:pt x="44063" y="387413"/>
                </a:cubicBezTo>
                <a:cubicBezTo>
                  <a:pt x="43344" y="372792"/>
                  <a:pt x="20773" y="388559"/>
                  <a:pt x="15396" y="374167"/>
                </a:cubicBezTo>
                <a:cubicBezTo>
                  <a:pt x="20054" y="373938"/>
                  <a:pt x="20054" y="373938"/>
                  <a:pt x="19815" y="369065"/>
                </a:cubicBezTo>
                <a:cubicBezTo>
                  <a:pt x="15156" y="369294"/>
                  <a:pt x="14917" y="364420"/>
                  <a:pt x="10259" y="364649"/>
                </a:cubicBezTo>
                <a:cubicBezTo>
                  <a:pt x="10259" y="364649"/>
                  <a:pt x="10259" y="364649"/>
                  <a:pt x="5600" y="364878"/>
                </a:cubicBezTo>
                <a:cubicBezTo>
                  <a:pt x="14693" y="359872"/>
                  <a:pt x="239" y="350812"/>
                  <a:pt x="0" y="345938"/>
                </a:cubicBezTo>
                <a:cubicBezTo>
                  <a:pt x="0" y="345938"/>
                  <a:pt x="0" y="345938"/>
                  <a:pt x="18631" y="345022"/>
                </a:cubicBezTo>
                <a:cubicBezTo>
                  <a:pt x="18631" y="345022"/>
                  <a:pt x="18631" y="345022"/>
                  <a:pt x="79664" y="351790"/>
                </a:cubicBezTo>
                <a:cubicBezTo>
                  <a:pt x="84098" y="347012"/>
                  <a:pt x="74303" y="337723"/>
                  <a:pt x="78721" y="332620"/>
                </a:cubicBezTo>
                <a:cubicBezTo>
                  <a:pt x="78721" y="332620"/>
                  <a:pt x="78721" y="332620"/>
                  <a:pt x="92215" y="322185"/>
                </a:cubicBezTo>
                <a:cubicBezTo>
                  <a:pt x="77538" y="308577"/>
                  <a:pt x="50293" y="324248"/>
                  <a:pt x="40035" y="305537"/>
                </a:cubicBezTo>
                <a:cubicBezTo>
                  <a:pt x="30719" y="305995"/>
                  <a:pt x="26301" y="311098"/>
                  <a:pt x="21163" y="301580"/>
                </a:cubicBezTo>
                <a:cubicBezTo>
                  <a:pt x="29520" y="281627"/>
                  <a:pt x="57707" y="285125"/>
                  <a:pt x="71681" y="284438"/>
                </a:cubicBezTo>
                <a:cubicBezTo>
                  <a:pt x="75619" y="269588"/>
                  <a:pt x="99389" y="278189"/>
                  <a:pt x="113362" y="277502"/>
                </a:cubicBezTo>
                <a:cubicBezTo>
                  <a:pt x="104286" y="282833"/>
                  <a:pt x="94491" y="273545"/>
                  <a:pt x="85655" y="283750"/>
                </a:cubicBezTo>
                <a:cubicBezTo>
                  <a:pt x="108944" y="282604"/>
                  <a:pt x="128055" y="291435"/>
                  <a:pt x="151105" y="285416"/>
                </a:cubicBezTo>
                <a:cubicBezTo>
                  <a:pt x="141086" y="271578"/>
                  <a:pt x="122215" y="267621"/>
                  <a:pt x="103583" y="268538"/>
                </a:cubicBezTo>
                <a:cubicBezTo>
                  <a:pt x="94027" y="264123"/>
                  <a:pt x="84712" y="264581"/>
                  <a:pt x="70498" y="260394"/>
                </a:cubicBezTo>
                <a:cubicBezTo>
                  <a:pt x="74916" y="255292"/>
                  <a:pt x="65360" y="250877"/>
                  <a:pt x="60702" y="251106"/>
                </a:cubicBezTo>
                <a:cubicBezTo>
                  <a:pt x="60702" y="251106"/>
                  <a:pt x="60702" y="251106"/>
                  <a:pt x="65120" y="246003"/>
                </a:cubicBezTo>
                <a:cubicBezTo>
                  <a:pt x="64881" y="241129"/>
                  <a:pt x="60463" y="246232"/>
                  <a:pt x="55565" y="241588"/>
                </a:cubicBezTo>
                <a:cubicBezTo>
                  <a:pt x="69779" y="245774"/>
                  <a:pt x="78615" y="235568"/>
                  <a:pt x="92349" y="230007"/>
                </a:cubicBezTo>
                <a:cubicBezTo>
                  <a:pt x="92349" y="230007"/>
                  <a:pt x="92349" y="230007"/>
                  <a:pt x="64161" y="226508"/>
                </a:cubicBezTo>
                <a:cubicBezTo>
                  <a:pt x="73238" y="221176"/>
                  <a:pt x="92349" y="230007"/>
                  <a:pt x="96288" y="215157"/>
                </a:cubicBezTo>
                <a:cubicBezTo>
                  <a:pt x="96288" y="215157"/>
                  <a:pt x="96288" y="215157"/>
                  <a:pt x="96048" y="210284"/>
                </a:cubicBezTo>
                <a:cubicBezTo>
                  <a:pt x="110245" y="214145"/>
                  <a:pt x="127454" y="184311"/>
                  <a:pt x="155881" y="192683"/>
                </a:cubicBezTo>
                <a:cubicBezTo>
                  <a:pt x="160539" y="192454"/>
                  <a:pt x="155641" y="187810"/>
                  <a:pt x="155401" y="182936"/>
                </a:cubicBezTo>
                <a:cubicBezTo>
                  <a:pt x="155401" y="182936"/>
                  <a:pt x="155401" y="182936"/>
                  <a:pt x="80635" y="181729"/>
                </a:cubicBezTo>
                <a:cubicBezTo>
                  <a:pt x="93410" y="156673"/>
                  <a:pt x="117419" y="170148"/>
                  <a:pt x="131393" y="169461"/>
                </a:cubicBezTo>
                <a:cubicBezTo>
                  <a:pt x="126271" y="160268"/>
                  <a:pt x="126032" y="155394"/>
                  <a:pt x="130450" y="150292"/>
                </a:cubicBezTo>
                <a:cubicBezTo>
                  <a:pt x="102038" y="142244"/>
                  <a:pt x="68954" y="134101"/>
                  <a:pt x="36348" y="135705"/>
                </a:cubicBezTo>
                <a:cubicBezTo>
                  <a:pt x="40526" y="125728"/>
                  <a:pt x="59398" y="129686"/>
                  <a:pt x="73132" y="124124"/>
                </a:cubicBezTo>
                <a:cubicBezTo>
                  <a:pt x="96422" y="122978"/>
                  <a:pt x="124608" y="126478"/>
                  <a:pt x="147658" y="120458"/>
                </a:cubicBezTo>
                <a:cubicBezTo>
                  <a:pt x="118768" y="102664"/>
                  <a:pt x="96661" y="127853"/>
                  <a:pt x="67531" y="105184"/>
                </a:cubicBezTo>
                <a:cubicBezTo>
                  <a:pt x="67531" y="105184"/>
                  <a:pt x="67531" y="105184"/>
                  <a:pt x="62633" y="100540"/>
                </a:cubicBezTo>
                <a:cubicBezTo>
                  <a:pt x="84500" y="70477"/>
                  <a:pt x="117105" y="68873"/>
                  <a:pt x="144573" y="57751"/>
                </a:cubicBezTo>
                <a:cubicBezTo>
                  <a:pt x="157588" y="37569"/>
                  <a:pt x="186255" y="50814"/>
                  <a:pt x="209304" y="44795"/>
                </a:cubicBezTo>
                <a:cubicBezTo>
                  <a:pt x="223758" y="53855"/>
                  <a:pt x="241910" y="43191"/>
                  <a:pt x="260781" y="47148"/>
                </a:cubicBezTo>
                <a:cubicBezTo>
                  <a:pt x="260781" y="47148"/>
                  <a:pt x="260781" y="47148"/>
                  <a:pt x="260541" y="42274"/>
                </a:cubicBezTo>
                <a:cubicBezTo>
                  <a:pt x="241670" y="38317"/>
                  <a:pt x="218621" y="44337"/>
                  <a:pt x="204167" y="35277"/>
                </a:cubicBezTo>
                <a:cubicBezTo>
                  <a:pt x="208586" y="30174"/>
                  <a:pt x="232354" y="38776"/>
                  <a:pt x="241430" y="33444"/>
                </a:cubicBezTo>
                <a:cubicBezTo>
                  <a:pt x="306162" y="20488"/>
                  <a:pt x="375959" y="21939"/>
                  <a:pt x="441171" y="18731"/>
                </a:cubicBezTo>
                <a:cubicBezTo>
                  <a:pt x="455144" y="18043"/>
                  <a:pt x="478913" y="26645"/>
                  <a:pt x="487509" y="11566"/>
                </a:cubicBezTo>
                <a:cubicBezTo>
                  <a:pt x="511039" y="15293"/>
                  <a:pt x="543405" y="8816"/>
                  <a:pt x="571592" y="12314"/>
                </a:cubicBezTo>
                <a:cubicBezTo>
                  <a:pt x="585086" y="1880"/>
                  <a:pt x="604197" y="10710"/>
                  <a:pt x="618410" y="14897"/>
                </a:cubicBezTo>
                <a:cubicBezTo>
                  <a:pt x="813508" y="738"/>
                  <a:pt x="1018609" y="93"/>
                  <a:pt x="1219069" y="0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100"/>
              <a:t>      登录成功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288C243-D33B-99F8-CC20-ECDE7335FFB3}"/>
              </a:ext>
            </a:extLst>
          </p:cNvPr>
          <p:cNvSpPr/>
          <p:nvPr/>
        </p:nvSpPr>
        <p:spPr>
          <a:xfrm>
            <a:off x="4023719" y="4090124"/>
            <a:ext cx="4725988" cy="270174"/>
          </a:xfrm>
          <a:prstGeom prst="roundRect">
            <a:avLst/>
          </a:prstGeom>
          <a:solidFill>
            <a:srgbClr val="C00000">
              <a:alpha val="20000"/>
            </a:srgbClr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Shape4">
            <a:extLst>
              <a:ext uri="{FF2B5EF4-FFF2-40B4-BE49-F238E27FC236}">
                <a16:creationId xmlns:a16="http://schemas.microsoft.com/office/drawing/2014/main" id="{9172F12A-2D60-7AC8-8BA2-049144D74ABA}"/>
              </a:ext>
            </a:extLst>
          </p:cNvPr>
          <p:cNvSpPr/>
          <p:nvPr/>
        </p:nvSpPr>
        <p:spPr>
          <a:xfrm>
            <a:off x="6804075" y="4799145"/>
            <a:ext cx="1945632" cy="317870"/>
          </a:xfrm>
          <a:custGeom>
            <a:avLst/>
            <a:gdLst>
              <a:gd name="connsiteX0" fmla="*/ 1801727 w 2405293"/>
              <a:gd name="connsiteY0" fmla="*/ 467042 h 581009"/>
              <a:gd name="connsiteX1" fmla="*/ 1797069 w 2405293"/>
              <a:gd name="connsiteY1" fmla="*/ 467271 h 581009"/>
              <a:gd name="connsiteX2" fmla="*/ 1955846 w 2405293"/>
              <a:gd name="connsiteY2" fmla="*/ 474115 h 581009"/>
              <a:gd name="connsiteX3" fmla="*/ 1801727 w 2405293"/>
              <a:gd name="connsiteY3" fmla="*/ 467042 h 581009"/>
              <a:gd name="connsiteX4" fmla="*/ 1992390 w 2405293"/>
              <a:gd name="connsiteY4" fmla="*/ 457661 h 581009"/>
              <a:gd name="connsiteX5" fmla="*/ 1987972 w 2405293"/>
              <a:gd name="connsiteY5" fmla="*/ 462764 h 581009"/>
              <a:gd name="connsiteX6" fmla="*/ 2011262 w 2405293"/>
              <a:gd name="connsiteY6" fmla="*/ 461618 h 581009"/>
              <a:gd name="connsiteX7" fmla="*/ 1992390 w 2405293"/>
              <a:gd name="connsiteY7" fmla="*/ 457661 h 581009"/>
              <a:gd name="connsiteX8" fmla="*/ 2229019 w 2405293"/>
              <a:gd name="connsiteY8" fmla="*/ 439831 h 581009"/>
              <a:gd name="connsiteX9" fmla="*/ 2229083 w 2405293"/>
              <a:gd name="connsiteY9" fmla="*/ 441130 h 581009"/>
              <a:gd name="connsiteX10" fmla="*/ 2229019 w 2405293"/>
              <a:gd name="connsiteY10" fmla="*/ 439831 h 581009"/>
              <a:gd name="connsiteX11" fmla="*/ 39387 w 2405293"/>
              <a:gd name="connsiteY11" fmla="*/ 374616 h 581009"/>
              <a:gd name="connsiteX12" fmla="*/ 30071 w 2405293"/>
              <a:gd name="connsiteY12" fmla="*/ 375074 h 581009"/>
              <a:gd name="connsiteX13" fmla="*/ 39387 w 2405293"/>
              <a:gd name="connsiteY13" fmla="*/ 374616 h 581009"/>
              <a:gd name="connsiteX14" fmla="*/ 2034151 w 2405293"/>
              <a:gd name="connsiteY14" fmla="*/ 177708 h 581009"/>
              <a:gd name="connsiteX15" fmla="*/ 2043377 w 2405293"/>
              <a:gd name="connsiteY15" fmla="*/ 177986 h 581009"/>
              <a:gd name="connsiteX16" fmla="*/ 2034061 w 2405293"/>
              <a:gd name="connsiteY16" fmla="*/ 178445 h 581009"/>
              <a:gd name="connsiteX17" fmla="*/ 1755565 w 2405293"/>
              <a:gd name="connsiteY17" fmla="*/ 104535 h 581009"/>
              <a:gd name="connsiteX18" fmla="*/ 1751147 w 2405293"/>
              <a:gd name="connsiteY18" fmla="*/ 109638 h 581009"/>
              <a:gd name="connsiteX19" fmla="*/ 1755565 w 2405293"/>
              <a:gd name="connsiteY19" fmla="*/ 104535 h 581009"/>
              <a:gd name="connsiteX20" fmla="*/ 2047743 w 2405293"/>
              <a:gd name="connsiteY20" fmla="*/ 70618 h 581009"/>
              <a:gd name="connsiteX21" fmla="*/ 2043325 w 2405293"/>
              <a:gd name="connsiteY21" fmla="*/ 75721 h 581009"/>
              <a:gd name="connsiteX22" fmla="*/ 2033769 w 2405293"/>
              <a:gd name="connsiteY22" fmla="*/ 71305 h 581009"/>
              <a:gd name="connsiteX23" fmla="*/ 2047743 w 2405293"/>
              <a:gd name="connsiteY23" fmla="*/ 70618 h 581009"/>
              <a:gd name="connsiteX24" fmla="*/ 2000780 w 2405293"/>
              <a:gd name="connsiteY24" fmla="*/ 65112 h 581009"/>
              <a:gd name="connsiteX25" fmla="*/ 1996153 w 2405293"/>
              <a:gd name="connsiteY25" fmla="*/ 65950 h 581009"/>
              <a:gd name="connsiteX26" fmla="*/ 1996092 w 2405293"/>
              <a:gd name="connsiteY26" fmla="*/ 66012 h 581009"/>
              <a:gd name="connsiteX27" fmla="*/ 1992223 w 2405293"/>
              <a:gd name="connsiteY27" fmla="*/ 66754 h 581009"/>
              <a:gd name="connsiteX28" fmla="*/ 1987286 w 2405293"/>
              <a:gd name="connsiteY28" fmla="*/ 75547 h 581009"/>
              <a:gd name="connsiteX29" fmla="*/ 1996602 w 2405293"/>
              <a:gd name="connsiteY29" fmla="*/ 75088 h 581009"/>
              <a:gd name="connsiteX30" fmla="*/ 1991705 w 2405293"/>
              <a:gd name="connsiteY30" fmla="*/ 70444 h 581009"/>
              <a:gd name="connsiteX31" fmla="*/ 1996092 w 2405293"/>
              <a:gd name="connsiteY31" fmla="*/ 66012 h 581009"/>
              <a:gd name="connsiteX32" fmla="*/ 2000780 w 2405293"/>
              <a:gd name="connsiteY32" fmla="*/ 65112 h 581009"/>
              <a:gd name="connsiteX33" fmla="*/ 2010336 w 2405293"/>
              <a:gd name="connsiteY33" fmla="*/ 69527 h 581009"/>
              <a:gd name="connsiteX34" fmla="*/ 2000780 w 2405293"/>
              <a:gd name="connsiteY34" fmla="*/ 65112 h 581009"/>
              <a:gd name="connsiteX35" fmla="*/ 1963604 w 2405293"/>
              <a:gd name="connsiteY35" fmla="*/ 62381 h 581009"/>
              <a:gd name="connsiteX36" fmla="*/ 1944973 w 2405293"/>
              <a:gd name="connsiteY36" fmla="*/ 63298 h 581009"/>
              <a:gd name="connsiteX37" fmla="*/ 1963604 w 2405293"/>
              <a:gd name="connsiteY37" fmla="*/ 62381 h 581009"/>
              <a:gd name="connsiteX38" fmla="*/ 1219069 w 2405293"/>
              <a:gd name="connsiteY38" fmla="*/ 0 h 581009"/>
              <a:gd name="connsiteX39" fmla="*/ 1527603 w 2405293"/>
              <a:gd name="connsiteY39" fmla="*/ 13808 h 581009"/>
              <a:gd name="connsiteX40" fmla="*/ 959087 w 2405293"/>
              <a:gd name="connsiteY40" fmla="*/ 17677 h 581009"/>
              <a:gd name="connsiteX41" fmla="*/ 945113 w 2405293"/>
              <a:gd name="connsiteY41" fmla="*/ 18365 h 581009"/>
              <a:gd name="connsiteX42" fmla="*/ 1103891 w 2405293"/>
              <a:gd name="connsiteY42" fmla="*/ 25209 h 581009"/>
              <a:gd name="connsiteX43" fmla="*/ 1649598 w 2405293"/>
              <a:gd name="connsiteY43" fmla="*/ 32233 h 581009"/>
              <a:gd name="connsiteX44" fmla="*/ 2071033 w 2405293"/>
              <a:gd name="connsiteY44" fmla="*/ 69472 h 581009"/>
              <a:gd name="connsiteX45" fmla="*/ 2015138 w 2405293"/>
              <a:gd name="connsiteY45" fmla="*/ 72222 h 581009"/>
              <a:gd name="connsiteX46" fmla="*/ 2038907 w 2405293"/>
              <a:gd name="connsiteY46" fmla="*/ 80824 h 581009"/>
              <a:gd name="connsiteX47" fmla="*/ 2043325 w 2405293"/>
              <a:gd name="connsiteY47" fmla="*/ 75721 h 581009"/>
              <a:gd name="connsiteX48" fmla="*/ 2066615 w 2405293"/>
              <a:gd name="connsiteY48" fmla="*/ 74575 h 581009"/>
              <a:gd name="connsiteX49" fmla="*/ 2066854 w 2405293"/>
              <a:gd name="connsiteY49" fmla="*/ 79449 h 581009"/>
              <a:gd name="connsiteX50" fmla="*/ 2104118 w 2405293"/>
              <a:gd name="connsiteY50" fmla="*/ 77615 h 581009"/>
              <a:gd name="connsiteX51" fmla="*/ 2179587 w 2405293"/>
              <a:gd name="connsiteY51" fmla="*/ 93118 h 581009"/>
              <a:gd name="connsiteX52" fmla="*/ 1960034 w 2405293"/>
              <a:gd name="connsiteY52" fmla="*/ 84704 h 581009"/>
              <a:gd name="connsiteX53" fmla="*/ 1904138 w 2405293"/>
              <a:gd name="connsiteY53" fmla="*/ 87454 h 581009"/>
              <a:gd name="connsiteX54" fmla="*/ 2058962 w 2405293"/>
              <a:gd name="connsiteY54" fmla="*/ 108823 h 581009"/>
              <a:gd name="connsiteX55" fmla="*/ 1755565 w 2405293"/>
              <a:gd name="connsiteY55" fmla="*/ 104535 h 581009"/>
              <a:gd name="connsiteX56" fmla="*/ 1666825 w 2405293"/>
              <a:gd name="connsiteY56" fmla="*/ 104015 h 581009"/>
              <a:gd name="connsiteX57" fmla="*/ 1671723 w 2405293"/>
              <a:gd name="connsiteY57" fmla="*/ 108660 h 581009"/>
              <a:gd name="connsiteX58" fmla="*/ 1924601 w 2405293"/>
              <a:gd name="connsiteY58" fmla="*/ 130090 h 581009"/>
              <a:gd name="connsiteX59" fmla="*/ 1798909 w 2405293"/>
              <a:gd name="connsiteY59" fmla="*/ 131389 h 581009"/>
              <a:gd name="connsiteX60" fmla="*/ 1920423 w 2405293"/>
              <a:gd name="connsiteY60" fmla="*/ 140067 h 581009"/>
              <a:gd name="connsiteX61" fmla="*/ 1906929 w 2405293"/>
              <a:gd name="connsiteY61" fmla="*/ 150501 h 581009"/>
              <a:gd name="connsiteX62" fmla="*/ 2019128 w 2405293"/>
              <a:gd name="connsiteY62" fmla="*/ 159638 h 581009"/>
              <a:gd name="connsiteX63" fmla="*/ 1986522 w 2405293"/>
              <a:gd name="connsiteY63" fmla="*/ 161242 h 581009"/>
              <a:gd name="connsiteX64" fmla="*/ 1996078 w 2405293"/>
              <a:gd name="connsiteY64" fmla="*/ 165657 h 581009"/>
              <a:gd name="connsiteX65" fmla="*/ 2010532 w 2405293"/>
              <a:gd name="connsiteY65" fmla="*/ 174717 h 581009"/>
              <a:gd name="connsiteX66" fmla="*/ 2061529 w 2405293"/>
              <a:gd name="connsiteY66" fmla="*/ 167323 h 581009"/>
              <a:gd name="connsiteX67" fmla="*/ 2034842 w 2405293"/>
              <a:gd name="connsiteY67" fmla="*/ 172070 h 581009"/>
              <a:gd name="connsiteX68" fmla="*/ 2034151 w 2405293"/>
              <a:gd name="connsiteY68" fmla="*/ 177708 h 581009"/>
              <a:gd name="connsiteX69" fmla="*/ 1868334 w 2405293"/>
              <a:gd name="connsiteY69" fmla="*/ 172716 h 581009"/>
              <a:gd name="connsiteX70" fmla="*/ 1693471 w 2405293"/>
              <a:gd name="connsiteY70" fmla="*/ 171100 h 581009"/>
              <a:gd name="connsiteX71" fmla="*/ 1857130 w 2405293"/>
              <a:gd name="connsiteY71" fmla="*/ 182264 h 581009"/>
              <a:gd name="connsiteX72" fmla="*/ 2301393 w 2405293"/>
              <a:gd name="connsiteY72" fmla="*/ 208935 h 581009"/>
              <a:gd name="connsiteX73" fmla="*/ 2092338 w 2405293"/>
              <a:gd name="connsiteY73" fmla="*/ 224106 h 581009"/>
              <a:gd name="connsiteX74" fmla="*/ 2008016 w 2405293"/>
              <a:gd name="connsiteY74" fmla="*/ 218484 h 581009"/>
              <a:gd name="connsiteX75" fmla="*/ 2004077 w 2405293"/>
              <a:gd name="connsiteY75" fmla="*/ 233334 h 581009"/>
              <a:gd name="connsiteX76" fmla="*/ 2214315 w 2405293"/>
              <a:gd name="connsiteY76" fmla="*/ 242206 h 581009"/>
              <a:gd name="connsiteX77" fmla="*/ 2280469 w 2405293"/>
              <a:gd name="connsiteY77" fmla="*/ 258167 h 581009"/>
              <a:gd name="connsiteX78" fmla="*/ 2350338 w 2405293"/>
              <a:gd name="connsiteY78" fmla="*/ 254730 h 581009"/>
              <a:gd name="connsiteX79" fmla="*/ 2285607 w 2405293"/>
              <a:gd name="connsiteY79" fmla="*/ 267686 h 581009"/>
              <a:gd name="connsiteX80" fmla="*/ 2290504 w 2405293"/>
              <a:gd name="connsiteY80" fmla="*/ 272330 h 581009"/>
              <a:gd name="connsiteX81" fmla="*/ 2369928 w 2405293"/>
              <a:gd name="connsiteY81" fmla="*/ 273307 h 581009"/>
              <a:gd name="connsiteX82" fmla="*/ 2370168 w 2405293"/>
              <a:gd name="connsiteY82" fmla="*/ 278182 h 581009"/>
              <a:gd name="connsiteX83" fmla="*/ 2356674 w 2405293"/>
              <a:gd name="connsiteY83" fmla="*/ 288616 h 581009"/>
              <a:gd name="connsiteX84" fmla="*/ 2314992 w 2405293"/>
              <a:gd name="connsiteY84" fmla="*/ 295552 h 581009"/>
              <a:gd name="connsiteX85" fmla="*/ 2212758 w 2405293"/>
              <a:gd name="connsiteY85" fmla="*/ 305468 h 581009"/>
              <a:gd name="connsiteX86" fmla="*/ 2338931 w 2405293"/>
              <a:gd name="connsiteY86" fmla="*/ 313916 h 581009"/>
              <a:gd name="connsiteX87" fmla="*/ 2013259 w 2405293"/>
              <a:gd name="connsiteY87" fmla="*/ 325053 h 581009"/>
              <a:gd name="connsiteX88" fmla="*/ 2013499 w 2405293"/>
              <a:gd name="connsiteY88" fmla="*/ 329927 h 581009"/>
              <a:gd name="connsiteX89" fmla="*/ 2246802 w 2405293"/>
              <a:gd name="connsiteY89" fmla="*/ 333106 h 581009"/>
              <a:gd name="connsiteX90" fmla="*/ 2317390 w 2405293"/>
              <a:gd name="connsiteY90" fmla="*/ 344288 h 581009"/>
              <a:gd name="connsiteX91" fmla="*/ 2378183 w 2405293"/>
              <a:gd name="connsiteY91" fmla="*/ 346183 h 581009"/>
              <a:gd name="connsiteX92" fmla="*/ 2369347 w 2405293"/>
              <a:gd name="connsiteY92" fmla="*/ 356388 h 581009"/>
              <a:gd name="connsiteX93" fmla="*/ 2346537 w 2405293"/>
              <a:gd name="connsiteY93" fmla="*/ 367282 h 581009"/>
              <a:gd name="connsiteX94" fmla="*/ 2095321 w 2405293"/>
              <a:gd name="connsiteY94" fmla="*/ 379641 h 581009"/>
              <a:gd name="connsiteX95" fmla="*/ 2095561 w 2405293"/>
              <a:gd name="connsiteY95" fmla="*/ 384515 h 581009"/>
              <a:gd name="connsiteX96" fmla="*/ 2300437 w 2405293"/>
              <a:gd name="connsiteY96" fmla="*/ 379321 h 581009"/>
              <a:gd name="connsiteX97" fmla="*/ 2291601 w 2405293"/>
              <a:gd name="connsiteY97" fmla="*/ 389526 h 581009"/>
              <a:gd name="connsiteX98" fmla="*/ 2305815 w 2405293"/>
              <a:gd name="connsiteY98" fmla="*/ 393712 h 581009"/>
              <a:gd name="connsiteX99" fmla="*/ 2082786 w 2405293"/>
              <a:gd name="connsiteY99" fmla="*/ 409571 h 581009"/>
              <a:gd name="connsiteX100" fmla="*/ 2078367 w 2405293"/>
              <a:gd name="connsiteY100" fmla="*/ 414673 h 581009"/>
              <a:gd name="connsiteX101" fmla="*/ 2101897 w 2405293"/>
              <a:gd name="connsiteY101" fmla="*/ 418401 h 581009"/>
              <a:gd name="connsiteX102" fmla="*/ 2405293 w 2405293"/>
              <a:gd name="connsiteY102" fmla="*/ 422690 h 581009"/>
              <a:gd name="connsiteX103" fmla="*/ 2400875 w 2405293"/>
              <a:gd name="connsiteY103" fmla="*/ 427793 h 581009"/>
              <a:gd name="connsiteX104" fmla="*/ 2228843 w 2405293"/>
              <a:gd name="connsiteY104" fmla="*/ 436257 h 581009"/>
              <a:gd name="connsiteX105" fmla="*/ 2229019 w 2405293"/>
              <a:gd name="connsiteY105" fmla="*/ 439831 h 581009"/>
              <a:gd name="connsiteX106" fmla="*/ 2200761 w 2405293"/>
              <a:gd name="connsiteY106" fmla="*/ 441221 h 581009"/>
              <a:gd name="connsiteX107" fmla="*/ 2205179 w 2405293"/>
              <a:gd name="connsiteY107" fmla="*/ 436118 h 581009"/>
              <a:gd name="connsiteX108" fmla="*/ 1971651 w 2405293"/>
              <a:gd name="connsiteY108" fmla="*/ 428392 h 581009"/>
              <a:gd name="connsiteX109" fmla="*/ 2107603 w 2405293"/>
              <a:gd name="connsiteY109" fmla="*/ 445804 h 581009"/>
              <a:gd name="connsiteX110" fmla="*/ 2042632 w 2405293"/>
              <a:gd name="connsiteY110" fmla="*/ 453887 h 581009"/>
              <a:gd name="connsiteX111" fmla="*/ 2019103 w 2405293"/>
              <a:gd name="connsiteY111" fmla="*/ 450158 h 581009"/>
              <a:gd name="connsiteX112" fmla="*/ 2113203 w 2405293"/>
              <a:gd name="connsiteY112" fmla="*/ 464745 h 581009"/>
              <a:gd name="connsiteX113" fmla="*/ 2169338 w 2405293"/>
              <a:gd name="connsiteY113" fmla="*/ 466869 h 581009"/>
              <a:gd name="connsiteX114" fmla="*/ 2156084 w 2405293"/>
              <a:gd name="connsiteY114" fmla="*/ 482177 h 581009"/>
              <a:gd name="connsiteX115" fmla="*/ 2198245 w 2405293"/>
              <a:gd name="connsiteY115" fmla="*/ 484988 h 581009"/>
              <a:gd name="connsiteX116" fmla="*/ 2258558 w 2405293"/>
              <a:gd name="connsiteY116" fmla="*/ 477135 h 581009"/>
              <a:gd name="connsiteX117" fmla="*/ 2059522 w 2405293"/>
              <a:gd name="connsiteY117" fmla="*/ 506144 h 581009"/>
              <a:gd name="connsiteX118" fmla="*/ 1961706 w 2405293"/>
              <a:gd name="connsiteY118" fmla="*/ 510956 h 581009"/>
              <a:gd name="connsiteX119" fmla="*/ 1966603 w 2405293"/>
              <a:gd name="connsiteY119" fmla="*/ 515601 h 581009"/>
              <a:gd name="connsiteX120" fmla="*/ 2092536 w 2405293"/>
              <a:gd name="connsiteY120" fmla="*/ 519175 h 581009"/>
              <a:gd name="connsiteX121" fmla="*/ 2041539 w 2405293"/>
              <a:gd name="connsiteY121" fmla="*/ 526570 h 581009"/>
              <a:gd name="connsiteX122" fmla="*/ 2004515 w 2405293"/>
              <a:gd name="connsiteY122" fmla="*/ 533277 h 581009"/>
              <a:gd name="connsiteX123" fmla="*/ 1575185 w 2405293"/>
              <a:gd name="connsiteY123" fmla="*/ 525413 h 581009"/>
              <a:gd name="connsiteX124" fmla="*/ 1421306 w 2405293"/>
              <a:gd name="connsiteY124" fmla="*/ 523213 h 581009"/>
              <a:gd name="connsiteX125" fmla="*/ 1421546 w 2405293"/>
              <a:gd name="connsiteY125" fmla="*/ 528087 h 581009"/>
              <a:gd name="connsiteX126" fmla="*/ 1351437 w 2405293"/>
              <a:gd name="connsiteY126" fmla="*/ 526650 h 581009"/>
              <a:gd name="connsiteX127" fmla="*/ 1295542 w 2405293"/>
              <a:gd name="connsiteY127" fmla="*/ 529400 h 581009"/>
              <a:gd name="connsiteX128" fmla="*/ 401283 w 2405293"/>
              <a:gd name="connsiteY128" fmla="*/ 549296 h 581009"/>
              <a:gd name="connsiteX129" fmla="*/ 237847 w 2405293"/>
              <a:gd name="connsiteY129" fmla="*/ 542681 h 581009"/>
              <a:gd name="connsiteX130" fmla="*/ 233429 w 2405293"/>
              <a:gd name="connsiteY130" fmla="*/ 547784 h 581009"/>
              <a:gd name="connsiteX131" fmla="*/ 1133545 w 2405293"/>
              <a:gd name="connsiteY131" fmla="*/ 552027 h 581009"/>
              <a:gd name="connsiteX132" fmla="*/ 1395021 w 2405293"/>
              <a:gd name="connsiteY132" fmla="*/ 558379 h 581009"/>
              <a:gd name="connsiteX133" fmla="*/ 895823 w 2405293"/>
              <a:gd name="connsiteY133" fmla="*/ 553952 h 581009"/>
              <a:gd name="connsiteX134" fmla="*/ 667896 w 2405293"/>
              <a:gd name="connsiteY134" fmla="*/ 565166 h 581009"/>
              <a:gd name="connsiteX135" fmla="*/ 672794 w 2405293"/>
              <a:gd name="connsiteY135" fmla="*/ 569810 h 581009"/>
              <a:gd name="connsiteX136" fmla="*/ 1302102 w 2405293"/>
              <a:gd name="connsiteY136" fmla="*/ 567835 h 581009"/>
              <a:gd name="connsiteX137" fmla="*/ 966410 w 2405293"/>
              <a:gd name="connsiteY137" fmla="*/ 565135 h 581009"/>
              <a:gd name="connsiteX138" fmla="*/ 570630 w 2405293"/>
              <a:gd name="connsiteY138" fmla="*/ 574837 h 581009"/>
              <a:gd name="connsiteX139" fmla="*/ 445177 w 2405293"/>
              <a:gd name="connsiteY139" fmla="*/ 581009 h 581009"/>
              <a:gd name="connsiteX140" fmla="*/ 107583 w 2405293"/>
              <a:gd name="connsiteY140" fmla="*/ 539645 h 581009"/>
              <a:gd name="connsiteX141" fmla="*/ 116659 w 2405293"/>
              <a:gd name="connsiteY141" fmla="*/ 534312 h 581009"/>
              <a:gd name="connsiteX142" fmla="*/ 87768 w 2405293"/>
              <a:gd name="connsiteY142" fmla="*/ 516518 h 581009"/>
              <a:gd name="connsiteX143" fmla="*/ 35588 w 2405293"/>
              <a:gd name="connsiteY143" fmla="*/ 499870 h 581009"/>
              <a:gd name="connsiteX144" fmla="*/ 33926 w 2405293"/>
              <a:gd name="connsiteY144" fmla="*/ 466078 h 581009"/>
              <a:gd name="connsiteX145" fmla="*/ 123369 w 2405293"/>
              <a:gd name="connsiteY145" fmla="*/ 480894 h 581009"/>
              <a:gd name="connsiteX146" fmla="*/ 151077 w 2405293"/>
              <a:gd name="connsiteY146" fmla="*/ 474646 h 581009"/>
              <a:gd name="connsiteX147" fmla="*/ 99120 w 2405293"/>
              <a:gd name="connsiteY147" fmla="*/ 462546 h 581009"/>
              <a:gd name="connsiteX148" fmla="*/ 103539 w 2405293"/>
              <a:gd name="connsiteY148" fmla="*/ 457443 h 581009"/>
              <a:gd name="connsiteX149" fmla="*/ 102819 w 2405293"/>
              <a:gd name="connsiteY149" fmla="*/ 442822 h 581009"/>
              <a:gd name="connsiteX150" fmla="*/ 130767 w 2405293"/>
              <a:gd name="connsiteY150" fmla="*/ 441447 h 581009"/>
              <a:gd name="connsiteX151" fmla="*/ 82285 w 2405293"/>
              <a:gd name="connsiteY151" fmla="*/ 405074 h 581009"/>
              <a:gd name="connsiteX152" fmla="*/ 105335 w 2405293"/>
              <a:gd name="connsiteY152" fmla="*/ 399055 h 581009"/>
              <a:gd name="connsiteX153" fmla="*/ 44063 w 2405293"/>
              <a:gd name="connsiteY153" fmla="*/ 387413 h 581009"/>
              <a:gd name="connsiteX154" fmla="*/ 15396 w 2405293"/>
              <a:gd name="connsiteY154" fmla="*/ 374167 h 581009"/>
              <a:gd name="connsiteX155" fmla="*/ 19815 w 2405293"/>
              <a:gd name="connsiteY155" fmla="*/ 369065 h 581009"/>
              <a:gd name="connsiteX156" fmla="*/ 10259 w 2405293"/>
              <a:gd name="connsiteY156" fmla="*/ 364649 h 581009"/>
              <a:gd name="connsiteX157" fmla="*/ 5600 w 2405293"/>
              <a:gd name="connsiteY157" fmla="*/ 364878 h 581009"/>
              <a:gd name="connsiteX158" fmla="*/ 0 w 2405293"/>
              <a:gd name="connsiteY158" fmla="*/ 345938 h 581009"/>
              <a:gd name="connsiteX159" fmla="*/ 18631 w 2405293"/>
              <a:gd name="connsiteY159" fmla="*/ 345022 h 581009"/>
              <a:gd name="connsiteX160" fmla="*/ 79664 w 2405293"/>
              <a:gd name="connsiteY160" fmla="*/ 351790 h 581009"/>
              <a:gd name="connsiteX161" fmla="*/ 78721 w 2405293"/>
              <a:gd name="connsiteY161" fmla="*/ 332620 h 581009"/>
              <a:gd name="connsiteX162" fmla="*/ 92215 w 2405293"/>
              <a:gd name="connsiteY162" fmla="*/ 322185 h 581009"/>
              <a:gd name="connsiteX163" fmla="*/ 40035 w 2405293"/>
              <a:gd name="connsiteY163" fmla="*/ 305537 h 581009"/>
              <a:gd name="connsiteX164" fmla="*/ 21163 w 2405293"/>
              <a:gd name="connsiteY164" fmla="*/ 301580 h 581009"/>
              <a:gd name="connsiteX165" fmla="*/ 71681 w 2405293"/>
              <a:gd name="connsiteY165" fmla="*/ 284438 h 581009"/>
              <a:gd name="connsiteX166" fmla="*/ 113362 w 2405293"/>
              <a:gd name="connsiteY166" fmla="*/ 277502 h 581009"/>
              <a:gd name="connsiteX167" fmla="*/ 85655 w 2405293"/>
              <a:gd name="connsiteY167" fmla="*/ 283750 h 581009"/>
              <a:gd name="connsiteX168" fmla="*/ 151105 w 2405293"/>
              <a:gd name="connsiteY168" fmla="*/ 285416 h 581009"/>
              <a:gd name="connsiteX169" fmla="*/ 103583 w 2405293"/>
              <a:gd name="connsiteY169" fmla="*/ 268538 h 581009"/>
              <a:gd name="connsiteX170" fmla="*/ 70498 w 2405293"/>
              <a:gd name="connsiteY170" fmla="*/ 260394 h 581009"/>
              <a:gd name="connsiteX171" fmla="*/ 60702 w 2405293"/>
              <a:gd name="connsiteY171" fmla="*/ 251106 h 581009"/>
              <a:gd name="connsiteX172" fmla="*/ 65120 w 2405293"/>
              <a:gd name="connsiteY172" fmla="*/ 246003 h 581009"/>
              <a:gd name="connsiteX173" fmla="*/ 55565 w 2405293"/>
              <a:gd name="connsiteY173" fmla="*/ 241588 h 581009"/>
              <a:gd name="connsiteX174" fmla="*/ 92349 w 2405293"/>
              <a:gd name="connsiteY174" fmla="*/ 230007 h 581009"/>
              <a:gd name="connsiteX175" fmla="*/ 64161 w 2405293"/>
              <a:gd name="connsiteY175" fmla="*/ 226508 h 581009"/>
              <a:gd name="connsiteX176" fmla="*/ 96288 w 2405293"/>
              <a:gd name="connsiteY176" fmla="*/ 215157 h 581009"/>
              <a:gd name="connsiteX177" fmla="*/ 96048 w 2405293"/>
              <a:gd name="connsiteY177" fmla="*/ 210284 h 581009"/>
              <a:gd name="connsiteX178" fmla="*/ 155881 w 2405293"/>
              <a:gd name="connsiteY178" fmla="*/ 192683 h 581009"/>
              <a:gd name="connsiteX179" fmla="*/ 155401 w 2405293"/>
              <a:gd name="connsiteY179" fmla="*/ 182936 h 581009"/>
              <a:gd name="connsiteX180" fmla="*/ 80635 w 2405293"/>
              <a:gd name="connsiteY180" fmla="*/ 181729 h 581009"/>
              <a:gd name="connsiteX181" fmla="*/ 131393 w 2405293"/>
              <a:gd name="connsiteY181" fmla="*/ 169461 h 581009"/>
              <a:gd name="connsiteX182" fmla="*/ 130450 w 2405293"/>
              <a:gd name="connsiteY182" fmla="*/ 150292 h 581009"/>
              <a:gd name="connsiteX183" fmla="*/ 36348 w 2405293"/>
              <a:gd name="connsiteY183" fmla="*/ 135705 h 581009"/>
              <a:gd name="connsiteX184" fmla="*/ 73132 w 2405293"/>
              <a:gd name="connsiteY184" fmla="*/ 124124 h 581009"/>
              <a:gd name="connsiteX185" fmla="*/ 147658 w 2405293"/>
              <a:gd name="connsiteY185" fmla="*/ 120458 h 581009"/>
              <a:gd name="connsiteX186" fmla="*/ 67531 w 2405293"/>
              <a:gd name="connsiteY186" fmla="*/ 105184 h 581009"/>
              <a:gd name="connsiteX187" fmla="*/ 62633 w 2405293"/>
              <a:gd name="connsiteY187" fmla="*/ 100540 h 581009"/>
              <a:gd name="connsiteX188" fmla="*/ 144573 w 2405293"/>
              <a:gd name="connsiteY188" fmla="*/ 57751 h 581009"/>
              <a:gd name="connsiteX189" fmla="*/ 209304 w 2405293"/>
              <a:gd name="connsiteY189" fmla="*/ 44795 h 581009"/>
              <a:gd name="connsiteX190" fmla="*/ 260781 w 2405293"/>
              <a:gd name="connsiteY190" fmla="*/ 47148 h 581009"/>
              <a:gd name="connsiteX191" fmla="*/ 260541 w 2405293"/>
              <a:gd name="connsiteY191" fmla="*/ 42274 h 581009"/>
              <a:gd name="connsiteX192" fmla="*/ 204167 w 2405293"/>
              <a:gd name="connsiteY192" fmla="*/ 35277 h 581009"/>
              <a:gd name="connsiteX193" fmla="*/ 241430 w 2405293"/>
              <a:gd name="connsiteY193" fmla="*/ 33444 h 581009"/>
              <a:gd name="connsiteX194" fmla="*/ 441171 w 2405293"/>
              <a:gd name="connsiteY194" fmla="*/ 18731 h 581009"/>
              <a:gd name="connsiteX195" fmla="*/ 487509 w 2405293"/>
              <a:gd name="connsiteY195" fmla="*/ 11566 h 581009"/>
              <a:gd name="connsiteX196" fmla="*/ 571592 w 2405293"/>
              <a:gd name="connsiteY196" fmla="*/ 12314 h 581009"/>
              <a:gd name="connsiteX197" fmla="*/ 618410 w 2405293"/>
              <a:gd name="connsiteY197" fmla="*/ 14897 h 581009"/>
              <a:gd name="connsiteX198" fmla="*/ 1219069 w 2405293"/>
              <a:gd name="connsiteY198" fmla="*/ 0 h 58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</a:cxnLst>
            <a:rect l="l" t="t" r="r" b="b"/>
            <a:pathLst>
              <a:path w="2405293" h="581009">
                <a:moveTo>
                  <a:pt x="1801727" y="467042"/>
                </a:moveTo>
                <a:cubicBezTo>
                  <a:pt x="1801727" y="467042"/>
                  <a:pt x="1801727" y="467042"/>
                  <a:pt x="1797069" y="467271"/>
                </a:cubicBezTo>
                <a:lnTo>
                  <a:pt x="1955846" y="474115"/>
                </a:lnTo>
                <a:cubicBezTo>
                  <a:pt x="1955846" y="474115"/>
                  <a:pt x="1955846" y="474115"/>
                  <a:pt x="1801727" y="467042"/>
                </a:cubicBezTo>
                <a:close/>
                <a:moveTo>
                  <a:pt x="1992390" y="457661"/>
                </a:moveTo>
                <a:lnTo>
                  <a:pt x="1987972" y="462764"/>
                </a:lnTo>
                <a:cubicBezTo>
                  <a:pt x="1987972" y="462764"/>
                  <a:pt x="1987972" y="462764"/>
                  <a:pt x="2011262" y="461618"/>
                </a:cubicBezTo>
                <a:cubicBezTo>
                  <a:pt x="2011262" y="461618"/>
                  <a:pt x="2011262" y="461618"/>
                  <a:pt x="1992390" y="457661"/>
                </a:cubicBezTo>
                <a:close/>
                <a:moveTo>
                  <a:pt x="2229019" y="439831"/>
                </a:moveTo>
                <a:lnTo>
                  <a:pt x="2229083" y="441130"/>
                </a:lnTo>
                <a:lnTo>
                  <a:pt x="2229019" y="439831"/>
                </a:lnTo>
                <a:close/>
                <a:moveTo>
                  <a:pt x="39387" y="374616"/>
                </a:moveTo>
                <a:cubicBezTo>
                  <a:pt x="39387" y="374616"/>
                  <a:pt x="39387" y="374616"/>
                  <a:pt x="30071" y="375074"/>
                </a:cubicBezTo>
                <a:cubicBezTo>
                  <a:pt x="30550" y="384821"/>
                  <a:pt x="39387" y="374616"/>
                  <a:pt x="39387" y="374616"/>
                </a:cubicBezTo>
                <a:close/>
                <a:moveTo>
                  <a:pt x="2034151" y="177708"/>
                </a:moveTo>
                <a:lnTo>
                  <a:pt x="2043377" y="177986"/>
                </a:lnTo>
                <a:cubicBezTo>
                  <a:pt x="2034061" y="178445"/>
                  <a:pt x="2034061" y="178445"/>
                  <a:pt x="2034061" y="178445"/>
                </a:cubicBezTo>
                <a:close/>
                <a:moveTo>
                  <a:pt x="1755565" y="104535"/>
                </a:moveTo>
                <a:cubicBezTo>
                  <a:pt x="1755565" y="104535"/>
                  <a:pt x="1755565" y="104535"/>
                  <a:pt x="1751147" y="109638"/>
                </a:cubicBezTo>
                <a:cubicBezTo>
                  <a:pt x="1751147" y="109638"/>
                  <a:pt x="1751147" y="109638"/>
                  <a:pt x="1755565" y="104535"/>
                </a:cubicBezTo>
                <a:close/>
                <a:moveTo>
                  <a:pt x="2047743" y="70618"/>
                </a:moveTo>
                <a:cubicBezTo>
                  <a:pt x="2043325" y="75721"/>
                  <a:pt x="2043325" y="75721"/>
                  <a:pt x="2043325" y="75721"/>
                </a:cubicBezTo>
                <a:cubicBezTo>
                  <a:pt x="2043325" y="75721"/>
                  <a:pt x="2043325" y="75721"/>
                  <a:pt x="2033769" y="71305"/>
                </a:cubicBezTo>
                <a:cubicBezTo>
                  <a:pt x="2038428" y="71076"/>
                  <a:pt x="2043325" y="75721"/>
                  <a:pt x="2047743" y="70618"/>
                </a:cubicBezTo>
                <a:close/>
                <a:moveTo>
                  <a:pt x="2000780" y="65112"/>
                </a:moveTo>
                <a:cubicBezTo>
                  <a:pt x="1998451" y="65226"/>
                  <a:pt x="1997287" y="65284"/>
                  <a:pt x="1996153" y="65950"/>
                </a:cubicBezTo>
                <a:lnTo>
                  <a:pt x="1996092" y="66012"/>
                </a:lnTo>
                <a:lnTo>
                  <a:pt x="1992223" y="66754"/>
                </a:lnTo>
                <a:cubicBezTo>
                  <a:pt x="1989411" y="68114"/>
                  <a:pt x="1987202" y="70665"/>
                  <a:pt x="1987286" y="75547"/>
                </a:cubicBezTo>
                <a:cubicBezTo>
                  <a:pt x="1987286" y="75547"/>
                  <a:pt x="1987286" y="75547"/>
                  <a:pt x="1996602" y="75088"/>
                </a:cubicBezTo>
                <a:cubicBezTo>
                  <a:pt x="1996602" y="75088"/>
                  <a:pt x="1996602" y="75088"/>
                  <a:pt x="1991705" y="70444"/>
                </a:cubicBezTo>
                <a:lnTo>
                  <a:pt x="1996092" y="66012"/>
                </a:lnTo>
                <a:lnTo>
                  <a:pt x="2000780" y="65112"/>
                </a:lnTo>
                <a:cubicBezTo>
                  <a:pt x="2005439" y="64882"/>
                  <a:pt x="2010336" y="69527"/>
                  <a:pt x="2010336" y="69527"/>
                </a:cubicBezTo>
                <a:cubicBezTo>
                  <a:pt x="2005679" y="69757"/>
                  <a:pt x="2005439" y="64882"/>
                  <a:pt x="2000780" y="65112"/>
                </a:cubicBezTo>
                <a:close/>
                <a:moveTo>
                  <a:pt x="1963604" y="62381"/>
                </a:moveTo>
                <a:lnTo>
                  <a:pt x="1944973" y="63298"/>
                </a:lnTo>
                <a:cubicBezTo>
                  <a:pt x="1949870" y="67942"/>
                  <a:pt x="1968981" y="76773"/>
                  <a:pt x="1963604" y="62381"/>
                </a:cubicBezTo>
                <a:close/>
                <a:moveTo>
                  <a:pt x="1219069" y="0"/>
                </a:moveTo>
                <a:cubicBezTo>
                  <a:pt x="1322022" y="4706"/>
                  <a:pt x="1420062" y="4443"/>
                  <a:pt x="1527603" y="13808"/>
                </a:cubicBezTo>
                <a:cubicBezTo>
                  <a:pt x="1345792" y="13308"/>
                  <a:pt x="1149990" y="13170"/>
                  <a:pt x="959087" y="17677"/>
                </a:cubicBezTo>
                <a:cubicBezTo>
                  <a:pt x="959087" y="17677"/>
                  <a:pt x="959087" y="17677"/>
                  <a:pt x="945113" y="18365"/>
                </a:cubicBezTo>
                <a:cubicBezTo>
                  <a:pt x="945113" y="18365"/>
                  <a:pt x="945113" y="18365"/>
                  <a:pt x="1103891" y="25209"/>
                </a:cubicBezTo>
                <a:cubicBezTo>
                  <a:pt x="1103891" y="25209"/>
                  <a:pt x="1103891" y="25209"/>
                  <a:pt x="1649598" y="32233"/>
                </a:cubicBezTo>
                <a:cubicBezTo>
                  <a:pt x="1789727" y="39669"/>
                  <a:pt x="1934841" y="47186"/>
                  <a:pt x="2071033" y="69472"/>
                </a:cubicBezTo>
                <a:cubicBezTo>
                  <a:pt x="2057299" y="75034"/>
                  <a:pt x="2023735" y="57143"/>
                  <a:pt x="2015138" y="72222"/>
                </a:cubicBezTo>
                <a:cubicBezTo>
                  <a:pt x="2020276" y="81740"/>
                  <a:pt x="2029351" y="76408"/>
                  <a:pt x="2038907" y="80824"/>
                </a:cubicBezTo>
                <a:cubicBezTo>
                  <a:pt x="2038907" y="80824"/>
                  <a:pt x="2038907" y="80824"/>
                  <a:pt x="2043325" y="75721"/>
                </a:cubicBezTo>
                <a:cubicBezTo>
                  <a:pt x="2052881" y="80136"/>
                  <a:pt x="2062436" y="84551"/>
                  <a:pt x="2066615" y="74575"/>
                </a:cubicBezTo>
                <a:cubicBezTo>
                  <a:pt x="2066854" y="79449"/>
                  <a:pt x="2066854" y="79449"/>
                  <a:pt x="2066854" y="79449"/>
                </a:cubicBezTo>
                <a:cubicBezTo>
                  <a:pt x="2080348" y="69013"/>
                  <a:pt x="2090384" y="83176"/>
                  <a:pt x="2104118" y="77615"/>
                </a:cubicBezTo>
                <a:cubicBezTo>
                  <a:pt x="2127631" y="81018"/>
                  <a:pt x="2165374" y="88932"/>
                  <a:pt x="2179587" y="93118"/>
                </a:cubicBezTo>
                <a:cubicBezTo>
                  <a:pt x="2109719" y="96556"/>
                  <a:pt x="2025484" y="86369"/>
                  <a:pt x="1960034" y="84704"/>
                </a:cubicBezTo>
                <a:cubicBezTo>
                  <a:pt x="1941162" y="80747"/>
                  <a:pt x="1917633" y="77019"/>
                  <a:pt x="1904138" y="87454"/>
                </a:cubicBezTo>
                <a:cubicBezTo>
                  <a:pt x="1955768" y="99244"/>
                  <a:pt x="2011439" y="91946"/>
                  <a:pt x="2058962" y="108823"/>
                </a:cubicBezTo>
                <a:cubicBezTo>
                  <a:pt x="1960922" y="109088"/>
                  <a:pt x="1844066" y="100181"/>
                  <a:pt x="1755565" y="104535"/>
                </a:cubicBezTo>
                <a:cubicBezTo>
                  <a:pt x="1727138" y="96162"/>
                  <a:pt x="1695012" y="107514"/>
                  <a:pt x="1666825" y="104015"/>
                </a:cubicBezTo>
                <a:cubicBezTo>
                  <a:pt x="1666825" y="104015"/>
                  <a:pt x="1666825" y="104015"/>
                  <a:pt x="1671723" y="108660"/>
                </a:cubicBezTo>
                <a:cubicBezTo>
                  <a:pt x="1751850" y="123933"/>
                  <a:pt x="1840040" y="119594"/>
                  <a:pt x="1924601" y="130090"/>
                </a:cubicBezTo>
                <a:cubicBezTo>
                  <a:pt x="1887889" y="136782"/>
                  <a:pt x="1835693" y="119808"/>
                  <a:pt x="1798909" y="131389"/>
                </a:cubicBezTo>
                <a:cubicBezTo>
                  <a:pt x="1840999" y="139089"/>
                  <a:pt x="1882920" y="137026"/>
                  <a:pt x="1920423" y="140067"/>
                </a:cubicBezTo>
                <a:cubicBezTo>
                  <a:pt x="1916005" y="145170"/>
                  <a:pt x="1906449" y="140755"/>
                  <a:pt x="1906929" y="150501"/>
                </a:cubicBezTo>
                <a:cubicBezTo>
                  <a:pt x="1939224" y="148913"/>
                  <a:pt x="1986283" y="156368"/>
                  <a:pt x="2019128" y="159638"/>
                </a:cubicBezTo>
                <a:cubicBezTo>
                  <a:pt x="2019847" y="174259"/>
                  <a:pt x="2000017" y="150807"/>
                  <a:pt x="1986522" y="161242"/>
                </a:cubicBezTo>
                <a:cubicBezTo>
                  <a:pt x="1986762" y="166115"/>
                  <a:pt x="1991420" y="165886"/>
                  <a:pt x="1996078" y="165657"/>
                </a:cubicBezTo>
                <a:cubicBezTo>
                  <a:pt x="1991900" y="175634"/>
                  <a:pt x="2005634" y="170073"/>
                  <a:pt x="2010532" y="174717"/>
                </a:cubicBezTo>
                <a:cubicBezTo>
                  <a:pt x="2029403" y="178674"/>
                  <a:pt x="2042418" y="158492"/>
                  <a:pt x="2061529" y="167323"/>
                </a:cubicBezTo>
                <a:cubicBezTo>
                  <a:pt x="2054901" y="174976"/>
                  <a:pt x="2039740" y="169310"/>
                  <a:pt x="2034842" y="172070"/>
                </a:cubicBezTo>
                <a:lnTo>
                  <a:pt x="2034151" y="177708"/>
                </a:lnTo>
                <a:lnTo>
                  <a:pt x="1868334" y="172716"/>
                </a:lnTo>
                <a:cubicBezTo>
                  <a:pt x="1809922" y="170175"/>
                  <a:pt x="1751540" y="168243"/>
                  <a:pt x="1693471" y="171100"/>
                </a:cubicBezTo>
                <a:cubicBezTo>
                  <a:pt x="1745172" y="178001"/>
                  <a:pt x="1805174" y="170164"/>
                  <a:pt x="1857130" y="182264"/>
                </a:cubicBezTo>
                <a:cubicBezTo>
                  <a:pt x="2006114" y="179820"/>
                  <a:pt x="2147992" y="216482"/>
                  <a:pt x="2301393" y="208935"/>
                </a:cubicBezTo>
                <a:cubicBezTo>
                  <a:pt x="2241559" y="226535"/>
                  <a:pt x="2162206" y="220669"/>
                  <a:pt x="2092338" y="224106"/>
                </a:cubicBezTo>
                <a:cubicBezTo>
                  <a:pt x="2092338" y="224106"/>
                  <a:pt x="2092338" y="224106"/>
                  <a:pt x="2008016" y="218484"/>
                </a:cubicBezTo>
                <a:cubicBezTo>
                  <a:pt x="1994042" y="219171"/>
                  <a:pt x="2008495" y="228231"/>
                  <a:pt x="2004077" y="233334"/>
                </a:cubicBezTo>
                <a:cubicBezTo>
                  <a:pt x="2074409" y="239319"/>
                  <a:pt x="2148625" y="235667"/>
                  <a:pt x="2214315" y="242206"/>
                </a:cubicBezTo>
                <a:cubicBezTo>
                  <a:pt x="2224574" y="260917"/>
                  <a:pt x="2261358" y="249337"/>
                  <a:pt x="2280469" y="258167"/>
                </a:cubicBezTo>
                <a:cubicBezTo>
                  <a:pt x="2298861" y="252377"/>
                  <a:pt x="2327048" y="255876"/>
                  <a:pt x="2350338" y="254730"/>
                </a:cubicBezTo>
                <a:cubicBezTo>
                  <a:pt x="2332186" y="265394"/>
                  <a:pt x="2303998" y="261895"/>
                  <a:pt x="2285607" y="267686"/>
                </a:cubicBezTo>
                <a:cubicBezTo>
                  <a:pt x="2285607" y="267686"/>
                  <a:pt x="2285607" y="267686"/>
                  <a:pt x="2290504" y="272330"/>
                </a:cubicBezTo>
                <a:cubicBezTo>
                  <a:pt x="2290504" y="272330"/>
                  <a:pt x="2290504" y="272330"/>
                  <a:pt x="2369928" y="273307"/>
                </a:cubicBezTo>
                <a:cubicBezTo>
                  <a:pt x="2369928" y="273307"/>
                  <a:pt x="2369928" y="273307"/>
                  <a:pt x="2370168" y="278182"/>
                </a:cubicBezTo>
                <a:cubicBezTo>
                  <a:pt x="2360852" y="278640"/>
                  <a:pt x="2361332" y="288387"/>
                  <a:pt x="2356674" y="288616"/>
                </a:cubicBezTo>
                <a:cubicBezTo>
                  <a:pt x="2342700" y="289303"/>
                  <a:pt x="2328726" y="289991"/>
                  <a:pt x="2314992" y="295552"/>
                </a:cubicBezTo>
                <a:cubicBezTo>
                  <a:pt x="2277250" y="287638"/>
                  <a:pt x="2245124" y="298990"/>
                  <a:pt x="2212758" y="305468"/>
                </a:cubicBezTo>
                <a:cubicBezTo>
                  <a:pt x="2212758" y="305468"/>
                  <a:pt x="2212758" y="305468"/>
                  <a:pt x="2338931" y="313916"/>
                </a:cubicBezTo>
                <a:cubicBezTo>
                  <a:pt x="2231870" y="314298"/>
                  <a:pt x="2120319" y="324672"/>
                  <a:pt x="2013259" y="325053"/>
                </a:cubicBezTo>
                <a:cubicBezTo>
                  <a:pt x="2013259" y="325053"/>
                  <a:pt x="2013259" y="325053"/>
                  <a:pt x="2013499" y="329927"/>
                </a:cubicBezTo>
                <a:cubicBezTo>
                  <a:pt x="2088265" y="331134"/>
                  <a:pt x="2167618" y="337001"/>
                  <a:pt x="2246802" y="333106"/>
                </a:cubicBezTo>
                <a:cubicBezTo>
                  <a:pt x="2266393" y="351683"/>
                  <a:pt x="2293621" y="335687"/>
                  <a:pt x="2317390" y="344288"/>
                </a:cubicBezTo>
                <a:cubicBezTo>
                  <a:pt x="2317390" y="344288"/>
                  <a:pt x="2317390" y="344288"/>
                  <a:pt x="2378183" y="346183"/>
                </a:cubicBezTo>
                <a:cubicBezTo>
                  <a:pt x="2373765" y="351286"/>
                  <a:pt x="2374005" y="356159"/>
                  <a:pt x="2369347" y="356388"/>
                </a:cubicBezTo>
                <a:cubicBezTo>
                  <a:pt x="2359791" y="351973"/>
                  <a:pt x="2355613" y="361950"/>
                  <a:pt x="2346537" y="367282"/>
                </a:cubicBezTo>
                <a:cubicBezTo>
                  <a:pt x="2262934" y="376280"/>
                  <a:pt x="2179163" y="375516"/>
                  <a:pt x="2095321" y="379641"/>
                </a:cubicBezTo>
                <a:cubicBezTo>
                  <a:pt x="2095321" y="379641"/>
                  <a:pt x="2095321" y="379641"/>
                  <a:pt x="2095561" y="384515"/>
                </a:cubicBezTo>
                <a:cubicBezTo>
                  <a:pt x="2161251" y="391054"/>
                  <a:pt x="2230569" y="382758"/>
                  <a:pt x="2300437" y="379321"/>
                </a:cubicBezTo>
                <a:cubicBezTo>
                  <a:pt x="2300437" y="379321"/>
                  <a:pt x="2300437" y="379321"/>
                  <a:pt x="2291601" y="389526"/>
                </a:cubicBezTo>
                <a:cubicBezTo>
                  <a:pt x="2291601" y="389526"/>
                  <a:pt x="2291601" y="389526"/>
                  <a:pt x="2305815" y="393712"/>
                </a:cubicBezTo>
                <a:cubicBezTo>
                  <a:pt x="2231048" y="392505"/>
                  <a:pt x="2161970" y="405675"/>
                  <a:pt x="2082786" y="409571"/>
                </a:cubicBezTo>
                <a:cubicBezTo>
                  <a:pt x="2082786" y="409571"/>
                  <a:pt x="2082786" y="409571"/>
                  <a:pt x="2078367" y="414673"/>
                </a:cubicBezTo>
                <a:cubicBezTo>
                  <a:pt x="2078367" y="414673"/>
                  <a:pt x="2078367" y="414673"/>
                  <a:pt x="2101897" y="418401"/>
                </a:cubicBezTo>
                <a:cubicBezTo>
                  <a:pt x="2205074" y="427656"/>
                  <a:pt x="2298472" y="427946"/>
                  <a:pt x="2405293" y="422690"/>
                </a:cubicBezTo>
                <a:cubicBezTo>
                  <a:pt x="2405293" y="422690"/>
                  <a:pt x="2405293" y="422690"/>
                  <a:pt x="2400875" y="427793"/>
                </a:cubicBezTo>
                <a:cubicBezTo>
                  <a:pt x="2344980" y="430543"/>
                  <a:pt x="2284738" y="433507"/>
                  <a:pt x="2228843" y="436257"/>
                </a:cubicBezTo>
                <a:lnTo>
                  <a:pt x="2229019" y="439831"/>
                </a:lnTo>
                <a:lnTo>
                  <a:pt x="2200761" y="441221"/>
                </a:lnTo>
                <a:cubicBezTo>
                  <a:pt x="2200761" y="441221"/>
                  <a:pt x="2200761" y="441221"/>
                  <a:pt x="2205179" y="436118"/>
                </a:cubicBezTo>
                <a:cubicBezTo>
                  <a:pt x="2130189" y="430363"/>
                  <a:pt x="2046417" y="429599"/>
                  <a:pt x="1971651" y="428392"/>
                </a:cubicBezTo>
                <a:cubicBezTo>
                  <a:pt x="2018383" y="435538"/>
                  <a:pt x="2060784" y="443223"/>
                  <a:pt x="2107603" y="445804"/>
                </a:cubicBezTo>
                <a:cubicBezTo>
                  <a:pt x="2089211" y="451595"/>
                  <a:pt x="2065202" y="438120"/>
                  <a:pt x="2042632" y="453887"/>
                </a:cubicBezTo>
                <a:cubicBezTo>
                  <a:pt x="2037974" y="454116"/>
                  <a:pt x="2023760" y="449929"/>
                  <a:pt x="2019103" y="450158"/>
                </a:cubicBezTo>
                <a:cubicBezTo>
                  <a:pt x="2038917" y="473285"/>
                  <a:pt x="2085256" y="466120"/>
                  <a:pt x="2113203" y="464745"/>
                </a:cubicBezTo>
                <a:cubicBezTo>
                  <a:pt x="2113203" y="464745"/>
                  <a:pt x="2113203" y="464745"/>
                  <a:pt x="2169338" y="466869"/>
                </a:cubicBezTo>
                <a:cubicBezTo>
                  <a:pt x="2164920" y="471971"/>
                  <a:pt x="2146049" y="468014"/>
                  <a:pt x="2156084" y="482177"/>
                </a:cubicBezTo>
                <a:cubicBezTo>
                  <a:pt x="2165640" y="486592"/>
                  <a:pt x="2184271" y="485675"/>
                  <a:pt x="2198245" y="484988"/>
                </a:cubicBezTo>
                <a:cubicBezTo>
                  <a:pt x="2198245" y="484988"/>
                  <a:pt x="2198245" y="484988"/>
                  <a:pt x="2258558" y="477135"/>
                </a:cubicBezTo>
                <a:cubicBezTo>
                  <a:pt x="2208743" y="508573"/>
                  <a:pt x="2129390" y="502706"/>
                  <a:pt x="2059522" y="506144"/>
                </a:cubicBezTo>
                <a:cubicBezTo>
                  <a:pt x="2031814" y="512392"/>
                  <a:pt x="1993832" y="499605"/>
                  <a:pt x="1961706" y="510956"/>
                </a:cubicBezTo>
                <a:cubicBezTo>
                  <a:pt x="1961706" y="510956"/>
                  <a:pt x="1961706" y="510956"/>
                  <a:pt x="1966603" y="515601"/>
                </a:cubicBezTo>
                <a:cubicBezTo>
                  <a:pt x="2008214" y="513553"/>
                  <a:pt x="2054793" y="511262"/>
                  <a:pt x="2092536" y="519175"/>
                </a:cubicBezTo>
                <a:cubicBezTo>
                  <a:pt x="2078802" y="524737"/>
                  <a:pt x="2060170" y="525654"/>
                  <a:pt x="2041539" y="526570"/>
                </a:cubicBezTo>
                <a:cubicBezTo>
                  <a:pt x="2041539" y="526570"/>
                  <a:pt x="2041539" y="526570"/>
                  <a:pt x="2004515" y="533277"/>
                </a:cubicBezTo>
                <a:cubicBezTo>
                  <a:pt x="2004515" y="533277"/>
                  <a:pt x="2004515" y="533277"/>
                  <a:pt x="1575185" y="525413"/>
                </a:cubicBezTo>
                <a:cubicBezTo>
                  <a:pt x="1575185" y="525413"/>
                  <a:pt x="1575185" y="525413"/>
                  <a:pt x="1421306" y="523213"/>
                </a:cubicBezTo>
                <a:cubicBezTo>
                  <a:pt x="1421306" y="523213"/>
                  <a:pt x="1421306" y="523213"/>
                  <a:pt x="1421546" y="528087"/>
                </a:cubicBezTo>
                <a:cubicBezTo>
                  <a:pt x="1407092" y="519027"/>
                  <a:pt x="1364931" y="516216"/>
                  <a:pt x="1351437" y="526650"/>
                </a:cubicBezTo>
                <a:cubicBezTo>
                  <a:pt x="1336984" y="517591"/>
                  <a:pt x="1309037" y="518966"/>
                  <a:pt x="1295542" y="529400"/>
                </a:cubicBezTo>
                <a:cubicBezTo>
                  <a:pt x="1001221" y="519779"/>
                  <a:pt x="694181" y="530000"/>
                  <a:pt x="401283" y="549296"/>
                </a:cubicBezTo>
                <a:cubicBezTo>
                  <a:pt x="401283" y="549296"/>
                  <a:pt x="401283" y="549296"/>
                  <a:pt x="237847" y="542681"/>
                </a:cubicBezTo>
                <a:cubicBezTo>
                  <a:pt x="237847" y="542681"/>
                  <a:pt x="237847" y="542681"/>
                  <a:pt x="233429" y="547784"/>
                </a:cubicBezTo>
                <a:cubicBezTo>
                  <a:pt x="538265" y="581314"/>
                  <a:pt x="825011" y="538220"/>
                  <a:pt x="1133545" y="552027"/>
                </a:cubicBezTo>
                <a:cubicBezTo>
                  <a:pt x="1217611" y="552451"/>
                  <a:pt x="1310459" y="547883"/>
                  <a:pt x="1395021" y="558379"/>
                </a:cubicBezTo>
                <a:cubicBezTo>
                  <a:pt x="1395021" y="558379"/>
                  <a:pt x="1395021" y="558379"/>
                  <a:pt x="895823" y="553952"/>
                </a:cubicBezTo>
                <a:cubicBezTo>
                  <a:pt x="816639" y="557848"/>
                  <a:pt x="742183" y="556625"/>
                  <a:pt x="667896" y="565166"/>
                </a:cubicBezTo>
                <a:cubicBezTo>
                  <a:pt x="667896" y="565166"/>
                  <a:pt x="667896" y="565166"/>
                  <a:pt x="672794" y="569810"/>
                </a:cubicBezTo>
                <a:cubicBezTo>
                  <a:pt x="886747" y="559284"/>
                  <a:pt x="1110495" y="558046"/>
                  <a:pt x="1302102" y="567835"/>
                </a:cubicBezTo>
                <a:cubicBezTo>
                  <a:pt x="1302102" y="567835"/>
                  <a:pt x="1302102" y="567835"/>
                  <a:pt x="966410" y="565135"/>
                </a:cubicBezTo>
                <a:cubicBezTo>
                  <a:pt x="966410" y="565135"/>
                  <a:pt x="966410" y="565135"/>
                  <a:pt x="570630" y="574837"/>
                </a:cubicBezTo>
                <a:cubicBezTo>
                  <a:pt x="529019" y="576884"/>
                  <a:pt x="487098" y="578946"/>
                  <a:pt x="445177" y="581009"/>
                </a:cubicBezTo>
                <a:cubicBezTo>
                  <a:pt x="333234" y="577072"/>
                  <a:pt x="207541" y="578370"/>
                  <a:pt x="107583" y="539645"/>
                </a:cubicBezTo>
                <a:cubicBezTo>
                  <a:pt x="107583" y="539645"/>
                  <a:pt x="107583" y="539645"/>
                  <a:pt x="116659" y="534312"/>
                </a:cubicBezTo>
                <a:cubicBezTo>
                  <a:pt x="102685" y="535000"/>
                  <a:pt x="110818" y="510498"/>
                  <a:pt x="87768" y="516518"/>
                </a:cubicBezTo>
                <a:cubicBezTo>
                  <a:pt x="69137" y="517435"/>
                  <a:pt x="54460" y="503826"/>
                  <a:pt x="35588" y="499870"/>
                </a:cubicBezTo>
                <a:cubicBezTo>
                  <a:pt x="35588" y="499870"/>
                  <a:pt x="35588" y="499870"/>
                  <a:pt x="33926" y="466078"/>
                </a:cubicBezTo>
                <a:cubicBezTo>
                  <a:pt x="57679" y="474355"/>
                  <a:pt x="94942" y="472522"/>
                  <a:pt x="123369" y="480894"/>
                </a:cubicBezTo>
                <a:cubicBezTo>
                  <a:pt x="127548" y="470917"/>
                  <a:pt x="142240" y="484851"/>
                  <a:pt x="151077" y="474646"/>
                </a:cubicBezTo>
                <a:cubicBezTo>
                  <a:pt x="132205" y="470688"/>
                  <a:pt x="117992" y="466502"/>
                  <a:pt x="99120" y="462546"/>
                </a:cubicBezTo>
                <a:cubicBezTo>
                  <a:pt x="103539" y="457443"/>
                  <a:pt x="103539" y="457443"/>
                  <a:pt x="103539" y="457443"/>
                </a:cubicBezTo>
                <a:cubicBezTo>
                  <a:pt x="93983" y="453027"/>
                  <a:pt x="102819" y="442822"/>
                  <a:pt x="102819" y="442822"/>
                </a:cubicBezTo>
                <a:cubicBezTo>
                  <a:pt x="102819" y="442822"/>
                  <a:pt x="102819" y="442822"/>
                  <a:pt x="130767" y="441447"/>
                </a:cubicBezTo>
                <a:cubicBezTo>
                  <a:pt x="129344" y="412530"/>
                  <a:pt x="87886" y="424015"/>
                  <a:pt x="82285" y="405074"/>
                </a:cubicBezTo>
                <a:cubicBezTo>
                  <a:pt x="91362" y="399743"/>
                  <a:pt x="100917" y="404158"/>
                  <a:pt x="105335" y="399055"/>
                </a:cubicBezTo>
                <a:cubicBezTo>
                  <a:pt x="90882" y="389995"/>
                  <a:pt x="67592" y="391141"/>
                  <a:pt x="44063" y="387413"/>
                </a:cubicBezTo>
                <a:cubicBezTo>
                  <a:pt x="43344" y="372792"/>
                  <a:pt x="20773" y="388559"/>
                  <a:pt x="15396" y="374167"/>
                </a:cubicBezTo>
                <a:cubicBezTo>
                  <a:pt x="20054" y="373938"/>
                  <a:pt x="20054" y="373938"/>
                  <a:pt x="19815" y="369065"/>
                </a:cubicBezTo>
                <a:cubicBezTo>
                  <a:pt x="15156" y="369294"/>
                  <a:pt x="14917" y="364420"/>
                  <a:pt x="10259" y="364649"/>
                </a:cubicBezTo>
                <a:cubicBezTo>
                  <a:pt x="10259" y="364649"/>
                  <a:pt x="10259" y="364649"/>
                  <a:pt x="5600" y="364878"/>
                </a:cubicBezTo>
                <a:cubicBezTo>
                  <a:pt x="14693" y="359872"/>
                  <a:pt x="239" y="350812"/>
                  <a:pt x="0" y="345938"/>
                </a:cubicBezTo>
                <a:cubicBezTo>
                  <a:pt x="0" y="345938"/>
                  <a:pt x="0" y="345938"/>
                  <a:pt x="18631" y="345022"/>
                </a:cubicBezTo>
                <a:cubicBezTo>
                  <a:pt x="18631" y="345022"/>
                  <a:pt x="18631" y="345022"/>
                  <a:pt x="79664" y="351790"/>
                </a:cubicBezTo>
                <a:cubicBezTo>
                  <a:pt x="84098" y="347012"/>
                  <a:pt x="74303" y="337723"/>
                  <a:pt x="78721" y="332620"/>
                </a:cubicBezTo>
                <a:cubicBezTo>
                  <a:pt x="78721" y="332620"/>
                  <a:pt x="78721" y="332620"/>
                  <a:pt x="92215" y="322185"/>
                </a:cubicBezTo>
                <a:cubicBezTo>
                  <a:pt x="77538" y="308577"/>
                  <a:pt x="50293" y="324248"/>
                  <a:pt x="40035" y="305537"/>
                </a:cubicBezTo>
                <a:cubicBezTo>
                  <a:pt x="30719" y="305995"/>
                  <a:pt x="26301" y="311098"/>
                  <a:pt x="21163" y="301580"/>
                </a:cubicBezTo>
                <a:cubicBezTo>
                  <a:pt x="29520" y="281627"/>
                  <a:pt x="57707" y="285125"/>
                  <a:pt x="71681" y="284438"/>
                </a:cubicBezTo>
                <a:cubicBezTo>
                  <a:pt x="75619" y="269588"/>
                  <a:pt x="99389" y="278189"/>
                  <a:pt x="113362" y="277502"/>
                </a:cubicBezTo>
                <a:cubicBezTo>
                  <a:pt x="104286" y="282833"/>
                  <a:pt x="94491" y="273545"/>
                  <a:pt x="85655" y="283750"/>
                </a:cubicBezTo>
                <a:cubicBezTo>
                  <a:pt x="108944" y="282604"/>
                  <a:pt x="128055" y="291435"/>
                  <a:pt x="151105" y="285416"/>
                </a:cubicBezTo>
                <a:cubicBezTo>
                  <a:pt x="141086" y="271578"/>
                  <a:pt x="122215" y="267621"/>
                  <a:pt x="103583" y="268538"/>
                </a:cubicBezTo>
                <a:cubicBezTo>
                  <a:pt x="94027" y="264123"/>
                  <a:pt x="84712" y="264581"/>
                  <a:pt x="70498" y="260394"/>
                </a:cubicBezTo>
                <a:cubicBezTo>
                  <a:pt x="74916" y="255292"/>
                  <a:pt x="65360" y="250877"/>
                  <a:pt x="60702" y="251106"/>
                </a:cubicBezTo>
                <a:cubicBezTo>
                  <a:pt x="60702" y="251106"/>
                  <a:pt x="60702" y="251106"/>
                  <a:pt x="65120" y="246003"/>
                </a:cubicBezTo>
                <a:cubicBezTo>
                  <a:pt x="64881" y="241129"/>
                  <a:pt x="60463" y="246232"/>
                  <a:pt x="55565" y="241588"/>
                </a:cubicBezTo>
                <a:cubicBezTo>
                  <a:pt x="69779" y="245774"/>
                  <a:pt x="78615" y="235568"/>
                  <a:pt x="92349" y="230007"/>
                </a:cubicBezTo>
                <a:cubicBezTo>
                  <a:pt x="92349" y="230007"/>
                  <a:pt x="92349" y="230007"/>
                  <a:pt x="64161" y="226508"/>
                </a:cubicBezTo>
                <a:cubicBezTo>
                  <a:pt x="73238" y="221176"/>
                  <a:pt x="92349" y="230007"/>
                  <a:pt x="96288" y="215157"/>
                </a:cubicBezTo>
                <a:cubicBezTo>
                  <a:pt x="96288" y="215157"/>
                  <a:pt x="96288" y="215157"/>
                  <a:pt x="96048" y="210284"/>
                </a:cubicBezTo>
                <a:cubicBezTo>
                  <a:pt x="110245" y="214145"/>
                  <a:pt x="127454" y="184311"/>
                  <a:pt x="155881" y="192683"/>
                </a:cubicBezTo>
                <a:cubicBezTo>
                  <a:pt x="160539" y="192454"/>
                  <a:pt x="155641" y="187810"/>
                  <a:pt x="155401" y="182936"/>
                </a:cubicBezTo>
                <a:cubicBezTo>
                  <a:pt x="155401" y="182936"/>
                  <a:pt x="155401" y="182936"/>
                  <a:pt x="80635" y="181729"/>
                </a:cubicBezTo>
                <a:cubicBezTo>
                  <a:pt x="93410" y="156673"/>
                  <a:pt x="117419" y="170148"/>
                  <a:pt x="131393" y="169461"/>
                </a:cubicBezTo>
                <a:cubicBezTo>
                  <a:pt x="126271" y="160268"/>
                  <a:pt x="126032" y="155394"/>
                  <a:pt x="130450" y="150292"/>
                </a:cubicBezTo>
                <a:cubicBezTo>
                  <a:pt x="102038" y="142244"/>
                  <a:pt x="68954" y="134101"/>
                  <a:pt x="36348" y="135705"/>
                </a:cubicBezTo>
                <a:cubicBezTo>
                  <a:pt x="40526" y="125728"/>
                  <a:pt x="59398" y="129686"/>
                  <a:pt x="73132" y="124124"/>
                </a:cubicBezTo>
                <a:cubicBezTo>
                  <a:pt x="96422" y="122978"/>
                  <a:pt x="124608" y="126478"/>
                  <a:pt x="147658" y="120458"/>
                </a:cubicBezTo>
                <a:cubicBezTo>
                  <a:pt x="118768" y="102664"/>
                  <a:pt x="96661" y="127853"/>
                  <a:pt x="67531" y="105184"/>
                </a:cubicBezTo>
                <a:cubicBezTo>
                  <a:pt x="67531" y="105184"/>
                  <a:pt x="67531" y="105184"/>
                  <a:pt x="62633" y="100540"/>
                </a:cubicBezTo>
                <a:cubicBezTo>
                  <a:pt x="84500" y="70477"/>
                  <a:pt x="117105" y="68873"/>
                  <a:pt x="144573" y="57751"/>
                </a:cubicBezTo>
                <a:cubicBezTo>
                  <a:pt x="157588" y="37569"/>
                  <a:pt x="186255" y="50814"/>
                  <a:pt x="209304" y="44795"/>
                </a:cubicBezTo>
                <a:cubicBezTo>
                  <a:pt x="223758" y="53855"/>
                  <a:pt x="241910" y="43191"/>
                  <a:pt x="260781" y="47148"/>
                </a:cubicBezTo>
                <a:cubicBezTo>
                  <a:pt x="260781" y="47148"/>
                  <a:pt x="260781" y="47148"/>
                  <a:pt x="260541" y="42274"/>
                </a:cubicBezTo>
                <a:cubicBezTo>
                  <a:pt x="241670" y="38317"/>
                  <a:pt x="218621" y="44337"/>
                  <a:pt x="204167" y="35277"/>
                </a:cubicBezTo>
                <a:cubicBezTo>
                  <a:pt x="208586" y="30174"/>
                  <a:pt x="232354" y="38776"/>
                  <a:pt x="241430" y="33444"/>
                </a:cubicBezTo>
                <a:cubicBezTo>
                  <a:pt x="306162" y="20488"/>
                  <a:pt x="375959" y="21939"/>
                  <a:pt x="441171" y="18731"/>
                </a:cubicBezTo>
                <a:cubicBezTo>
                  <a:pt x="455144" y="18043"/>
                  <a:pt x="478913" y="26645"/>
                  <a:pt x="487509" y="11566"/>
                </a:cubicBezTo>
                <a:cubicBezTo>
                  <a:pt x="511039" y="15293"/>
                  <a:pt x="543405" y="8816"/>
                  <a:pt x="571592" y="12314"/>
                </a:cubicBezTo>
                <a:cubicBezTo>
                  <a:pt x="585086" y="1880"/>
                  <a:pt x="604197" y="10710"/>
                  <a:pt x="618410" y="14897"/>
                </a:cubicBezTo>
                <a:cubicBezTo>
                  <a:pt x="813508" y="738"/>
                  <a:pt x="1018609" y="93"/>
                  <a:pt x="1219069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/>
              <a:t>  繁琐、效率不高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6CE069E4-4BD4-F9FB-D3C2-9BA1F24645B4}"/>
              </a:ext>
            </a:extLst>
          </p:cNvPr>
          <p:cNvSpPr/>
          <p:nvPr/>
        </p:nvSpPr>
        <p:spPr>
          <a:xfrm>
            <a:off x="5253330" y="5459831"/>
            <a:ext cx="4597400" cy="4191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用户名和密码都正确，登录成功；否则，登录失败</a:t>
            </a:r>
          </a:p>
        </p:txBody>
      </p:sp>
      <p:sp>
        <p:nvSpPr>
          <p:cNvPr id="3" name="Shape4">
            <a:extLst>
              <a:ext uri="{FF2B5EF4-FFF2-40B4-BE49-F238E27FC236}">
                <a16:creationId xmlns:a16="http://schemas.microsoft.com/office/drawing/2014/main" id="{E5107B1D-75FE-59AA-F7C4-3D8EF765E95B}"/>
              </a:ext>
            </a:extLst>
          </p:cNvPr>
          <p:cNvSpPr/>
          <p:nvPr/>
        </p:nvSpPr>
        <p:spPr>
          <a:xfrm>
            <a:off x="9267417" y="4042428"/>
            <a:ext cx="1945632" cy="317870"/>
          </a:xfrm>
          <a:custGeom>
            <a:avLst/>
            <a:gdLst>
              <a:gd name="connsiteX0" fmla="*/ 1801727 w 2405293"/>
              <a:gd name="connsiteY0" fmla="*/ 467042 h 581009"/>
              <a:gd name="connsiteX1" fmla="*/ 1797069 w 2405293"/>
              <a:gd name="connsiteY1" fmla="*/ 467271 h 581009"/>
              <a:gd name="connsiteX2" fmla="*/ 1955846 w 2405293"/>
              <a:gd name="connsiteY2" fmla="*/ 474115 h 581009"/>
              <a:gd name="connsiteX3" fmla="*/ 1801727 w 2405293"/>
              <a:gd name="connsiteY3" fmla="*/ 467042 h 581009"/>
              <a:gd name="connsiteX4" fmla="*/ 1992390 w 2405293"/>
              <a:gd name="connsiteY4" fmla="*/ 457661 h 581009"/>
              <a:gd name="connsiteX5" fmla="*/ 1987972 w 2405293"/>
              <a:gd name="connsiteY5" fmla="*/ 462764 h 581009"/>
              <a:gd name="connsiteX6" fmla="*/ 2011262 w 2405293"/>
              <a:gd name="connsiteY6" fmla="*/ 461618 h 581009"/>
              <a:gd name="connsiteX7" fmla="*/ 1992390 w 2405293"/>
              <a:gd name="connsiteY7" fmla="*/ 457661 h 581009"/>
              <a:gd name="connsiteX8" fmla="*/ 2229019 w 2405293"/>
              <a:gd name="connsiteY8" fmla="*/ 439831 h 581009"/>
              <a:gd name="connsiteX9" fmla="*/ 2229083 w 2405293"/>
              <a:gd name="connsiteY9" fmla="*/ 441130 h 581009"/>
              <a:gd name="connsiteX10" fmla="*/ 2229019 w 2405293"/>
              <a:gd name="connsiteY10" fmla="*/ 439831 h 581009"/>
              <a:gd name="connsiteX11" fmla="*/ 39387 w 2405293"/>
              <a:gd name="connsiteY11" fmla="*/ 374616 h 581009"/>
              <a:gd name="connsiteX12" fmla="*/ 30071 w 2405293"/>
              <a:gd name="connsiteY12" fmla="*/ 375074 h 581009"/>
              <a:gd name="connsiteX13" fmla="*/ 39387 w 2405293"/>
              <a:gd name="connsiteY13" fmla="*/ 374616 h 581009"/>
              <a:gd name="connsiteX14" fmla="*/ 2034151 w 2405293"/>
              <a:gd name="connsiteY14" fmla="*/ 177708 h 581009"/>
              <a:gd name="connsiteX15" fmla="*/ 2043377 w 2405293"/>
              <a:gd name="connsiteY15" fmla="*/ 177986 h 581009"/>
              <a:gd name="connsiteX16" fmla="*/ 2034061 w 2405293"/>
              <a:gd name="connsiteY16" fmla="*/ 178445 h 581009"/>
              <a:gd name="connsiteX17" fmla="*/ 1755565 w 2405293"/>
              <a:gd name="connsiteY17" fmla="*/ 104535 h 581009"/>
              <a:gd name="connsiteX18" fmla="*/ 1751147 w 2405293"/>
              <a:gd name="connsiteY18" fmla="*/ 109638 h 581009"/>
              <a:gd name="connsiteX19" fmla="*/ 1755565 w 2405293"/>
              <a:gd name="connsiteY19" fmla="*/ 104535 h 581009"/>
              <a:gd name="connsiteX20" fmla="*/ 2047743 w 2405293"/>
              <a:gd name="connsiteY20" fmla="*/ 70618 h 581009"/>
              <a:gd name="connsiteX21" fmla="*/ 2043325 w 2405293"/>
              <a:gd name="connsiteY21" fmla="*/ 75721 h 581009"/>
              <a:gd name="connsiteX22" fmla="*/ 2033769 w 2405293"/>
              <a:gd name="connsiteY22" fmla="*/ 71305 h 581009"/>
              <a:gd name="connsiteX23" fmla="*/ 2047743 w 2405293"/>
              <a:gd name="connsiteY23" fmla="*/ 70618 h 581009"/>
              <a:gd name="connsiteX24" fmla="*/ 2000780 w 2405293"/>
              <a:gd name="connsiteY24" fmla="*/ 65112 h 581009"/>
              <a:gd name="connsiteX25" fmla="*/ 1996153 w 2405293"/>
              <a:gd name="connsiteY25" fmla="*/ 65950 h 581009"/>
              <a:gd name="connsiteX26" fmla="*/ 1996092 w 2405293"/>
              <a:gd name="connsiteY26" fmla="*/ 66012 h 581009"/>
              <a:gd name="connsiteX27" fmla="*/ 1992223 w 2405293"/>
              <a:gd name="connsiteY27" fmla="*/ 66754 h 581009"/>
              <a:gd name="connsiteX28" fmla="*/ 1987286 w 2405293"/>
              <a:gd name="connsiteY28" fmla="*/ 75547 h 581009"/>
              <a:gd name="connsiteX29" fmla="*/ 1996602 w 2405293"/>
              <a:gd name="connsiteY29" fmla="*/ 75088 h 581009"/>
              <a:gd name="connsiteX30" fmla="*/ 1991705 w 2405293"/>
              <a:gd name="connsiteY30" fmla="*/ 70444 h 581009"/>
              <a:gd name="connsiteX31" fmla="*/ 1996092 w 2405293"/>
              <a:gd name="connsiteY31" fmla="*/ 66012 h 581009"/>
              <a:gd name="connsiteX32" fmla="*/ 2000780 w 2405293"/>
              <a:gd name="connsiteY32" fmla="*/ 65112 h 581009"/>
              <a:gd name="connsiteX33" fmla="*/ 2010336 w 2405293"/>
              <a:gd name="connsiteY33" fmla="*/ 69527 h 581009"/>
              <a:gd name="connsiteX34" fmla="*/ 2000780 w 2405293"/>
              <a:gd name="connsiteY34" fmla="*/ 65112 h 581009"/>
              <a:gd name="connsiteX35" fmla="*/ 1963604 w 2405293"/>
              <a:gd name="connsiteY35" fmla="*/ 62381 h 581009"/>
              <a:gd name="connsiteX36" fmla="*/ 1944973 w 2405293"/>
              <a:gd name="connsiteY36" fmla="*/ 63298 h 581009"/>
              <a:gd name="connsiteX37" fmla="*/ 1963604 w 2405293"/>
              <a:gd name="connsiteY37" fmla="*/ 62381 h 581009"/>
              <a:gd name="connsiteX38" fmla="*/ 1219069 w 2405293"/>
              <a:gd name="connsiteY38" fmla="*/ 0 h 581009"/>
              <a:gd name="connsiteX39" fmla="*/ 1527603 w 2405293"/>
              <a:gd name="connsiteY39" fmla="*/ 13808 h 581009"/>
              <a:gd name="connsiteX40" fmla="*/ 959087 w 2405293"/>
              <a:gd name="connsiteY40" fmla="*/ 17677 h 581009"/>
              <a:gd name="connsiteX41" fmla="*/ 945113 w 2405293"/>
              <a:gd name="connsiteY41" fmla="*/ 18365 h 581009"/>
              <a:gd name="connsiteX42" fmla="*/ 1103891 w 2405293"/>
              <a:gd name="connsiteY42" fmla="*/ 25209 h 581009"/>
              <a:gd name="connsiteX43" fmla="*/ 1649598 w 2405293"/>
              <a:gd name="connsiteY43" fmla="*/ 32233 h 581009"/>
              <a:gd name="connsiteX44" fmla="*/ 2071033 w 2405293"/>
              <a:gd name="connsiteY44" fmla="*/ 69472 h 581009"/>
              <a:gd name="connsiteX45" fmla="*/ 2015138 w 2405293"/>
              <a:gd name="connsiteY45" fmla="*/ 72222 h 581009"/>
              <a:gd name="connsiteX46" fmla="*/ 2038907 w 2405293"/>
              <a:gd name="connsiteY46" fmla="*/ 80824 h 581009"/>
              <a:gd name="connsiteX47" fmla="*/ 2043325 w 2405293"/>
              <a:gd name="connsiteY47" fmla="*/ 75721 h 581009"/>
              <a:gd name="connsiteX48" fmla="*/ 2066615 w 2405293"/>
              <a:gd name="connsiteY48" fmla="*/ 74575 h 581009"/>
              <a:gd name="connsiteX49" fmla="*/ 2066854 w 2405293"/>
              <a:gd name="connsiteY49" fmla="*/ 79449 h 581009"/>
              <a:gd name="connsiteX50" fmla="*/ 2104118 w 2405293"/>
              <a:gd name="connsiteY50" fmla="*/ 77615 h 581009"/>
              <a:gd name="connsiteX51" fmla="*/ 2179587 w 2405293"/>
              <a:gd name="connsiteY51" fmla="*/ 93118 h 581009"/>
              <a:gd name="connsiteX52" fmla="*/ 1960034 w 2405293"/>
              <a:gd name="connsiteY52" fmla="*/ 84704 h 581009"/>
              <a:gd name="connsiteX53" fmla="*/ 1904138 w 2405293"/>
              <a:gd name="connsiteY53" fmla="*/ 87454 h 581009"/>
              <a:gd name="connsiteX54" fmla="*/ 2058962 w 2405293"/>
              <a:gd name="connsiteY54" fmla="*/ 108823 h 581009"/>
              <a:gd name="connsiteX55" fmla="*/ 1755565 w 2405293"/>
              <a:gd name="connsiteY55" fmla="*/ 104535 h 581009"/>
              <a:gd name="connsiteX56" fmla="*/ 1666825 w 2405293"/>
              <a:gd name="connsiteY56" fmla="*/ 104015 h 581009"/>
              <a:gd name="connsiteX57" fmla="*/ 1671723 w 2405293"/>
              <a:gd name="connsiteY57" fmla="*/ 108660 h 581009"/>
              <a:gd name="connsiteX58" fmla="*/ 1924601 w 2405293"/>
              <a:gd name="connsiteY58" fmla="*/ 130090 h 581009"/>
              <a:gd name="connsiteX59" fmla="*/ 1798909 w 2405293"/>
              <a:gd name="connsiteY59" fmla="*/ 131389 h 581009"/>
              <a:gd name="connsiteX60" fmla="*/ 1920423 w 2405293"/>
              <a:gd name="connsiteY60" fmla="*/ 140067 h 581009"/>
              <a:gd name="connsiteX61" fmla="*/ 1906929 w 2405293"/>
              <a:gd name="connsiteY61" fmla="*/ 150501 h 581009"/>
              <a:gd name="connsiteX62" fmla="*/ 2019128 w 2405293"/>
              <a:gd name="connsiteY62" fmla="*/ 159638 h 581009"/>
              <a:gd name="connsiteX63" fmla="*/ 1986522 w 2405293"/>
              <a:gd name="connsiteY63" fmla="*/ 161242 h 581009"/>
              <a:gd name="connsiteX64" fmla="*/ 1996078 w 2405293"/>
              <a:gd name="connsiteY64" fmla="*/ 165657 h 581009"/>
              <a:gd name="connsiteX65" fmla="*/ 2010532 w 2405293"/>
              <a:gd name="connsiteY65" fmla="*/ 174717 h 581009"/>
              <a:gd name="connsiteX66" fmla="*/ 2061529 w 2405293"/>
              <a:gd name="connsiteY66" fmla="*/ 167323 h 581009"/>
              <a:gd name="connsiteX67" fmla="*/ 2034842 w 2405293"/>
              <a:gd name="connsiteY67" fmla="*/ 172070 h 581009"/>
              <a:gd name="connsiteX68" fmla="*/ 2034151 w 2405293"/>
              <a:gd name="connsiteY68" fmla="*/ 177708 h 581009"/>
              <a:gd name="connsiteX69" fmla="*/ 1868334 w 2405293"/>
              <a:gd name="connsiteY69" fmla="*/ 172716 h 581009"/>
              <a:gd name="connsiteX70" fmla="*/ 1693471 w 2405293"/>
              <a:gd name="connsiteY70" fmla="*/ 171100 h 581009"/>
              <a:gd name="connsiteX71" fmla="*/ 1857130 w 2405293"/>
              <a:gd name="connsiteY71" fmla="*/ 182264 h 581009"/>
              <a:gd name="connsiteX72" fmla="*/ 2301393 w 2405293"/>
              <a:gd name="connsiteY72" fmla="*/ 208935 h 581009"/>
              <a:gd name="connsiteX73" fmla="*/ 2092338 w 2405293"/>
              <a:gd name="connsiteY73" fmla="*/ 224106 h 581009"/>
              <a:gd name="connsiteX74" fmla="*/ 2008016 w 2405293"/>
              <a:gd name="connsiteY74" fmla="*/ 218484 h 581009"/>
              <a:gd name="connsiteX75" fmla="*/ 2004077 w 2405293"/>
              <a:gd name="connsiteY75" fmla="*/ 233334 h 581009"/>
              <a:gd name="connsiteX76" fmla="*/ 2214315 w 2405293"/>
              <a:gd name="connsiteY76" fmla="*/ 242206 h 581009"/>
              <a:gd name="connsiteX77" fmla="*/ 2280469 w 2405293"/>
              <a:gd name="connsiteY77" fmla="*/ 258167 h 581009"/>
              <a:gd name="connsiteX78" fmla="*/ 2350338 w 2405293"/>
              <a:gd name="connsiteY78" fmla="*/ 254730 h 581009"/>
              <a:gd name="connsiteX79" fmla="*/ 2285607 w 2405293"/>
              <a:gd name="connsiteY79" fmla="*/ 267686 h 581009"/>
              <a:gd name="connsiteX80" fmla="*/ 2290504 w 2405293"/>
              <a:gd name="connsiteY80" fmla="*/ 272330 h 581009"/>
              <a:gd name="connsiteX81" fmla="*/ 2369928 w 2405293"/>
              <a:gd name="connsiteY81" fmla="*/ 273307 h 581009"/>
              <a:gd name="connsiteX82" fmla="*/ 2370168 w 2405293"/>
              <a:gd name="connsiteY82" fmla="*/ 278182 h 581009"/>
              <a:gd name="connsiteX83" fmla="*/ 2356674 w 2405293"/>
              <a:gd name="connsiteY83" fmla="*/ 288616 h 581009"/>
              <a:gd name="connsiteX84" fmla="*/ 2314992 w 2405293"/>
              <a:gd name="connsiteY84" fmla="*/ 295552 h 581009"/>
              <a:gd name="connsiteX85" fmla="*/ 2212758 w 2405293"/>
              <a:gd name="connsiteY85" fmla="*/ 305468 h 581009"/>
              <a:gd name="connsiteX86" fmla="*/ 2338931 w 2405293"/>
              <a:gd name="connsiteY86" fmla="*/ 313916 h 581009"/>
              <a:gd name="connsiteX87" fmla="*/ 2013259 w 2405293"/>
              <a:gd name="connsiteY87" fmla="*/ 325053 h 581009"/>
              <a:gd name="connsiteX88" fmla="*/ 2013499 w 2405293"/>
              <a:gd name="connsiteY88" fmla="*/ 329927 h 581009"/>
              <a:gd name="connsiteX89" fmla="*/ 2246802 w 2405293"/>
              <a:gd name="connsiteY89" fmla="*/ 333106 h 581009"/>
              <a:gd name="connsiteX90" fmla="*/ 2317390 w 2405293"/>
              <a:gd name="connsiteY90" fmla="*/ 344288 h 581009"/>
              <a:gd name="connsiteX91" fmla="*/ 2378183 w 2405293"/>
              <a:gd name="connsiteY91" fmla="*/ 346183 h 581009"/>
              <a:gd name="connsiteX92" fmla="*/ 2369347 w 2405293"/>
              <a:gd name="connsiteY92" fmla="*/ 356388 h 581009"/>
              <a:gd name="connsiteX93" fmla="*/ 2346537 w 2405293"/>
              <a:gd name="connsiteY93" fmla="*/ 367282 h 581009"/>
              <a:gd name="connsiteX94" fmla="*/ 2095321 w 2405293"/>
              <a:gd name="connsiteY94" fmla="*/ 379641 h 581009"/>
              <a:gd name="connsiteX95" fmla="*/ 2095561 w 2405293"/>
              <a:gd name="connsiteY95" fmla="*/ 384515 h 581009"/>
              <a:gd name="connsiteX96" fmla="*/ 2300437 w 2405293"/>
              <a:gd name="connsiteY96" fmla="*/ 379321 h 581009"/>
              <a:gd name="connsiteX97" fmla="*/ 2291601 w 2405293"/>
              <a:gd name="connsiteY97" fmla="*/ 389526 h 581009"/>
              <a:gd name="connsiteX98" fmla="*/ 2305815 w 2405293"/>
              <a:gd name="connsiteY98" fmla="*/ 393712 h 581009"/>
              <a:gd name="connsiteX99" fmla="*/ 2082786 w 2405293"/>
              <a:gd name="connsiteY99" fmla="*/ 409571 h 581009"/>
              <a:gd name="connsiteX100" fmla="*/ 2078367 w 2405293"/>
              <a:gd name="connsiteY100" fmla="*/ 414673 h 581009"/>
              <a:gd name="connsiteX101" fmla="*/ 2101897 w 2405293"/>
              <a:gd name="connsiteY101" fmla="*/ 418401 h 581009"/>
              <a:gd name="connsiteX102" fmla="*/ 2405293 w 2405293"/>
              <a:gd name="connsiteY102" fmla="*/ 422690 h 581009"/>
              <a:gd name="connsiteX103" fmla="*/ 2400875 w 2405293"/>
              <a:gd name="connsiteY103" fmla="*/ 427793 h 581009"/>
              <a:gd name="connsiteX104" fmla="*/ 2228843 w 2405293"/>
              <a:gd name="connsiteY104" fmla="*/ 436257 h 581009"/>
              <a:gd name="connsiteX105" fmla="*/ 2229019 w 2405293"/>
              <a:gd name="connsiteY105" fmla="*/ 439831 h 581009"/>
              <a:gd name="connsiteX106" fmla="*/ 2200761 w 2405293"/>
              <a:gd name="connsiteY106" fmla="*/ 441221 h 581009"/>
              <a:gd name="connsiteX107" fmla="*/ 2205179 w 2405293"/>
              <a:gd name="connsiteY107" fmla="*/ 436118 h 581009"/>
              <a:gd name="connsiteX108" fmla="*/ 1971651 w 2405293"/>
              <a:gd name="connsiteY108" fmla="*/ 428392 h 581009"/>
              <a:gd name="connsiteX109" fmla="*/ 2107603 w 2405293"/>
              <a:gd name="connsiteY109" fmla="*/ 445804 h 581009"/>
              <a:gd name="connsiteX110" fmla="*/ 2042632 w 2405293"/>
              <a:gd name="connsiteY110" fmla="*/ 453887 h 581009"/>
              <a:gd name="connsiteX111" fmla="*/ 2019103 w 2405293"/>
              <a:gd name="connsiteY111" fmla="*/ 450158 h 581009"/>
              <a:gd name="connsiteX112" fmla="*/ 2113203 w 2405293"/>
              <a:gd name="connsiteY112" fmla="*/ 464745 h 581009"/>
              <a:gd name="connsiteX113" fmla="*/ 2169338 w 2405293"/>
              <a:gd name="connsiteY113" fmla="*/ 466869 h 581009"/>
              <a:gd name="connsiteX114" fmla="*/ 2156084 w 2405293"/>
              <a:gd name="connsiteY114" fmla="*/ 482177 h 581009"/>
              <a:gd name="connsiteX115" fmla="*/ 2198245 w 2405293"/>
              <a:gd name="connsiteY115" fmla="*/ 484988 h 581009"/>
              <a:gd name="connsiteX116" fmla="*/ 2258558 w 2405293"/>
              <a:gd name="connsiteY116" fmla="*/ 477135 h 581009"/>
              <a:gd name="connsiteX117" fmla="*/ 2059522 w 2405293"/>
              <a:gd name="connsiteY117" fmla="*/ 506144 h 581009"/>
              <a:gd name="connsiteX118" fmla="*/ 1961706 w 2405293"/>
              <a:gd name="connsiteY118" fmla="*/ 510956 h 581009"/>
              <a:gd name="connsiteX119" fmla="*/ 1966603 w 2405293"/>
              <a:gd name="connsiteY119" fmla="*/ 515601 h 581009"/>
              <a:gd name="connsiteX120" fmla="*/ 2092536 w 2405293"/>
              <a:gd name="connsiteY120" fmla="*/ 519175 h 581009"/>
              <a:gd name="connsiteX121" fmla="*/ 2041539 w 2405293"/>
              <a:gd name="connsiteY121" fmla="*/ 526570 h 581009"/>
              <a:gd name="connsiteX122" fmla="*/ 2004515 w 2405293"/>
              <a:gd name="connsiteY122" fmla="*/ 533277 h 581009"/>
              <a:gd name="connsiteX123" fmla="*/ 1575185 w 2405293"/>
              <a:gd name="connsiteY123" fmla="*/ 525413 h 581009"/>
              <a:gd name="connsiteX124" fmla="*/ 1421306 w 2405293"/>
              <a:gd name="connsiteY124" fmla="*/ 523213 h 581009"/>
              <a:gd name="connsiteX125" fmla="*/ 1421546 w 2405293"/>
              <a:gd name="connsiteY125" fmla="*/ 528087 h 581009"/>
              <a:gd name="connsiteX126" fmla="*/ 1351437 w 2405293"/>
              <a:gd name="connsiteY126" fmla="*/ 526650 h 581009"/>
              <a:gd name="connsiteX127" fmla="*/ 1295542 w 2405293"/>
              <a:gd name="connsiteY127" fmla="*/ 529400 h 581009"/>
              <a:gd name="connsiteX128" fmla="*/ 401283 w 2405293"/>
              <a:gd name="connsiteY128" fmla="*/ 549296 h 581009"/>
              <a:gd name="connsiteX129" fmla="*/ 237847 w 2405293"/>
              <a:gd name="connsiteY129" fmla="*/ 542681 h 581009"/>
              <a:gd name="connsiteX130" fmla="*/ 233429 w 2405293"/>
              <a:gd name="connsiteY130" fmla="*/ 547784 h 581009"/>
              <a:gd name="connsiteX131" fmla="*/ 1133545 w 2405293"/>
              <a:gd name="connsiteY131" fmla="*/ 552027 h 581009"/>
              <a:gd name="connsiteX132" fmla="*/ 1395021 w 2405293"/>
              <a:gd name="connsiteY132" fmla="*/ 558379 h 581009"/>
              <a:gd name="connsiteX133" fmla="*/ 895823 w 2405293"/>
              <a:gd name="connsiteY133" fmla="*/ 553952 h 581009"/>
              <a:gd name="connsiteX134" fmla="*/ 667896 w 2405293"/>
              <a:gd name="connsiteY134" fmla="*/ 565166 h 581009"/>
              <a:gd name="connsiteX135" fmla="*/ 672794 w 2405293"/>
              <a:gd name="connsiteY135" fmla="*/ 569810 h 581009"/>
              <a:gd name="connsiteX136" fmla="*/ 1302102 w 2405293"/>
              <a:gd name="connsiteY136" fmla="*/ 567835 h 581009"/>
              <a:gd name="connsiteX137" fmla="*/ 966410 w 2405293"/>
              <a:gd name="connsiteY137" fmla="*/ 565135 h 581009"/>
              <a:gd name="connsiteX138" fmla="*/ 570630 w 2405293"/>
              <a:gd name="connsiteY138" fmla="*/ 574837 h 581009"/>
              <a:gd name="connsiteX139" fmla="*/ 445177 w 2405293"/>
              <a:gd name="connsiteY139" fmla="*/ 581009 h 581009"/>
              <a:gd name="connsiteX140" fmla="*/ 107583 w 2405293"/>
              <a:gd name="connsiteY140" fmla="*/ 539645 h 581009"/>
              <a:gd name="connsiteX141" fmla="*/ 116659 w 2405293"/>
              <a:gd name="connsiteY141" fmla="*/ 534312 h 581009"/>
              <a:gd name="connsiteX142" fmla="*/ 87768 w 2405293"/>
              <a:gd name="connsiteY142" fmla="*/ 516518 h 581009"/>
              <a:gd name="connsiteX143" fmla="*/ 35588 w 2405293"/>
              <a:gd name="connsiteY143" fmla="*/ 499870 h 581009"/>
              <a:gd name="connsiteX144" fmla="*/ 33926 w 2405293"/>
              <a:gd name="connsiteY144" fmla="*/ 466078 h 581009"/>
              <a:gd name="connsiteX145" fmla="*/ 123369 w 2405293"/>
              <a:gd name="connsiteY145" fmla="*/ 480894 h 581009"/>
              <a:gd name="connsiteX146" fmla="*/ 151077 w 2405293"/>
              <a:gd name="connsiteY146" fmla="*/ 474646 h 581009"/>
              <a:gd name="connsiteX147" fmla="*/ 99120 w 2405293"/>
              <a:gd name="connsiteY147" fmla="*/ 462546 h 581009"/>
              <a:gd name="connsiteX148" fmla="*/ 103539 w 2405293"/>
              <a:gd name="connsiteY148" fmla="*/ 457443 h 581009"/>
              <a:gd name="connsiteX149" fmla="*/ 102819 w 2405293"/>
              <a:gd name="connsiteY149" fmla="*/ 442822 h 581009"/>
              <a:gd name="connsiteX150" fmla="*/ 130767 w 2405293"/>
              <a:gd name="connsiteY150" fmla="*/ 441447 h 581009"/>
              <a:gd name="connsiteX151" fmla="*/ 82285 w 2405293"/>
              <a:gd name="connsiteY151" fmla="*/ 405074 h 581009"/>
              <a:gd name="connsiteX152" fmla="*/ 105335 w 2405293"/>
              <a:gd name="connsiteY152" fmla="*/ 399055 h 581009"/>
              <a:gd name="connsiteX153" fmla="*/ 44063 w 2405293"/>
              <a:gd name="connsiteY153" fmla="*/ 387413 h 581009"/>
              <a:gd name="connsiteX154" fmla="*/ 15396 w 2405293"/>
              <a:gd name="connsiteY154" fmla="*/ 374167 h 581009"/>
              <a:gd name="connsiteX155" fmla="*/ 19815 w 2405293"/>
              <a:gd name="connsiteY155" fmla="*/ 369065 h 581009"/>
              <a:gd name="connsiteX156" fmla="*/ 10259 w 2405293"/>
              <a:gd name="connsiteY156" fmla="*/ 364649 h 581009"/>
              <a:gd name="connsiteX157" fmla="*/ 5600 w 2405293"/>
              <a:gd name="connsiteY157" fmla="*/ 364878 h 581009"/>
              <a:gd name="connsiteX158" fmla="*/ 0 w 2405293"/>
              <a:gd name="connsiteY158" fmla="*/ 345938 h 581009"/>
              <a:gd name="connsiteX159" fmla="*/ 18631 w 2405293"/>
              <a:gd name="connsiteY159" fmla="*/ 345022 h 581009"/>
              <a:gd name="connsiteX160" fmla="*/ 79664 w 2405293"/>
              <a:gd name="connsiteY160" fmla="*/ 351790 h 581009"/>
              <a:gd name="connsiteX161" fmla="*/ 78721 w 2405293"/>
              <a:gd name="connsiteY161" fmla="*/ 332620 h 581009"/>
              <a:gd name="connsiteX162" fmla="*/ 92215 w 2405293"/>
              <a:gd name="connsiteY162" fmla="*/ 322185 h 581009"/>
              <a:gd name="connsiteX163" fmla="*/ 40035 w 2405293"/>
              <a:gd name="connsiteY163" fmla="*/ 305537 h 581009"/>
              <a:gd name="connsiteX164" fmla="*/ 21163 w 2405293"/>
              <a:gd name="connsiteY164" fmla="*/ 301580 h 581009"/>
              <a:gd name="connsiteX165" fmla="*/ 71681 w 2405293"/>
              <a:gd name="connsiteY165" fmla="*/ 284438 h 581009"/>
              <a:gd name="connsiteX166" fmla="*/ 113362 w 2405293"/>
              <a:gd name="connsiteY166" fmla="*/ 277502 h 581009"/>
              <a:gd name="connsiteX167" fmla="*/ 85655 w 2405293"/>
              <a:gd name="connsiteY167" fmla="*/ 283750 h 581009"/>
              <a:gd name="connsiteX168" fmla="*/ 151105 w 2405293"/>
              <a:gd name="connsiteY168" fmla="*/ 285416 h 581009"/>
              <a:gd name="connsiteX169" fmla="*/ 103583 w 2405293"/>
              <a:gd name="connsiteY169" fmla="*/ 268538 h 581009"/>
              <a:gd name="connsiteX170" fmla="*/ 70498 w 2405293"/>
              <a:gd name="connsiteY170" fmla="*/ 260394 h 581009"/>
              <a:gd name="connsiteX171" fmla="*/ 60702 w 2405293"/>
              <a:gd name="connsiteY171" fmla="*/ 251106 h 581009"/>
              <a:gd name="connsiteX172" fmla="*/ 65120 w 2405293"/>
              <a:gd name="connsiteY172" fmla="*/ 246003 h 581009"/>
              <a:gd name="connsiteX173" fmla="*/ 55565 w 2405293"/>
              <a:gd name="connsiteY173" fmla="*/ 241588 h 581009"/>
              <a:gd name="connsiteX174" fmla="*/ 92349 w 2405293"/>
              <a:gd name="connsiteY174" fmla="*/ 230007 h 581009"/>
              <a:gd name="connsiteX175" fmla="*/ 64161 w 2405293"/>
              <a:gd name="connsiteY175" fmla="*/ 226508 h 581009"/>
              <a:gd name="connsiteX176" fmla="*/ 96288 w 2405293"/>
              <a:gd name="connsiteY176" fmla="*/ 215157 h 581009"/>
              <a:gd name="connsiteX177" fmla="*/ 96048 w 2405293"/>
              <a:gd name="connsiteY177" fmla="*/ 210284 h 581009"/>
              <a:gd name="connsiteX178" fmla="*/ 155881 w 2405293"/>
              <a:gd name="connsiteY178" fmla="*/ 192683 h 581009"/>
              <a:gd name="connsiteX179" fmla="*/ 155401 w 2405293"/>
              <a:gd name="connsiteY179" fmla="*/ 182936 h 581009"/>
              <a:gd name="connsiteX180" fmla="*/ 80635 w 2405293"/>
              <a:gd name="connsiteY180" fmla="*/ 181729 h 581009"/>
              <a:gd name="connsiteX181" fmla="*/ 131393 w 2405293"/>
              <a:gd name="connsiteY181" fmla="*/ 169461 h 581009"/>
              <a:gd name="connsiteX182" fmla="*/ 130450 w 2405293"/>
              <a:gd name="connsiteY182" fmla="*/ 150292 h 581009"/>
              <a:gd name="connsiteX183" fmla="*/ 36348 w 2405293"/>
              <a:gd name="connsiteY183" fmla="*/ 135705 h 581009"/>
              <a:gd name="connsiteX184" fmla="*/ 73132 w 2405293"/>
              <a:gd name="connsiteY184" fmla="*/ 124124 h 581009"/>
              <a:gd name="connsiteX185" fmla="*/ 147658 w 2405293"/>
              <a:gd name="connsiteY185" fmla="*/ 120458 h 581009"/>
              <a:gd name="connsiteX186" fmla="*/ 67531 w 2405293"/>
              <a:gd name="connsiteY186" fmla="*/ 105184 h 581009"/>
              <a:gd name="connsiteX187" fmla="*/ 62633 w 2405293"/>
              <a:gd name="connsiteY187" fmla="*/ 100540 h 581009"/>
              <a:gd name="connsiteX188" fmla="*/ 144573 w 2405293"/>
              <a:gd name="connsiteY188" fmla="*/ 57751 h 581009"/>
              <a:gd name="connsiteX189" fmla="*/ 209304 w 2405293"/>
              <a:gd name="connsiteY189" fmla="*/ 44795 h 581009"/>
              <a:gd name="connsiteX190" fmla="*/ 260781 w 2405293"/>
              <a:gd name="connsiteY190" fmla="*/ 47148 h 581009"/>
              <a:gd name="connsiteX191" fmla="*/ 260541 w 2405293"/>
              <a:gd name="connsiteY191" fmla="*/ 42274 h 581009"/>
              <a:gd name="connsiteX192" fmla="*/ 204167 w 2405293"/>
              <a:gd name="connsiteY192" fmla="*/ 35277 h 581009"/>
              <a:gd name="connsiteX193" fmla="*/ 241430 w 2405293"/>
              <a:gd name="connsiteY193" fmla="*/ 33444 h 581009"/>
              <a:gd name="connsiteX194" fmla="*/ 441171 w 2405293"/>
              <a:gd name="connsiteY194" fmla="*/ 18731 h 581009"/>
              <a:gd name="connsiteX195" fmla="*/ 487509 w 2405293"/>
              <a:gd name="connsiteY195" fmla="*/ 11566 h 581009"/>
              <a:gd name="connsiteX196" fmla="*/ 571592 w 2405293"/>
              <a:gd name="connsiteY196" fmla="*/ 12314 h 581009"/>
              <a:gd name="connsiteX197" fmla="*/ 618410 w 2405293"/>
              <a:gd name="connsiteY197" fmla="*/ 14897 h 581009"/>
              <a:gd name="connsiteX198" fmla="*/ 1219069 w 2405293"/>
              <a:gd name="connsiteY198" fmla="*/ 0 h 58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</a:cxnLst>
            <a:rect l="l" t="t" r="r" b="b"/>
            <a:pathLst>
              <a:path w="2405293" h="581009">
                <a:moveTo>
                  <a:pt x="1801727" y="467042"/>
                </a:moveTo>
                <a:cubicBezTo>
                  <a:pt x="1801727" y="467042"/>
                  <a:pt x="1801727" y="467042"/>
                  <a:pt x="1797069" y="467271"/>
                </a:cubicBezTo>
                <a:lnTo>
                  <a:pt x="1955846" y="474115"/>
                </a:lnTo>
                <a:cubicBezTo>
                  <a:pt x="1955846" y="474115"/>
                  <a:pt x="1955846" y="474115"/>
                  <a:pt x="1801727" y="467042"/>
                </a:cubicBezTo>
                <a:close/>
                <a:moveTo>
                  <a:pt x="1992390" y="457661"/>
                </a:moveTo>
                <a:lnTo>
                  <a:pt x="1987972" y="462764"/>
                </a:lnTo>
                <a:cubicBezTo>
                  <a:pt x="1987972" y="462764"/>
                  <a:pt x="1987972" y="462764"/>
                  <a:pt x="2011262" y="461618"/>
                </a:cubicBezTo>
                <a:cubicBezTo>
                  <a:pt x="2011262" y="461618"/>
                  <a:pt x="2011262" y="461618"/>
                  <a:pt x="1992390" y="457661"/>
                </a:cubicBezTo>
                <a:close/>
                <a:moveTo>
                  <a:pt x="2229019" y="439831"/>
                </a:moveTo>
                <a:lnTo>
                  <a:pt x="2229083" y="441130"/>
                </a:lnTo>
                <a:lnTo>
                  <a:pt x="2229019" y="439831"/>
                </a:lnTo>
                <a:close/>
                <a:moveTo>
                  <a:pt x="39387" y="374616"/>
                </a:moveTo>
                <a:cubicBezTo>
                  <a:pt x="39387" y="374616"/>
                  <a:pt x="39387" y="374616"/>
                  <a:pt x="30071" y="375074"/>
                </a:cubicBezTo>
                <a:cubicBezTo>
                  <a:pt x="30550" y="384821"/>
                  <a:pt x="39387" y="374616"/>
                  <a:pt x="39387" y="374616"/>
                </a:cubicBezTo>
                <a:close/>
                <a:moveTo>
                  <a:pt x="2034151" y="177708"/>
                </a:moveTo>
                <a:lnTo>
                  <a:pt x="2043377" y="177986"/>
                </a:lnTo>
                <a:cubicBezTo>
                  <a:pt x="2034061" y="178445"/>
                  <a:pt x="2034061" y="178445"/>
                  <a:pt x="2034061" y="178445"/>
                </a:cubicBezTo>
                <a:close/>
                <a:moveTo>
                  <a:pt x="1755565" y="104535"/>
                </a:moveTo>
                <a:cubicBezTo>
                  <a:pt x="1755565" y="104535"/>
                  <a:pt x="1755565" y="104535"/>
                  <a:pt x="1751147" y="109638"/>
                </a:cubicBezTo>
                <a:cubicBezTo>
                  <a:pt x="1751147" y="109638"/>
                  <a:pt x="1751147" y="109638"/>
                  <a:pt x="1755565" y="104535"/>
                </a:cubicBezTo>
                <a:close/>
                <a:moveTo>
                  <a:pt x="2047743" y="70618"/>
                </a:moveTo>
                <a:cubicBezTo>
                  <a:pt x="2043325" y="75721"/>
                  <a:pt x="2043325" y="75721"/>
                  <a:pt x="2043325" y="75721"/>
                </a:cubicBezTo>
                <a:cubicBezTo>
                  <a:pt x="2043325" y="75721"/>
                  <a:pt x="2043325" y="75721"/>
                  <a:pt x="2033769" y="71305"/>
                </a:cubicBezTo>
                <a:cubicBezTo>
                  <a:pt x="2038428" y="71076"/>
                  <a:pt x="2043325" y="75721"/>
                  <a:pt x="2047743" y="70618"/>
                </a:cubicBezTo>
                <a:close/>
                <a:moveTo>
                  <a:pt x="2000780" y="65112"/>
                </a:moveTo>
                <a:cubicBezTo>
                  <a:pt x="1998451" y="65226"/>
                  <a:pt x="1997287" y="65284"/>
                  <a:pt x="1996153" y="65950"/>
                </a:cubicBezTo>
                <a:lnTo>
                  <a:pt x="1996092" y="66012"/>
                </a:lnTo>
                <a:lnTo>
                  <a:pt x="1992223" y="66754"/>
                </a:lnTo>
                <a:cubicBezTo>
                  <a:pt x="1989411" y="68114"/>
                  <a:pt x="1987202" y="70665"/>
                  <a:pt x="1987286" y="75547"/>
                </a:cubicBezTo>
                <a:cubicBezTo>
                  <a:pt x="1987286" y="75547"/>
                  <a:pt x="1987286" y="75547"/>
                  <a:pt x="1996602" y="75088"/>
                </a:cubicBezTo>
                <a:cubicBezTo>
                  <a:pt x="1996602" y="75088"/>
                  <a:pt x="1996602" y="75088"/>
                  <a:pt x="1991705" y="70444"/>
                </a:cubicBezTo>
                <a:lnTo>
                  <a:pt x="1996092" y="66012"/>
                </a:lnTo>
                <a:lnTo>
                  <a:pt x="2000780" y="65112"/>
                </a:lnTo>
                <a:cubicBezTo>
                  <a:pt x="2005439" y="64882"/>
                  <a:pt x="2010336" y="69527"/>
                  <a:pt x="2010336" y="69527"/>
                </a:cubicBezTo>
                <a:cubicBezTo>
                  <a:pt x="2005679" y="69757"/>
                  <a:pt x="2005439" y="64882"/>
                  <a:pt x="2000780" y="65112"/>
                </a:cubicBezTo>
                <a:close/>
                <a:moveTo>
                  <a:pt x="1963604" y="62381"/>
                </a:moveTo>
                <a:lnTo>
                  <a:pt x="1944973" y="63298"/>
                </a:lnTo>
                <a:cubicBezTo>
                  <a:pt x="1949870" y="67942"/>
                  <a:pt x="1968981" y="76773"/>
                  <a:pt x="1963604" y="62381"/>
                </a:cubicBezTo>
                <a:close/>
                <a:moveTo>
                  <a:pt x="1219069" y="0"/>
                </a:moveTo>
                <a:cubicBezTo>
                  <a:pt x="1322022" y="4706"/>
                  <a:pt x="1420062" y="4443"/>
                  <a:pt x="1527603" y="13808"/>
                </a:cubicBezTo>
                <a:cubicBezTo>
                  <a:pt x="1345792" y="13308"/>
                  <a:pt x="1149990" y="13170"/>
                  <a:pt x="959087" y="17677"/>
                </a:cubicBezTo>
                <a:cubicBezTo>
                  <a:pt x="959087" y="17677"/>
                  <a:pt x="959087" y="17677"/>
                  <a:pt x="945113" y="18365"/>
                </a:cubicBezTo>
                <a:cubicBezTo>
                  <a:pt x="945113" y="18365"/>
                  <a:pt x="945113" y="18365"/>
                  <a:pt x="1103891" y="25209"/>
                </a:cubicBezTo>
                <a:cubicBezTo>
                  <a:pt x="1103891" y="25209"/>
                  <a:pt x="1103891" y="25209"/>
                  <a:pt x="1649598" y="32233"/>
                </a:cubicBezTo>
                <a:cubicBezTo>
                  <a:pt x="1789727" y="39669"/>
                  <a:pt x="1934841" y="47186"/>
                  <a:pt x="2071033" y="69472"/>
                </a:cubicBezTo>
                <a:cubicBezTo>
                  <a:pt x="2057299" y="75034"/>
                  <a:pt x="2023735" y="57143"/>
                  <a:pt x="2015138" y="72222"/>
                </a:cubicBezTo>
                <a:cubicBezTo>
                  <a:pt x="2020276" y="81740"/>
                  <a:pt x="2029351" y="76408"/>
                  <a:pt x="2038907" y="80824"/>
                </a:cubicBezTo>
                <a:cubicBezTo>
                  <a:pt x="2038907" y="80824"/>
                  <a:pt x="2038907" y="80824"/>
                  <a:pt x="2043325" y="75721"/>
                </a:cubicBezTo>
                <a:cubicBezTo>
                  <a:pt x="2052881" y="80136"/>
                  <a:pt x="2062436" y="84551"/>
                  <a:pt x="2066615" y="74575"/>
                </a:cubicBezTo>
                <a:cubicBezTo>
                  <a:pt x="2066854" y="79449"/>
                  <a:pt x="2066854" y="79449"/>
                  <a:pt x="2066854" y="79449"/>
                </a:cubicBezTo>
                <a:cubicBezTo>
                  <a:pt x="2080348" y="69013"/>
                  <a:pt x="2090384" y="83176"/>
                  <a:pt x="2104118" y="77615"/>
                </a:cubicBezTo>
                <a:cubicBezTo>
                  <a:pt x="2127631" y="81018"/>
                  <a:pt x="2165374" y="88932"/>
                  <a:pt x="2179587" y="93118"/>
                </a:cubicBezTo>
                <a:cubicBezTo>
                  <a:pt x="2109719" y="96556"/>
                  <a:pt x="2025484" y="86369"/>
                  <a:pt x="1960034" y="84704"/>
                </a:cubicBezTo>
                <a:cubicBezTo>
                  <a:pt x="1941162" y="80747"/>
                  <a:pt x="1917633" y="77019"/>
                  <a:pt x="1904138" y="87454"/>
                </a:cubicBezTo>
                <a:cubicBezTo>
                  <a:pt x="1955768" y="99244"/>
                  <a:pt x="2011439" y="91946"/>
                  <a:pt x="2058962" y="108823"/>
                </a:cubicBezTo>
                <a:cubicBezTo>
                  <a:pt x="1960922" y="109088"/>
                  <a:pt x="1844066" y="100181"/>
                  <a:pt x="1755565" y="104535"/>
                </a:cubicBezTo>
                <a:cubicBezTo>
                  <a:pt x="1727138" y="96162"/>
                  <a:pt x="1695012" y="107514"/>
                  <a:pt x="1666825" y="104015"/>
                </a:cubicBezTo>
                <a:cubicBezTo>
                  <a:pt x="1666825" y="104015"/>
                  <a:pt x="1666825" y="104015"/>
                  <a:pt x="1671723" y="108660"/>
                </a:cubicBezTo>
                <a:cubicBezTo>
                  <a:pt x="1751850" y="123933"/>
                  <a:pt x="1840040" y="119594"/>
                  <a:pt x="1924601" y="130090"/>
                </a:cubicBezTo>
                <a:cubicBezTo>
                  <a:pt x="1887889" y="136782"/>
                  <a:pt x="1835693" y="119808"/>
                  <a:pt x="1798909" y="131389"/>
                </a:cubicBezTo>
                <a:cubicBezTo>
                  <a:pt x="1840999" y="139089"/>
                  <a:pt x="1882920" y="137026"/>
                  <a:pt x="1920423" y="140067"/>
                </a:cubicBezTo>
                <a:cubicBezTo>
                  <a:pt x="1916005" y="145170"/>
                  <a:pt x="1906449" y="140755"/>
                  <a:pt x="1906929" y="150501"/>
                </a:cubicBezTo>
                <a:cubicBezTo>
                  <a:pt x="1939224" y="148913"/>
                  <a:pt x="1986283" y="156368"/>
                  <a:pt x="2019128" y="159638"/>
                </a:cubicBezTo>
                <a:cubicBezTo>
                  <a:pt x="2019847" y="174259"/>
                  <a:pt x="2000017" y="150807"/>
                  <a:pt x="1986522" y="161242"/>
                </a:cubicBezTo>
                <a:cubicBezTo>
                  <a:pt x="1986762" y="166115"/>
                  <a:pt x="1991420" y="165886"/>
                  <a:pt x="1996078" y="165657"/>
                </a:cubicBezTo>
                <a:cubicBezTo>
                  <a:pt x="1991900" y="175634"/>
                  <a:pt x="2005634" y="170073"/>
                  <a:pt x="2010532" y="174717"/>
                </a:cubicBezTo>
                <a:cubicBezTo>
                  <a:pt x="2029403" y="178674"/>
                  <a:pt x="2042418" y="158492"/>
                  <a:pt x="2061529" y="167323"/>
                </a:cubicBezTo>
                <a:cubicBezTo>
                  <a:pt x="2054901" y="174976"/>
                  <a:pt x="2039740" y="169310"/>
                  <a:pt x="2034842" y="172070"/>
                </a:cubicBezTo>
                <a:lnTo>
                  <a:pt x="2034151" y="177708"/>
                </a:lnTo>
                <a:lnTo>
                  <a:pt x="1868334" y="172716"/>
                </a:lnTo>
                <a:cubicBezTo>
                  <a:pt x="1809922" y="170175"/>
                  <a:pt x="1751540" y="168243"/>
                  <a:pt x="1693471" y="171100"/>
                </a:cubicBezTo>
                <a:cubicBezTo>
                  <a:pt x="1745172" y="178001"/>
                  <a:pt x="1805174" y="170164"/>
                  <a:pt x="1857130" y="182264"/>
                </a:cubicBezTo>
                <a:cubicBezTo>
                  <a:pt x="2006114" y="179820"/>
                  <a:pt x="2147992" y="216482"/>
                  <a:pt x="2301393" y="208935"/>
                </a:cubicBezTo>
                <a:cubicBezTo>
                  <a:pt x="2241559" y="226535"/>
                  <a:pt x="2162206" y="220669"/>
                  <a:pt x="2092338" y="224106"/>
                </a:cubicBezTo>
                <a:cubicBezTo>
                  <a:pt x="2092338" y="224106"/>
                  <a:pt x="2092338" y="224106"/>
                  <a:pt x="2008016" y="218484"/>
                </a:cubicBezTo>
                <a:cubicBezTo>
                  <a:pt x="1994042" y="219171"/>
                  <a:pt x="2008495" y="228231"/>
                  <a:pt x="2004077" y="233334"/>
                </a:cubicBezTo>
                <a:cubicBezTo>
                  <a:pt x="2074409" y="239319"/>
                  <a:pt x="2148625" y="235667"/>
                  <a:pt x="2214315" y="242206"/>
                </a:cubicBezTo>
                <a:cubicBezTo>
                  <a:pt x="2224574" y="260917"/>
                  <a:pt x="2261358" y="249337"/>
                  <a:pt x="2280469" y="258167"/>
                </a:cubicBezTo>
                <a:cubicBezTo>
                  <a:pt x="2298861" y="252377"/>
                  <a:pt x="2327048" y="255876"/>
                  <a:pt x="2350338" y="254730"/>
                </a:cubicBezTo>
                <a:cubicBezTo>
                  <a:pt x="2332186" y="265394"/>
                  <a:pt x="2303998" y="261895"/>
                  <a:pt x="2285607" y="267686"/>
                </a:cubicBezTo>
                <a:cubicBezTo>
                  <a:pt x="2285607" y="267686"/>
                  <a:pt x="2285607" y="267686"/>
                  <a:pt x="2290504" y="272330"/>
                </a:cubicBezTo>
                <a:cubicBezTo>
                  <a:pt x="2290504" y="272330"/>
                  <a:pt x="2290504" y="272330"/>
                  <a:pt x="2369928" y="273307"/>
                </a:cubicBezTo>
                <a:cubicBezTo>
                  <a:pt x="2369928" y="273307"/>
                  <a:pt x="2369928" y="273307"/>
                  <a:pt x="2370168" y="278182"/>
                </a:cubicBezTo>
                <a:cubicBezTo>
                  <a:pt x="2360852" y="278640"/>
                  <a:pt x="2361332" y="288387"/>
                  <a:pt x="2356674" y="288616"/>
                </a:cubicBezTo>
                <a:cubicBezTo>
                  <a:pt x="2342700" y="289303"/>
                  <a:pt x="2328726" y="289991"/>
                  <a:pt x="2314992" y="295552"/>
                </a:cubicBezTo>
                <a:cubicBezTo>
                  <a:pt x="2277250" y="287638"/>
                  <a:pt x="2245124" y="298990"/>
                  <a:pt x="2212758" y="305468"/>
                </a:cubicBezTo>
                <a:cubicBezTo>
                  <a:pt x="2212758" y="305468"/>
                  <a:pt x="2212758" y="305468"/>
                  <a:pt x="2338931" y="313916"/>
                </a:cubicBezTo>
                <a:cubicBezTo>
                  <a:pt x="2231870" y="314298"/>
                  <a:pt x="2120319" y="324672"/>
                  <a:pt x="2013259" y="325053"/>
                </a:cubicBezTo>
                <a:cubicBezTo>
                  <a:pt x="2013259" y="325053"/>
                  <a:pt x="2013259" y="325053"/>
                  <a:pt x="2013499" y="329927"/>
                </a:cubicBezTo>
                <a:cubicBezTo>
                  <a:pt x="2088265" y="331134"/>
                  <a:pt x="2167618" y="337001"/>
                  <a:pt x="2246802" y="333106"/>
                </a:cubicBezTo>
                <a:cubicBezTo>
                  <a:pt x="2266393" y="351683"/>
                  <a:pt x="2293621" y="335687"/>
                  <a:pt x="2317390" y="344288"/>
                </a:cubicBezTo>
                <a:cubicBezTo>
                  <a:pt x="2317390" y="344288"/>
                  <a:pt x="2317390" y="344288"/>
                  <a:pt x="2378183" y="346183"/>
                </a:cubicBezTo>
                <a:cubicBezTo>
                  <a:pt x="2373765" y="351286"/>
                  <a:pt x="2374005" y="356159"/>
                  <a:pt x="2369347" y="356388"/>
                </a:cubicBezTo>
                <a:cubicBezTo>
                  <a:pt x="2359791" y="351973"/>
                  <a:pt x="2355613" y="361950"/>
                  <a:pt x="2346537" y="367282"/>
                </a:cubicBezTo>
                <a:cubicBezTo>
                  <a:pt x="2262934" y="376280"/>
                  <a:pt x="2179163" y="375516"/>
                  <a:pt x="2095321" y="379641"/>
                </a:cubicBezTo>
                <a:cubicBezTo>
                  <a:pt x="2095321" y="379641"/>
                  <a:pt x="2095321" y="379641"/>
                  <a:pt x="2095561" y="384515"/>
                </a:cubicBezTo>
                <a:cubicBezTo>
                  <a:pt x="2161251" y="391054"/>
                  <a:pt x="2230569" y="382758"/>
                  <a:pt x="2300437" y="379321"/>
                </a:cubicBezTo>
                <a:cubicBezTo>
                  <a:pt x="2300437" y="379321"/>
                  <a:pt x="2300437" y="379321"/>
                  <a:pt x="2291601" y="389526"/>
                </a:cubicBezTo>
                <a:cubicBezTo>
                  <a:pt x="2291601" y="389526"/>
                  <a:pt x="2291601" y="389526"/>
                  <a:pt x="2305815" y="393712"/>
                </a:cubicBezTo>
                <a:cubicBezTo>
                  <a:pt x="2231048" y="392505"/>
                  <a:pt x="2161970" y="405675"/>
                  <a:pt x="2082786" y="409571"/>
                </a:cubicBezTo>
                <a:cubicBezTo>
                  <a:pt x="2082786" y="409571"/>
                  <a:pt x="2082786" y="409571"/>
                  <a:pt x="2078367" y="414673"/>
                </a:cubicBezTo>
                <a:cubicBezTo>
                  <a:pt x="2078367" y="414673"/>
                  <a:pt x="2078367" y="414673"/>
                  <a:pt x="2101897" y="418401"/>
                </a:cubicBezTo>
                <a:cubicBezTo>
                  <a:pt x="2205074" y="427656"/>
                  <a:pt x="2298472" y="427946"/>
                  <a:pt x="2405293" y="422690"/>
                </a:cubicBezTo>
                <a:cubicBezTo>
                  <a:pt x="2405293" y="422690"/>
                  <a:pt x="2405293" y="422690"/>
                  <a:pt x="2400875" y="427793"/>
                </a:cubicBezTo>
                <a:cubicBezTo>
                  <a:pt x="2344980" y="430543"/>
                  <a:pt x="2284738" y="433507"/>
                  <a:pt x="2228843" y="436257"/>
                </a:cubicBezTo>
                <a:lnTo>
                  <a:pt x="2229019" y="439831"/>
                </a:lnTo>
                <a:lnTo>
                  <a:pt x="2200761" y="441221"/>
                </a:lnTo>
                <a:cubicBezTo>
                  <a:pt x="2200761" y="441221"/>
                  <a:pt x="2200761" y="441221"/>
                  <a:pt x="2205179" y="436118"/>
                </a:cubicBezTo>
                <a:cubicBezTo>
                  <a:pt x="2130189" y="430363"/>
                  <a:pt x="2046417" y="429599"/>
                  <a:pt x="1971651" y="428392"/>
                </a:cubicBezTo>
                <a:cubicBezTo>
                  <a:pt x="2018383" y="435538"/>
                  <a:pt x="2060784" y="443223"/>
                  <a:pt x="2107603" y="445804"/>
                </a:cubicBezTo>
                <a:cubicBezTo>
                  <a:pt x="2089211" y="451595"/>
                  <a:pt x="2065202" y="438120"/>
                  <a:pt x="2042632" y="453887"/>
                </a:cubicBezTo>
                <a:cubicBezTo>
                  <a:pt x="2037974" y="454116"/>
                  <a:pt x="2023760" y="449929"/>
                  <a:pt x="2019103" y="450158"/>
                </a:cubicBezTo>
                <a:cubicBezTo>
                  <a:pt x="2038917" y="473285"/>
                  <a:pt x="2085256" y="466120"/>
                  <a:pt x="2113203" y="464745"/>
                </a:cubicBezTo>
                <a:cubicBezTo>
                  <a:pt x="2113203" y="464745"/>
                  <a:pt x="2113203" y="464745"/>
                  <a:pt x="2169338" y="466869"/>
                </a:cubicBezTo>
                <a:cubicBezTo>
                  <a:pt x="2164920" y="471971"/>
                  <a:pt x="2146049" y="468014"/>
                  <a:pt x="2156084" y="482177"/>
                </a:cubicBezTo>
                <a:cubicBezTo>
                  <a:pt x="2165640" y="486592"/>
                  <a:pt x="2184271" y="485675"/>
                  <a:pt x="2198245" y="484988"/>
                </a:cubicBezTo>
                <a:cubicBezTo>
                  <a:pt x="2198245" y="484988"/>
                  <a:pt x="2198245" y="484988"/>
                  <a:pt x="2258558" y="477135"/>
                </a:cubicBezTo>
                <a:cubicBezTo>
                  <a:pt x="2208743" y="508573"/>
                  <a:pt x="2129390" y="502706"/>
                  <a:pt x="2059522" y="506144"/>
                </a:cubicBezTo>
                <a:cubicBezTo>
                  <a:pt x="2031814" y="512392"/>
                  <a:pt x="1993832" y="499605"/>
                  <a:pt x="1961706" y="510956"/>
                </a:cubicBezTo>
                <a:cubicBezTo>
                  <a:pt x="1961706" y="510956"/>
                  <a:pt x="1961706" y="510956"/>
                  <a:pt x="1966603" y="515601"/>
                </a:cubicBezTo>
                <a:cubicBezTo>
                  <a:pt x="2008214" y="513553"/>
                  <a:pt x="2054793" y="511262"/>
                  <a:pt x="2092536" y="519175"/>
                </a:cubicBezTo>
                <a:cubicBezTo>
                  <a:pt x="2078802" y="524737"/>
                  <a:pt x="2060170" y="525654"/>
                  <a:pt x="2041539" y="526570"/>
                </a:cubicBezTo>
                <a:cubicBezTo>
                  <a:pt x="2041539" y="526570"/>
                  <a:pt x="2041539" y="526570"/>
                  <a:pt x="2004515" y="533277"/>
                </a:cubicBezTo>
                <a:cubicBezTo>
                  <a:pt x="2004515" y="533277"/>
                  <a:pt x="2004515" y="533277"/>
                  <a:pt x="1575185" y="525413"/>
                </a:cubicBezTo>
                <a:cubicBezTo>
                  <a:pt x="1575185" y="525413"/>
                  <a:pt x="1575185" y="525413"/>
                  <a:pt x="1421306" y="523213"/>
                </a:cubicBezTo>
                <a:cubicBezTo>
                  <a:pt x="1421306" y="523213"/>
                  <a:pt x="1421306" y="523213"/>
                  <a:pt x="1421546" y="528087"/>
                </a:cubicBezTo>
                <a:cubicBezTo>
                  <a:pt x="1407092" y="519027"/>
                  <a:pt x="1364931" y="516216"/>
                  <a:pt x="1351437" y="526650"/>
                </a:cubicBezTo>
                <a:cubicBezTo>
                  <a:pt x="1336984" y="517591"/>
                  <a:pt x="1309037" y="518966"/>
                  <a:pt x="1295542" y="529400"/>
                </a:cubicBezTo>
                <a:cubicBezTo>
                  <a:pt x="1001221" y="519779"/>
                  <a:pt x="694181" y="530000"/>
                  <a:pt x="401283" y="549296"/>
                </a:cubicBezTo>
                <a:cubicBezTo>
                  <a:pt x="401283" y="549296"/>
                  <a:pt x="401283" y="549296"/>
                  <a:pt x="237847" y="542681"/>
                </a:cubicBezTo>
                <a:cubicBezTo>
                  <a:pt x="237847" y="542681"/>
                  <a:pt x="237847" y="542681"/>
                  <a:pt x="233429" y="547784"/>
                </a:cubicBezTo>
                <a:cubicBezTo>
                  <a:pt x="538265" y="581314"/>
                  <a:pt x="825011" y="538220"/>
                  <a:pt x="1133545" y="552027"/>
                </a:cubicBezTo>
                <a:cubicBezTo>
                  <a:pt x="1217611" y="552451"/>
                  <a:pt x="1310459" y="547883"/>
                  <a:pt x="1395021" y="558379"/>
                </a:cubicBezTo>
                <a:cubicBezTo>
                  <a:pt x="1395021" y="558379"/>
                  <a:pt x="1395021" y="558379"/>
                  <a:pt x="895823" y="553952"/>
                </a:cubicBezTo>
                <a:cubicBezTo>
                  <a:pt x="816639" y="557848"/>
                  <a:pt x="742183" y="556625"/>
                  <a:pt x="667896" y="565166"/>
                </a:cubicBezTo>
                <a:cubicBezTo>
                  <a:pt x="667896" y="565166"/>
                  <a:pt x="667896" y="565166"/>
                  <a:pt x="672794" y="569810"/>
                </a:cubicBezTo>
                <a:cubicBezTo>
                  <a:pt x="886747" y="559284"/>
                  <a:pt x="1110495" y="558046"/>
                  <a:pt x="1302102" y="567835"/>
                </a:cubicBezTo>
                <a:cubicBezTo>
                  <a:pt x="1302102" y="567835"/>
                  <a:pt x="1302102" y="567835"/>
                  <a:pt x="966410" y="565135"/>
                </a:cubicBezTo>
                <a:cubicBezTo>
                  <a:pt x="966410" y="565135"/>
                  <a:pt x="966410" y="565135"/>
                  <a:pt x="570630" y="574837"/>
                </a:cubicBezTo>
                <a:cubicBezTo>
                  <a:pt x="529019" y="576884"/>
                  <a:pt x="487098" y="578946"/>
                  <a:pt x="445177" y="581009"/>
                </a:cubicBezTo>
                <a:cubicBezTo>
                  <a:pt x="333234" y="577072"/>
                  <a:pt x="207541" y="578370"/>
                  <a:pt x="107583" y="539645"/>
                </a:cubicBezTo>
                <a:cubicBezTo>
                  <a:pt x="107583" y="539645"/>
                  <a:pt x="107583" y="539645"/>
                  <a:pt x="116659" y="534312"/>
                </a:cubicBezTo>
                <a:cubicBezTo>
                  <a:pt x="102685" y="535000"/>
                  <a:pt x="110818" y="510498"/>
                  <a:pt x="87768" y="516518"/>
                </a:cubicBezTo>
                <a:cubicBezTo>
                  <a:pt x="69137" y="517435"/>
                  <a:pt x="54460" y="503826"/>
                  <a:pt x="35588" y="499870"/>
                </a:cubicBezTo>
                <a:cubicBezTo>
                  <a:pt x="35588" y="499870"/>
                  <a:pt x="35588" y="499870"/>
                  <a:pt x="33926" y="466078"/>
                </a:cubicBezTo>
                <a:cubicBezTo>
                  <a:pt x="57679" y="474355"/>
                  <a:pt x="94942" y="472522"/>
                  <a:pt x="123369" y="480894"/>
                </a:cubicBezTo>
                <a:cubicBezTo>
                  <a:pt x="127548" y="470917"/>
                  <a:pt x="142240" y="484851"/>
                  <a:pt x="151077" y="474646"/>
                </a:cubicBezTo>
                <a:cubicBezTo>
                  <a:pt x="132205" y="470688"/>
                  <a:pt x="117992" y="466502"/>
                  <a:pt x="99120" y="462546"/>
                </a:cubicBezTo>
                <a:cubicBezTo>
                  <a:pt x="103539" y="457443"/>
                  <a:pt x="103539" y="457443"/>
                  <a:pt x="103539" y="457443"/>
                </a:cubicBezTo>
                <a:cubicBezTo>
                  <a:pt x="93983" y="453027"/>
                  <a:pt x="102819" y="442822"/>
                  <a:pt x="102819" y="442822"/>
                </a:cubicBezTo>
                <a:cubicBezTo>
                  <a:pt x="102819" y="442822"/>
                  <a:pt x="102819" y="442822"/>
                  <a:pt x="130767" y="441447"/>
                </a:cubicBezTo>
                <a:cubicBezTo>
                  <a:pt x="129344" y="412530"/>
                  <a:pt x="87886" y="424015"/>
                  <a:pt x="82285" y="405074"/>
                </a:cubicBezTo>
                <a:cubicBezTo>
                  <a:pt x="91362" y="399743"/>
                  <a:pt x="100917" y="404158"/>
                  <a:pt x="105335" y="399055"/>
                </a:cubicBezTo>
                <a:cubicBezTo>
                  <a:pt x="90882" y="389995"/>
                  <a:pt x="67592" y="391141"/>
                  <a:pt x="44063" y="387413"/>
                </a:cubicBezTo>
                <a:cubicBezTo>
                  <a:pt x="43344" y="372792"/>
                  <a:pt x="20773" y="388559"/>
                  <a:pt x="15396" y="374167"/>
                </a:cubicBezTo>
                <a:cubicBezTo>
                  <a:pt x="20054" y="373938"/>
                  <a:pt x="20054" y="373938"/>
                  <a:pt x="19815" y="369065"/>
                </a:cubicBezTo>
                <a:cubicBezTo>
                  <a:pt x="15156" y="369294"/>
                  <a:pt x="14917" y="364420"/>
                  <a:pt x="10259" y="364649"/>
                </a:cubicBezTo>
                <a:cubicBezTo>
                  <a:pt x="10259" y="364649"/>
                  <a:pt x="10259" y="364649"/>
                  <a:pt x="5600" y="364878"/>
                </a:cubicBezTo>
                <a:cubicBezTo>
                  <a:pt x="14693" y="359872"/>
                  <a:pt x="239" y="350812"/>
                  <a:pt x="0" y="345938"/>
                </a:cubicBezTo>
                <a:cubicBezTo>
                  <a:pt x="0" y="345938"/>
                  <a:pt x="0" y="345938"/>
                  <a:pt x="18631" y="345022"/>
                </a:cubicBezTo>
                <a:cubicBezTo>
                  <a:pt x="18631" y="345022"/>
                  <a:pt x="18631" y="345022"/>
                  <a:pt x="79664" y="351790"/>
                </a:cubicBezTo>
                <a:cubicBezTo>
                  <a:pt x="84098" y="347012"/>
                  <a:pt x="74303" y="337723"/>
                  <a:pt x="78721" y="332620"/>
                </a:cubicBezTo>
                <a:cubicBezTo>
                  <a:pt x="78721" y="332620"/>
                  <a:pt x="78721" y="332620"/>
                  <a:pt x="92215" y="322185"/>
                </a:cubicBezTo>
                <a:cubicBezTo>
                  <a:pt x="77538" y="308577"/>
                  <a:pt x="50293" y="324248"/>
                  <a:pt x="40035" y="305537"/>
                </a:cubicBezTo>
                <a:cubicBezTo>
                  <a:pt x="30719" y="305995"/>
                  <a:pt x="26301" y="311098"/>
                  <a:pt x="21163" y="301580"/>
                </a:cubicBezTo>
                <a:cubicBezTo>
                  <a:pt x="29520" y="281627"/>
                  <a:pt x="57707" y="285125"/>
                  <a:pt x="71681" y="284438"/>
                </a:cubicBezTo>
                <a:cubicBezTo>
                  <a:pt x="75619" y="269588"/>
                  <a:pt x="99389" y="278189"/>
                  <a:pt x="113362" y="277502"/>
                </a:cubicBezTo>
                <a:cubicBezTo>
                  <a:pt x="104286" y="282833"/>
                  <a:pt x="94491" y="273545"/>
                  <a:pt x="85655" y="283750"/>
                </a:cubicBezTo>
                <a:cubicBezTo>
                  <a:pt x="108944" y="282604"/>
                  <a:pt x="128055" y="291435"/>
                  <a:pt x="151105" y="285416"/>
                </a:cubicBezTo>
                <a:cubicBezTo>
                  <a:pt x="141086" y="271578"/>
                  <a:pt x="122215" y="267621"/>
                  <a:pt x="103583" y="268538"/>
                </a:cubicBezTo>
                <a:cubicBezTo>
                  <a:pt x="94027" y="264123"/>
                  <a:pt x="84712" y="264581"/>
                  <a:pt x="70498" y="260394"/>
                </a:cubicBezTo>
                <a:cubicBezTo>
                  <a:pt x="74916" y="255292"/>
                  <a:pt x="65360" y="250877"/>
                  <a:pt x="60702" y="251106"/>
                </a:cubicBezTo>
                <a:cubicBezTo>
                  <a:pt x="60702" y="251106"/>
                  <a:pt x="60702" y="251106"/>
                  <a:pt x="65120" y="246003"/>
                </a:cubicBezTo>
                <a:cubicBezTo>
                  <a:pt x="64881" y="241129"/>
                  <a:pt x="60463" y="246232"/>
                  <a:pt x="55565" y="241588"/>
                </a:cubicBezTo>
                <a:cubicBezTo>
                  <a:pt x="69779" y="245774"/>
                  <a:pt x="78615" y="235568"/>
                  <a:pt x="92349" y="230007"/>
                </a:cubicBezTo>
                <a:cubicBezTo>
                  <a:pt x="92349" y="230007"/>
                  <a:pt x="92349" y="230007"/>
                  <a:pt x="64161" y="226508"/>
                </a:cubicBezTo>
                <a:cubicBezTo>
                  <a:pt x="73238" y="221176"/>
                  <a:pt x="92349" y="230007"/>
                  <a:pt x="96288" y="215157"/>
                </a:cubicBezTo>
                <a:cubicBezTo>
                  <a:pt x="96288" y="215157"/>
                  <a:pt x="96288" y="215157"/>
                  <a:pt x="96048" y="210284"/>
                </a:cubicBezTo>
                <a:cubicBezTo>
                  <a:pt x="110245" y="214145"/>
                  <a:pt x="127454" y="184311"/>
                  <a:pt x="155881" y="192683"/>
                </a:cubicBezTo>
                <a:cubicBezTo>
                  <a:pt x="160539" y="192454"/>
                  <a:pt x="155641" y="187810"/>
                  <a:pt x="155401" y="182936"/>
                </a:cubicBezTo>
                <a:cubicBezTo>
                  <a:pt x="155401" y="182936"/>
                  <a:pt x="155401" y="182936"/>
                  <a:pt x="80635" y="181729"/>
                </a:cubicBezTo>
                <a:cubicBezTo>
                  <a:pt x="93410" y="156673"/>
                  <a:pt x="117419" y="170148"/>
                  <a:pt x="131393" y="169461"/>
                </a:cubicBezTo>
                <a:cubicBezTo>
                  <a:pt x="126271" y="160268"/>
                  <a:pt x="126032" y="155394"/>
                  <a:pt x="130450" y="150292"/>
                </a:cubicBezTo>
                <a:cubicBezTo>
                  <a:pt x="102038" y="142244"/>
                  <a:pt x="68954" y="134101"/>
                  <a:pt x="36348" y="135705"/>
                </a:cubicBezTo>
                <a:cubicBezTo>
                  <a:pt x="40526" y="125728"/>
                  <a:pt x="59398" y="129686"/>
                  <a:pt x="73132" y="124124"/>
                </a:cubicBezTo>
                <a:cubicBezTo>
                  <a:pt x="96422" y="122978"/>
                  <a:pt x="124608" y="126478"/>
                  <a:pt x="147658" y="120458"/>
                </a:cubicBezTo>
                <a:cubicBezTo>
                  <a:pt x="118768" y="102664"/>
                  <a:pt x="96661" y="127853"/>
                  <a:pt x="67531" y="105184"/>
                </a:cubicBezTo>
                <a:cubicBezTo>
                  <a:pt x="67531" y="105184"/>
                  <a:pt x="67531" y="105184"/>
                  <a:pt x="62633" y="100540"/>
                </a:cubicBezTo>
                <a:cubicBezTo>
                  <a:pt x="84500" y="70477"/>
                  <a:pt x="117105" y="68873"/>
                  <a:pt x="144573" y="57751"/>
                </a:cubicBezTo>
                <a:cubicBezTo>
                  <a:pt x="157588" y="37569"/>
                  <a:pt x="186255" y="50814"/>
                  <a:pt x="209304" y="44795"/>
                </a:cubicBezTo>
                <a:cubicBezTo>
                  <a:pt x="223758" y="53855"/>
                  <a:pt x="241910" y="43191"/>
                  <a:pt x="260781" y="47148"/>
                </a:cubicBezTo>
                <a:cubicBezTo>
                  <a:pt x="260781" y="47148"/>
                  <a:pt x="260781" y="47148"/>
                  <a:pt x="260541" y="42274"/>
                </a:cubicBezTo>
                <a:cubicBezTo>
                  <a:pt x="241670" y="38317"/>
                  <a:pt x="218621" y="44337"/>
                  <a:pt x="204167" y="35277"/>
                </a:cubicBezTo>
                <a:cubicBezTo>
                  <a:pt x="208586" y="30174"/>
                  <a:pt x="232354" y="38776"/>
                  <a:pt x="241430" y="33444"/>
                </a:cubicBezTo>
                <a:cubicBezTo>
                  <a:pt x="306162" y="20488"/>
                  <a:pt x="375959" y="21939"/>
                  <a:pt x="441171" y="18731"/>
                </a:cubicBezTo>
                <a:cubicBezTo>
                  <a:pt x="455144" y="18043"/>
                  <a:pt x="478913" y="26645"/>
                  <a:pt x="487509" y="11566"/>
                </a:cubicBezTo>
                <a:cubicBezTo>
                  <a:pt x="511039" y="15293"/>
                  <a:pt x="543405" y="8816"/>
                  <a:pt x="571592" y="12314"/>
                </a:cubicBezTo>
                <a:cubicBezTo>
                  <a:pt x="585086" y="1880"/>
                  <a:pt x="604197" y="10710"/>
                  <a:pt x="618410" y="14897"/>
                </a:cubicBezTo>
                <a:cubicBezTo>
                  <a:pt x="813508" y="738"/>
                  <a:pt x="1018609" y="93"/>
                  <a:pt x="1219069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100"/>
              <a:t>      登录失败</a:t>
            </a:r>
          </a:p>
        </p:txBody>
      </p:sp>
    </p:spTree>
    <p:extLst>
      <p:ext uri="{BB962C8B-B14F-4D97-AF65-F5344CB8AC3E}">
        <p14:creationId xmlns:p14="http://schemas.microsoft.com/office/powerpoint/2010/main" val="647132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17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32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48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5" grpId="0" animBg="1"/>
      <p:bldP spid="16" grpId="0" animBg="1"/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C9FF5-A152-E2D4-939E-9F8D32F8F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>
            <a:extLst>
              <a:ext uri="{FF2B5EF4-FFF2-40B4-BE49-F238E27FC236}">
                <a16:creationId xmlns:a16="http://schemas.microsoft.com/office/drawing/2014/main" id="{10CE982F-47AD-D0A8-F2AF-672F423FBE0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条件判断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8C03376-BE22-14C7-0B4B-34C23D3B7C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>
                <a:latin typeface="+mn-lt"/>
              </a:rPr>
              <a:t>if</a:t>
            </a:r>
            <a:r>
              <a:rPr lang="zh-CN" altLang="en-US">
                <a:latin typeface="+mn-lt"/>
              </a:rPr>
              <a:t>语句的基本格式</a:t>
            </a:r>
            <a:endParaRPr lang="en-US" altLang="zh-CN">
              <a:latin typeface="+mn-lt"/>
            </a:endParaRPr>
          </a:p>
          <a:p>
            <a:r>
              <a:rPr lang="en-US" altLang="zh-CN">
                <a:solidFill>
                  <a:srgbClr val="C00000"/>
                </a:solidFill>
                <a:latin typeface="+mn-lt"/>
              </a:rPr>
              <a:t>if</a:t>
            </a:r>
            <a:r>
              <a:rPr lang="zh-CN" altLang="en-US">
                <a:solidFill>
                  <a:srgbClr val="C00000"/>
                </a:solidFill>
                <a:latin typeface="+mn-lt"/>
              </a:rPr>
              <a:t>语句进阶</a:t>
            </a:r>
            <a:endParaRPr lang="en-US" altLang="zh-CN">
              <a:solidFill>
                <a:srgbClr val="C00000"/>
              </a:solidFill>
              <a:latin typeface="+mn-lt"/>
            </a:endParaRPr>
          </a:p>
          <a:p>
            <a:r>
              <a:rPr lang="zh-CN" altLang="en-US">
                <a:latin typeface="+mn-lt"/>
              </a:rPr>
              <a:t>案例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294E2CEE-4D1A-AA6E-988C-78A2B2C9BD4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7746246"/>
      </p:ext>
    </p:extLst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91B03-C5F3-2A9B-A724-2CBD67873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AA7D358-31F3-9DE4-392F-A09C6788D4E6}"/>
              </a:ext>
            </a:extLst>
          </p:cNvPr>
          <p:cNvSpPr/>
          <p:nvPr/>
        </p:nvSpPr>
        <p:spPr>
          <a:xfrm>
            <a:off x="6183535" y="810814"/>
            <a:ext cx="5321306" cy="1560114"/>
          </a:xfrm>
          <a:prstGeom prst="roundRect">
            <a:avLst>
              <a:gd name="adj" fmla="val 6503"/>
            </a:avLst>
          </a:prstGeom>
          <a:solidFill>
            <a:srgbClr val="F2F2F2">
              <a:alpha val="50196"/>
            </a:srgb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E592F6E-25EE-FE3A-1819-9EAFAA613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if</a:t>
            </a:r>
            <a:r>
              <a:rPr lang="zh-CN" altLang="en-US"/>
              <a:t>语句进阶</a:t>
            </a:r>
            <a:r>
              <a:rPr lang="en-US" altLang="zh-CN"/>
              <a:t>-if...else</a:t>
            </a:r>
            <a:endParaRPr lang="zh-CN" altLang="en-US"/>
          </a:p>
        </p:txBody>
      </p:sp>
      <p:pic>
        <p:nvPicPr>
          <p:cNvPr id="2" name="!!图片 5">
            <a:extLst>
              <a:ext uri="{FF2B5EF4-FFF2-40B4-BE49-F238E27FC236}">
                <a16:creationId xmlns:a16="http://schemas.microsoft.com/office/drawing/2014/main" id="{0A5138CA-5A7D-6F46-A2EA-FC4F0EB5A0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35" t="615" r="361" b="690"/>
          <a:stretch>
            <a:fillRect/>
          </a:stretch>
        </p:blipFill>
        <p:spPr>
          <a:xfrm>
            <a:off x="679220" y="2119907"/>
            <a:ext cx="4997561" cy="2618186"/>
          </a:xfrm>
          <a:prstGeom prst="roundRect">
            <a:avLst>
              <a:gd name="adj" fmla="val 1984"/>
            </a:avLst>
          </a:prstGeom>
          <a:ln w="6350">
            <a:solidFill>
              <a:schemeClr val="bg1">
                <a:lumMod val="85000"/>
              </a:schemeClr>
            </a:solidFill>
          </a:ln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C474DDAF-2381-70F6-45AC-39652CA2BB90}"/>
              </a:ext>
            </a:extLst>
          </p:cNvPr>
          <p:cNvSpPr/>
          <p:nvPr/>
        </p:nvSpPr>
        <p:spPr>
          <a:xfrm>
            <a:off x="6526440" y="1118240"/>
            <a:ext cx="1219200" cy="391073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>
                <a:solidFill>
                  <a:schemeClr val="tx1">
                    <a:lumMod val="50000"/>
                  </a:schemeClr>
                </a:solidFill>
              </a:rPr>
              <a:t>如果条件成立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F2322530-12A1-12CD-BF61-CDF59269786B}"/>
              </a:ext>
            </a:extLst>
          </p:cNvPr>
          <p:cNvSpPr/>
          <p:nvPr/>
        </p:nvSpPr>
        <p:spPr>
          <a:xfrm>
            <a:off x="9879240" y="1118240"/>
            <a:ext cx="1219200" cy="391073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>
                <a:solidFill>
                  <a:schemeClr val="tx1">
                    <a:lumMod val="50000"/>
                  </a:schemeClr>
                </a:solidFill>
              </a:rPr>
              <a:t>执行操作</a:t>
            </a:r>
            <a:r>
              <a:rPr lang="en-US" altLang="zh-CN" sz="1100">
                <a:solidFill>
                  <a:schemeClr val="tx1">
                    <a:lumMod val="50000"/>
                  </a:schemeClr>
                </a:solidFill>
              </a:rPr>
              <a:t>1</a:t>
            </a:r>
            <a:endParaRPr lang="zh-CN" altLang="en-US" sz="11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24C48AE4-D946-1075-D704-184847A06285}"/>
              </a:ext>
            </a:extLst>
          </p:cNvPr>
          <p:cNvSpPr/>
          <p:nvPr/>
        </p:nvSpPr>
        <p:spPr>
          <a:xfrm>
            <a:off x="6526440" y="1681405"/>
            <a:ext cx="1219200" cy="391073"/>
          </a:xfrm>
          <a:prstGeom prst="roundRect">
            <a:avLst/>
          </a:prstGeom>
          <a:solidFill>
            <a:srgbClr val="FFC000">
              <a:alpha val="20000"/>
            </a:srgbClr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>
                <a:solidFill>
                  <a:schemeClr val="tx1">
                    <a:lumMod val="50000"/>
                  </a:schemeClr>
                </a:solidFill>
              </a:rPr>
              <a:t>否则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7A5ABEF-E1ED-454C-B3B5-ABBB2F73C925}"/>
              </a:ext>
            </a:extLst>
          </p:cNvPr>
          <p:cNvSpPr/>
          <p:nvPr/>
        </p:nvSpPr>
        <p:spPr>
          <a:xfrm>
            <a:off x="9879240" y="1681405"/>
            <a:ext cx="1219200" cy="391073"/>
          </a:xfrm>
          <a:prstGeom prst="roundRect">
            <a:avLst/>
          </a:prstGeom>
          <a:solidFill>
            <a:srgbClr val="FFC000">
              <a:alpha val="20000"/>
            </a:srgbClr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>
                <a:solidFill>
                  <a:schemeClr val="tx1">
                    <a:lumMod val="50000"/>
                  </a:schemeClr>
                </a:solidFill>
              </a:rPr>
              <a:t>执行操作</a:t>
            </a:r>
            <a:r>
              <a:rPr lang="en-US" altLang="zh-CN" sz="1100">
                <a:solidFill>
                  <a:schemeClr val="tx1">
                    <a:lumMod val="50000"/>
                  </a:schemeClr>
                </a:solidFill>
              </a:rPr>
              <a:t>2</a:t>
            </a:r>
            <a:endParaRPr lang="zh-CN" altLang="en-US" sz="110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F15CE071-C15E-E98E-3BF8-099FB970DB65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7745640" y="1313777"/>
            <a:ext cx="2133600" cy="0"/>
          </a:xfrm>
          <a:prstGeom prst="straightConnector1">
            <a:avLst/>
          </a:prstGeom>
          <a:ln w="12700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1397F5DF-4C41-E5FD-0791-BE00CE908E13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7745640" y="1876942"/>
            <a:ext cx="2133600" cy="0"/>
          </a:xfrm>
          <a:prstGeom prst="straightConnector1">
            <a:avLst/>
          </a:prstGeom>
          <a:ln w="12700">
            <a:solidFill>
              <a:srgbClr val="FFC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2">
            <a:extLst>
              <a:ext uri="{FF2B5EF4-FFF2-40B4-BE49-F238E27FC236}">
                <a16:creationId xmlns:a16="http://schemas.microsoft.com/office/drawing/2014/main" id="{533AE831-7057-F6FE-3A8E-E0C005052D1B}"/>
              </a:ext>
            </a:extLst>
          </p:cNvPr>
          <p:cNvGrpSpPr/>
          <p:nvPr/>
        </p:nvGrpSpPr>
        <p:grpSpPr>
          <a:xfrm>
            <a:off x="6183535" y="5057698"/>
            <a:ext cx="5321307" cy="1787345"/>
            <a:chOff x="2297719" y="3660322"/>
            <a:chExt cx="5863091" cy="1787451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F40FA99F-85BF-2679-661A-45752ED60403}"/>
                </a:ext>
              </a:extLst>
            </p:cNvPr>
            <p:cNvSpPr/>
            <p:nvPr/>
          </p:nvSpPr>
          <p:spPr>
            <a:xfrm>
              <a:off x="2297728" y="3660322"/>
              <a:ext cx="5863082" cy="1787451"/>
            </a:xfrm>
            <a:prstGeom prst="roundRect">
              <a:avLst>
                <a:gd name="adj" fmla="val 4073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rgbClr val="8C8C8C"/>
                  </a:solidFill>
                  <a:effectLst/>
                </a:rPr>
                <a:t># if...else </a:t>
              </a:r>
              <a:r>
                <a:rPr lang="zh-CN" altLang="en-US" sz="1200">
                  <a:solidFill>
                    <a:srgbClr val="8C8C8C"/>
                  </a:solidFill>
                  <a:effectLst/>
                </a:rPr>
                <a:t>结构</a:t>
              </a:r>
              <a:br>
                <a:rPr lang="en-US" altLang="zh-CN" sz="1200" i="1">
                  <a:solidFill>
                    <a:srgbClr val="8C8C8C"/>
                  </a:solidFill>
                  <a:effectLst/>
                </a:rPr>
              </a:br>
              <a:r>
                <a:rPr lang="en-US" altLang="zh-CN" sz="1200">
                  <a:solidFill>
                    <a:srgbClr val="000080"/>
                  </a:solidFill>
                  <a:effectLst/>
                </a:rPr>
                <a:t>if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</a:rPr>
                <a:t> </a:t>
              </a:r>
              <a:r>
                <a:rPr lang="zh-CN" altLang="en-US" sz="1200">
                  <a:solidFill>
                    <a:schemeClr val="tx1">
                      <a:lumMod val="75000"/>
                    </a:schemeClr>
                  </a:solidFill>
                </a:rPr>
                <a:t>要判断的条件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</a:rPr>
                <a:t>: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</a:rPr>
                <a:t>    </a:t>
              </a:r>
              <a:r>
                <a:rPr lang="zh-CN" altLang="en-US" sz="1200">
                  <a:solidFill>
                    <a:schemeClr val="tx1">
                      <a:lumMod val="75000"/>
                    </a:schemeClr>
                  </a:solidFill>
                </a:rPr>
                <a:t>条件成立时，执行对应的操作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</a:rPr>
                <a:t>1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rgbClr val="000080"/>
                  </a:solidFill>
                </a:rPr>
                <a:t>else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</a:rPr>
                <a:t>: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</a:rPr>
                <a:t>    </a:t>
              </a:r>
              <a:r>
                <a:rPr lang="zh-CN" altLang="en-US" sz="1200">
                  <a:solidFill>
                    <a:schemeClr val="tx1">
                      <a:lumMod val="75000"/>
                    </a:schemeClr>
                  </a:solidFill>
                </a:rPr>
                <a:t>条件不成立时，执行的操作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</a:rPr>
                <a:t>2</a:t>
              </a:r>
            </a:p>
          </p:txBody>
        </p:sp>
        <p:sp>
          <p:nvSpPr>
            <p:cNvPr id="18" name="矩形: 圆顶角 17">
              <a:extLst>
                <a:ext uri="{FF2B5EF4-FFF2-40B4-BE49-F238E27FC236}">
                  <a16:creationId xmlns:a16="http://schemas.microsoft.com/office/drawing/2014/main" id="{DF2E1578-4746-1D75-569D-26D786E67D42}"/>
                </a:ext>
              </a:extLst>
            </p:cNvPr>
            <p:cNvSpPr/>
            <p:nvPr/>
          </p:nvSpPr>
          <p:spPr>
            <a:xfrm>
              <a:off x="2297719" y="3660322"/>
              <a:ext cx="5863082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183E63D4-62F1-0014-09C9-FFC5607C9BFE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499A19CB-8EB3-F62E-DED3-704D7D0D48FF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0445619D-20BA-9FBD-96F1-A5465F139704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CE9FA9E6-3F5C-587F-09DA-D0739EE70746}"/>
              </a:ext>
            </a:extLst>
          </p:cNvPr>
          <p:cNvSpPr/>
          <p:nvPr/>
        </p:nvSpPr>
        <p:spPr>
          <a:xfrm>
            <a:off x="8430000" y="2438530"/>
            <a:ext cx="957951" cy="349250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>
                <a:solidFill>
                  <a:schemeClr val="tx1">
                    <a:lumMod val="50000"/>
                  </a:schemeClr>
                </a:solidFill>
              </a:rPr>
              <a:t>开始</a:t>
            </a:r>
          </a:p>
        </p:txBody>
      </p:sp>
      <p:sp>
        <p:nvSpPr>
          <p:cNvPr id="23" name="菱形 22">
            <a:extLst>
              <a:ext uri="{FF2B5EF4-FFF2-40B4-BE49-F238E27FC236}">
                <a16:creationId xmlns:a16="http://schemas.microsoft.com/office/drawing/2014/main" id="{EEA99D76-F4FA-E066-F894-98E84AB8C96B}"/>
              </a:ext>
            </a:extLst>
          </p:cNvPr>
          <p:cNvSpPr/>
          <p:nvPr/>
        </p:nvSpPr>
        <p:spPr>
          <a:xfrm>
            <a:off x="8324544" y="3111321"/>
            <a:ext cx="1168861" cy="438823"/>
          </a:xfrm>
          <a:prstGeom prst="diamond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50">
                <a:solidFill>
                  <a:schemeClr val="tx1">
                    <a:lumMod val="50000"/>
                  </a:schemeClr>
                </a:solidFill>
              </a:rPr>
              <a:t>条件判断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658FE3A1-B45C-864C-8DC9-67007A190521}"/>
              </a:ext>
            </a:extLst>
          </p:cNvPr>
          <p:cNvSpPr/>
          <p:nvPr/>
        </p:nvSpPr>
        <p:spPr>
          <a:xfrm>
            <a:off x="7366593" y="3878482"/>
            <a:ext cx="957951" cy="349250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>
                <a:solidFill>
                  <a:schemeClr val="tx1">
                    <a:lumMod val="50000"/>
                  </a:schemeClr>
                </a:solidFill>
              </a:rPr>
              <a:t>操作</a:t>
            </a:r>
            <a:r>
              <a:rPr lang="en-US" altLang="zh-CN" sz="1050">
                <a:solidFill>
                  <a:schemeClr val="tx1">
                    <a:lumMod val="50000"/>
                  </a:schemeClr>
                </a:solidFill>
              </a:rPr>
              <a:t>1</a:t>
            </a:r>
            <a:endParaRPr lang="zh-CN" altLang="en-US" sz="105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60D9A520-B14F-4FD0-9C56-7C2B9F229161}"/>
              </a:ext>
            </a:extLst>
          </p:cNvPr>
          <p:cNvSpPr/>
          <p:nvPr/>
        </p:nvSpPr>
        <p:spPr>
          <a:xfrm>
            <a:off x="9493405" y="3878482"/>
            <a:ext cx="957951" cy="349250"/>
          </a:xfrm>
          <a:prstGeom prst="roundRect">
            <a:avLst/>
          </a:prstGeom>
          <a:solidFill>
            <a:srgbClr val="FFC000">
              <a:alpha val="20000"/>
            </a:srgbClr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>
                <a:solidFill>
                  <a:schemeClr val="tx1">
                    <a:lumMod val="50000"/>
                  </a:schemeClr>
                </a:solidFill>
              </a:rPr>
              <a:t>操作</a:t>
            </a:r>
            <a:r>
              <a:rPr lang="en-US" altLang="zh-CN" sz="1050">
                <a:solidFill>
                  <a:schemeClr val="tx1">
                    <a:lumMod val="50000"/>
                  </a:schemeClr>
                </a:solidFill>
              </a:rPr>
              <a:t>2</a:t>
            </a:r>
            <a:endParaRPr lang="zh-CN" altLang="en-US" sz="105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9F9D1BFC-1628-CA3A-9F70-4F3CDA97014C}"/>
              </a:ext>
            </a:extLst>
          </p:cNvPr>
          <p:cNvCxnSpPr>
            <a:stCxn id="22" idx="2"/>
            <a:endCxn id="23" idx="0"/>
          </p:cNvCxnSpPr>
          <p:nvPr/>
        </p:nvCxnSpPr>
        <p:spPr>
          <a:xfrm flipH="1">
            <a:off x="8908975" y="2787780"/>
            <a:ext cx="1" cy="323541"/>
          </a:xfrm>
          <a:prstGeom prst="straightConnector1">
            <a:avLst/>
          </a:prstGeom>
          <a:ln w="952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C8A48613-093A-0904-D5D0-234C2393A783}"/>
              </a:ext>
            </a:extLst>
          </p:cNvPr>
          <p:cNvCxnSpPr>
            <a:cxnSpLocks/>
            <a:stCxn id="23" idx="1"/>
            <a:endCxn id="25" idx="0"/>
          </p:cNvCxnSpPr>
          <p:nvPr/>
        </p:nvCxnSpPr>
        <p:spPr>
          <a:xfrm rot="10800000" flipV="1">
            <a:off x="7845570" y="3330732"/>
            <a:ext cx="478975" cy="547749"/>
          </a:xfrm>
          <a:prstGeom prst="bentConnector2">
            <a:avLst/>
          </a:prstGeom>
          <a:ln w="952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28">
            <a:extLst>
              <a:ext uri="{FF2B5EF4-FFF2-40B4-BE49-F238E27FC236}">
                <a16:creationId xmlns:a16="http://schemas.microsoft.com/office/drawing/2014/main" id="{EEAE0B8C-43E7-AF2D-0BBF-40E1193565FF}"/>
              </a:ext>
            </a:extLst>
          </p:cNvPr>
          <p:cNvCxnSpPr>
            <a:cxnSpLocks/>
            <a:stCxn id="23" idx="3"/>
            <a:endCxn id="26" idx="0"/>
          </p:cNvCxnSpPr>
          <p:nvPr/>
        </p:nvCxnSpPr>
        <p:spPr>
          <a:xfrm>
            <a:off x="9493405" y="3330733"/>
            <a:ext cx="478976" cy="547749"/>
          </a:xfrm>
          <a:prstGeom prst="bentConnector2">
            <a:avLst/>
          </a:prstGeom>
          <a:ln w="9525">
            <a:solidFill>
              <a:srgbClr val="FFC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1A704294-39BA-F391-5A5F-B29F3E29FFB9}"/>
              </a:ext>
            </a:extLst>
          </p:cNvPr>
          <p:cNvSpPr txBox="1"/>
          <p:nvPr/>
        </p:nvSpPr>
        <p:spPr>
          <a:xfrm>
            <a:off x="7391759" y="3401647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/>
              <a:t>True</a:t>
            </a:r>
            <a:endParaRPr lang="zh-CN" altLang="en-US" sz="100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FD3426ED-C48A-9C49-2A62-0787071243F6}"/>
              </a:ext>
            </a:extLst>
          </p:cNvPr>
          <p:cNvSpPr txBox="1"/>
          <p:nvPr/>
        </p:nvSpPr>
        <p:spPr>
          <a:xfrm>
            <a:off x="9919453" y="3399445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/>
              <a:t>False</a:t>
            </a:r>
            <a:endParaRPr lang="zh-CN" altLang="en-US" sz="1000"/>
          </a:p>
        </p:txBody>
      </p:sp>
      <p:pic>
        <p:nvPicPr>
          <p:cNvPr id="45" name="图片 44">
            <a:extLst>
              <a:ext uri="{FF2B5EF4-FFF2-40B4-BE49-F238E27FC236}">
                <a16:creationId xmlns:a16="http://schemas.microsoft.com/office/drawing/2014/main" id="{1452DFC9-4C9A-4251-143C-D4BEBD4AC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833" y="232934"/>
            <a:ext cx="2603634" cy="57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809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75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6" grpId="0" animBg="1"/>
      <p:bldP spid="7" grpId="0" animBg="1"/>
      <p:bldP spid="8" grpId="0" animBg="1"/>
      <p:bldP spid="9" grpId="0" animBg="1"/>
      <p:bldP spid="22" grpId="0" animBg="1"/>
      <p:bldP spid="23" grpId="0" animBg="1"/>
      <p:bldP spid="25" grpId="0" animBg="1"/>
      <p:bldP spid="26" grpId="0" animBg="1"/>
      <p:bldP spid="35" grpId="0"/>
      <p:bldP spid="3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28FAB-7A36-88DE-A361-F4BD59B93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739116-68CF-8325-CA15-99996F4D0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完成如下需求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2903FBA-2A61-4F2F-AF5B-6ECEBDA0B7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53098" y="1024932"/>
            <a:ext cx="9570541" cy="1921468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需求：根据用户输入的年份，判断这一年是闰年还是平年。</a:t>
            </a:r>
            <a:endParaRPr lang="en-US" altLang="zh-CN"/>
          </a:p>
          <a:p>
            <a:pPr marL="648000" lvl="1" indent="-34290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非整百年份‌，且能被</a:t>
            </a:r>
            <a:r>
              <a:rPr lang="en-US" altLang="zh-CN" sz="1400"/>
              <a:t>4</a:t>
            </a:r>
            <a:r>
              <a:rPr lang="zh-CN" altLang="en-US" sz="1400"/>
              <a:t>整除的年份是闰年</a:t>
            </a:r>
          </a:p>
          <a:p>
            <a:pPr marL="648000" lvl="1" indent="-34290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‌整百年份‌（如</a:t>
            </a:r>
            <a:r>
              <a:rPr lang="en-US" altLang="zh-CN" sz="1400"/>
              <a:t>1900</a:t>
            </a:r>
            <a:r>
              <a:rPr lang="zh-CN" altLang="en-US" sz="1400"/>
              <a:t>年、</a:t>
            </a:r>
            <a:r>
              <a:rPr lang="en-US" altLang="zh-CN" sz="1400"/>
              <a:t>2000</a:t>
            </a:r>
            <a:r>
              <a:rPr lang="zh-CN" altLang="en-US" sz="1400"/>
              <a:t>年）必须能被</a:t>
            </a:r>
            <a:r>
              <a:rPr lang="en-US" altLang="zh-CN" sz="1400"/>
              <a:t>400</a:t>
            </a:r>
            <a:r>
              <a:rPr lang="zh-CN" altLang="en-US" sz="1400"/>
              <a:t>整除才是闰年</a:t>
            </a:r>
            <a:endParaRPr lang="en-US" altLang="zh-CN" sz="1400"/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02574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76289AE-4468-A442-45AC-694AFADF0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13735" y="1359878"/>
            <a:ext cx="7170081" cy="4113822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zh-CN"/>
              <a:t>if...else </a:t>
            </a:r>
            <a:r>
              <a:rPr lang="zh-CN" altLang="en-US"/>
              <a:t>语句的语法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endParaRPr lang="en-US" altLang="zh-CN"/>
          </a:p>
          <a:p>
            <a:pPr marL="342900" indent="-342900">
              <a:buFont typeface="+mj-lt"/>
              <a:buAutoNum type="arabicPeriod"/>
            </a:pPr>
            <a:endParaRPr lang="en-US" altLang="zh-CN"/>
          </a:p>
          <a:p>
            <a:pPr marL="342900" indent="-342900">
              <a:buFont typeface="+mj-lt"/>
              <a:buAutoNum type="arabicPeriod"/>
            </a:pP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en-US" altLang="zh-CN"/>
              <a:t>if...else </a:t>
            </a:r>
            <a:r>
              <a:rPr lang="zh-CN" altLang="en-US"/>
              <a:t>语句注意事项</a:t>
            </a:r>
            <a:endParaRPr lang="en-US" altLang="zh-CN"/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/>
              <a:t>else</a:t>
            </a:r>
            <a:r>
              <a:rPr lang="zh-CN" altLang="en-US" sz="1400"/>
              <a:t>是不需要条件判断的，当</a:t>
            </a:r>
            <a:r>
              <a:rPr lang="en-US" altLang="zh-CN" sz="1400"/>
              <a:t>if</a:t>
            </a:r>
            <a:r>
              <a:rPr lang="zh-CN" altLang="en-US" sz="1400"/>
              <a:t>条件不成立时，</a:t>
            </a:r>
            <a:r>
              <a:rPr lang="en-US" altLang="zh-CN" sz="1400"/>
              <a:t>else</a:t>
            </a:r>
            <a:r>
              <a:rPr lang="zh-CN" altLang="en-US" sz="1400"/>
              <a:t>就执行了</a:t>
            </a:r>
            <a:endParaRPr lang="en-US" altLang="zh-CN" sz="1400"/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/>
              <a:t>else</a:t>
            </a:r>
            <a:r>
              <a:rPr lang="zh-CN" altLang="en-US" sz="1400"/>
              <a:t>代码块，也需要使用空格缩进（建议</a:t>
            </a:r>
            <a:r>
              <a:rPr lang="en-US" altLang="zh-CN" sz="1400"/>
              <a:t>4</a:t>
            </a:r>
            <a:r>
              <a:rPr lang="zh-CN" altLang="en-US" sz="1400"/>
              <a:t>个空格）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C824393-F66E-3206-8921-C0614DF2FEC6}"/>
              </a:ext>
            </a:extLst>
          </p:cNvPr>
          <p:cNvSpPr/>
          <p:nvPr/>
        </p:nvSpPr>
        <p:spPr>
          <a:xfrm>
            <a:off x="4475903" y="2332068"/>
            <a:ext cx="3658447" cy="1319182"/>
          </a:xfrm>
          <a:prstGeom prst="roundRect">
            <a:avLst>
              <a:gd name="adj" fmla="val 4073"/>
            </a:avLst>
          </a:prstGeom>
          <a:solidFill>
            <a:srgbClr val="F6F6F6"/>
          </a:solidFill>
          <a:ln w="317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72000" rIns="36000" bIns="0" rtlCol="0" anchor="t"/>
          <a:lstStyle/>
          <a:p>
            <a:pPr>
              <a:lnSpc>
                <a:spcPct val="150000"/>
              </a:lnSpc>
              <a:buNone/>
            </a:pPr>
            <a:r>
              <a:rPr lang="en-US" altLang="zh-CN" sz="1200">
                <a:solidFill>
                  <a:srgbClr val="000080"/>
                </a:solidFill>
                <a:effectLst/>
              </a:rPr>
              <a:t>if</a:t>
            </a:r>
            <a:r>
              <a:rPr lang="en-US" altLang="zh-CN" sz="1200">
                <a:solidFill>
                  <a:schemeClr val="tx1">
                    <a:lumMod val="75000"/>
                  </a:schemeClr>
                </a:solidFill>
                <a:effectLst/>
              </a:rPr>
              <a:t> </a:t>
            </a:r>
            <a:r>
              <a:rPr lang="zh-CN" altLang="en-US" sz="1200">
                <a:solidFill>
                  <a:schemeClr val="tx1">
                    <a:lumMod val="75000"/>
                  </a:schemeClr>
                </a:solidFill>
              </a:rPr>
              <a:t>要判断的条件</a:t>
            </a:r>
            <a:r>
              <a:rPr lang="en-US" altLang="zh-CN" sz="1200">
                <a:solidFill>
                  <a:schemeClr val="tx1">
                    <a:lumMod val="75000"/>
                  </a:schemeClr>
                </a:solidFill>
                <a:effectLst/>
              </a:rPr>
              <a:t>: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1200">
                <a:solidFill>
                  <a:schemeClr val="tx1">
                    <a:lumMod val="75000"/>
                  </a:schemeClr>
                </a:solidFill>
              </a:rPr>
              <a:t>    </a:t>
            </a:r>
            <a:r>
              <a:rPr lang="zh-CN" altLang="en-US" sz="1200">
                <a:solidFill>
                  <a:schemeClr val="tx1">
                    <a:lumMod val="75000"/>
                  </a:schemeClr>
                </a:solidFill>
              </a:rPr>
              <a:t>条件成立时，执行对应的操作</a:t>
            </a:r>
            <a:r>
              <a:rPr lang="en-US" altLang="zh-CN" sz="1200">
                <a:solidFill>
                  <a:schemeClr val="tx1">
                    <a:lumMod val="75000"/>
                  </a:schemeClr>
                </a:solidFill>
              </a:rPr>
              <a:t>1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1200">
                <a:solidFill>
                  <a:srgbClr val="000080"/>
                </a:solidFill>
              </a:rPr>
              <a:t>else</a:t>
            </a:r>
            <a:r>
              <a:rPr lang="en-US" altLang="zh-CN" sz="1200">
                <a:solidFill>
                  <a:schemeClr val="tx1">
                    <a:lumMod val="75000"/>
                  </a:schemeClr>
                </a:solidFill>
              </a:rPr>
              <a:t>: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 sz="1200">
                <a:solidFill>
                  <a:schemeClr val="tx1">
                    <a:lumMod val="75000"/>
                  </a:schemeClr>
                </a:solidFill>
              </a:rPr>
              <a:t>    条件不成立时，执行的操作</a:t>
            </a:r>
            <a:r>
              <a:rPr lang="en-US" altLang="zh-CN" sz="1200">
                <a:solidFill>
                  <a:schemeClr val="tx1">
                    <a:lumMod val="75000"/>
                  </a:schemeClr>
                </a:solidFill>
              </a:rPr>
              <a:t>2    </a:t>
            </a:r>
          </a:p>
        </p:txBody>
      </p:sp>
    </p:spTree>
    <p:extLst>
      <p:ext uri="{BB962C8B-B14F-4D97-AF65-F5344CB8AC3E}">
        <p14:creationId xmlns:p14="http://schemas.microsoft.com/office/powerpoint/2010/main" val="2975030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28F795F-4666-A091-FAE8-1859790F8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完成如下需求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0E3E900A-8837-D035-082D-DD7BE32CBC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76926" y="1024931"/>
            <a:ext cx="9446713" cy="2082653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需求</a:t>
            </a:r>
            <a:r>
              <a:rPr lang="en-US" altLang="zh-CN"/>
              <a:t>1</a:t>
            </a:r>
            <a:r>
              <a:rPr lang="zh-CN" altLang="en-US"/>
              <a:t>：根据用户输入的数字，判断该数字是奇数还是偶数。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需求</a:t>
            </a:r>
            <a:r>
              <a:rPr lang="en-US" altLang="zh-CN"/>
              <a:t>2</a:t>
            </a:r>
            <a:r>
              <a:rPr lang="zh-CN" altLang="en-US"/>
              <a:t>：根据用户输入的年龄，判断该用户是否已经成年（</a:t>
            </a:r>
            <a:r>
              <a:rPr lang="en-US" altLang="zh-CN"/>
              <a:t>&gt;=18</a:t>
            </a:r>
            <a:r>
              <a:rPr lang="zh-CN" altLang="en-US"/>
              <a:t>，成年；否则，未成年）。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需求</a:t>
            </a:r>
            <a:r>
              <a:rPr lang="en-US" altLang="zh-CN"/>
              <a:t>3</a:t>
            </a:r>
            <a:r>
              <a:rPr lang="zh-CN" altLang="en-US"/>
              <a:t>：根据用户输入的数字，判断该数字是正数还是负数（不考虑</a:t>
            </a:r>
            <a:r>
              <a:rPr lang="en-US" altLang="zh-CN"/>
              <a:t>0</a:t>
            </a:r>
            <a:r>
              <a:rPr lang="zh-CN" altLang="en-US"/>
              <a:t>）。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需求</a:t>
            </a:r>
            <a:r>
              <a:rPr lang="en-US" altLang="zh-CN"/>
              <a:t>4</a:t>
            </a:r>
            <a:r>
              <a:rPr lang="zh-CN" altLang="en-US"/>
              <a:t>：根据用户输入的考试分数，判断该分数是否及格了（大于等于</a:t>
            </a:r>
            <a:r>
              <a:rPr lang="en-US" altLang="zh-CN"/>
              <a:t>60</a:t>
            </a:r>
            <a:r>
              <a:rPr lang="zh-CN" altLang="en-US"/>
              <a:t>就是及格了）。</a:t>
            </a:r>
            <a:endParaRPr lang="en-US" altLang="zh-CN"/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40538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A3C5B-57C2-05EE-009B-F1ABC2FD6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文本占位符 1">
            <a:extLst>
              <a:ext uri="{FF2B5EF4-FFF2-40B4-BE49-F238E27FC236}">
                <a16:creationId xmlns:a16="http://schemas.microsoft.com/office/drawing/2014/main" id="{B0DAD143-730E-CAE4-8C49-A6333CFABD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77636" y="1900910"/>
            <a:ext cx="6967456" cy="233454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600"/>
              <a:t>根据用户输入的数字，判断该数字是正数，还是负数，还是</a:t>
            </a:r>
            <a:r>
              <a:rPr lang="en-US" altLang="zh-CN" sz="1600"/>
              <a:t>0</a:t>
            </a:r>
            <a:r>
              <a:rPr lang="zh-CN" altLang="en-US" sz="1600"/>
              <a:t>？</a:t>
            </a:r>
            <a:endParaRPr lang="en-US" altLang="zh-CN" sz="1600"/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/>
              <a:t>如果 数字 </a:t>
            </a:r>
            <a:r>
              <a:rPr lang="en-US" altLang="zh-CN" sz="1600"/>
              <a:t>&gt; 0 </a:t>
            </a:r>
            <a:r>
              <a:rPr lang="zh-CN" altLang="en-US" sz="1600"/>
              <a:t>：正数</a:t>
            </a:r>
            <a:endParaRPr lang="en-US" altLang="zh-CN" sz="1600"/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/>
              <a:t>如果 数字 </a:t>
            </a:r>
            <a:r>
              <a:rPr lang="en-US" altLang="zh-CN" sz="1600"/>
              <a:t>&lt; 0</a:t>
            </a:r>
            <a:r>
              <a:rPr lang="zh-CN" altLang="en-US" sz="1600"/>
              <a:t> ：负数</a:t>
            </a:r>
            <a:endParaRPr lang="en-US" altLang="zh-CN" sz="1600"/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/>
              <a:t>否则：</a:t>
            </a:r>
            <a:r>
              <a:rPr lang="en-US" altLang="zh-CN" sz="1600"/>
              <a:t>0</a:t>
            </a:r>
            <a:endParaRPr lang="zh-CN" altLang="en-US" sz="160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27E426B0-14F9-3A3B-579E-106D28CCE038}"/>
              </a:ext>
            </a:extLst>
          </p:cNvPr>
          <p:cNvSpPr/>
          <p:nvPr/>
        </p:nvSpPr>
        <p:spPr>
          <a:xfrm>
            <a:off x="8101753" y="2769409"/>
            <a:ext cx="3410797" cy="1319182"/>
          </a:xfrm>
          <a:prstGeom prst="roundRect">
            <a:avLst>
              <a:gd name="adj" fmla="val 4073"/>
            </a:avLst>
          </a:prstGeom>
          <a:solidFill>
            <a:srgbClr val="F6F6F6"/>
          </a:solidFill>
          <a:ln w="317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72000" rIns="36000" bIns="0" rtlCol="0" anchor="t"/>
          <a:lstStyle/>
          <a:p>
            <a:pPr>
              <a:lnSpc>
                <a:spcPct val="150000"/>
              </a:lnSpc>
              <a:buNone/>
            </a:pPr>
            <a:r>
              <a:rPr lang="en-US" altLang="zh-CN" sz="1200">
                <a:solidFill>
                  <a:srgbClr val="000080"/>
                </a:solidFill>
                <a:effectLst/>
              </a:rPr>
              <a:t>if</a:t>
            </a:r>
            <a:r>
              <a:rPr lang="en-US" altLang="zh-CN" sz="1200">
                <a:solidFill>
                  <a:schemeClr val="tx1">
                    <a:lumMod val="75000"/>
                  </a:schemeClr>
                </a:solidFill>
                <a:effectLst/>
              </a:rPr>
              <a:t> </a:t>
            </a:r>
            <a:r>
              <a:rPr lang="zh-CN" altLang="en-US" sz="1200">
                <a:solidFill>
                  <a:schemeClr val="tx1">
                    <a:lumMod val="75000"/>
                  </a:schemeClr>
                </a:solidFill>
              </a:rPr>
              <a:t>要判断的条件</a:t>
            </a:r>
            <a:r>
              <a:rPr lang="en-US" altLang="zh-CN" sz="1200">
                <a:solidFill>
                  <a:schemeClr val="tx1">
                    <a:lumMod val="75000"/>
                  </a:schemeClr>
                </a:solidFill>
                <a:effectLst/>
              </a:rPr>
              <a:t>: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1200">
                <a:solidFill>
                  <a:schemeClr val="tx1">
                    <a:lumMod val="75000"/>
                  </a:schemeClr>
                </a:solidFill>
              </a:rPr>
              <a:t>    </a:t>
            </a:r>
            <a:r>
              <a:rPr lang="zh-CN" altLang="en-US" sz="1200">
                <a:solidFill>
                  <a:schemeClr val="tx1">
                    <a:lumMod val="75000"/>
                  </a:schemeClr>
                </a:solidFill>
              </a:rPr>
              <a:t>条件成立时，执行对应的操作</a:t>
            </a:r>
            <a:r>
              <a:rPr lang="en-US" altLang="zh-CN" sz="1200">
                <a:solidFill>
                  <a:schemeClr val="tx1">
                    <a:lumMod val="75000"/>
                  </a:schemeClr>
                </a:solidFill>
              </a:rPr>
              <a:t>1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1200">
                <a:solidFill>
                  <a:srgbClr val="000080"/>
                </a:solidFill>
              </a:rPr>
              <a:t>else</a:t>
            </a:r>
            <a:r>
              <a:rPr lang="en-US" altLang="zh-CN" sz="1200">
                <a:solidFill>
                  <a:schemeClr val="tx1">
                    <a:lumMod val="75000"/>
                  </a:schemeClr>
                </a:solidFill>
              </a:rPr>
              <a:t>: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 sz="1200">
                <a:solidFill>
                  <a:schemeClr val="tx1">
                    <a:lumMod val="75000"/>
                  </a:schemeClr>
                </a:solidFill>
              </a:rPr>
              <a:t>    条件不成立时，执行的操作</a:t>
            </a:r>
            <a:r>
              <a:rPr lang="en-US" altLang="zh-CN" sz="1200">
                <a:solidFill>
                  <a:schemeClr val="tx1">
                    <a:lumMod val="75000"/>
                  </a:schemeClr>
                </a:solidFill>
              </a:rPr>
              <a:t>2    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46FC692-E5B2-8D31-1E23-10635BFF1F29}"/>
              </a:ext>
            </a:extLst>
          </p:cNvPr>
          <p:cNvSpPr txBox="1"/>
          <p:nvPr/>
        </p:nvSpPr>
        <p:spPr>
          <a:xfrm>
            <a:off x="10491094" y="3314700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不满足</a:t>
            </a:r>
          </a:p>
        </p:txBody>
      </p:sp>
    </p:spTree>
    <p:extLst>
      <p:ext uri="{BB962C8B-B14F-4D97-AF65-F5344CB8AC3E}">
        <p14:creationId xmlns:p14="http://schemas.microsoft.com/office/powerpoint/2010/main" val="3486988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EC0C9-8020-7ABA-E9F1-792534FC3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62E2866-E08D-604F-AE01-D1238040C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if</a:t>
            </a:r>
            <a:r>
              <a:rPr lang="zh-CN" altLang="en-US"/>
              <a:t>语句进阶</a:t>
            </a:r>
            <a:r>
              <a:rPr lang="en-US" altLang="zh-CN"/>
              <a:t>-if...elif...else</a:t>
            </a:r>
            <a:endParaRPr lang="zh-CN" altLang="en-US"/>
          </a:p>
        </p:txBody>
      </p:sp>
      <p:sp>
        <p:nvSpPr>
          <p:cNvPr id="2" name="!!文本占位符 1">
            <a:extLst>
              <a:ext uri="{FF2B5EF4-FFF2-40B4-BE49-F238E27FC236}">
                <a16:creationId xmlns:a16="http://schemas.microsoft.com/office/drawing/2014/main" id="{99CE53AC-512B-6A90-0932-59B35CB617AD}"/>
              </a:ext>
            </a:extLst>
          </p:cNvPr>
          <p:cNvSpPr txBox="1">
            <a:spLocks/>
          </p:cNvSpPr>
          <p:nvPr/>
        </p:nvSpPr>
        <p:spPr>
          <a:xfrm>
            <a:off x="606520" y="1094460"/>
            <a:ext cx="6967456" cy="167494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600"/>
              <a:t>根据用户输入的数字，判断该数字是正数，还是负数，还是</a:t>
            </a:r>
            <a:r>
              <a:rPr lang="en-US" altLang="zh-CN" sz="1600"/>
              <a:t>0</a:t>
            </a:r>
            <a:r>
              <a:rPr lang="zh-CN" altLang="en-US" sz="1600"/>
              <a:t>？</a:t>
            </a:r>
            <a:endParaRPr lang="en-US" altLang="zh-CN" sz="1600"/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/>
              <a:t>如果 数字 </a:t>
            </a:r>
            <a:r>
              <a:rPr lang="en-US" altLang="zh-CN"/>
              <a:t>&gt; 0 </a:t>
            </a:r>
            <a:r>
              <a:rPr lang="zh-CN" altLang="en-US"/>
              <a:t>：正数</a:t>
            </a:r>
            <a:endParaRPr lang="en-US" altLang="zh-CN"/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/>
              <a:t>如果 数字 </a:t>
            </a:r>
            <a:r>
              <a:rPr lang="en-US" altLang="zh-CN"/>
              <a:t>&lt; 0</a:t>
            </a:r>
            <a:r>
              <a:rPr lang="zh-CN" altLang="en-US"/>
              <a:t> ：负数</a:t>
            </a:r>
            <a:endParaRPr lang="en-US" altLang="zh-CN"/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/>
              <a:t>否则：</a:t>
            </a:r>
            <a:r>
              <a:rPr lang="en-US" altLang="zh-CN"/>
              <a:t>0</a:t>
            </a:r>
            <a:endParaRPr lang="zh-CN" altLang="en-US"/>
          </a:p>
        </p:txBody>
      </p:sp>
      <p:grpSp>
        <p:nvGrpSpPr>
          <p:cNvPr id="6" name="组合 2">
            <a:extLst>
              <a:ext uri="{FF2B5EF4-FFF2-40B4-BE49-F238E27FC236}">
                <a16:creationId xmlns:a16="http://schemas.microsoft.com/office/drawing/2014/main" id="{7A8B09DC-BA29-E911-AD57-108FE8E6E4BC}"/>
              </a:ext>
            </a:extLst>
          </p:cNvPr>
          <p:cNvGrpSpPr/>
          <p:nvPr/>
        </p:nvGrpSpPr>
        <p:grpSpPr>
          <a:xfrm>
            <a:off x="963835" y="2930447"/>
            <a:ext cx="3500216" cy="2708352"/>
            <a:chOff x="2297719" y="3660322"/>
            <a:chExt cx="3856587" cy="2708513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4E19D715-8900-0B08-3CEC-203FC5A00837}"/>
                </a:ext>
              </a:extLst>
            </p:cNvPr>
            <p:cNvSpPr/>
            <p:nvPr/>
          </p:nvSpPr>
          <p:spPr>
            <a:xfrm>
              <a:off x="2297728" y="3660322"/>
              <a:ext cx="3856578" cy="2708513"/>
            </a:xfrm>
            <a:prstGeom prst="roundRect">
              <a:avLst>
                <a:gd name="adj" fmla="val 2666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>
                  <a:solidFill>
                    <a:schemeClr val="bg1">
                      <a:lumMod val="50000"/>
                    </a:schemeClr>
                  </a:solidFill>
                  <a:latin typeface="Fira Code" panose="020B0809050000020004" pitchFamily="49" charset="0"/>
                </a:rPr>
                <a:t># if...elif...else</a:t>
              </a:r>
              <a:r>
                <a:rPr lang="zh-CN" altLang="en-US" sz="1200">
                  <a:solidFill>
                    <a:schemeClr val="bg1">
                      <a:lumMod val="50000"/>
                    </a:schemeClr>
                  </a:solidFill>
                  <a:latin typeface="Fira Code" panose="020B0809050000020004" pitchFamily="49" charset="0"/>
                </a:rPr>
                <a:t>结构</a:t>
              </a:r>
              <a:br>
                <a:rPr lang="en-US" altLang="zh-CN" sz="1200" i="1">
                  <a:solidFill>
                    <a:srgbClr val="8C8C8C"/>
                  </a:solidFill>
                  <a:effectLst/>
                </a:rPr>
              </a:br>
              <a:r>
                <a:rPr lang="en-US" altLang="zh-CN" sz="1200">
                  <a:solidFill>
                    <a:srgbClr val="2954BF"/>
                  </a:solidFill>
                </a:rPr>
                <a:t>if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</a:rPr>
                <a:t> </a:t>
              </a:r>
              <a:r>
                <a:rPr lang="zh-CN" altLang="en-US" sz="1200">
                  <a:solidFill>
                    <a:schemeClr val="tx1">
                      <a:lumMod val="75000"/>
                    </a:schemeClr>
                  </a:solidFill>
                </a:rPr>
                <a:t>要判断的条件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</a:rPr>
                <a:t>1: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</a:rPr>
                <a:t>    </a:t>
              </a:r>
              <a:r>
                <a:rPr lang="zh-CN" altLang="en-US" sz="1200">
                  <a:solidFill>
                    <a:schemeClr val="tx1">
                      <a:lumMod val="75000"/>
                    </a:schemeClr>
                  </a:solidFill>
                </a:rPr>
                <a:t>条件成立时，执行对应的操作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</a:rPr>
                <a:t>1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rgbClr val="2954BF"/>
                  </a:solidFill>
                </a:rPr>
                <a:t>elif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</a:rPr>
                <a:t> </a:t>
              </a:r>
              <a:r>
                <a:rPr lang="zh-CN" altLang="en-US" sz="1200">
                  <a:solidFill>
                    <a:schemeClr val="tx1">
                      <a:lumMod val="75000"/>
                    </a:schemeClr>
                  </a:solidFill>
                </a:rPr>
                <a:t>要判断的条件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</a:rPr>
                <a:t>2: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</a:rPr>
                <a:t>    </a:t>
              </a:r>
              <a:r>
                <a:rPr lang="zh-CN" altLang="en-US" sz="1200">
                  <a:solidFill>
                    <a:schemeClr val="tx1">
                      <a:lumMod val="75000"/>
                    </a:schemeClr>
                  </a:solidFill>
                </a:rPr>
                <a:t>条件成立时，执行对应的操作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</a:rPr>
                <a:t>2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rgbClr val="2954BF"/>
                  </a:solidFill>
                </a:rPr>
                <a:t>else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</a:rPr>
                <a:t>: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zh-CN" altLang="en-US" sz="1200">
                  <a:solidFill>
                    <a:schemeClr val="tx1">
                      <a:lumMod val="75000"/>
                    </a:schemeClr>
                  </a:solidFill>
                </a:rPr>
                <a:t>    条件不成立时，执行的操作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</a:rPr>
                <a:t>3</a:t>
              </a:r>
            </a:p>
          </p:txBody>
        </p:sp>
        <p:sp>
          <p:nvSpPr>
            <p:cNvPr id="8" name="矩形: 圆顶角 7">
              <a:extLst>
                <a:ext uri="{FF2B5EF4-FFF2-40B4-BE49-F238E27FC236}">
                  <a16:creationId xmlns:a16="http://schemas.microsoft.com/office/drawing/2014/main" id="{A5BF9EFC-2C11-C494-D439-8303A4EDCD37}"/>
                </a:ext>
              </a:extLst>
            </p:cNvPr>
            <p:cNvSpPr/>
            <p:nvPr/>
          </p:nvSpPr>
          <p:spPr>
            <a:xfrm>
              <a:off x="2297719" y="3660322"/>
              <a:ext cx="3856580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CE25A887-92C4-668B-F69E-7A23D79A15C9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69E65DE7-B536-F061-CA4A-E3EBDB0373F5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7174A34D-ACA0-2ED5-2892-244D46A47696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" name="组合 2">
            <a:extLst>
              <a:ext uri="{FF2B5EF4-FFF2-40B4-BE49-F238E27FC236}">
                <a16:creationId xmlns:a16="http://schemas.microsoft.com/office/drawing/2014/main" id="{1F64508D-BDA5-F8C5-B625-06F37003530E}"/>
              </a:ext>
            </a:extLst>
          </p:cNvPr>
          <p:cNvGrpSpPr/>
          <p:nvPr/>
        </p:nvGrpSpPr>
        <p:grpSpPr>
          <a:xfrm>
            <a:off x="4608010" y="2930447"/>
            <a:ext cx="3500217" cy="2708352"/>
            <a:chOff x="2297720" y="3660322"/>
            <a:chExt cx="3856588" cy="2708513"/>
          </a:xfrm>
        </p:grpSpPr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264AD9C2-5065-DD62-8538-C3799AAAAF83}"/>
                </a:ext>
              </a:extLst>
            </p:cNvPr>
            <p:cNvSpPr/>
            <p:nvPr/>
          </p:nvSpPr>
          <p:spPr>
            <a:xfrm>
              <a:off x="2297729" y="3660322"/>
              <a:ext cx="3856579" cy="2708513"/>
            </a:xfrm>
            <a:prstGeom prst="roundRect">
              <a:avLst>
                <a:gd name="adj" fmla="val 2666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chemeClr val="bg1">
                      <a:lumMod val="50000"/>
                    </a:schemeClr>
                  </a:solidFill>
                  <a:effectLst/>
                  <a:latin typeface="Fira Code" panose="020B0809050000020004" pitchFamily="49" charset="0"/>
                </a:rPr>
                <a:t># if...elif...else</a:t>
              </a:r>
              <a:r>
                <a:rPr lang="zh-CN" altLang="en-US" sz="1200">
                  <a:solidFill>
                    <a:schemeClr val="bg1">
                      <a:lumMod val="50000"/>
                    </a:schemeClr>
                  </a:solidFill>
                  <a:effectLst/>
                  <a:latin typeface="Fira Code" panose="020B0809050000020004" pitchFamily="49" charset="0"/>
                </a:rPr>
                <a:t>结构</a:t>
              </a:r>
              <a:endParaRPr lang="en-US" altLang="zh-CN" sz="1200">
                <a:solidFill>
                  <a:schemeClr val="bg1">
                    <a:lumMod val="50000"/>
                  </a:schemeClr>
                </a:solidFill>
                <a:effectLst/>
                <a:latin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num =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input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请输入数字：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if 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num &gt; </a:t>
              </a:r>
              <a: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0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f"</a:t>
              </a:r>
              <a:r>
                <a:rPr lang="en-US" altLang="zh-CN" sz="12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{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num</a:t>
              </a:r>
              <a:r>
                <a:rPr lang="en-US" altLang="zh-CN" sz="12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} 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是 正数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elif 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num &lt; </a:t>
              </a:r>
              <a:r>
                <a:rPr lang="en-US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0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f"</a:t>
              </a:r>
              <a:r>
                <a:rPr lang="en-US" altLang="zh-CN" sz="12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{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num</a:t>
              </a:r>
              <a:r>
                <a:rPr lang="en-US" altLang="zh-CN" sz="12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} 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是 负数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else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f"</a:t>
              </a:r>
              <a:r>
                <a:rPr lang="en-US" altLang="zh-CN" sz="12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{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num</a:t>
              </a:r>
              <a:r>
                <a:rPr lang="en-US" altLang="zh-CN" sz="1200">
                  <a:solidFill>
                    <a:srgbClr val="0037A6"/>
                  </a:solidFill>
                  <a:effectLst/>
                  <a:latin typeface="Fira Code" panose="020B0809050000020004" pitchFamily="49" charset="0"/>
                </a:rPr>
                <a:t>} 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是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 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0"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</a:p>
          </p:txBody>
        </p:sp>
        <p:sp>
          <p:nvSpPr>
            <p:cNvPr id="14" name="矩形: 圆顶角 13">
              <a:extLst>
                <a:ext uri="{FF2B5EF4-FFF2-40B4-BE49-F238E27FC236}">
                  <a16:creationId xmlns:a16="http://schemas.microsoft.com/office/drawing/2014/main" id="{F0A088BA-2C26-3E78-6432-0A1A80EE4140}"/>
                </a:ext>
              </a:extLst>
            </p:cNvPr>
            <p:cNvSpPr/>
            <p:nvPr/>
          </p:nvSpPr>
          <p:spPr>
            <a:xfrm>
              <a:off x="2297720" y="3660322"/>
              <a:ext cx="3856579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2E4D79B9-5A50-992B-F568-DEE005DEAE71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045F5416-1888-BEDC-C4AF-1A06A2E65A49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B9FADE73-0FC7-D779-7FEF-03022ABB2FC9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C341D1AF-89A0-3292-E1C7-943D55345DF3}"/>
              </a:ext>
            </a:extLst>
          </p:cNvPr>
          <p:cNvSpPr/>
          <p:nvPr/>
        </p:nvSpPr>
        <p:spPr>
          <a:xfrm>
            <a:off x="9087409" y="1411419"/>
            <a:ext cx="957951" cy="349250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>
                <a:solidFill>
                  <a:schemeClr val="tx1">
                    <a:lumMod val="50000"/>
                  </a:schemeClr>
                </a:solidFill>
              </a:rPr>
              <a:t>开始</a:t>
            </a:r>
          </a:p>
        </p:txBody>
      </p:sp>
      <p:sp>
        <p:nvSpPr>
          <p:cNvPr id="19" name="菱形 18">
            <a:extLst>
              <a:ext uri="{FF2B5EF4-FFF2-40B4-BE49-F238E27FC236}">
                <a16:creationId xmlns:a16="http://schemas.microsoft.com/office/drawing/2014/main" id="{6068D065-1A6F-7818-48D3-B171FE72A2A4}"/>
              </a:ext>
            </a:extLst>
          </p:cNvPr>
          <p:cNvSpPr/>
          <p:nvPr/>
        </p:nvSpPr>
        <p:spPr>
          <a:xfrm>
            <a:off x="8981953" y="2084210"/>
            <a:ext cx="1168861" cy="438823"/>
          </a:xfrm>
          <a:prstGeom prst="diamond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50">
                <a:solidFill>
                  <a:schemeClr val="tx1">
                    <a:lumMod val="50000"/>
                  </a:schemeClr>
                </a:solidFill>
              </a:rPr>
              <a:t>条件</a:t>
            </a:r>
            <a:r>
              <a:rPr lang="en-US" altLang="zh-CN" sz="1050">
                <a:solidFill>
                  <a:schemeClr val="tx1">
                    <a:lumMod val="50000"/>
                  </a:schemeClr>
                </a:solidFill>
              </a:rPr>
              <a:t>1</a:t>
            </a:r>
            <a:endParaRPr lang="zh-CN" altLang="en-US" sz="105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03270AA3-7977-F7FE-D04A-F5C3DD3C401A}"/>
              </a:ext>
            </a:extLst>
          </p:cNvPr>
          <p:cNvSpPr/>
          <p:nvPr/>
        </p:nvSpPr>
        <p:spPr>
          <a:xfrm>
            <a:off x="8201802" y="2718021"/>
            <a:ext cx="957951" cy="349250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>
                <a:solidFill>
                  <a:schemeClr val="tx1">
                    <a:lumMod val="50000"/>
                  </a:schemeClr>
                </a:solidFill>
              </a:rPr>
              <a:t>操作</a:t>
            </a:r>
            <a:r>
              <a:rPr lang="en-US" altLang="zh-CN" sz="1050">
                <a:solidFill>
                  <a:schemeClr val="tx1">
                    <a:lumMod val="50000"/>
                  </a:schemeClr>
                </a:solidFill>
              </a:rPr>
              <a:t>1</a:t>
            </a:r>
            <a:endParaRPr lang="zh-CN" altLang="en-US" sz="105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B48F5BDC-68FC-7BB0-D5B9-3E2E5842B235}"/>
              </a:ext>
            </a:extLst>
          </p:cNvPr>
          <p:cNvCxnSpPr>
            <a:stCxn id="18" idx="2"/>
            <a:endCxn id="19" idx="0"/>
          </p:cNvCxnSpPr>
          <p:nvPr/>
        </p:nvCxnSpPr>
        <p:spPr>
          <a:xfrm flipH="1">
            <a:off x="9566384" y="1760669"/>
            <a:ext cx="1" cy="323541"/>
          </a:xfrm>
          <a:prstGeom prst="straightConnector1">
            <a:avLst/>
          </a:prstGeom>
          <a:ln w="952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8">
            <a:extLst>
              <a:ext uri="{FF2B5EF4-FFF2-40B4-BE49-F238E27FC236}">
                <a16:creationId xmlns:a16="http://schemas.microsoft.com/office/drawing/2014/main" id="{C54FE1FC-1EEC-205D-4AB3-CEFD2FF55612}"/>
              </a:ext>
            </a:extLst>
          </p:cNvPr>
          <p:cNvCxnSpPr>
            <a:cxnSpLocks/>
            <a:stCxn id="19" idx="1"/>
            <a:endCxn id="20" idx="0"/>
          </p:cNvCxnSpPr>
          <p:nvPr/>
        </p:nvCxnSpPr>
        <p:spPr>
          <a:xfrm rot="10800000" flipV="1">
            <a:off x="8680779" y="2303621"/>
            <a:ext cx="301175" cy="414399"/>
          </a:xfrm>
          <a:prstGeom prst="bentConnector2">
            <a:avLst/>
          </a:prstGeom>
          <a:ln w="952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8">
            <a:extLst>
              <a:ext uri="{FF2B5EF4-FFF2-40B4-BE49-F238E27FC236}">
                <a16:creationId xmlns:a16="http://schemas.microsoft.com/office/drawing/2014/main" id="{E9EA5EAE-E705-0269-FB7D-D3E2FC226540}"/>
              </a:ext>
            </a:extLst>
          </p:cNvPr>
          <p:cNvCxnSpPr>
            <a:cxnSpLocks/>
            <a:stCxn id="19" idx="3"/>
            <a:endCxn id="30" idx="0"/>
          </p:cNvCxnSpPr>
          <p:nvPr/>
        </p:nvCxnSpPr>
        <p:spPr>
          <a:xfrm>
            <a:off x="10150814" y="2303622"/>
            <a:ext cx="295155" cy="774906"/>
          </a:xfrm>
          <a:prstGeom prst="bentConnector2">
            <a:avLst/>
          </a:prstGeom>
          <a:ln w="952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BE0A68F3-3388-00D6-B0BD-B5018E803516}"/>
              </a:ext>
            </a:extLst>
          </p:cNvPr>
          <p:cNvSpPr txBox="1"/>
          <p:nvPr/>
        </p:nvSpPr>
        <p:spPr>
          <a:xfrm>
            <a:off x="8221534" y="2273089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/>
              <a:t>True</a:t>
            </a:r>
            <a:endParaRPr lang="zh-CN" altLang="en-US" sz="100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6D8CDA5-5A09-A67E-DEDA-7400168013EC}"/>
              </a:ext>
            </a:extLst>
          </p:cNvPr>
          <p:cNvSpPr txBox="1"/>
          <p:nvPr/>
        </p:nvSpPr>
        <p:spPr>
          <a:xfrm>
            <a:off x="10433268" y="2277799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/>
              <a:t>False</a:t>
            </a:r>
            <a:endParaRPr lang="zh-CN" altLang="en-US" sz="1000"/>
          </a:p>
        </p:txBody>
      </p:sp>
      <p:sp>
        <p:nvSpPr>
          <p:cNvPr id="30" name="菱形 29">
            <a:extLst>
              <a:ext uri="{FF2B5EF4-FFF2-40B4-BE49-F238E27FC236}">
                <a16:creationId xmlns:a16="http://schemas.microsoft.com/office/drawing/2014/main" id="{E3EF4E13-6673-D1F8-99FE-AA52FCBE3DF2}"/>
              </a:ext>
            </a:extLst>
          </p:cNvPr>
          <p:cNvSpPr/>
          <p:nvPr/>
        </p:nvSpPr>
        <p:spPr>
          <a:xfrm>
            <a:off x="9861538" y="3078528"/>
            <a:ext cx="1168861" cy="438823"/>
          </a:xfrm>
          <a:prstGeom prst="diamond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50">
                <a:solidFill>
                  <a:schemeClr val="tx1">
                    <a:lumMod val="50000"/>
                  </a:schemeClr>
                </a:solidFill>
              </a:rPr>
              <a:t>条件</a:t>
            </a:r>
            <a:r>
              <a:rPr lang="en-US" altLang="zh-CN" sz="1050">
                <a:solidFill>
                  <a:schemeClr val="tx1">
                    <a:lumMod val="50000"/>
                  </a:schemeClr>
                </a:solidFill>
              </a:rPr>
              <a:t>2</a:t>
            </a:r>
            <a:endParaRPr lang="zh-CN" altLang="en-US" sz="105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0E21BDA0-0210-58BA-7A62-4E145A413C29}"/>
              </a:ext>
            </a:extLst>
          </p:cNvPr>
          <p:cNvSpPr/>
          <p:nvPr/>
        </p:nvSpPr>
        <p:spPr>
          <a:xfrm>
            <a:off x="9075269" y="3731804"/>
            <a:ext cx="957951" cy="349250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>
                <a:solidFill>
                  <a:schemeClr val="tx1">
                    <a:lumMod val="50000"/>
                  </a:schemeClr>
                </a:solidFill>
              </a:rPr>
              <a:t>操作</a:t>
            </a:r>
            <a:r>
              <a:rPr lang="en-US" altLang="zh-CN" sz="1050">
                <a:solidFill>
                  <a:schemeClr val="tx1">
                    <a:lumMod val="50000"/>
                  </a:schemeClr>
                </a:solidFill>
              </a:rPr>
              <a:t>2</a:t>
            </a:r>
            <a:endParaRPr lang="zh-CN" altLang="en-US" sz="105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45" name="直接箭头连接符 28">
            <a:extLst>
              <a:ext uri="{FF2B5EF4-FFF2-40B4-BE49-F238E27FC236}">
                <a16:creationId xmlns:a16="http://schemas.microsoft.com/office/drawing/2014/main" id="{C4DD6A06-0775-82E4-FDB4-F7875CACA992}"/>
              </a:ext>
            </a:extLst>
          </p:cNvPr>
          <p:cNvCxnSpPr>
            <a:cxnSpLocks/>
            <a:stCxn id="30" idx="1"/>
            <a:endCxn id="44" idx="0"/>
          </p:cNvCxnSpPr>
          <p:nvPr/>
        </p:nvCxnSpPr>
        <p:spPr>
          <a:xfrm rot="10800000" flipV="1">
            <a:off x="9554246" y="3297940"/>
            <a:ext cx="307293" cy="433864"/>
          </a:xfrm>
          <a:prstGeom prst="bentConnector2">
            <a:avLst/>
          </a:prstGeom>
          <a:ln w="952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FBE0C422-06F2-6ABB-B12F-BBA19AFD7727}"/>
              </a:ext>
            </a:extLst>
          </p:cNvPr>
          <p:cNvSpPr txBox="1"/>
          <p:nvPr/>
        </p:nvSpPr>
        <p:spPr>
          <a:xfrm>
            <a:off x="9129606" y="3266604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/>
              <a:t>True</a:t>
            </a:r>
            <a:endParaRPr lang="zh-CN" altLang="en-US" sz="1000"/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BE3C1457-4715-02FE-7ECB-8F827C51963C}"/>
              </a:ext>
            </a:extLst>
          </p:cNvPr>
          <p:cNvSpPr/>
          <p:nvPr/>
        </p:nvSpPr>
        <p:spPr>
          <a:xfrm>
            <a:off x="10844718" y="3731804"/>
            <a:ext cx="957951" cy="349250"/>
          </a:xfrm>
          <a:prstGeom prst="roundRect">
            <a:avLst/>
          </a:prstGeom>
          <a:solidFill>
            <a:srgbClr val="FFC000">
              <a:alpha val="20000"/>
            </a:srgbClr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>
                <a:solidFill>
                  <a:schemeClr val="tx1">
                    <a:lumMod val="50000"/>
                  </a:schemeClr>
                </a:solidFill>
              </a:rPr>
              <a:t>操作</a:t>
            </a:r>
            <a:r>
              <a:rPr lang="en-US" altLang="zh-CN" sz="1050">
                <a:solidFill>
                  <a:schemeClr val="tx1">
                    <a:lumMod val="50000"/>
                  </a:schemeClr>
                </a:solidFill>
              </a:rPr>
              <a:t>3</a:t>
            </a:r>
            <a:endParaRPr lang="zh-CN" altLang="en-US" sz="105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49" name="直接箭头连接符 28">
            <a:extLst>
              <a:ext uri="{FF2B5EF4-FFF2-40B4-BE49-F238E27FC236}">
                <a16:creationId xmlns:a16="http://schemas.microsoft.com/office/drawing/2014/main" id="{D8750456-07D6-B902-B18E-7F0FCB9F071D}"/>
              </a:ext>
            </a:extLst>
          </p:cNvPr>
          <p:cNvCxnSpPr>
            <a:cxnSpLocks/>
            <a:stCxn id="30" idx="3"/>
            <a:endCxn id="48" idx="0"/>
          </p:cNvCxnSpPr>
          <p:nvPr/>
        </p:nvCxnSpPr>
        <p:spPr>
          <a:xfrm>
            <a:off x="11030399" y="3297940"/>
            <a:ext cx="293295" cy="433864"/>
          </a:xfrm>
          <a:prstGeom prst="bentConnector2">
            <a:avLst/>
          </a:prstGeom>
          <a:ln w="9525">
            <a:solidFill>
              <a:srgbClr val="FFC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29D14B17-D49B-8195-C6E9-D2DA937E0FA5}"/>
              </a:ext>
            </a:extLst>
          </p:cNvPr>
          <p:cNvSpPr txBox="1"/>
          <p:nvPr/>
        </p:nvSpPr>
        <p:spPr>
          <a:xfrm>
            <a:off x="11287973" y="3237141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/>
              <a:t>False</a:t>
            </a:r>
            <a:endParaRPr lang="zh-CN" altLang="en-US" sz="1000"/>
          </a:p>
        </p:txBody>
      </p: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F7AEA818-99A2-3102-7103-1C7FAF6A6F86}"/>
              </a:ext>
            </a:extLst>
          </p:cNvPr>
          <p:cNvGrpSpPr/>
          <p:nvPr/>
        </p:nvGrpSpPr>
        <p:grpSpPr>
          <a:xfrm>
            <a:off x="864170" y="6239537"/>
            <a:ext cx="10938499" cy="348335"/>
            <a:chOff x="4685665" y="1834757"/>
            <a:chExt cx="10535544" cy="348335"/>
          </a:xfrm>
        </p:grpSpPr>
        <p:sp>
          <p:nvSpPr>
            <p:cNvPr id="62" name="ComponentBackground2">
              <a:extLst>
                <a:ext uri="{FF2B5EF4-FFF2-40B4-BE49-F238E27FC236}">
                  <a16:creationId xmlns:a16="http://schemas.microsoft.com/office/drawing/2014/main" id="{F2480825-B1E5-6CAD-B19F-487AE57FB6F0}"/>
                </a:ext>
              </a:extLst>
            </p:cNvPr>
            <p:cNvSpPr>
              <a:spLocks/>
            </p:cNvSpPr>
            <p:nvPr/>
          </p:nvSpPr>
          <p:spPr>
            <a:xfrm>
              <a:off x="4708524" y="1834757"/>
              <a:ext cx="10512685" cy="348335"/>
            </a:xfrm>
            <a:prstGeom prst="roundRect">
              <a:avLst>
                <a:gd name="adj" fmla="val 11490"/>
              </a:avLst>
            </a:prstGeom>
            <a:solidFill>
              <a:srgbClr val="000000">
                <a:alpha val="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rIns="180000" rtlCol="0" anchor="ctr"/>
            <a:lstStyle/>
            <a:p>
              <a:pPr lvl="0">
                <a:defRPr/>
              </a:pPr>
              <a:r>
                <a:rPr kumimoji="1" lang="zh-CN" altLang="en-US" sz="1200" b="1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注意：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满足第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1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个条件，就不会判断第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2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个部分和第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3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个部分</a:t>
              </a:r>
              <a:r>
                <a:rPr kumimoji="1" lang="zh-CN" altLang="en-US" sz="1200" kern="0">
                  <a:solidFill>
                    <a:srgbClr val="000000"/>
                  </a:solidFill>
                  <a:ea typeface="微软雅黑"/>
                </a:rPr>
                <a:t>；第</a:t>
              </a:r>
              <a:r>
                <a:rPr kumimoji="1" lang="en-US" altLang="zh-CN" sz="1200" kern="0">
                  <a:solidFill>
                    <a:srgbClr val="000000"/>
                  </a:solidFill>
                  <a:ea typeface="微软雅黑"/>
                </a:rPr>
                <a:t>1</a:t>
              </a:r>
              <a:r>
                <a:rPr kumimoji="1" lang="zh-CN" altLang="en-US" sz="1200" kern="0">
                  <a:solidFill>
                    <a:srgbClr val="000000"/>
                  </a:solidFill>
                  <a:ea typeface="微软雅黑"/>
                </a:rPr>
                <a:t>个条件不成立，才会判断第</a:t>
              </a:r>
              <a:r>
                <a:rPr kumimoji="1" lang="en-US" altLang="zh-CN" sz="1200" kern="0">
                  <a:solidFill>
                    <a:srgbClr val="000000"/>
                  </a:solidFill>
                  <a:ea typeface="微软雅黑"/>
                </a:rPr>
                <a:t>2</a:t>
              </a:r>
              <a:r>
                <a:rPr kumimoji="1" lang="zh-CN" altLang="en-US" sz="1200" kern="0">
                  <a:solidFill>
                    <a:srgbClr val="000000"/>
                  </a:solidFill>
                  <a:ea typeface="微软雅黑"/>
                </a:rPr>
                <a:t>个条件；</a:t>
              </a:r>
              <a:r>
                <a:rPr kumimoji="1" lang="en-US" altLang="zh-CN" sz="1200" kern="0">
                  <a:solidFill>
                    <a:srgbClr val="000000"/>
                  </a:solidFill>
                  <a:ea typeface="微软雅黑"/>
                </a:rPr>
                <a:t>1</a:t>
              </a:r>
              <a:r>
                <a:rPr kumimoji="1" lang="zh-CN" altLang="en-US" sz="1200" kern="0">
                  <a:solidFill>
                    <a:srgbClr val="000000"/>
                  </a:solidFill>
                  <a:ea typeface="微软雅黑"/>
                </a:rPr>
                <a:t>和</a:t>
              </a:r>
              <a:r>
                <a:rPr kumimoji="1" lang="en-US" altLang="zh-CN" sz="1200" kern="0">
                  <a:solidFill>
                    <a:srgbClr val="000000"/>
                  </a:solidFill>
                  <a:ea typeface="微软雅黑"/>
                </a:rPr>
                <a:t>2</a:t>
              </a:r>
              <a:r>
                <a:rPr kumimoji="1" lang="zh-CN" altLang="en-US" sz="1200" kern="0">
                  <a:solidFill>
                    <a:srgbClr val="000000"/>
                  </a:solidFill>
                  <a:ea typeface="微软雅黑"/>
                </a:rPr>
                <a:t>都不成立，才会进入</a:t>
              </a:r>
              <a:r>
                <a:rPr kumimoji="1" lang="en-US" altLang="zh-CN" sz="1200" kern="0">
                  <a:solidFill>
                    <a:srgbClr val="000000"/>
                  </a:solidFill>
                  <a:ea typeface="微软雅黑"/>
                </a:rPr>
                <a:t>else</a:t>
              </a:r>
              <a:r>
                <a:rPr kumimoji="1" lang="zh-CN" altLang="en-US" sz="1200" kern="0">
                  <a:solidFill>
                    <a:srgbClr val="000000"/>
                  </a:solidFill>
                  <a:ea typeface="微软雅黑"/>
                </a:rPr>
                <a:t>。</a:t>
              </a:r>
              <a:endParaRPr kumimoji="1" lang="zh-CN" altLang="en-US" sz="12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  <p:sp>
          <p:nvSpPr>
            <p:cNvPr id="63" name="Shape2">
              <a:extLst>
                <a:ext uri="{FF2B5EF4-FFF2-40B4-BE49-F238E27FC236}">
                  <a16:creationId xmlns:a16="http://schemas.microsoft.com/office/drawing/2014/main" id="{A18480DE-F101-7D13-25DC-E852F345D119}"/>
                </a:ext>
              </a:extLst>
            </p:cNvPr>
            <p:cNvSpPr/>
            <p:nvPr/>
          </p:nvSpPr>
          <p:spPr>
            <a:xfrm>
              <a:off x="4685665" y="1860105"/>
              <a:ext cx="45719" cy="303939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</p:grp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65AE1741-DA9D-5A2F-A390-C6A88AAB497C}"/>
              </a:ext>
            </a:extLst>
          </p:cNvPr>
          <p:cNvSpPr/>
          <p:nvPr/>
        </p:nvSpPr>
        <p:spPr>
          <a:xfrm>
            <a:off x="963835" y="3512825"/>
            <a:ext cx="3500208" cy="617216"/>
          </a:xfrm>
          <a:prstGeom prst="roundRect">
            <a:avLst>
              <a:gd name="adj" fmla="val 5352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6A480C90-38B9-5A9E-8039-F1DA3D004505}"/>
              </a:ext>
            </a:extLst>
          </p:cNvPr>
          <p:cNvSpPr/>
          <p:nvPr/>
        </p:nvSpPr>
        <p:spPr>
          <a:xfrm>
            <a:off x="963835" y="4162595"/>
            <a:ext cx="3500208" cy="677035"/>
          </a:xfrm>
          <a:prstGeom prst="roundRect">
            <a:avLst>
              <a:gd name="adj" fmla="val 5352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B572D028-8243-B1BF-4B4D-60A7D352C1FF}"/>
              </a:ext>
            </a:extLst>
          </p:cNvPr>
          <p:cNvSpPr/>
          <p:nvPr/>
        </p:nvSpPr>
        <p:spPr>
          <a:xfrm>
            <a:off x="963835" y="4873629"/>
            <a:ext cx="3500208" cy="634946"/>
          </a:xfrm>
          <a:prstGeom prst="roundRect">
            <a:avLst>
              <a:gd name="adj" fmla="val 5352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BD6FC009-8DA3-5D90-4726-4BB609637350}"/>
              </a:ext>
            </a:extLst>
          </p:cNvPr>
          <p:cNvSpPr txBox="1"/>
          <p:nvPr/>
        </p:nvSpPr>
        <p:spPr>
          <a:xfrm>
            <a:off x="4061029" y="3657459"/>
            <a:ext cx="3753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solidFill>
                  <a:srgbClr val="00B0F0"/>
                </a:solidFill>
                <a:latin typeface="Fira Code" panose="020B0809050000020004" pitchFamily="49" charset="0"/>
              </a:rPr>
              <a:t>①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6B87F3FB-3BAC-577F-B260-C5412B6CB9DB}"/>
              </a:ext>
            </a:extLst>
          </p:cNvPr>
          <p:cNvSpPr txBox="1"/>
          <p:nvPr/>
        </p:nvSpPr>
        <p:spPr>
          <a:xfrm>
            <a:off x="4061029" y="4291079"/>
            <a:ext cx="3753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solidFill>
                  <a:srgbClr val="00B0F0"/>
                </a:solidFill>
                <a:latin typeface="Fira Code" panose="020B0809050000020004" pitchFamily="49" charset="0"/>
              </a:rPr>
              <a:t>②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BB3CCB95-095F-2B45-AE49-2FFD5A0777E8}"/>
              </a:ext>
            </a:extLst>
          </p:cNvPr>
          <p:cNvSpPr txBox="1"/>
          <p:nvPr/>
        </p:nvSpPr>
        <p:spPr>
          <a:xfrm>
            <a:off x="4061029" y="4987551"/>
            <a:ext cx="3753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solidFill>
                  <a:srgbClr val="00B0F0"/>
                </a:solidFill>
                <a:latin typeface="Fira Code" panose="020B0809050000020004" pitchFamily="49" charset="0"/>
              </a:rPr>
              <a:t>③</a:t>
            </a:r>
          </a:p>
        </p:txBody>
      </p:sp>
    </p:spTree>
    <p:extLst>
      <p:ext uri="{BB962C8B-B14F-4D97-AF65-F5344CB8AC3E}">
        <p14:creationId xmlns:p14="http://schemas.microsoft.com/office/powerpoint/2010/main" val="23537893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5" grpId="0"/>
      <p:bldP spid="26" grpId="0"/>
      <p:bldP spid="30" grpId="0" animBg="1"/>
      <p:bldP spid="44" grpId="0" animBg="1"/>
      <p:bldP spid="46" grpId="0"/>
      <p:bldP spid="48" grpId="0" animBg="1"/>
      <p:bldP spid="50" grpId="0"/>
      <p:bldP spid="68" grpId="0" animBg="1"/>
      <p:bldP spid="69" grpId="0" animBg="1"/>
      <p:bldP spid="70" grpId="0" animBg="1"/>
      <p:bldP spid="72" grpId="0"/>
      <p:bldP spid="73" grpId="0"/>
      <p:bldP spid="7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FFF6A-281B-46B0-9882-BE56A3626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3E7595-B208-A1CF-D09B-0B436DAF0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完成如下需求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586EFD4-4B27-CA12-442D-8DA129764E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53099" y="1024932"/>
            <a:ext cx="9570540" cy="1360459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根据输入用户名、密码进行登录系统。</a:t>
            </a:r>
            <a:endParaRPr lang="en-US" altLang="zh-CN"/>
          </a:p>
          <a:p>
            <a:pPr marL="61200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400"/>
              <a:t>用户名、密码为 </a:t>
            </a:r>
            <a:r>
              <a:rPr lang="en-US" altLang="zh-CN" sz="1400"/>
              <a:t>admin/666888 </a:t>
            </a:r>
            <a:r>
              <a:rPr lang="zh-CN" altLang="en-US" sz="1400"/>
              <a:t>或 </a:t>
            </a:r>
            <a:r>
              <a:rPr lang="en-US" altLang="zh-CN" sz="1400"/>
              <a:t>root/547527 </a:t>
            </a:r>
            <a:r>
              <a:rPr lang="zh-CN" altLang="en-US" sz="1400"/>
              <a:t>或 </a:t>
            </a:r>
            <a:r>
              <a:rPr lang="en-US" altLang="zh-CN" sz="1400"/>
              <a:t>zhangsan/123456</a:t>
            </a:r>
            <a:r>
              <a:rPr lang="zh-CN" altLang="en-US" sz="1400"/>
              <a:t>，则输出登录成功</a:t>
            </a:r>
            <a:endParaRPr lang="en-US" altLang="zh-CN" sz="1400"/>
          </a:p>
          <a:p>
            <a:pPr marL="61200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400"/>
              <a:t>否则就提示用户名或密码错误</a:t>
            </a:r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23914005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BE849-1F8E-7F7C-81A3-1FC815539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6892652-79A9-7490-6822-0CF5556159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13735" y="1359878"/>
            <a:ext cx="8178265" cy="3962399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zh-CN"/>
              <a:t>if...elif...else</a:t>
            </a:r>
            <a:r>
              <a:rPr lang="zh-CN" altLang="en-US"/>
              <a:t>语句的作用</a:t>
            </a:r>
            <a:endParaRPr lang="en-US" altLang="zh-CN"/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可以完成多个条件的判断</a:t>
            </a:r>
            <a:r>
              <a:rPr lang="en-US" altLang="zh-CN" sz="1400"/>
              <a:t>(</a:t>
            </a:r>
            <a:r>
              <a:rPr lang="zh-CN" altLang="en-US" sz="1400"/>
              <a:t>多分支判断</a:t>
            </a:r>
            <a:r>
              <a:rPr lang="en-US" altLang="zh-CN" sz="140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/>
              <a:t>if...elif...else</a:t>
            </a:r>
            <a:r>
              <a:rPr lang="zh-CN" altLang="en-US"/>
              <a:t>语句注意事项</a:t>
            </a:r>
            <a:endParaRPr lang="en-US" altLang="zh-CN"/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/>
              <a:t>elif </a:t>
            </a:r>
            <a:r>
              <a:rPr lang="zh-CN" altLang="en-US" sz="1400"/>
              <a:t>可以写多个</a:t>
            </a:r>
            <a:endParaRPr lang="en-US" altLang="zh-CN" sz="1400"/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/>
              <a:t>else </a:t>
            </a:r>
            <a:r>
              <a:rPr lang="zh-CN" altLang="en-US" sz="1400"/>
              <a:t>可有可无，如果有必须放在最后</a:t>
            </a:r>
            <a:endParaRPr lang="en-US" altLang="zh-CN" sz="1400"/>
          </a:p>
          <a:p>
            <a:pPr marL="64575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多个条件判断是有顺序的，从上到下判断，如果前面有条件成立了，后面的条件不会判断了</a:t>
            </a:r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811603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1E24E-2659-6AC5-CE6D-B3E10EF60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A5D3D9-A692-4E82-5D0F-7E98E17C0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完成如下需求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5804AC2-3E96-9ED0-6F2A-1FD89A09C9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1. </a:t>
            </a:r>
            <a:r>
              <a:rPr lang="zh-CN" altLang="en-US"/>
              <a:t>根据输入的考试成绩，判断成绩等级。</a:t>
            </a:r>
            <a:endParaRPr lang="en-US" altLang="zh-CN"/>
          </a:p>
          <a:p>
            <a:pPr marL="61200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/>
              <a:t>大于等于</a:t>
            </a:r>
            <a:r>
              <a:rPr lang="en-US" altLang="zh-CN"/>
              <a:t>85</a:t>
            </a:r>
            <a:r>
              <a:rPr lang="zh-CN" altLang="en-US"/>
              <a:t>分为优秀</a:t>
            </a:r>
            <a:endParaRPr lang="en-US" altLang="zh-CN"/>
          </a:p>
          <a:p>
            <a:pPr marL="61200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/>
              <a:t>60-85</a:t>
            </a:r>
            <a:r>
              <a:rPr lang="zh-CN" altLang="en-US"/>
              <a:t>分为及格</a:t>
            </a:r>
            <a:endParaRPr lang="en-US" altLang="zh-CN"/>
          </a:p>
          <a:p>
            <a:pPr marL="61200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/>
              <a:t>否则就是不及格</a:t>
            </a:r>
            <a:endParaRPr lang="en-US" altLang="zh-CN"/>
          </a:p>
          <a:p>
            <a:pPr marL="61200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CN"/>
          </a:p>
          <a:p>
            <a:r>
              <a:rPr lang="en-US" altLang="zh-CN"/>
              <a:t>2. </a:t>
            </a:r>
            <a:r>
              <a:rPr lang="zh-CN" altLang="en-US"/>
              <a:t>购物折扣计算：根据输入的购物车的商品总额，以及如下的折扣规则，计算实际应付的金额。</a:t>
            </a:r>
            <a:endParaRPr lang="en-US" altLang="zh-CN"/>
          </a:p>
          <a:p>
            <a:pPr marL="612000" indent="-342900" latinLnBrk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400"/>
              <a:t>金额 </a:t>
            </a:r>
            <a:r>
              <a:rPr lang="en-US" altLang="zh-CN" sz="1400"/>
              <a:t>&gt;= 500: 8</a:t>
            </a:r>
            <a:r>
              <a:rPr lang="zh-CN" altLang="en-US" sz="1400"/>
              <a:t>折</a:t>
            </a:r>
          </a:p>
          <a:p>
            <a:pPr marL="612000" indent="-342900" latinLnBrk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400"/>
              <a:t>300 &lt;= </a:t>
            </a:r>
            <a:r>
              <a:rPr lang="zh-CN" altLang="en-US" sz="1400"/>
              <a:t>金额 </a:t>
            </a:r>
            <a:r>
              <a:rPr lang="en-US" altLang="zh-CN" sz="1400"/>
              <a:t>&lt; 500: 9</a:t>
            </a:r>
            <a:r>
              <a:rPr lang="zh-CN" altLang="en-US" sz="1400"/>
              <a:t>折  </a:t>
            </a:r>
          </a:p>
          <a:p>
            <a:pPr marL="612000" indent="-342900" latinLnBrk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400"/>
              <a:t>100 &lt;= </a:t>
            </a:r>
            <a:r>
              <a:rPr lang="zh-CN" altLang="en-US" sz="1400"/>
              <a:t>金额 </a:t>
            </a:r>
            <a:r>
              <a:rPr lang="en-US" altLang="zh-CN" sz="1400"/>
              <a:t>&lt; 300: 95</a:t>
            </a:r>
            <a:r>
              <a:rPr lang="zh-CN" altLang="en-US" sz="1400"/>
              <a:t>折</a:t>
            </a:r>
          </a:p>
          <a:p>
            <a:pPr marL="612000" indent="-342900" latinLnBrk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400"/>
              <a:t>金额 </a:t>
            </a:r>
            <a:r>
              <a:rPr lang="en-US" altLang="zh-CN" sz="1400"/>
              <a:t>&lt; 100: </a:t>
            </a:r>
            <a:r>
              <a:rPr lang="zh-CN" altLang="en-US" sz="1400"/>
              <a:t>无折扣</a:t>
            </a:r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23442463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6A8B0-4CF3-198E-32F8-91751AE1D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>
            <a:extLst>
              <a:ext uri="{FF2B5EF4-FFF2-40B4-BE49-F238E27FC236}">
                <a16:creationId xmlns:a16="http://schemas.microsoft.com/office/drawing/2014/main" id="{918107EF-BE6C-35D7-344C-2A467C9F2DB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条件判断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5DFD3FF-32FD-D024-2031-B63917C5CA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>
                <a:latin typeface="+mn-lt"/>
              </a:rPr>
              <a:t>if</a:t>
            </a:r>
            <a:r>
              <a:rPr lang="zh-CN" altLang="en-US">
                <a:latin typeface="+mn-lt"/>
              </a:rPr>
              <a:t>语句的基本格式</a:t>
            </a:r>
            <a:endParaRPr lang="en-US" altLang="zh-CN">
              <a:latin typeface="+mn-lt"/>
            </a:endParaRPr>
          </a:p>
          <a:p>
            <a:r>
              <a:rPr lang="en-US" altLang="zh-CN">
                <a:solidFill>
                  <a:schemeClr val="tx1">
                    <a:lumMod val="75000"/>
                  </a:schemeClr>
                </a:solidFill>
                <a:latin typeface="+mn-lt"/>
              </a:rPr>
              <a:t>if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+mn-lt"/>
              </a:rPr>
              <a:t>语句进阶</a:t>
            </a:r>
            <a:endParaRPr lang="en-US" altLang="zh-CN">
              <a:solidFill>
                <a:schemeClr val="tx1">
                  <a:lumMod val="75000"/>
                </a:schemeClr>
              </a:solidFill>
              <a:latin typeface="+mn-lt"/>
            </a:endParaRPr>
          </a:p>
          <a:p>
            <a:r>
              <a:rPr lang="zh-CN" altLang="en-US">
                <a:solidFill>
                  <a:srgbClr val="C00000"/>
                </a:solidFill>
                <a:latin typeface="+mn-lt"/>
              </a:rPr>
              <a:t>案例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E7B923FA-24D4-0D3B-F1F7-9140CE20C07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1149029"/>
      </p:ext>
    </p:extLst>
  </p:cSld>
  <p:clrMapOvr>
    <a:masterClrMapping/>
  </p:clrMapOvr>
  <p:transition spd="slow">
    <p:push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308B6-AD11-5390-8750-3987DEFC9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FF2082-68F7-11B3-33D4-D187E07DF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完成如下需求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24C422C-E70B-3F18-B2F7-77E3AF259F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53099" y="1024931"/>
            <a:ext cx="9420117" cy="2864401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三角形类型判断：根据输入的三个边的边长</a:t>
            </a:r>
            <a:r>
              <a:rPr lang="en-US" altLang="zh-CN"/>
              <a:t>(</a:t>
            </a:r>
            <a:r>
              <a:rPr lang="zh-CN" altLang="en-US"/>
              <a:t>正整数</a:t>
            </a:r>
            <a:r>
              <a:rPr lang="en-US" altLang="zh-CN"/>
              <a:t>)</a:t>
            </a:r>
            <a:r>
              <a:rPr lang="zh-CN" altLang="en-US"/>
              <a:t>，判定是等边三角形、等腰三角形、普通三角形 ，还是不能构成三角形。</a:t>
            </a:r>
            <a:endParaRPr lang="en-US" altLang="zh-CN"/>
          </a:p>
          <a:p>
            <a:pPr marL="61200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400"/>
              <a:t>构成三角形的条件：两边之和大于第三边</a:t>
            </a:r>
            <a:endParaRPr lang="en-US" altLang="zh-CN" sz="1400"/>
          </a:p>
          <a:p>
            <a:pPr marL="61200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400"/>
              <a:t>三角形判定规则：</a:t>
            </a:r>
            <a:endParaRPr lang="en-US" altLang="zh-CN" sz="1400"/>
          </a:p>
          <a:p>
            <a:pPr marL="93600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三个边都相等</a:t>
            </a:r>
            <a:r>
              <a:rPr lang="en-US" altLang="zh-CN" sz="1400"/>
              <a:t>: </a:t>
            </a:r>
            <a:r>
              <a:rPr lang="zh-CN" altLang="en-US" sz="1400"/>
              <a:t>等边三角形</a:t>
            </a:r>
          </a:p>
          <a:p>
            <a:pPr marL="93600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两个边相等</a:t>
            </a:r>
            <a:r>
              <a:rPr lang="en-US" altLang="zh-CN" sz="1400"/>
              <a:t>: </a:t>
            </a:r>
            <a:r>
              <a:rPr lang="zh-CN" altLang="en-US" sz="1400"/>
              <a:t>等腰三角形  </a:t>
            </a:r>
          </a:p>
          <a:p>
            <a:pPr marL="93600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三个边都不相等</a:t>
            </a:r>
            <a:r>
              <a:rPr lang="en-US" altLang="zh-CN" sz="1400"/>
              <a:t>: </a:t>
            </a:r>
            <a:r>
              <a:rPr lang="zh-CN" altLang="en-US" sz="1400"/>
              <a:t>普通三角形</a:t>
            </a:r>
          </a:p>
        </p:txBody>
      </p:sp>
      <p:sp>
        <p:nvSpPr>
          <p:cNvPr id="6" name="等腰三角形 5">
            <a:extLst>
              <a:ext uri="{FF2B5EF4-FFF2-40B4-BE49-F238E27FC236}">
                <a16:creationId xmlns:a16="http://schemas.microsoft.com/office/drawing/2014/main" id="{581E035B-9296-58BF-C876-19CF33D5238F}"/>
              </a:ext>
            </a:extLst>
          </p:cNvPr>
          <p:cNvSpPr/>
          <p:nvPr/>
        </p:nvSpPr>
        <p:spPr>
          <a:xfrm>
            <a:off x="2670313" y="4339769"/>
            <a:ext cx="2087217" cy="2041153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8250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6ADDC-E852-2B6C-CB41-EA7BB359C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B66B9B-37DE-DA65-AB00-8AFF19930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完成如下需求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ECA007B-8455-5DEB-F36F-6985448F7E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53099" y="1024932"/>
            <a:ext cx="9570540" cy="2974121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北京市居民年度用电电费计算：根据输入的用电度数，计算电费</a:t>
            </a:r>
            <a:endParaRPr lang="en-US" altLang="zh-CN"/>
          </a:p>
          <a:p>
            <a:pPr marL="61200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北京市居民电费采用阶梯电价计价方式，所谓阶梯电价是指按照用户消费的电量分段定价，用电价格随用电量增加呈阶梯状逐级递增的一种电价定价机制。</a:t>
            </a:r>
            <a:endParaRPr lang="en-US" altLang="zh-CN" sz="1400"/>
          </a:p>
          <a:p>
            <a:pPr marL="61200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阶梯电价规则：</a:t>
            </a:r>
            <a:endParaRPr lang="en-US" altLang="zh-CN" sz="1400"/>
          </a:p>
          <a:p>
            <a:pPr marL="97200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第一档：</a:t>
            </a:r>
            <a:r>
              <a:rPr lang="en-US" altLang="zh-CN" sz="1400"/>
              <a:t>2880</a:t>
            </a:r>
            <a:r>
              <a:rPr lang="zh-CN" altLang="en-US" sz="1400"/>
              <a:t>度以下，电费单价</a:t>
            </a:r>
            <a:r>
              <a:rPr lang="en-US" altLang="zh-CN" sz="1400"/>
              <a:t>0.4883</a:t>
            </a:r>
            <a:r>
              <a:rPr lang="zh-CN" altLang="en-US" sz="1400"/>
              <a:t>元</a:t>
            </a:r>
            <a:r>
              <a:rPr lang="en-US" altLang="zh-CN" sz="1400"/>
              <a:t>/</a:t>
            </a:r>
            <a:r>
              <a:rPr lang="zh-CN" altLang="en-US" sz="1400"/>
              <a:t>度</a:t>
            </a:r>
            <a:endParaRPr lang="en-US" altLang="zh-CN" sz="1400"/>
          </a:p>
          <a:p>
            <a:pPr marL="97200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第二档：</a:t>
            </a:r>
            <a:r>
              <a:rPr lang="en-US" altLang="zh-CN" sz="1400"/>
              <a:t>2880-4800</a:t>
            </a:r>
            <a:r>
              <a:rPr lang="zh-CN" altLang="en-US" sz="1400"/>
              <a:t>度，电费单价</a:t>
            </a:r>
            <a:r>
              <a:rPr lang="en-US" altLang="zh-CN" sz="1400"/>
              <a:t>0.5383</a:t>
            </a:r>
            <a:r>
              <a:rPr lang="zh-CN" altLang="en-US" sz="1400"/>
              <a:t>元</a:t>
            </a:r>
            <a:r>
              <a:rPr lang="en-US" altLang="zh-CN" sz="1400"/>
              <a:t>/</a:t>
            </a:r>
            <a:r>
              <a:rPr lang="zh-CN" altLang="en-US" sz="1400"/>
              <a:t>度</a:t>
            </a:r>
            <a:endParaRPr lang="en-US" altLang="zh-CN" sz="1400"/>
          </a:p>
          <a:p>
            <a:pPr marL="97200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第三档：</a:t>
            </a:r>
            <a:r>
              <a:rPr lang="en-US" altLang="zh-CN" sz="1400"/>
              <a:t>4800</a:t>
            </a:r>
            <a:r>
              <a:rPr lang="zh-CN" altLang="en-US" sz="1400"/>
              <a:t>度以上，电费单价</a:t>
            </a:r>
            <a:r>
              <a:rPr lang="en-US" altLang="zh-CN" sz="1400"/>
              <a:t>0.7883</a:t>
            </a:r>
            <a:r>
              <a:rPr lang="zh-CN" altLang="en-US" sz="1400"/>
              <a:t>元</a:t>
            </a:r>
            <a:r>
              <a:rPr lang="en-US" altLang="zh-CN" sz="1400"/>
              <a:t>/</a:t>
            </a:r>
            <a:r>
              <a:rPr lang="zh-CN" altLang="en-US" sz="1400"/>
              <a:t>度</a:t>
            </a:r>
            <a:endParaRPr lang="en-US" altLang="zh-CN" sz="1400"/>
          </a:p>
          <a:p>
            <a:pPr marL="971550" lvl="1" indent="-285750"/>
            <a:endParaRPr lang="en-US" altLang="zh-CN" sz="1400"/>
          </a:p>
          <a:p>
            <a:pPr marL="971550" lvl="1" indent="-285750"/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36118774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2">
            <a:extLst>
              <a:ext uri="{FF2B5EF4-FFF2-40B4-BE49-F238E27FC236}">
                <a16:creationId xmlns:a16="http://schemas.microsoft.com/office/drawing/2014/main" id="{224EF832-64B5-8EE3-8A04-143E8508C16F}"/>
              </a:ext>
            </a:extLst>
          </p:cNvPr>
          <p:cNvGrpSpPr/>
          <p:nvPr/>
        </p:nvGrpSpPr>
        <p:grpSpPr>
          <a:xfrm>
            <a:off x="4185725" y="1003537"/>
            <a:ext cx="5163370" cy="5343311"/>
            <a:chOff x="2297719" y="3660321"/>
            <a:chExt cx="5689074" cy="5343631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C153C149-6A0D-DBB0-38B2-56C171747A7C}"/>
                </a:ext>
              </a:extLst>
            </p:cNvPr>
            <p:cNvSpPr/>
            <p:nvPr/>
          </p:nvSpPr>
          <p:spPr>
            <a:xfrm>
              <a:off x="2297728" y="3660321"/>
              <a:ext cx="5689065" cy="5343631"/>
            </a:xfrm>
            <a:prstGeom prst="roundRect">
              <a:avLst>
                <a:gd name="adj" fmla="val 1421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chemeClr val="bg1">
                      <a:lumMod val="50000"/>
                    </a:schemeClr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200">
                  <a:solidFill>
                    <a:schemeClr val="bg1">
                      <a:lumMod val="50000"/>
                    </a:schemeClr>
                  </a:solidFill>
                  <a:effectLst/>
                  <a:latin typeface="Fira Code" panose="020B0809050000020004" pitchFamily="49" charset="0"/>
                </a:rPr>
                <a:t>工作日程安排</a:t>
              </a:r>
              <a:endParaRPr lang="en-US" altLang="zh-CN" sz="1200">
                <a:solidFill>
                  <a:schemeClr val="bg1">
                    <a:lumMod val="50000"/>
                  </a:schemeClr>
                </a:solidFill>
                <a:effectLst/>
                <a:latin typeface="Fira Code" panose="020B0809050000020004" pitchFamily="49" charset="0"/>
              </a:endParaRPr>
            </a:p>
            <a:p>
              <a:pPr>
                <a:lnSpc>
                  <a:spcPts val="2400"/>
                </a:lnSpc>
                <a:buNone/>
              </a:pP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day =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input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请输入星期几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(1-7)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：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if 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day == 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"1"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周一：工作会议日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elif 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day == 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"2"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周二：学习培训日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elif 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day == 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"3"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周三：项目开发日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elif 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day == 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"4"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周四：代码审查日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elif 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day == 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"5"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周五：总结规划日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elif 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day == 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"6" </a:t>
              </a: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or 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day == 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"7"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周末：休息放松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else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输入错误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</a:p>
          </p:txBody>
        </p:sp>
        <p:sp>
          <p:nvSpPr>
            <p:cNvPr id="7" name="矩形: 圆顶角 6">
              <a:extLst>
                <a:ext uri="{FF2B5EF4-FFF2-40B4-BE49-F238E27FC236}">
                  <a16:creationId xmlns:a16="http://schemas.microsoft.com/office/drawing/2014/main" id="{F0BEFF93-EB5A-1033-BDDC-AA6BB9EAD975}"/>
                </a:ext>
              </a:extLst>
            </p:cNvPr>
            <p:cNvSpPr/>
            <p:nvPr/>
          </p:nvSpPr>
          <p:spPr>
            <a:xfrm>
              <a:off x="2297719" y="3660322"/>
              <a:ext cx="5689065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BB371F7D-BC56-E808-62A4-B0A8969F57BE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BE8B3652-0CBF-F94B-ED6D-5A938BB26B14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547BA5DA-117F-B3CE-F3F6-28A975ADB2D6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1C755768-7318-2957-1A87-A3EF5B061689}"/>
              </a:ext>
            </a:extLst>
          </p:cNvPr>
          <p:cNvSpPr/>
          <p:nvPr/>
        </p:nvSpPr>
        <p:spPr>
          <a:xfrm>
            <a:off x="4500702" y="1901849"/>
            <a:ext cx="655690" cy="266619"/>
          </a:xfrm>
          <a:prstGeom prst="roundRect">
            <a:avLst/>
          </a:prstGeom>
          <a:solidFill>
            <a:srgbClr val="FFC000">
              <a:alpha val="20000"/>
            </a:srgbClr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0DB6FE7-BF22-EDAA-A2FF-A6711BE48AA5}"/>
              </a:ext>
            </a:extLst>
          </p:cNvPr>
          <p:cNvSpPr/>
          <p:nvPr/>
        </p:nvSpPr>
        <p:spPr>
          <a:xfrm>
            <a:off x="4695376" y="2510601"/>
            <a:ext cx="655690" cy="266619"/>
          </a:xfrm>
          <a:prstGeom prst="roundRect">
            <a:avLst/>
          </a:prstGeom>
          <a:solidFill>
            <a:srgbClr val="FFC000">
              <a:alpha val="20000"/>
            </a:srgbClr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8113B70-9A02-316E-7B15-5937E49FF44E}"/>
              </a:ext>
            </a:extLst>
          </p:cNvPr>
          <p:cNvSpPr/>
          <p:nvPr/>
        </p:nvSpPr>
        <p:spPr>
          <a:xfrm>
            <a:off x="4695376" y="3119353"/>
            <a:ext cx="655690" cy="263064"/>
          </a:xfrm>
          <a:prstGeom prst="roundRect">
            <a:avLst/>
          </a:prstGeom>
          <a:solidFill>
            <a:srgbClr val="FFC000">
              <a:alpha val="20000"/>
            </a:srgbClr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FFFC0FA-6A48-839E-0A40-E424C922461D}"/>
              </a:ext>
            </a:extLst>
          </p:cNvPr>
          <p:cNvSpPr/>
          <p:nvPr/>
        </p:nvSpPr>
        <p:spPr>
          <a:xfrm>
            <a:off x="4695375" y="3724550"/>
            <a:ext cx="655690" cy="263064"/>
          </a:xfrm>
          <a:prstGeom prst="roundRect">
            <a:avLst/>
          </a:prstGeom>
          <a:solidFill>
            <a:srgbClr val="FFC000">
              <a:alpha val="20000"/>
            </a:srgbClr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AE7BC1A4-20A8-0F45-C97A-39085BD929F7}"/>
              </a:ext>
            </a:extLst>
          </p:cNvPr>
          <p:cNvSpPr/>
          <p:nvPr/>
        </p:nvSpPr>
        <p:spPr>
          <a:xfrm>
            <a:off x="4695374" y="4329747"/>
            <a:ext cx="655691" cy="263064"/>
          </a:xfrm>
          <a:prstGeom prst="roundRect">
            <a:avLst/>
          </a:prstGeom>
          <a:solidFill>
            <a:srgbClr val="FFC000">
              <a:alpha val="20000"/>
            </a:srgbClr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B155CD75-8C93-6361-31EF-406F4D50DEE1}"/>
              </a:ext>
            </a:extLst>
          </p:cNvPr>
          <p:cNvSpPr/>
          <p:nvPr/>
        </p:nvSpPr>
        <p:spPr>
          <a:xfrm>
            <a:off x="5998866" y="4948929"/>
            <a:ext cx="655692" cy="270174"/>
          </a:xfrm>
          <a:prstGeom prst="roundRect">
            <a:avLst/>
          </a:prstGeom>
          <a:solidFill>
            <a:srgbClr val="FFC000">
              <a:alpha val="20000"/>
            </a:srgbClr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46774E3-61B1-DD4D-7D40-32DD3BD40219}"/>
              </a:ext>
            </a:extLst>
          </p:cNvPr>
          <p:cNvSpPr/>
          <p:nvPr/>
        </p:nvSpPr>
        <p:spPr>
          <a:xfrm>
            <a:off x="4695374" y="4942054"/>
            <a:ext cx="655691" cy="263064"/>
          </a:xfrm>
          <a:prstGeom prst="roundRect">
            <a:avLst/>
          </a:prstGeom>
          <a:solidFill>
            <a:srgbClr val="FFC000">
              <a:alpha val="20000"/>
            </a:srgbClr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92EC963-791B-5ACA-E3CE-5748DDDAECED}"/>
              </a:ext>
            </a:extLst>
          </p:cNvPr>
          <p:cNvSpPr txBox="1"/>
          <p:nvPr/>
        </p:nvSpPr>
        <p:spPr>
          <a:xfrm>
            <a:off x="8648986" y="3119353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重复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EEF5E0D-9EC5-107D-451F-842CA4FF994F}"/>
              </a:ext>
            </a:extLst>
          </p:cNvPr>
          <p:cNvSpPr txBox="1"/>
          <p:nvPr/>
        </p:nvSpPr>
        <p:spPr>
          <a:xfrm>
            <a:off x="8648985" y="3856082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繁琐</a:t>
            </a:r>
          </a:p>
        </p:txBody>
      </p:sp>
    </p:spTree>
    <p:extLst>
      <p:ext uri="{BB962C8B-B14F-4D97-AF65-F5344CB8AC3E}">
        <p14:creationId xmlns:p14="http://schemas.microsoft.com/office/powerpoint/2010/main" val="2086090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/>
      <p:bldP spid="1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8E538-4EDE-6E21-BD53-150F40086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A256B55-CB15-E43D-27EF-5173F00C4A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>
                <a:latin typeface="+mn-lt"/>
              </a:rPr>
              <a:t>条件判断</a:t>
            </a:r>
            <a:endParaRPr lang="en-US" altLang="zh-CN">
              <a:latin typeface="+mn-lt"/>
            </a:endParaRPr>
          </a:p>
          <a:p>
            <a:r>
              <a:rPr lang="zh-CN" altLang="en-US">
                <a:solidFill>
                  <a:srgbClr val="C00000"/>
                </a:solidFill>
                <a:latin typeface="+mn-lt"/>
              </a:rPr>
              <a:t>模式匹配</a:t>
            </a:r>
            <a:endParaRPr lang="en-US" altLang="zh-CN">
              <a:solidFill>
                <a:srgbClr val="C00000"/>
              </a:solidFill>
              <a:latin typeface="+mn-lt"/>
            </a:endParaRPr>
          </a:p>
          <a:p>
            <a:r>
              <a:rPr lang="zh-CN" altLang="en-US">
                <a:latin typeface="+mn-lt"/>
              </a:rPr>
              <a:t>循环</a:t>
            </a:r>
            <a:endParaRPr lang="en-US" altLang="zh-CN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789246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684BAB8-84B1-18AF-D4E9-1B8B780942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/>
              <a:t>模式匹配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46C2B6C-2AFF-B57C-ABB2-4BF26AED87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81113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3FF7C-DDCC-9663-475B-E976C9F9D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3E99CFE-93CA-E610-5CC0-0D5876F755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51297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结构模式匹配就是用一个清晰的 模板 去精准的匹配数据的结构和内容，匹配成功则执行响应的操作。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9866637-9F1F-D2A9-15DE-F1ED131DF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模式匹配 </a:t>
            </a:r>
            <a:r>
              <a:rPr lang="en-US" altLang="zh-CN"/>
              <a:t>match...case</a:t>
            </a:r>
            <a:endParaRPr lang="zh-CN" altLang="en-US"/>
          </a:p>
        </p:txBody>
      </p:sp>
      <p:grpSp>
        <p:nvGrpSpPr>
          <p:cNvPr id="2" name="组合 2">
            <a:extLst>
              <a:ext uri="{FF2B5EF4-FFF2-40B4-BE49-F238E27FC236}">
                <a16:creationId xmlns:a16="http://schemas.microsoft.com/office/drawing/2014/main" id="{E4341E8B-6B8F-32F5-CF08-7D6C0BFA3FC6}"/>
              </a:ext>
            </a:extLst>
          </p:cNvPr>
          <p:cNvGrpSpPr/>
          <p:nvPr/>
        </p:nvGrpSpPr>
        <p:grpSpPr>
          <a:xfrm>
            <a:off x="700005" y="1543346"/>
            <a:ext cx="5163370" cy="5271341"/>
            <a:chOff x="2297719" y="3660321"/>
            <a:chExt cx="5689074" cy="5271657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4368D5A9-00AB-025B-1F6B-96905E3C0DAB}"/>
                </a:ext>
              </a:extLst>
            </p:cNvPr>
            <p:cNvSpPr/>
            <p:nvPr/>
          </p:nvSpPr>
          <p:spPr>
            <a:xfrm>
              <a:off x="2297728" y="3660321"/>
              <a:ext cx="5689065" cy="5271657"/>
            </a:xfrm>
            <a:prstGeom prst="roundRect">
              <a:avLst>
                <a:gd name="adj" fmla="val 1421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100">
                  <a:solidFill>
                    <a:schemeClr val="bg1">
                      <a:lumMod val="50000"/>
                    </a:schemeClr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100">
                  <a:solidFill>
                    <a:schemeClr val="bg1">
                      <a:lumMod val="50000"/>
                    </a:schemeClr>
                  </a:solidFill>
                  <a:effectLst/>
                  <a:latin typeface="Fira Code" panose="020B0809050000020004" pitchFamily="49" charset="0"/>
                </a:rPr>
                <a:t>工作日程安排</a:t>
              </a:r>
              <a:endParaRPr lang="en-US" altLang="zh-CN" sz="1100">
                <a:solidFill>
                  <a:schemeClr val="bg1">
                    <a:lumMod val="50000"/>
                  </a:schemeClr>
                </a:solidFill>
                <a:effectLst/>
                <a:latin typeface="Fira Code" panose="020B0809050000020004" pitchFamily="49" charset="0"/>
              </a:endParaRPr>
            </a:p>
            <a:p>
              <a:pPr>
                <a:lnSpc>
                  <a:spcPts val="2400"/>
                </a:lnSpc>
                <a:buNone/>
              </a:pP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day = </a:t>
              </a: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input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请输入星期几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(1-7)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：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if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day ==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"1"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周一：工作会议日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elif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day ==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"2"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周二：学习培训日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elif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day ==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"3"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周三：项目开发日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elif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day ==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"4"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周四：代码审查日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elif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day ==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"5"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周五：总结规划日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elif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day ==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"6" 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or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day ==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"7"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周末：休息放松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else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输入错误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C47501CC-0DAC-76EB-C27D-8317A2BCE38B}"/>
                </a:ext>
              </a:extLst>
            </p:cNvPr>
            <p:cNvSpPr/>
            <p:nvPr/>
          </p:nvSpPr>
          <p:spPr>
            <a:xfrm>
              <a:off x="2297719" y="3660322"/>
              <a:ext cx="5689065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8679529F-9D10-DDE1-9D74-C9AAD1D5843F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A6E80A17-E917-F61B-404F-F70E1999D573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5DF351BD-702C-3A24-DBEA-641369453C57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BF3E872-8F9C-0493-2136-2ABF630E4F42}"/>
              </a:ext>
            </a:extLst>
          </p:cNvPr>
          <p:cNvSpPr/>
          <p:nvPr/>
        </p:nvSpPr>
        <p:spPr>
          <a:xfrm>
            <a:off x="1014982" y="2415154"/>
            <a:ext cx="860202" cy="270174"/>
          </a:xfrm>
          <a:prstGeom prst="roundRect">
            <a:avLst/>
          </a:prstGeom>
          <a:solidFill>
            <a:srgbClr val="FFC000">
              <a:alpha val="20000"/>
            </a:srgbClr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999B295-69E2-C292-628B-968F3F9FBC35}"/>
              </a:ext>
            </a:extLst>
          </p:cNvPr>
          <p:cNvSpPr/>
          <p:nvPr/>
        </p:nvSpPr>
        <p:spPr>
          <a:xfrm>
            <a:off x="1180833" y="3017473"/>
            <a:ext cx="860202" cy="270174"/>
          </a:xfrm>
          <a:prstGeom prst="roundRect">
            <a:avLst/>
          </a:prstGeom>
          <a:solidFill>
            <a:srgbClr val="FFC000">
              <a:alpha val="20000"/>
            </a:srgbClr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287618C-BF67-DC96-9E55-7B32E8D466AA}"/>
              </a:ext>
            </a:extLst>
          </p:cNvPr>
          <p:cNvSpPr/>
          <p:nvPr/>
        </p:nvSpPr>
        <p:spPr>
          <a:xfrm>
            <a:off x="1141076" y="3632658"/>
            <a:ext cx="899959" cy="270174"/>
          </a:xfrm>
          <a:prstGeom prst="roundRect">
            <a:avLst/>
          </a:prstGeom>
          <a:solidFill>
            <a:srgbClr val="FFC000">
              <a:alpha val="20000"/>
            </a:srgbClr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B75552D-B276-B34B-218D-9969B96EBF24}"/>
              </a:ext>
            </a:extLst>
          </p:cNvPr>
          <p:cNvSpPr/>
          <p:nvPr/>
        </p:nvSpPr>
        <p:spPr>
          <a:xfrm>
            <a:off x="1180834" y="4234977"/>
            <a:ext cx="860202" cy="270174"/>
          </a:xfrm>
          <a:prstGeom prst="roundRect">
            <a:avLst/>
          </a:prstGeom>
          <a:solidFill>
            <a:srgbClr val="FFC000">
              <a:alpha val="20000"/>
            </a:srgbClr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47FA3C40-E08E-B9D5-673C-366CB8BBD2A7}"/>
              </a:ext>
            </a:extLst>
          </p:cNvPr>
          <p:cNvSpPr/>
          <p:nvPr/>
        </p:nvSpPr>
        <p:spPr>
          <a:xfrm>
            <a:off x="1180834" y="4853426"/>
            <a:ext cx="860202" cy="270174"/>
          </a:xfrm>
          <a:prstGeom prst="roundRect">
            <a:avLst/>
          </a:prstGeom>
          <a:solidFill>
            <a:srgbClr val="FFC000">
              <a:alpha val="20000"/>
            </a:srgbClr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18F88E51-0DC7-8F7C-2603-5CAF4B806A04}"/>
              </a:ext>
            </a:extLst>
          </p:cNvPr>
          <p:cNvSpPr/>
          <p:nvPr/>
        </p:nvSpPr>
        <p:spPr>
          <a:xfrm>
            <a:off x="2342003" y="5461561"/>
            <a:ext cx="899959" cy="270174"/>
          </a:xfrm>
          <a:prstGeom prst="roundRect">
            <a:avLst/>
          </a:prstGeom>
          <a:solidFill>
            <a:srgbClr val="FFC000">
              <a:alpha val="20000"/>
            </a:srgbClr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E67684FE-35D5-780D-772F-772F3C2782ED}"/>
              </a:ext>
            </a:extLst>
          </p:cNvPr>
          <p:cNvSpPr/>
          <p:nvPr/>
        </p:nvSpPr>
        <p:spPr>
          <a:xfrm>
            <a:off x="1180833" y="5459107"/>
            <a:ext cx="899959" cy="270174"/>
          </a:xfrm>
          <a:prstGeom prst="roundRect">
            <a:avLst/>
          </a:prstGeom>
          <a:solidFill>
            <a:srgbClr val="FFC000">
              <a:alpha val="20000"/>
            </a:srgbClr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2">
            <a:extLst>
              <a:ext uri="{FF2B5EF4-FFF2-40B4-BE49-F238E27FC236}">
                <a16:creationId xmlns:a16="http://schemas.microsoft.com/office/drawing/2014/main" id="{CF355A44-131F-CAF9-795F-466FD5F21915}"/>
              </a:ext>
            </a:extLst>
          </p:cNvPr>
          <p:cNvGrpSpPr/>
          <p:nvPr/>
        </p:nvGrpSpPr>
        <p:grpSpPr>
          <a:xfrm>
            <a:off x="6373008" y="1543346"/>
            <a:ext cx="5163370" cy="5271341"/>
            <a:chOff x="2297719" y="3660321"/>
            <a:chExt cx="5689074" cy="5271657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A891DBEB-664E-B2E5-5C9B-B371CA4177D3}"/>
                </a:ext>
              </a:extLst>
            </p:cNvPr>
            <p:cNvSpPr/>
            <p:nvPr/>
          </p:nvSpPr>
          <p:spPr>
            <a:xfrm>
              <a:off x="2297728" y="3660321"/>
              <a:ext cx="5689065" cy="5271657"/>
            </a:xfrm>
            <a:prstGeom prst="roundRect">
              <a:avLst>
                <a:gd name="adj" fmla="val 1421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ts val="2300"/>
                </a:lnSpc>
                <a:buNone/>
              </a:pPr>
              <a:r>
                <a:rPr lang="en-US" altLang="zh-CN" sz="11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1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工作日程安排</a:t>
              </a:r>
              <a:br>
                <a:rPr lang="zh-CN" altLang="en-US" sz="1100" i="1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day = </a:t>
              </a: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input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请输入星期几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(1-7)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：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match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day: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case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"1"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    </a:t>
              </a: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周一：工作会议日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case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"2"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    </a:t>
              </a: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周二：学习培训日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case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"3"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    </a:t>
              </a: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周三：项目开发日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case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"4"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    </a:t>
              </a: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周四：代码审查日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case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"5"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    </a:t>
              </a: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周五：总结规划日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case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"6"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| 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"7"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    </a:t>
              </a: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周末：休息放松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1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case 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_:</a:t>
              </a:r>
              <a:b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    </a:t>
              </a:r>
              <a:r>
                <a:rPr lang="en-US" altLang="zh-CN" sz="11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1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输入错误</a:t>
              </a:r>
              <a:r>
                <a:rPr lang="en-US" altLang="zh-CN" sz="11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1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</a:p>
          </p:txBody>
        </p:sp>
        <p:sp>
          <p:nvSpPr>
            <p:cNvPr id="19" name="矩形: 圆顶角 18">
              <a:extLst>
                <a:ext uri="{FF2B5EF4-FFF2-40B4-BE49-F238E27FC236}">
                  <a16:creationId xmlns:a16="http://schemas.microsoft.com/office/drawing/2014/main" id="{F7B8654C-1BC3-9C1E-B68D-55645120173C}"/>
                </a:ext>
              </a:extLst>
            </p:cNvPr>
            <p:cNvSpPr/>
            <p:nvPr/>
          </p:nvSpPr>
          <p:spPr>
            <a:xfrm>
              <a:off x="2297719" y="3660322"/>
              <a:ext cx="5689065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C909FD38-B4B7-D03F-739C-BC34388C15E5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2AE95C8D-7433-C928-2ED3-CDD22BFC67EA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8E3829C0-A48C-D7D9-BA95-896A0BE79473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EBC87797-81D8-4B5B-9C67-16E382F8FB19}"/>
              </a:ext>
            </a:extLst>
          </p:cNvPr>
          <p:cNvSpPr/>
          <p:nvPr/>
        </p:nvSpPr>
        <p:spPr>
          <a:xfrm>
            <a:off x="6918107" y="2465321"/>
            <a:ext cx="293247" cy="220007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0F1ADCFC-B2B5-1328-08AC-BECB9A87068A}"/>
              </a:ext>
            </a:extLst>
          </p:cNvPr>
          <p:cNvSpPr/>
          <p:nvPr/>
        </p:nvSpPr>
        <p:spPr>
          <a:xfrm>
            <a:off x="7168005" y="2740108"/>
            <a:ext cx="293246" cy="222848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6B73111A-E363-48E1-8221-57F55317A9F8}"/>
              </a:ext>
            </a:extLst>
          </p:cNvPr>
          <p:cNvSpPr/>
          <p:nvPr/>
        </p:nvSpPr>
        <p:spPr>
          <a:xfrm>
            <a:off x="7168005" y="3321744"/>
            <a:ext cx="293246" cy="222848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B349DCB9-5C76-18E4-4E71-49A382618E6C}"/>
              </a:ext>
            </a:extLst>
          </p:cNvPr>
          <p:cNvSpPr/>
          <p:nvPr/>
        </p:nvSpPr>
        <p:spPr>
          <a:xfrm>
            <a:off x="7168005" y="3916617"/>
            <a:ext cx="293246" cy="222848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51E5DB01-7A4F-3D43-7149-970296F7C54F}"/>
              </a:ext>
            </a:extLst>
          </p:cNvPr>
          <p:cNvSpPr/>
          <p:nvPr/>
        </p:nvSpPr>
        <p:spPr>
          <a:xfrm>
            <a:off x="7168005" y="4511540"/>
            <a:ext cx="293246" cy="222848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BF7B15EA-A77E-9144-6E52-4A9031631009}"/>
              </a:ext>
            </a:extLst>
          </p:cNvPr>
          <p:cNvSpPr/>
          <p:nvPr/>
        </p:nvSpPr>
        <p:spPr>
          <a:xfrm>
            <a:off x="7168005" y="5078225"/>
            <a:ext cx="293246" cy="222848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E2C23A96-358C-9496-D1FF-89A0A48CDE0B}"/>
              </a:ext>
            </a:extLst>
          </p:cNvPr>
          <p:cNvSpPr/>
          <p:nvPr/>
        </p:nvSpPr>
        <p:spPr>
          <a:xfrm>
            <a:off x="7168005" y="5646260"/>
            <a:ext cx="817120" cy="270174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FE46ED06-AE88-543E-B5F3-33BEDE311F37}"/>
              </a:ext>
            </a:extLst>
          </p:cNvPr>
          <p:cNvSpPr/>
          <p:nvPr/>
        </p:nvSpPr>
        <p:spPr>
          <a:xfrm>
            <a:off x="7168006" y="6268071"/>
            <a:ext cx="137670" cy="270174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1409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AF4EE-8B29-A54B-EBCC-713FF5614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4FF1F07-0451-6F2F-9CCD-AEDC90AFC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模式匹配 </a:t>
            </a:r>
            <a:r>
              <a:rPr lang="en-US" altLang="zh-CN"/>
              <a:t>match...case</a:t>
            </a:r>
            <a:endParaRPr lang="zh-CN" altLang="en-US"/>
          </a:p>
        </p:txBody>
      </p:sp>
      <p:grpSp>
        <p:nvGrpSpPr>
          <p:cNvPr id="17" name="组合 2">
            <a:extLst>
              <a:ext uri="{FF2B5EF4-FFF2-40B4-BE49-F238E27FC236}">
                <a16:creationId xmlns:a16="http://schemas.microsoft.com/office/drawing/2014/main" id="{3D572813-08C4-D192-F1FA-4000E575B26A}"/>
              </a:ext>
            </a:extLst>
          </p:cNvPr>
          <p:cNvGrpSpPr/>
          <p:nvPr/>
        </p:nvGrpSpPr>
        <p:grpSpPr>
          <a:xfrm>
            <a:off x="576196" y="924138"/>
            <a:ext cx="5163370" cy="5343311"/>
            <a:chOff x="2297719" y="3660321"/>
            <a:chExt cx="5689074" cy="5343631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77D72537-4440-66FF-5E1E-C6B4E82DCDF5}"/>
                </a:ext>
              </a:extLst>
            </p:cNvPr>
            <p:cNvSpPr/>
            <p:nvPr/>
          </p:nvSpPr>
          <p:spPr>
            <a:xfrm>
              <a:off x="2297728" y="3660321"/>
              <a:ext cx="5689065" cy="5343631"/>
            </a:xfrm>
            <a:prstGeom prst="roundRect">
              <a:avLst>
                <a:gd name="adj" fmla="val 1421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ts val="2300"/>
                </a:lnSpc>
                <a:buNone/>
              </a:pPr>
              <a:r>
                <a:rPr lang="en-US" altLang="zh-CN" sz="12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2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工作日程安排</a:t>
              </a:r>
              <a:br>
                <a:rPr lang="zh-CN" altLang="en-US" sz="1200" i="1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day =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input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请输入星期几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(1-7)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：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match 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day: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case 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"1"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   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周一：工作会议日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case 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"2"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   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周二：学习培训日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case 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"3"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   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周三：项目开发日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case 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"4"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   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周四：代码审查日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case 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"5"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   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周五：总结规划日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case 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"6" 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| 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"7"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   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周末：休息放松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case 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_: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    </a:t>
              </a:r>
              <a:r>
                <a:rPr lang="en-US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输入错误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</a:p>
          </p:txBody>
        </p:sp>
        <p:sp>
          <p:nvSpPr>
            <p:cNvPr id="19" name="矩形: 圆顶角 18">
              <a:extLst>
                <a:ext uri="{FF2B5EF4-FFF2-40B4-BE49-F238E27FC236}">
                  <a16:creationId xmlns:a16="http://schemas.microsoft.com/office/drawing/2014/main" id="{69360E1E-3EFF-C35C-F087-F263699F7859}"/>
                </a:ext>
              </a:extLst>
            </p:cNvPr>
            <p:cNvSpPr/>
            <p:nvPr/>
          </p:nvSpPr>
          <p:spPr>
            <a:xfrm>
              <a:off x="2297719" y="3660322"/>
              <a:ext cx="5689065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B052907A-58D2-B361-161F-76BB52AB9047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336F4305-7353-E548-2A23-1ADFA0603C6C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84A9A04B-3BC1-4FE4-A151-A2735CC4193A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400A2605-36F7-0D6B-0496-BA74BF550B8E}"/>
              </a:ext>
            </a:extLst>
          </p:cNvPr>
          <p:cNvSpPr/>
          <p:nvPr/>
        </p:nvSpPr>
        <p:spPr>
          <a:xfrm>
            <a:off x="1141173" y="1846113"/>
            <a:ext cx="372759" cy="222848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9CECF163-FEF2-C7A8-6711-B85A174D09B6}"/>
              </a:ext>
            </a:extLst>
          </p:cNvPr>
          <p:cNvSpPr/>
          <p:nvPr/>
        </p:nvSpPr>
        <p:spPr>
          <a:xfrm>
            <a:off x="1405981" y="2120900"/>
            <a:ext cx="372758" cy="222848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7416BDDF-0568-304F-CC12-3EEEF851E77D}"/>
              </a:ext>
            </a:extLst>
          </p:cNvPr>
          <p:cNvSpPr/>
          <p:nvPr/>
        </p:nvSpPr>
        <p:spPr>
          <a:xfrm>
            <a:off x="1405981" y="2702536"/>
            <a:ext cx="372758" cy="222848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A81A1D3C-2888-2102-6DF3-342BC1CE2284}"/>
              </a:ext>
            </a:extLst>
          </p:cNvPr>
          <p:cNvSpPr/>
          <p:nvPr/>
        </p:nvSpPr>
        <p:spPr>
          <a:xfrm>
            <a:off x="1405981" y="3284172"/>
            <a:ext cx="372758" cy="222848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666CCBB5-9554-9A9C-714E-20396C8F2763}"/>
              </a:ext>
            </a:extLst>
          </p:cNvPr>
          <p:cNvSpPr/>
          <p:nvPr/>
        </p:nvSpPr>
        <p:spPr>
          <a:xfrm>
            <a:off x="1405981" y="3879045"/>
            <a:ext cx="372758" cy="222848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5EF4F3E5-EACB-72B0-458D-2351ACDDDF01}"/>
              </a:ext>
            </a:extLst>
          </p:cNvPr>
          <p:cNvSpPr/>
          <p:nvPr/>
        </p:nvSpPr>
        <p:spPr>
          <a:xfrm>
            <a:off x="1405981" y="4454661"/>
            <a:ext cx="372758" cy="222848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A76CCFBA-7648-C4B4-472D-0E38EE83BE66}"/>
              </a:ext>
            </a:extLst>
          </p:cNvPr>
          <p:cNvSpPr/>
          <p:nvPr/>
        </p:nvSpPr>
        <p:spPr>
          <a:xfrm>
            <a:off x="1405980" y="5030277"/>
            <a:ext cx="912507" cy="270174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8A459361-6D28-1E12-1153-BEF6BF0C3252}"/>
              </a:ext>
            </a:extLst>
          </p:cNvPr>
          <p:cNvSpPr/>
          <p:nvPr/>
        </p:nvSpPr>
        <p:spPr>
          <a:xfrm>
            <a:off x="1405981" y="5648863"/>
            <a:ext cx="188607" cy="270174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8643EEF2-A5F5-05F6-ED87-B2370165996E}"/>
              </a:ext>
            </a:extLst>
          </p:cNvPr>
          <p:cNvCxnSpPr>
            <a:stCxn id="31" idx="3"/>
          </p:cNvCxnSpPr>
          <p:nvPr/>
        </p:nvCxnSpPr>
        <p:spPr>
          <a:xfrm>
            <a:off x="1594588" y="5783950"/>
            <a:ext cx="4501412" cy="39000"/>
          </a:xfrm>
          <a:prstGeom prst="straightConnector1">
            <a:avLst/>
          </a:prstGeom>
          <a:ln w="952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969CB668-81E7-4E97-E214-D132DB65F15E}"/>
              </a:ext>
            </a:extLst>
          </p:cNvPr>
          <p:cNvCxnSpPr>
            <a:cxnSpLocks/>
            <a:stCxn id="29" idx="3"/>
          </p:cNvCxnSpPr>
          <p:nvPr/>
        </p:nvCxnSpPr>
        <p:spPr>
          <a:xfrm>
            <a:off x="2318487" y="5165364"/>
            <a:ext cx="3777513" cy="32728"/>
          </a:xfrm>
          <a:prstGeom prst="straightConnector1">
            <a:avLst/>
          </a:prstGeom>
          <a:ln w="952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F82D34C7-3CC5-7522-8EBB-82C915A802FC}"/>
              </a:ext>
            </a:extLst>
          </p:cNvPr>
          <p:cNvSpPr txBox="1"/>
          <p:nvPr/>
        </p:nvSpPr>
        <p:spPr>
          <a:xfrm>
            <a:off x="6140450" y="5669061"/>
            <a:ext cx="15953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匹配其他所有情况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7A2C71F7-1145-7729-A6A1-D9BDF9EA3824}"/>
              </a:ext>
            </a:extLst>
          </p:cNvPr>
          <p:cNvSpPr txBox="1"/>
          <p:nvPr/>
        </p:nvSpPr>
        <p:spPr>
          <a:xfrm>
            <a:off x="6140449" y="5044203"/>
            <a:ext cx="43861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其中的 </a:t>
            </a:r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| 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表示或的关系，匹配多个模式中的任意一个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665245AD-1F86-54F9-B1C8-7BCB5FE2413D}"/>
              </a:ext>
            </a:extLst>
          </p:cNvPr>
          <p:cNvSpPr txBox="1"/>
          <p:nvPr/>
        </p:nvSpPr>
        <p:spPr>
          <a:xfrm>
            <a:off x="5880101" y="1194313"/>
            <a:ext cx="6334448" cy="1584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400" b="1"/>
              <a:t>执行流程：</a:t>
            </a:r>
            <a:endParaRPr lang="en-US" altLang="zh-CN" sz="1400" b="1"/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zh-CN" altLang="en-US" sz="1400"/>
              <a:t>首先计算</a:t>
            </a:r>
            <a:r>
              <a:rPr lang="en-US" altLang="zh-CN" sz="1400"/>
              <a:t>match</a:t>
            </a:r>
            <a:r>
              <a:rPr lang="zh-CN" altLang="en-US" sz="1400"/>
              <a:t>指定的表达式的值。</a:t>
            </a:r>
            <a:endParaRPr lang="en-US" altLang="zh-CN" sz="1400"/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zh-CN" altLang="en-US" sz="1400"/>
              <a:t>从上到下依次和</a:t>
            </a:r>
            <a:r>
              <a:rPr lang="en-US" altLang="zh-CN" sz="1400"/>
              <a:t>case</a:t>
            </a:r>
            <a:r>
              <a:rPr lang="zh-CN" altLang="en-US" sz="1400"/>
              <a:t>后面的值进行匹配，匹配正确，就执行对应语句。</a:t>
            </a:r>
            <a:endParaRPr lang="en-US" altLang="zh-CN" sz="1400"/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zh-CN" altLang="en-US" sz="1400"/>
              <a:t>如果前面所有的</a:t>
            </a:r>
            <a:r>
              <a:rPr lang="en-US" altLang="zh-CN" sz="1400"/>
              <a:t>case</a:t>
            </a:r>
            <a:r>
              <a:rPr lang="zh-CN" altLang="en-US" sz="1400"/>
              <a:t>都没有匹配上，就会执行默认的</a:t>
            </a:r>
            <a:r>
              <a:rPr lang="en-US" altLang="zh-CN" sz="1400"/>
              <a:t>case _</a:t>
            </a:r>
            <a:r>
              <a:rPr lang="zh-CN" altLang="en-US" sz="140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5777038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A83C0-B6EF-7208-4FFC-072283EF5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A07313-86FB-312B-1114-7218CD855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简易计算器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B4183C2-3BA6-5694-EBA8-890AA3A25C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53099" y="1024932"/>
            <a:ext cx="9570540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/>
              <a:t>实现一个计算器，可以实现</a:t>
            </a:r>
            <a:r>
              <a:rPr lang="en-US" altLang="zh-CN" sz="1400"/>
              <a:t>+ - * / </a:t>
            </a:r>
            <a:r>
              <a:rPr lang="zh-CN" altLang="en-US" sz="1400"/>
              <a:t>运算，用户输入需要运算的两个数以及运算符之后，就可以进行计算。</a:t>
            </a:r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4771117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9C462-9CAC-998A-8558-59FA9389A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6823EBA-50F0-E52A-1F40-CF4D3E4FC1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13735" y="858228"/>
            <a:ext cx="7170081" cy="3999522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zh-CN"/>
              <a:t>match...case</a:t>
            </a:r>
            <a:r>
              <a:rPr lang="zh-CN" altLang="en-US"/>
              <a:t>语法</a:t>
            </a:r>
            <a:endParaRPr lang="en-US" altLang="zh-CN"/>
          </a:p>
          <a:p>
            <a:pPr marL="1028700" lvl="1" indent="-342900">
              <a:buFont typeface="+mj-lt"/>
              <a:buAutoNum type="arabicPeriod"/>
            </a:pPr>
            <a:endParaRPr lang="en-US" altLang="zh-CN"/>
          </a:p>
          <a:p>
            <a:pPr marL="1028700" lvl="1" indent="-342900">
              <a:buFont typeface="+mj-lt"/>
              <a:buAutoNum type="arabicPeriod"/>
            </a:pPr>
            <a:endParaRPr lang="en-US" altLang="zh-CN"/>
          </a:p>
          <a:p>
            <a:pPr marL="1028700" lvl="1" indent="-342900">
              <a:buFont typeface="+mj-lt"/>
              <a:buAutoNum type="arabicPeriod"/>
            </a:pPr>
            <a:endParaRPr lang="en-US" altLang="zh-CN"/>
          </a:p>
          <a:p>
            <a:pPr marL="1028700" lvl="1" indent="-342900">
              <a:buFont typeface="+mj-lt"/>
              <a:buAutoNum type="arabicPeriod"/>
            </a:pPr>
            <a:endParaRPr lang="en-US" altLang="zh-CN"/>
          </a:p>
          <a:p>
            <a:pPr marL="1028700" lvl="1" indent="-342900">
              <a:buFont typeface="+mj-lt"/>
              <a:buAutoNum type="arabicPeriod"/>
            </a:pPr>
            <a:endParaRPr lang="en-US" altLang="zh-CN"/>
          </a:p>
          <a:p>
            <a:pPr marL="1028700" lvl="1" indent="-342900">
              <a:buFont typeface="+mj-lt"/>
              <a:buAutoNum type="arabicPeriod"/>
            </a:pP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en-US" altLang="zh-CN"/>
              <a:t>match...case</a:t>
            </a:r>
            <a:r>
              <a:rPr lang="zh-CN" altLang="en-US"/>
              <a:t>应用场景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3A1748E-5F09-15A6-C758-C5905489944E}"/>
              </a:ext>
            </a:extLst>
          </p:cNvPr>
          <p:cNvSpPr/>
          <p:nvPr/>
        </p:nvSpPr>
        <p:spPr>
          <a:xfrm>
            <a:off x="4414763" y="1687749"/>
            <a:ext cx="4627637" cy="2354156"/>
          </a:xfrm>
          <a:prstGeom prst="roundRect">
            <a:avLst>
              <a:gd name="adj" fmla="val 2946"/>
            </a:avLst>
          </a:prstGeom>
          <a:solidFill>
            <a:srgbClr val="F6F6F6"/>
          </a:solidFill>
          <a:ln w="317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t"/>
          <a:lstStyle/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1100">
                <a:solidFill>
                  <a:srgbClr val="0033B3"/>
                </a:solidFill>
                <a:latin typeface="Fira Code" panose="020B0809050000020004" pitchFamily="49" charset="0"/>
              </a:rPr>
              <a:t>match </a:t>
            </a:r>
            <a:r>
              <a:rPr lang="zh-CN" altLang="en-US" sz="1100">
                <a:solidFill>
                  <a:srgbClr val="080808"/>
                </a:solidFill>
                <a:latin typeface="Fira Code" panose="020B0809050000020004" pitchFamily="49" charset="0"/>
              </a:rPr>
              <a:t>表达式</a:t>
            </a:r>
            <a: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  <a:t>:</a:t>
            </a:r>
            <a:b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</a:br>
            <a: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  <a:t>    </a:t>
            </a:r>
            <a:r>
              <a:rPr lang="en-US" altLang="zh-CN" sz="1100">
                <a:solidFill>
                  <a:srgbClr val="0033B3"/>
                </a:solidFill>
                <a:latin typeface="Fira Code" panose="020B0809050000020004" pitchFamily="49" charset="0"/>
              </a:rPr>
              <a:t>case </a:t>
            </a:r>
            <a:r>
              <a:rPr lang="zh-CN" altLang="en-US" sz="11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值</a:t>
            </a:r>
            <a:r>
              <a:rPr lang="en-US" altLang="zh-CN" sz="11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1</a:t>
            </a:r>
            <a: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  <a:t>:</a:t>
            </a:r>
            <a:b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</a:br>
            <a: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  <a:t>        </a:t>
            </a:r>
            <a:r>
              <a:rPr lang="zh-CN" altLang="en-US" sz="1100">
                <a:solidFill>
                  <a:srgbClr val="080808"/>
                </a:solidFill>
                <a:latin typeface="Fira Code" panose="020B0809050000020004" pitchFamily="49" charset="0"/>
              </a:rPr>
              <a:t>操作</a:t>
            </a:r>
            <a: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  <a:t>1</a:t>
            </a:r>
            <a:b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</a:br>
            <a: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  <a:t>    </a:t>
            </a:r>
            <a:r>
              <a:rPr lang="en-US" altLang="zh-CN" sz="1100">
                <a:solidFill>
                  <a:srgbClr val="0033B3"/>
                </a:solidFill>
                <a:latin typeface="Fira Code" panose="020B0809050000020004" pitchFamily="49" charset="0"/>
              </a:rPr>
              <a:t>case </a:t>
            </a:r>
            <a:r>
              <a:rPr lang="zh-CN" altLang="en-US" sz="11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值</a:t>
            </a:r>
            <a:r>
              <a:rPr lang="en-US" altLang="zh-CN" sz="11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2 </a:t>
            </a:r>
            <a:r>
              <a:rPr lang="en-US" altLang="zh-CN" sz="1100">
                <a:solidFill>
                  <a:srgbClr val="0033B3"/>
                </a:solidFill>
                <a:latin typeface="Fira Code" panose="020B0809050000020004" pitchFamily="49" charset="0"/>
              </a:rPr>
              <a:t>if</a:t>
            </a:r>
            <a:r>
              <a:rPr lang="en-US" altLang="zh-CN" sz="11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 </a:t>
            </a:r>
            <a:r>
              <a:rPr lang="zh-CN" altLang="en-US" sz="11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条件表达式</a:t>
            </a:r>
            <a: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  <a:t>:</a:t>
            </a:r>
            <a:b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</a:br>
            <a: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  <a:t>        </a:t>
            </a:r>
            <a:r>
              <a:rPr lang="zh-CN" altLang="en-US" sz="1100">
                <a:solidFill>
                  <a:srgbClr val="080808"/>
                </a:solidFill>
                <a:latin typeface="Fira Code" panose="020B0809050000020004" pitchFamily="49" charset="0"/>
              </a:rPr>
              <a:t>操作</a:t>
            </a:r>
            <a: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  <a:t>2</a:t>
            </a:r>
            <a:b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</a:br>
            <a: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  <a:t>    </a:t>
            </a:r>
            <a:r>
              <a:rPr lang="en-US" altLang="zh-CN" sz="1100">
                <a:solidFill>
                  <a:srgbClr val="0033B3"/>
                </a:solidFill>
                <a:latin typeface="Fira Code" panose="020B0809050000020004" pitchFamily="49" charset="0"/>
              </a:rPr>
              <a:t>case </a:t>
            </a:r>
            <a:r>
              <a:rPr lang="zh-CN" altLang="en-US" sz="11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值</a:t>
            </a:r>
            <a:r>
              <a:rPr lang="en-US" altLang="zh-CN" sz="11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3 | </a:t>
            </a:r>
            <a:r>
              <a:rPr lang="zh-CN" altLang="en-US" sz="11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值</a:t>
            </a:r>
            <a:r>
              <a:rPr lang="en-US" altLang="zh-CN" sz="11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4 </a:t>
            </a:r>
            <a: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  <a:t>:</a:t>
            </a:r>
            <a:b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</a:br>
            <a: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  <a:t>        </a:t>
            </a:r>
            <a:r>
              <a:rPr lang="zh-CN" altLang="en-US" sz="11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操作</a:t>
            </a:r>
            <a:r>
              <a:rPr lang="en-US" altLang="zh-CN" sz="11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4</a:t>
            </a:r>
            <a:b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</a:br>
            <a: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  <a:t>    </a:t>
            </a:r>
            <a:r>
              <a:rPr lang="en-US" altLang="zh-CN" sz="1100">
                <a:solidFill>
                  <a:srgbClr val="0033B3"/>
                </a:solidFill>
                <a:latin typeface="Fira Code" panose="020B0809050000020004" pitchFamily="49" charset="0"/>
              </a:rPr>
              <a:t>case </a:t>
            </a:r>
            <a: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  <a:t>_:</a:t>
            </a:r>
            <a:b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</a:br>
            <a:r>
              <a:rPr lang="en-US" altLang="zh-CN" sz="1100">
                <a:solidFill>
                  <a:srgbClr val="080808"/>
                </a:solidFill>
                <a:latin typeface="Fira Code" panose="020B0809050000020004" pitchFamily="49" charset="0"/>
              </a:rPr>
              <a:t>        </a:t>
            </a:r>
            <a:r>
              <a:rPr lang="zh-CN" altLang="en-US" sz="1100">
                <a:solidFill>
                  <a:srgbClr val="080808"/>
                </a:solidFill>
                <a:latin typeface="Fira Code" panose="020B0809050000020004" pitchFamily="49" charset="0"/>
              </a:rPr>
              <a:t>默认操作</a:t>
            </a:r>
            <a:endParaRPr lang="en-US" altLang="zh-CN" sz="1100">
              <a:solidFill>
                <a:srgbClr val="080808"/>
              </a:solidFill>
              <a:effectLst/>
              <a:latin typeface="Fira Code" panose="020B0809050000020004" pitchFamily="49" charset="0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6A8C1D4-5417-D81C-715B-8E7E6DF46657}"/>
              </a:ext>
            </a:extLst>
          </p:cNvPr>
          <p:cNvSpPr/>
          <p:nvPr/>
        </p:nvSpPr>
        <p:spPr>
          <a:xfrm>
            <a:off x="5215981" y="2965450"/>
            <a:ext cx="765720" cy="270174"/>
          </a:xfrm>
          <a:prstGeom prst="roundRect">
            <a:avLst/>
          </a:prstGeom>
          <a:solidFill>
            <a:srgbClr val="C00000">
              <a:alpha val="20000"/>
            </a:srgbClr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3D4C3321-8D63-5C4B-E05C-1002137D951F}"/>
              </a:ext>
            </a:extLst>
          </p:cNvPr>
          <p:cNvSpPr/>
          <p:nvPr/>
        </p:nvSpPr>
        <p:spPr>
          <a:xfrm>
            <a:off x="5215980" y="2470150"/>
            <a:ext cx="1292769" cy="270174"/>
          </a:xfrm>
          <a:prstGeom prst="roundRect">
            <a:avLst/>
          </a:prstGeom>
          <a:solidFill>
            <a:srgbClr val="C00000">
              <a:alpha val="20000"/>
            </a:srgbClr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9C622EE-0A14-8A5B-3726-AA04A007221C}"/>
              </a:ext>
            </a:extLst>
          </p:cNvPr>
          <p:cNvSpPr/>
          <p:nvPr/>
        </p:nvSpPr>
        <p:spPr>
          <a:xfrm>
            <a:off x="5215980" y="3498850"/>
            <a:ext cx="116159" cy="270174"/>
          </a:xfrm>
          <a:prstGeom prst="roundRect">
            <a:avLst/>
          </a:prstGeom>
          <a:solidFill>
            <a:srgbClr val="C00000">
              <a:alpha val="20000"/>
            </a:srgbClr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2A711262-EC35-64EB-8778-7EDAEB01C08A}"/>
              </a:ext>
            </a:extLst>
          </p:cNvPr>
          <p:cNvCxnSpPr>
            <a:cxnSpLocks/>
          </p:cNvCxnSpPr>
          <p:nvPr/>
        </p:nvCxnSpPr>
        <p:spPr>
          <a:xfrm>
            <a:off x="6508749" y="2617937"/>
            <a:ext cx="647701" cy="5612"/>
          </a:xfrm>
          <a:prstGeom prst="straightConnector1">
            <a:avLst/>
          </a:prstGeom>
          <a:ln w="952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98FC27E6-D99E-9603-D073-9E3A7CC0DC1D}"/>
              </a:ext>
            </a:extLst>
          </p:cNvPr>
          <p:cNvCxnSpPr>
            <a:cxnSpLocks/>
          </p:cNvCxnSpPr>
          <p:nvPr/>
        </p:nvCxnSpPr>
        <p:spPr>
          <a:xfrm>
            <a:off x="5981701" y="3119587"/>
            <a:ext cx="1174749" cy="0"/>
          </a:xfrm>
          <a:prstGeom prst="straightConnector1">
            <a:avLst/>
          </a:prstGeom>
          <a:ln w="952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774D75E8-1DFF-0DF5-ADB2-D2E074906F61}"/>
              </a:ext>
            </a:extLst>
          </p:cNvPr>
          <p:cNvCxnSpPr>
            <a:cxnSpLocks/>
          </p:cNvCxnSpPr>
          <p:nvPr/>
        </p:nvCxnSpPr>
        <p:spPr>
          <a:xfrm>
            <a:off x="5332139" y="3621237"/>
            <a:ext cx="1824311" cy="0"/>
          </a:xfrm>
          <a:prstGeom prst="straightConnector1">
            <a:avLst/>
          </a:prstGeom>
          <a:ln w="952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04E04DBB-62EB-ABE4-0149-B39B38836787}"/>
              </a:ext>
            </a:extLst>
          </p:cNvPr>
          <p:cNvSpPr txBox="1"/>
          <p:nvPr/>
        </p:nvSpPr>
        <p:spPr>
          <a:xfrm>
            <a:off x="7309966" y="2479437"/>
            <a:ext cx="1483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>
                <a:solidFill>
                  <a:srgbClr val="C00000"/>
                </a:solidFill>
              </a:rPr>
              <a:t>满足条件且值为值</a:t>
            </a:r>
            <a:r>
              <a:rPr lang="en-US" altLang="zh-CN" sz="1200">
                <a:solidFill>
                  <a:srgbClr val="C00000"/>
                </a:solidFill>
              </a:rPr>
              <a:t>2</a:t>
            </a:r>
            <a:endParaRPr lang="zh-CN" altLang="en-US" sz="1200">
              <a:solidFill>
                <a:srgbClr val="C00000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2A63A2E-E3FC-F683-8E73-A01B1E77E6CB}"/>
              </a:ext>
            </a:extLst>
          </p:cNvPr>
          <p:cNvSpPr txBox="1"/>
          <p:nvPr/>
        </p:nvSpPr>
        <p:spPr>
          <a:xfrm>
            <a:off x="7309966" y="2965450"/>
            <a:ext cx="11240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>
                <a:solidFill>
                  <a:srgbClr val="C00000"/>
                </a:solidFill>
              </a:rPr>
              <a:t>匹配值</a:t>
            </a:r>
            <a:r>
              <a:rPr lang="en-US" altLang="zh-CN" sz="1200">
                <a:solidFill>
                  <a:srgbClr val="C00000"/>
                </a:solidFill>
              </a:rPr>
              <a:t>3</a:t>
            </a:r>
            <a:r>
              <a:rPr lang="zh-CN" altLang="en-US" sz="1200">
                <a:solidFill>
                  <a:srgbClr val="C00000"/>
                </a:solidFill>
              </a:rPr>
              <a:t>或值</a:t>
            </a:r>
            <a:r>
              <a:rPr lang="en-US" altLang="zh-CN" sz="1200">
                <a:solidFill>
                  <a:srgbClr val="C00000"/>
                </a:solidFill>
              </a:rPr>
              <a:t>4</a:t>
            </a:r>
            <a:endParaRPr lang="zh-CN" altLang="en-US" sz="1200">
              <a:solidFill>
                <a:srgbClr val="C00000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7D6987B-73BE-AA0B-DB0D-83A4DC3B3EF2}"/>
              </a:ext>
            </a:extLst>
          </p:cNvPr>
          <p:cNvSpPr txBox="1"/>
          <p:nvPr/>
        </p:nvSpPr>
        <p:spPr>
          <a:xfrm>
            <a:off x="7309966" y="3492025"/>
            <a:ext cx="7873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>
                <a:solidFill>
                  <a:srgbClr val="C00000"/>
                </a:solidFill>
              </a:rPr>
              <a:t>其他情况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2486321-A7C5-B1B6-5225-1A813BF8BCA4}"/>
              </a:ext>
            </a:extLst>
          </p:cNvPr>
          <p:cNvSpPr txBox="1"/>
          <p:nvPr/>
        </p:nvSpPr>
        <p:spPr>
          <a:xfrm>
            <a:off x="4370266" y="4537943"/>
            <a:ext cx="6813550" cy="784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400"/>
              <a:t>match</a:t>
            </a:r>
            <a:r>
              <a:rPr lang="zh-CN" altLang="en-US" sz="1400"/>
              <a:t>：基于某个变量的多个固定值进行分支判断时，可以使用</a:t>
            </a:r>
            <a:r>
              <a:rPr lang="en-US" altLang="zh-CN" sz="1400"/>
              <a:t>match</a:t>
            </a:r>
            <a:r>
              <a:rPr lang="zh-CN" altLang="en-US" sz="1400"/>
              <a:t>模式匹配</a:t>
            </a:r>
            <a:endParaRPr lang="en-US" altLang="zh-CN" sz="1400"/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400"/>
              <a:t>if</a:t>
            </a:r>
            <a:r>
              <a:rPr lang="zh-CN" altLang="en-US" sz="1400"/>
              <a:t>：条件判断涉及复杂的逻辑判定、范围比较及组合条件时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D33558B-4AED-953F-90BE-E06859312ED0}"/>
              </a:ext>
            </a:extLst>
          </p:cNvPr>
          <p:cNvSpPr txBox="1"/>
          <p:nvPr/>
        </p:nvSpPr>
        <p:spPr>
          <a:xfrm>
            <a:off x="9309004" y="2795098"/>
            <a:ext cx="2366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3.10</a:t>
            </a:r>
            <a:r>
              <a:rPr lang="zh-CN" altLang="en-US">
                <a:solidFill>
                  <a:srgbClr val="C00000"/>
                </a:solidFill>
                <a:latin typeface="荆南波波黑" panose="02000800000000000000" pitchFamily="2" charset="-122"/>
                <a:ea typeface="荆南波波黑" panose="02000800000000000000" pitchFamily="2" charset="-122"/>
              </a:rPr>
              <a:t>版本中的新语法</a:t>
            </a:r>
          </a:p>
        </p:txBody>
      </p:sp>
    </p:spTree>
    <p:extLst>
      <p:ext uri="{BB962C8B-B14F-4D97-AF65-F5344CB8AC3E}">
        <p14:creationId xmlns:p14="http://schemas.microsoft.com/office/powerpoint/2010/main" val="3010663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9" grpId="0"/>
      <p:bldP spid="20" grpId="0"/>
      <p:bldP spid="21" grpId="0"/>
      <p:bldP spid="22" grpId="0"/>
      <p:bldP spid="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07A0C-73E7-D6A0-2FCA-AAD93C413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8B3BFA-D9F1-1160-2B45-8226A115E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简单游戏指令系统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D0D9986-1314-9575-1349-0C398CFE7E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53098" y="1024932"/>
            <a:ext cx="10000751" cy="968968"/>
          </a:xfrm>
        </p:spPr>
        <p:txBody>
          <a:bodyPr/>
          <a:lstStyle/>
          <a:p>
            <a:r>
              <a:rPr lang="zh-CN" altLang="en-US"/>
              <a:t>请你编写一个游戏角色移动控制系统，根据玩家输入的不同指令，控制游戏角色执行相应的动作</a:t>
            </a:r>
            <a:r>
              <a:rPr lang="en-US" altLang="zh-CN"/>
              <a:t>(</a:t>
            </a:r>
            <a:r>
              <a:rPr lang="zh-CN" altLang="en-US"/>
              <a:t>输出控制台</a:t>
            </a:r>
            <a:r>
              <a:rPr lang="en-US" altLang="zh-CN"/>
              <a:t>)</a:t>
            </a:r>
            <a:r>
              <a:rPr lang="zh-CN" altLang="en-US"/>
              <a:t>。</a:t>
            </a:r>
            <a:endParaRPr lang="en-US" altLang="zh-CN"/>
          </a:p>
          <a:p>
            <a:r>
              <a:rPr lang="zh-CN" altLang="en-US"/>
              <a:t>具体规则：</a:t>
            </a:r>
            <a:endParaRPr lang="en-US" altLang="zh-CN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167D03CC-8217-5AC3-1B77-AB059D16DD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9505280"/>
              </p:ext>
            </p:extLst>
          </p:nvPr>
        </p:nvGraphicFramePr>
        <p:xfrm>
          <a:off x="1845516" y="2039152"/>
          <a:ext cx="8804659" cy="3168000"/>
        </p:xfrm>
        <a:graphic>
          <a:graphicData uri="http://schemas.openxmlformats.org/drawingml/2006/table">
            <a:tbl>
              <a:tblPr/>
              <a:tblGrid>
                <a:gridCol w="2511866">
                  <a:extLst>
                    <a:ext uri="{9D8B030D-6E8A-4147-A177-3AD203B41FA5}">
                      <a16:colId xmlns:a16="http://schemas.microsoft.com/office/drawing/2014/main" val="186549186"/>
                    </a:ext>
                  </a:extLst>
                </a:gridCol>
                <a:gridCol w="6292793">
                  <a:extLst>
                    <a:ext uri="{9D8B030D-6E8A-4147-A177-3AD203B41FA5}">
                      <a16:colId xmlns:a16="http://schemas.microsoft.com/office/drawing/2014/main" val="2438072624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4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玩家输入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4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对应动作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8941358"/>
                  </a:ext>
                </a:extLst>
              </a:tr>
              <a:tr h="396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上 </a:t>
                      </a: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/ w /W</a:t>
                      </a:r>
                      <a:endParaRPr kumimoji="0" lang="zh-CN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角色向上移动</a:t>
                      </a:r>
                      <a:endParaRPr kumimoji="0" lang="zh-CN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76748"/>
                  </a:ext>
                </a:extLst>
              </a:tr>
              <a:tr h="396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下 </a:t>
                      </a: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/ s / S</a:t>
                      </a:r>
                      <a:endParaRPr kumimoji="0" lang="zh-CN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角色向下移动</a:t>
                      </a: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5577750"/>
                  </a:ext>
                </a:extLst>
              </a:tr>
              <a:tr h="396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左 </a:t>
                      </a: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/ a / A</a:t>
                      </a: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Source Code Pro"/>
                          <a:ea typeface="微软雅黑"/>
                          <a:cs typeface="+mn-cs"/>
                        </a:rPr>
                        <a:t>角色向左移动</a:t>
                      </a:r>
                      <a:endParaRPr kumimoji="0" lang="en-US" altLang="zh-CN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3C3B"/>
                        </a:solidFill>
                        <a:effectLst/>
                        <a:uLnTx/>
                        <a:uFillTx/>
                        <a:latin typeface="Source Code Pro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5870659"/>
                  </a:ext>
                </a:extLst>
              </a:tr>
              <a:tr h="396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右 </a:t>
                      </a:r>
                      <a:r>
                        <a:rPr kumimoji="0" lang="en-US" altLang="zh-CN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/ d / D</a:t>
                      </a:r>
                      <a:endParaRPr kumimoji="0" lang="zh-CN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Source Code Pro"/>
                          <a:ea typeface="微软雅黑"/>
                          <a:cs typeface="+mn-cs"/>
                        </a:rPr>
                        <a:t>角色向右移动</a:t>
                      </a:r>
                      <a:endParaRPr kumimoji="0" lang="en-US" altLang="zh-CN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3C3B"/>
                        </a:solidFill>
                        <a:effectLst/>
                        <a:uLnTx/>
                        <a:uFillTx/>
                        <a:latin typeface="Source Code Pro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010652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跳 </a:t>
                      </a:r>
                      <a:r>
                        <a:rPr lang="en-US" altLang="zh-CN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/ " "(</a:t>
                      </a:r>
                      <a:r>
                        <a:rPr lang="zh-CN" altLang="en-US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空格</a:t>
                      </a:r>
                      <a:r>
                        <a:rPr lang="en-US" altLang="zh-CN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)</a:t>
                      </a:r>
                      <a:endParaRPr lang="zh-CN" altLang="en-US" sz="1100" kern="1200">
                        <a:solidFill>
                          <a:schemeClr val="tx1"/>
                        </a:solidFill>
                        <a:effectLst/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角色跳跃</a:t>
                      </a:r>
                      <a:endParaRPr kumimoji="0" lang="en-US" altLang="zh-CN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3C3B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478591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攻击 </a:t>
                      </a:r>
                      <a:r>
                        <a:rPr lang="en-US" altLang="zh-CN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/ j / J</a:t>
                      </a:r>
                      <a:endParaRPr lang="zh-CN" altLang="en-US" sz="1100" kern="1200">
                        <a:solidFill>
                          <a:schemeClr val="tx1"/>
                        </a:solidFill>
                        <a:effectLst/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角色发动攻击</a:t>
                      </a:r>
                      <a:endParaRPr kumimoji="0" lang="en-US" altLang="zh-CN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3C3B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626423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退出 </a:t>
                      </a:r>
                      <a:r>
                        <a:rPr lang="en-US" altLang="zh-CN" sz="11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/ esc / ESC</a:t>
                      </a:r>
                      <a:endParaRPr lang="zh-CN" altLang="en-US" sz="1100" kern="1200">
                        <a:solidFill>
                          <a:schemeClr val="tx1"/>
                        </a:solidFill>
                        <a:effectLst/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3C3B"/>
                          </a:solidFill>
                          <a:effectLst/>
                          <a:uLnTx/>
                          <a:uFillTx/>
                          <a:latin typeface="+mn-lt"/>
                          <a:ea typeface="微软雅黑"/>
                          <a:cs typeface="+mn-cs"/>
                        </a:rPr>
                        <a:t>角色退出游戏</a:t>
                      </a:r>
                      <a:endParaRPr kumimoji="0" lang="en-US" altLang="zh-CN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3C3B"/>
                        </a:solidFill>
                        <a:effectLst/>
                        <a:uLnTx/>
                        <a:uFillTx/>
                        <a:latin typeface="+mn-lt"/>
                        <a:ea typeface="微软雅黑"/>
                        <a:cs typeface="+mn-cs"/>
                      </a:endParaRPr>
                    </a:p>
                  </a:txBody>
                  <a:tcPr marL="66675" marR="66675" marT="38100" marB="381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6416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07867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9C455-B901-4200-88DC-D53F8B81B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899F9F3-6E1A-3E77-AFF4-CB011B94C1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>
                <a:latin typeface="+mn-lt"/>
              </a:rPr>
              <a:t>条件判断</a:t>
            </a:r>
            <a:endParaRPr lang="en-US" altLang="zh-CN">
              <a:latin typeface="+mn-lt"/>
            </a:endParaRPr>
          </a:p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+mn-lt"/>
              </a:rPr>
              <a:t>模式匹配</a:t>
            </a:r>
            <a:endParaRPr lang="en-US" altLang="zh-CN">
              <a:solidFill>
                <a:schemeClr val="tx1">
                  <a:lumMod val="75000"/>
                </a:schemeClr>
              </a:solidFill>
              <a:latin typeface="+mn-lt"/>
            </a:endParaRPr>
          </a:p>
          <a:p>
            <a:r>
              <a:rPr lang="zh-CN" altLang="en-US">
                <a:solidFill>
                  <a:srgbClr val="C00000"/>
                </a:solidFill>
                <a:latin typeface="+mn-lt"/>
              </a:rPr>
              <a:t>循环</a:t>
            </a:r>
            <a:endParaRPr lang="en-US" altLang="zh-CN">
              <a:solidFill>
                <a:srgbClr val="C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467655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74D37-4B13-14A4-663D-BA70B009E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C10D9CB-1F0A-9E1E-19D2-7E1152560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循环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DBFEC3F-A45C-22D1-62B4-5966D7902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050" y="1083139"/>
            <a:ext cx="7647686" cy="5438462"/>
          </a:xfrm>
          <a:prstGeom prst="roundRect">
            <a:avLst>
              <a:gd name="adj" fmla="val 1138"/>
            </a:avLst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965EBCD3-55E0-0E35-FAA7-11EDBE579E2E}"/>
              </a:ext>
            </a:extLst>
          </p:cNvPr>
          <p:cNvSpPr/>
          <p:nvPr/>
        </p:nvSpPr>
        <p:spPr>
          <a:xfrm>
            <a:off x="4984750" y="6096000"/>
            <a:ext cx="368300" cy="298450"/>
          </a:xfrm>
          <a:prstGeom prst="roundRect">
            <a:avLst/>
          </a:prstGeom>
          <a:solidFill>
            <a:srgbClr val="00B050">
              <a:alpha val="20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48065D0B-A8A2-1B80-3077-87233E6B97D1}"/>
              </a:ext>
            </a:extLst>
          </p:cNvPr>
          <p:cNvCxnSpPr>
            <a:cxnSpLocks/>
          </p:cNvCxnSpPr>
          <p:nvPr/>
        </p:nvCxnSpPr>
        <p:spPr>
          <a:xfrm flipV="1">
            <a:off x="5365750" y="6245225"/>
            <a:ext cx="3162300" cy="15875"/>
          </a:xfrm>
          <a:prstGeom prst="straightConnector1">
            <a:avLst/>
          </a:prstGeom>
          <a:ln w="9525">
            <a:solidFill>
              <a:srgbClr val="00B05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47BC477D-DB7C-DC7E-50A2-BA2A2EEBC9C3}"/>
              </a:ext>
            </a:extLst>
          </p:cNvPr>
          <p:cNvSpPr txBox="1"/>
          <p:nvPr/>
        </p:nvSpPr>
        <p:spPr>
          <a:xfrm>
            <a:off x="8591550" y="6099273"/>
            <a:ext cx="19175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/>
              <a:t>单曲循环</a:t>
            </a:r>
            <a:r>
              <a:rPr lang="en-US" altLang="zh-CN" sz="1400"/>
              <a:t> / </a:t>
            </a:r>
            <a:r>
              <a:rPr lang="zh-CN" altLang="en-US" sz="1400"/>
              <a:t>列表循环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95C438A-F6BC-7102-230F-E7CA7D288DC1}"/>
              </a:ext>
            </a:extLst>
          </p:cNvPr>
          <p:cNvSpPr txBox="1"/>
          <p:nvPr/>
        </p:nvSpPr>
        <p:spPr>
          <a:xfrm>
            <a:off x="8743226" y="3244334"/>
            <a:ext cx="2916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/>
              <a:t>循环：重复的执行某件事情</a:t>
            </a:r>
          </a:p>
        </p:txBody>
      </p:sp>
    </p:spTree>
    <p:extLst>
      <p:ext uri="{BB962C8B-B14F-4D97-AF65-F5344CB8AC3E}">
        <p14:creationId xmlns:p14="http://schemas.microsoft.com/office/powerpoint/2010/main" val="3605275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/>
      <p:bldP spid="1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50CFE-6869-5266-3983-F175AB1A4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411EAA8-4EFF-E9E0-FBF3-168FEF777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循环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8497E15-0C55-FDB7-A310-DE21672FE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00" y="1612857"/>
            <a:ext cx="5372100" cy="3797343"/>
          </a:xfrm>
          <a:prstGeom prst="roundRect">
            <a:avLst>
              <a:gd name="adj" fmla="val 1138"/>
            </a:avLst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32B61EB-C5E2-D181-062A-1A06E4E196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612857"/>
            <a:ext cx="4762670" cy="3804598"/>
          </a:xfrm>
          <a:prstGeom prst="roundRect">
            <a:avLst>
              <a:gd name="adj" fmla="val 1138"/>
            </a:avLst>
          </a:prstGeom>
          <a:ln w="6350">
            <a:solidFill>
              <a:schemeClr val="bg1">
                <a:lumMod val="85000"/>
              </a:schemeClr>
            </a:solidFill>
          </a:ln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E9EFE7A9-03D7-C2D2-B91B-6574FFDC2992}"/>
              </a:ext>
            </a:extLst>
          </p:cNvPr>
          <p:cNvSpPr txBox="1"/>
          <p:nvPr/>
        </p:nvSpPr>
        <p:spPr>
          <a:xfrm>
            <a:off x="4923658" y="1027169"/>
            <a:ext cx="2916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/>
              <a:t>循环：重复的执行某件事情</a:t>
            </a:r>
          </a:p>
        </p:txBody>
      </p:sp>
      <p:sp>
        <p:nvSpPr>
          <p:cNvPr id="2" name="!!文本框 1">
            <a:extLst>
              <a:ext uri="{FF2B5EF4-FFF2-40B4-BE49-F238E27FC236}">
                <a16:creationId xmlns:a16="http://schemas.microsoft.com/office/drawing/2014/main" id="{B7AC5B7E-A7B3-C390-7ADE-63FC48A23E2E}"/>
              </a:ext>
            </a:extLst>
          </p:cNvPr>
          <p:cNvSpPr txBox="1"/>
          <p:nvPr/>
        </p:nvSpPr>
        <p:spPr>
          <a:xfrm>
            <a:off x="4045352" y="5949713"/>
            <a:ext cx="13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while</a:t>
            </a:r>
            <a:r>
              <a:rPr lang="zh-CN" altLang="en-US"/>
              <a:t>循环</a:t>
            </a:r>
          </a:p>
        </p:txBody>
      </p:sp>
      <p:sp>
        <p:nvSpPr>
          <p:cNvPr id="4" name="!!文本框 3">
            <a:extLst>
              <a:ext uri="{FF2B5EF4-FFF2-40B4-BE49-F238E27FC236}">
                <a16:creationId xmlns:a16="http://schemas.microsoft.com/office/drawing/2014/main" id="{9F2C3545-C299-4FA0-D8F8-24AA333EF529}"/>
              </a:ext>
            </a:extLst>
          </p:cNvPr>
          <p:cNvSpPr txBox="1"/>
          <p:nvPr/>
        </p:nvSpPr>
        <p:spPr>
          <a:xfrm>
            <a:off x="7120360" y="5949713"/>
            <a:ext cx="1053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for</a:t>
            </a:r>
            <a:r>
              <a:rPr lang="zh-CN" altLang="en-US"/>
              <a:t>循环</a:t>
            </a:r>
          </a:p>
        </p:txBody>
      </p:sp>
    </p:spTree>
    <p:extLst>
      <p:ext uri="{BB962C8B-B14F-4D97-AF65-F5344CB8AC3E}">
        <p14:creationId xmlns:p14="http://schemas.microsoft.com/office/powerpoint/2010/main" val="42030208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10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100" autoRev="1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18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FF143-5174-0070-8C46-653DC5A24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C40F9FD-5AEE-50FC-C722-994A47E99A6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循环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AA0C7571-39E8-4519-5B36-81047B7C8D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2289903"/>
          </a:xfrm>
        </p:spPr>
        <p:txBody>
          <a:bodyPr/>
          <a:lstStyle/>
          <a:p>
            <a:r>
              <a:rPr lang="en-US" altLang="zh-CN">
                <a:latin typeface="+mn-lt"/>
              </a:rPr>
              <a:t> </a:t>
            </a:r>
          </a:p>
          <a:p>
            <a:r>
              <a:rPr lang="en-US" altLang="zh-CN">
                <a:latin typeface="+mn-lt"/>
              </a:rPr>
              <a:t> </a:t>
            </a:r>
          </a:p>
          <a:p>
            <a:r>
              <a:rPr lang="zh-CN" altLang="en-US">
                <a:latin typeface="+mn-lt"/>
              </a:rPr>
              <a:t>嵌套循环</a:t>
            </a:r>
            <a:endParaRPr lang="en-US" altLang="zh-CN">
              <a:latin typeface="+mn-lt"/>
            </a:endParaRPr>
          </a:p>
          <a:p>
            <a:r>
              <a:rPr lang="zh-CN" altLang="en-US">
                <a:latin typeface="+mn-lt"/>
              </a:rPr>
              <a:t>案例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EAFD5AB-FD44-7FE8-C230-ABF9FAA6FF7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3</a:t>
            </a:r>
            <a:endParaRPr lang="zh-CN" altLang="en-US"/>
          </a:p>
        </p:txBody>
      </p:sp>
      <p:sp>
        <p:nvSpPr>
          <p:cNvPr id="4" name="!!文本框 1">
            <a:extLst>
              <a:ext uri="{FF2B5EF4-FFF2-40B4-BE49-F238E27FC236}">
                <a16:creationId xmlns:a16="http://schemas.microsoft.com/office/drawing/2014/main" id="{EA5D776C-B0C4-A2DD-600E-BF40244FC487}"/>
              </a:ext>
            </a:extLst>
          </p:cNvPr>
          <p:cNvSpPr txBox="1"/>
          <p:nvPr/>
        </p:nvSpPr>
        <p:spPr>
          <a:xfrm>
            <a:off x="6689309" y="3025019"/>
            <a:ext cx="1321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latin typeface="+mn-lt"/>
              </a:rPr>
              <a:t>while</a:t>
            </a:r>
            <a:r>
              <a:rPr lang="zh-CN" altLang="en-US">
                <a:latin typeface="+mn-lt"/>
              </a:rPr>
              <a:t>循环</a:t>
            </a:r>
            <a:endParaRPr lang="en-US" altLang="zh-CN">
              <a:latin typeface="+mn-lt"/>
            </a:endParaRPr>
          </a:p>
        </p:txBody>
      </p:sp>
      <p:sp>
        <p:nvSpPr>
          <p:cNvPr id="8" name="!!文本框 3">
            <a:extLst>
              <a:ext uri="{FF2B5EF4-FFF2-40B4-BE49-F238E27FC236}">
                <a16:creationId xmlns:a16="http://schemas.microsoft.com/office/drawing/2014/main" id="{30C634C4-9735-16A9-5B2B-187DA4EFD12D}"/>
              </a:ext>
            </a:extLst>
          </p:cNvPr>
          <p:cNvSpPr txBox="1"/>
          <p:nvPr/>
        </p:nvSpPr>
        <p:spPr>
          <a:xfrm>
            <a:off x="6695935" y="3560803"/>
            <a:ext cx="11926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latin typeface="+mn-lt"/>
              </a:rPr>
              <a:t>for</a:t>
            </a:r>
            <a:r>
              <a:rPr lang="zh-CN" altLang="en-US">
                <a:latin typeface="+mn-lt"/>
              </a:rPr>
              <a:t>循环</a:t>
            </a:r>
            <a:endParaRPr lang="en-US" altLang="zh-CN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298061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205B1-F58F-317A-17C8-4571B6FDC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B3D51A0-7CFB-8566-8402-C33746D0F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while</a:t>
            </a:r>
            <a:endParaRPr lang="zh-CN" altLang="en-US"/>
          </a:p>
        </p:txBody>
      </p:sp>
      <p:sp>
        <p:nvSpPr>
          <p:cNvPr id="56" name="内容占位符 3">
            <a:extLst>
              <a:ext uri="{FF2B5EF4-FFF2-40B4-BE49-F238E27FC236}">
                <a16:creationId xmlns:a16="http://schemas.microsoft.com/office/drawing/2014/main" id="{1C30FAE7-03E8-11BF-AC40-5F7D9BCC8E1C}"/>
              </a:ext>
            </a:extLst>
          </p:cNvPr>
          <p:cNvSpPr txBox="1">
            <a:spLocks/>
          </p:cNvSpPr>
          <p:nvPr/>
        </p:nvSpPr>
        <p:spPr>
          <a:xfrm>
            <a:off x="669218" y="887346"/>
            <a:ext cx="5201751" cy="47441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while</a:t>
            </a:r>
            <a:r>
              <a:rPr lang="zh-CN" altLang="en-US"/>
              <a:t>循环的语法结构：</a:t>
            </a:r>
          </a:p>
        </p:txBody>
      </p:sp>
      <p:grpSp>
        <p:nvGrpSpPr>
          <p:cNvPr id="57" name="组合 2">
            <a:extLst>
              <a:ext uri="{FF2B5EF4-FFF2-40B4-BE49-F238E27FC236}">
                <a16:creationId xmlns:a16="http://schemas.microsoft.com/office/drawing/2014/main" id="{A1880B7A-DC9D-558F-8484-829BC1686311}"/>
              </a:ext>
            </a:extLst>
          </p:cNvPr>
          <p:cNvGrpSpPr/>
          <p:nvPr/>
        </p:nvGrpSpPr>
        <p:grpSpPr>
          <a:xfrm>
            <a:off x="966377" y="1475221"/>
            <a:ext cx="4990729" cy="1776015"/>
            <a:chOff x="2297719" y="3660322"/>
            <a:chExt cx="5498855" cy="1776122"/>
          </a:xfrm>
        </p:grpSpPr>
        <p:sp>
          <p:nvSpPr>
            <p:cNvPr id="58" name="矩形: 圆角 57">
              <a:extLst>
                <a:ext uri="{FF2B5EF4-FFF2-40B4-BE49-F238E27FC236}">
                  <a16:creationId xmlns:a16="http://schemas.microsoft.com/office/drawing/2014/main" id="{2A5757CD-008B-6C9A-EBA2-D8E2263CB234}"/>
                </a:ext>
              </a:extLst>
            </p:cNvPr>
            <p:cNvSpPr/>
            <p:nvPr/>
          </p:nvSpPr>
          <p:spPr>
            <a:xfrm>
              <a:off x="2297728" y="3660322"/>
              <a:ext cx="5498846" cy="1776122"/>
            </a:xfrm>
            <a:prstGeom prst="roundRect">
              <a:avLst>
                <a:gd name="adj" fmla="val 2988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ts val="2300"/>
                </a:lnSpc>
                <a:buNone/>
              </a:pPr>
              <a:r>
                <a:rPr lang="en-US" altLang="zh-CN" sz="1200">
                  <a:solidFill>
                    <a:srgbClr val="8C8C8C"/>
                  </a:solidFill>
                  <a:effectLst/>
                </a:rPr>
                <a:t># while</a:t>
              </a:r>
              <a:r>
                <a:rPr lang="zh-CN" altLang="en-US" sz="1200">
                  <a:solidFill>
                    <a:srgbClr val="8C8C8C"/>
                  </a:solidFill>
                  <a:effectLst/>
                </a:rPr>
                <a:t>语法结构</a:t>
              </a:r>
              <a:br>
                <a:rPr lang="zh-CN" altLang="en-US" sz="1200" i="1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while </a:t>
              </a:r>
              <a:r>
                <a:rPr lang="zh-CN" altLang="en-US" sz="1200">
                  <a:solidFill>
                    <a:srgbClr val="080808"/>
                  </a:solidFill>
                  <a:latin typeface="Fira Code" panose="020B0809050000020004" pitchFamily="49" charset="0"/>
                </a:rPr>
                <a:t>条件表达式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zh-CN" altLang="en-US" sz="12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循环体语句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1</a:t>
              </a:r>
            </a:p>
            <a:p>
              <a:pPr>
                <a:lnSpc>
                  <a:spcPts val="2300"/>
                </a:lnSpc>
                <a:buNone/>
              </a:pPr>
              <a:r>
                <a:rPr lang="zh-CN" altLang="en-US" sz="12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    循环体语句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2</a:t>
              </a:r>
            </a:p>
            <a:p>
              <a:pPr>
                <a:lnSpc>
                  <a:spcPts val="2300"/>
                </a:lnSpc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    ...</a:t>
              </a:r>
              <a:endParaRPr lang="en-US" altLang="zh-CN" sz="1200">
                <a:solidFill>
                  <a:srgbClr val="080808"/>
                </a:solidFill>
                <a:effectLst/>
                <a:latin typeface="Fira Code" panose="020B0809050000020004" pitchFamily="49" charset="0"/>
              </a:endParaRPr>
            </a:p>
          </p:txBody>
        </p:sp>
        <p:sp>
          <p:nvSpPr>
            <p:cNvPr id="59" name="矩形: 圆顶角 58">
              <a:extLst>
                <a:ext uri="{FF2B5EF4-FFF2-40B4-BE49-F238E27FC236}">
                  <a16:creationId xmlns:a16="http://schemas.microsoft.com/office/drawing/2014/main" id="{3B6F43A7-E07B-7D71-4D47-C438CA46B8C9}"/>
                </a:ext>
              </a:extLst>
            </p:cNvPr>
            <p:cNvSpPr/>
            <p:nvPr/>
          </p:nvSpPr>
          <p:spPr>
            <a:xfrm>
              <a:off x="2297719" y="3660322"/>
              <a:ext cx="5498846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2505DA7B-93EA-D447-0277-BA827E46DDD4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>
              <a:extLst>
                <a:ext uri="{FF2B5EF4-FFF2-40B4-BE49-F238E27FC236}">
                  <a16:creationId xmlns:a16="http://schemas.microsoft.com/office/drawing/2014/main" id="{05436536-FE1E-FA72-E3E8-344AB6372FA7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>
              <a:extLst>
                <a:ext uri="{FF2B5EF4-FFF2-40B4-BE49-F238E27FC236}">
                  <a16:creationId xmlns:a16="http://schemas.microsoft.com/office/drawing/2014/main" id="{2D59F029-DA44-37CC-5D9D-4888DD00F27A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5" name="组合 2">
            <a:extLst>
              <a:ext uri="{FF2B5EF4-FFF2-40B4-BE49-F238E27FC236}">
                <a16:creationId xmlns:a16="http://schemas.microsoft.com/office/drawing/2014/main" id="{E10E1019-889E-A728-982D-24E4040A23C4}"/>
              </a:ext>
            </a:extLst>
          </p:cNvPr>
          <p:cNvGrpSpPr/>
          <p:nvPr/>
        </p:nvGrpSpPr>
        <p:grpSpPr>
          <a:xfrm>
            <a:off x="966377" y="3338329"/>
            <a:ext cx="4990729" cy="2358400"/>
            <a:chOff x="2297719" y="3660322"/>
            <a:chExt cx="5498855" cy="2358542"/>
          </a:xfrm>
        </p:grpSpPr>
        <p:sp>
          <p:nvSpPr>
            <p:cNvPr id="66" name="矩形: 圆角 65">
              <a:extLst>
                <a:ext uri="{FF2B5EF4-FFF2-40B4-BE49-F238E27FC236}">
                  <a16:creationId xmlns:a16="http://schemas.microsoft.com/office/drawing/2014/main" id="{CBFC45AC-FAE8-8039-1AF3-726FB3F44A49}"/>
                </a:ext>
              </a:extLst>
            </p:cNvPr>
            <p:cNvSpPr/>
            <p:nvPr/>
          </p:nvSpPr>
          <p:spPr>
            <a:xfrm>
              <a:off x="2297728" y="3660322"/>
              <a:ext cx="5498846" cy="2358542"/>
            </a:xfrm>
            <a:prstGeom prst="roundRect">
              <a:avLst>
                <a:gd name="adj" fmla="val 2988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ts val="2300"/>
                </a:lnSpc>
                <a:buNone/>
              </a:pPr>
              <a:r>
                <a:rPr lang="en-US" altLang="zh-CN" sz="1200">
                  <a:solidFill>
                    <a:srgbClr val="8C8C8C"/>
                  </a:solidFill>
                  <a:effectLst/>
                </a:rPr>
                <a:t># while</a:t>
              </a:r>
              <a:r>
                <a:rPr lang="zh-CN" altLang="en-US" sz="1200">
                  <a:solidFill>
                    <a:srgbClr val="8C8C8C"/>
                  </a:solidFill>
                  <a:effectLst/>
                </a:rPr>
                <a:t>语法结构</a:t>
              </a:r>
              <a:br>
                <a:rPr lang="zh-CN" altLang="en-US" sz="1200" i="1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while </a:t>
              </a:r>
              <a:r>
                <a:rPr lang="zh-CN" altLang="en-US" sz="1200">
                  <a:solidFill>
                    <a:srgbClr val="080808"/>
                  </a:solidFill>
                  <a:latin typeface="Fira Code" panose="020B0809050000020004" pitchFamily="49" charset="0"/>
                </a:rPr>
                <a:t>条件表达式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zh-CN" altLang="en-US" sz="12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循环体语句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1</a:t>
              </a:r>
            </a:p>
            <a:p>
              <a:pPr>
                <a:lnSpc>
                  <a:spcPts val="2300"/>
                </a:lnSpc>
                <a:buNone/>
              </a:pPr>
              <a:r>
                <a:rPr lang="zh-CN" altLang="en-US" sz="12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    循环体语句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2</a:t>
              </a:r>
            </a:p>
            <a:p>
              <a:pPr>
                <a:lnSpc>
                  <a:spcPts val="2300"/>
                </a:lnSpc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    ...</a:t>
              </a:r>
            </a:p>
            <a:p>
              <a:pPr>
                <a:lnSpc>
                  <a:spcPts val="2300"/>
                </a:lnSpc>
                <a:buNone/>
              </a:pP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else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effectLst/>
                  <a:latin typeface="Fira Code" panose="020B0809050000020004" pitchFamily="49" charset="0"/>
                </a:rPr>
                <a:t>:</a:t>
              </a:r>
            </a:p>
            <a:p>
              <a:pPr>
                <a:lnSpc>
                  <a:spcPts val="2300"/>
                </a:lnSpc>
                <a:buNone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    </a:t>
              </a:r>
              <a:r>
                <a:rPr lang="zh-CN" altLang="en-US" sz="12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条件为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False,</a:t>
              </a:r>
              <a:r>
                <a:rPr lang="zh-CN" altLang="en-US" sz="1200">
                  <a:solidFill>
                    <a:schemeClr val="tx1">
                      <a:lumMod val="75000"/>
                    </a:schemeClr>
                  </a:solidFill>
                  <a:latin typeface="Fira Code" panose="020B0809050000020004" pitchFamily="49" charset="0"/>
                </a:rPr>
                <a:t>循环正常结束时执行</a:t>
              </a:r>
              <a:endParaRPr lang="en-US" altLang="zh-CN" sz="1200">
                <a:solidFill>
                  <a:srgbClr val="080808"/>
                </a:solidFill>
                <a:effectLst/>
                <a:latin typeface="Fira Code" panose="020B0809050000020004" pitchFamily="49" charset="0"/>
              </a:endParaRPr>
            </a:p>
          </p:txBody>
        </p:sp>
        <p:sp>
          <p:nvSpPr>
            <p:cNvPr id="67" name="矩形: 圆顶角 66">
              <a:extLst>
                <a:ext uri="{FF2B5EF4-FFF2-40B4-BE49-F238E27FC236}">
                  <a16:creationId xmlns:a16="http://schemas.microsoft.com/office/drawing/2014/main" id="{21715836-29DB-9AB6-54CB-F03CCF241C7D}"/>
                </a:ext>
              </a:extLst>
            </p:cNvPr>
            <p:cNvSpPr/>
            <p:nvPr/>
          </p:nvSpPr>
          <p:spPr>
            <a:xfrm>
              <a:off x="2297719" y="3660322"/>
              <a:ext cx="5498846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68" name="椭圆 67">
              <a:extLst>
                <a:ext uri="{FF2B5EF4-FFF2-40B4-BE49-F238E27FC236}">
                  <a16:creationId xmlns:a16="http://schemas.microsoft.com/office/drawing/2014/main" id="{F99EA9E9-7477-ABF1-9A81-DC9A4CCD4DB2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D3E8FE28-C97E-1505-4CB0-C2600410A468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>
              <a:extLst>
                <a:ext uri="{FF2B5EF4-FFF2-40B4-BE49-F238E27FC236}">
                  <a16:creationId xmlns:a16="http://schemas.microsoft.com/office/drawing/2014/main" id="{4E2B5FCE-18C1-2A1D-E699-EB23F173F2F0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5B6F12F3-E023-DC17-792E-957C86DC005E}"/>
              </a:ext>
            </a:extLst>
          </p:cNvPr>
          <p:cNvSpPr/>
          <p:nvPr/>
        </p:nvSpPr>
        <p:spPr>
          <a:xfrm>
            <a:off x="1531354" y="2050853"/>
            <a:ext cx="807911" cy="298174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DB2D483F-55BE-5B8F-8BB5-4478C993C237}"/>
              </a:ext>
            </a:extLst>
          </p:cNvPr>
          <p:cNvCxnSpPr/>
          <p:nvPr/>
        </p:nvCxnSpPr>
        <p:spPr>
          <a:xfrm>
            <a:off x="139404" y="2191523"/>
            <a:ext cx="762000" cy="0"/>
          </a:xfrm>
          <a:prstGeom prst="straightConnector1">
            <a:avLst/>
          </a:prstGeom>
          <a:ln w="12700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79B03D70-6F81-6836-9B65-64F9D0D7F663}"/>
              </a:ext>
            </a:extLst>
          </p:cNvPr>
          <p:cNvCxnSpPr/>
          <p:nvPr/>
        </p:nvCxnSpPr>
        <p:spPr>
          <a:xfrm>
            <a:off x="139404" y="4068749"/>
            <a:ext cx="762000" cy="0"/>
          </a:xfrm>
          <a:prstGeom prst="straightConnector1">
            <a:avLst/>
          </a:prstGeom>
          <a:ln w="12700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矩形: 圆角 74">
            <a:extLst>
              <a:ext uri="{FF2B5EF4-FFF2-40B4-BE49-F238E27FC236}">
                <a16:creationId xmlns:a16="http://schemas.microsoft.com/office/drawing/2014/main" id="{D2A4FDDC-184A-21C9-23B8-0B52CF8CAF9E}"/>
              </a:ext>
            </a:extLst>
          </p:cNvPr>
          <p:cNvSpPr/>
          <p:nvPr/>
        </p:nvSpPr>
        <p:spPr>
          <a:xfrm>
            <a:off x="1531354" y="3913036"/>
            <a:ext cx="807911" cy="298174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7" name="矩形: 圆角 76">
            <a:extLst>
              <a:ext uri="{FF2B5EF4-FFF2-40B4-BE49-F238E27FC236}">
                <a16:creationId xmlns:a16="http://schemas.microsoft.com/office/drawing/2014/main" id="{BA47C078-985F-D863-D88E-121316027C8A}"/>
              </a:ext>
            </a:extLst>
          </p:cNvPr>
          <p:cNvSpPr/>
          <p:nvPr/>
        </p:nvSpPr>
        <p:spPr>
          <a:xfrm>
            <a:off x="1365978" y="2383106"/>
            <a:ext cx="973287" cy="802330"/>
          </a:xfrm>
          <a:prstGeom prst="roundRect">
            <a:avLst>
              <a:gd name="adj" fmla="val 8408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3AAB48D8-80B9-871A-4A42-45F99DF9F086}"/>
              </a:ext>
            </a:extLst>
          </p:cNvPr>
          <p:cNvSpPr/>
          <p:nvPr/>
        </p:nvSpPr>
        <p:spPr>
          <a:xfrm>
            <a:off x="1531353" y="2057221"/>
            <a:ext cx="807911" cy="298174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E79CBAFA-3D22-70E5-19C5-F4EE2B504C90}"/>
              </a:ext>
            </a:extLst>
          </p:cNvPr>
          <p:cNvSpPr/>
          <p:nvPr/>
        </p:nvSpPr>
        <p:spPr>
          <a:xfrm>
            <a:off x="1365978" y="4241048"/>
            <a:ext cx="973286" cy="809989"/>
          </a:xfrm>
          <a:prstGeom prst="roundRect">
            <a:avLst>
              <a:gd name="adj" fmla="val 6825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C7EB1CBD-EC07-03CF-5D6E-593AAEF372B7}"/>
              </a:ext>
            </a:extLst>
          </p:cNvPr>
          <p:cNvSpPr/>
          <p:nvPr/>
        </p:nvSpPr>
        <p:spPr>
          <a:xfrm>
            <a:off x="1531353" y="3913036"/>
            <a:ext cx="807911" cy="298174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1" name="矩形: 圆角 80">
            <a:extLst>
              <a:ext uri="{FF2B5EF4-FFF2-40B4-BE49-F238E27FC236}">
                <a16:creationId xmlns:a16="http://schemas.microsoft.com/office/drawing/2014/main" id="{25509F06-B264-FB91-C050-C0683B956475}"/>
              </a:ext>
            </a:extLst>
          </p:cNvPr>
          <p:cNvSpPr/>
          <p:nvPr/>
        </p:nvSpPr>
        <p:spPr>
          <a:xfrm>
            <a:off x="1531353" y="3919662"/>
            <a:ext cx="807911" cy="298174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2" name="矩形: 圆角 81">
            <a:extLst>
              <a:ext uri="{FF2B5EF4-FFF2-40B4-BE49-F238E27FC236}">
                <a16:creationId xmlns:a16="http://schemas.microsoft.com/office/drawing/2014/main" id="{2244DAAC-3F9A-0515-5673-BC4CD05AEFAB}"/>
              </a:ext>
            </a:extLst>
          </p:cNvPr>
          <p:cNvSpPr/>
          <p:nvPr/>
        </p:nvSpPr>
        <p:spPr>
          <a:xfrm>
            <a:off x="1365977" y="5385407"/>
            <a:ext cx="2447197" cy="298175"/>
          </a:xfrm>
          <a:prstGeom prst="roundRect">
            <a:avLst>
              <a:gd name="adj" fmla="val 13491"/>
            </a:avLst>
          </a:prstGeom>
          <a:solidFill>
            <a:srgbClr val="C00000">
              <a:alpha val="20000"/>
            </a:srgbClr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FFA8DE6C-676A-1658-07AE-22D36DBCADE7}"/>
              </a:ext>
            </a:extLst>
          </p:cNvPr>
          <p:cNvGrpSpPr/>
          <p:nvPr/>
        </p:nvGrpSpPr>
        <p:grpSpPr>
          <a:xfrm>
            <a:off x="669218" y="6273025"/>
            <a:ext cx="10834531" cy="348335"/>
            <a:chOff x="4685665" y="1834757"/>
            <a:chExt cx="10535544" cy="348335"/>
          </a:xfrm>
        </p:grpSpPr>
        <p:sp>
          <p:nvSpPr>
            <p:cNvPr id="84" name="ComponentBackground2">
              <a:extLst>
                <a:ext uri="{FF2B5EF4-FFF2-40B4-BE49-F238E27FC236}">
                  <a16:creationId xmlns:a16="http://schemas.microsoft.com/office/drawing/2014/main" id="{60208935-7A4B-9039-1BD7-21DD5F344C7F}"/>
                </a:ext>
              </a:extLst>
            </p:cNvPr>
            <p:cNvSpPr>
              <a:spLocks/>
            </p:cNvSpPr>
            <p:nvPr/>
          </p:nvSpPr>
          <p:spPr>
            <a:xfrm>
              <a:off x="4708524" y="1834757"/>
              <a:ext cx="10512685" cy="348335"/>
            </a:xfrm>
            <a:prstGeom prst="roundRect">
              <a:avLst>
                <a:gd name="adj" fmla="val 11490"/>
              </a:avLst>
            </a:prstGeom>
            <a:solidFill>
              <a:srgbClr val="000000">
                <a:alpha val="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rIns="180000" rtlCol="0" anchor="ctr"/>
            <a:lstStyle/>
            <a:p>
              <a:pPr lvl="0">
                <a:defRPr/>
              </a:pPr>
              <a:r>
                <a:rPr kumimoji="1" lang="zh-CN" altLang="en-US" sz="1200" b="1" kern="0">
                  <a:solidFill>
                    <a:schemeClr val="tx1">
                      <a:lumMod val="50000"/>
                    </a:schemeClr>
                  </a:solidFill>
                  <a:latin typeface="Arial"/>
                  <a:ea typeface="微软雅黑"/>
                </a:rPr>
                <a:t>注意：</a:t>
              </a:r>
              <a:r>
                <a:rPr kumimoji="1" lang="en-US" altLang="zh-CN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while</a:t>
              </a:r>
              <a:r>
                <a:rPr kumimoji="1" lang="zh-CN" altLang="en-US" sz="1200" kern="0">
                  <a:solidFill>
                    <a:schemeClr val="tx1">
                      <a:lumMod val="50000"/>
                    </a:schemeClr>
                  </a:solidFill>
                  <a:ea typeface="微软雅黑"/>
                </a:rPr>
                <a:t>循环是通过条件表达式，来控制是否要进行下一次循环 </a:t>
              </a:r>
              <a:r>
                <a:rPr kumimoji="1" lang="zh-CN" altLang="en-US" sz="1200" kern="0">
                  <a:solidFill>
                    <a:srgbClr val="000000"/>
                  </a:solidFill>
                  <a:ea typeface="微软雅黑"/>
                </a:rPr>
                <a:t>。</a:t>
              </a:r>
              <a:endParaRPr kumimoji="1" lang="zh-CN" altLang="en-US" sz="12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+mn-cs"/>
              </a:endParaRPr>
            </a:p>
          </p:txBody>
        </p:sp>
        <p:sp>
          <p:nvSpPr>
            <p:cNvPr id="85" name="Shape2">
              <a:extLst>
                <a:ext uri="{FF2B5EF4-FFF2-40B4-BE49-F238E27FC236}">
                  <a16:creationId xmlns:a16="http://schemas.microsoft.com/office/drawing/2014/main" id="{FFC9C66C-DD61-781D-C51A-231A27644EB0}"/>
                </a:ext>
              </a:extLst>
            </p:cNvPr>
            <p:cNvSpPr/>
            <p:nvPr/>
          </p:nvSpPr>
          <p:spPr>
            <a:xfrm>
              <a:off x="4685665" y="1860105"/>
              <a:ext cx="45719" cy="303939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sp>
        <p:nvSpPr>
          <p:cNvPr id="10" name="内容占位符 3">
            <a:extLst>
              <a:ext uri="{FF2B5EF4-FFF2-40B4-BE49-F238E27FC236}">
                <a16:creationId xmlns:a16="http://schemas.microsoft.com/office/drawing/2014/main" id="{25F6080F-DF98-8A37-F9C8-85C9C127E1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0249" y="883017"/>
            <a:ext cx="5201751" cy="4744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while</a:t>
            </a:r>
            <a:r>
              <a:rPr lang="zh-CN" altLang="en-US"/>
              <a:t>循环的执行流程：</a:t>
            </a:r>
          </a:p>
        </p:txBody>
      </p:sp>
      <p:sp>
        <p:nvSpPr>
          <p:cNvPr id="11" name="菱形 10">
            <a:extLst>
              <a:ext uri="{FF2B5EF4-FFF2-40B4-BE49-F238E27FC236}">
                <a16:creationId xmlns:a16="http://schemas.microsoft.com/office/drawing/2014/main" id="{307640B0-08BF-DEF1-8A35-70CEFCE2FB33}"/>
              </a:ext>
            </a:extLst>
          </p:cNvPr>
          <p:cNvSpPr/>
          <p:nvPr/>
        </p:nvSpPr>
        <p:spPr>
          <a:xfrm>
            <a:off x="7733662" y="2649261"/>
            <a:ext cx="1607101" cy="603350"/>
          </a:xfrm>
          <a:prstGeom prst="diamond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bIns="36000" rtlCol="0" anchor="ctr"/>
          <a:lstStyle/>
          <a:p>
            <a:pPr algn="ctr"/>
            <a:r>
              <a:rPr lang="zh-CN" altLang="en-US" sz="1100">
                <a:solidFill>
                  <a:schemeClr val="tx1">
                    <a:lumMod val="50000"/>
                  </a:schemeClr>
                </a:solidFill>
              </a:rPr>
              <a:t>条件表达式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86A10FB7-7E70-0F4F-64E1-DF103A8C229E}"/>
              </a:ext>
            </a:extLst>
          </p:cNvPr>
          <p:cNvCxnSpPr>
            <a:cxnSpLocks/>
            <a:stCxn id="21" idx="4"/>
            <a:endCxn id="11" idx="0"/>
          </p:cNvCxnSpPr>
          <p:nvPr/>
        </p:nvCxnSpPr>
        <p:spPr>
          <a:xfrm>
            <a:off x="8537213" y="2058595"/>
            <a:ext cx="0" cy="590667"/>
          </a:xfrm>
          <a:prstGeom prst="straightConnector1">
            <a:avLst/>
          </a:prstGeom>
          <a:ln w="12700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28">
            <a:extLst>
              <a:ext uri="{FF2B5EF4-FFF2-40B4-BE49-F238E27FC236}">
                <a16:creationId xmlns:a16="http://schemas.microsoft.com/office/drawing/2014/main" id="{F64954EB-A191-E90C-7D08-C1740FBAB85A}"/>
              </a:ext>
            </a:extLst>
          </p:cNvPr>
          <p:cNvCxnSpPr>
            <a:cxnSpLocks/>
            <a:stCxn id="18" idx="1"/>
            <a:endCxn id="11" idx="1"/>
          </p:cNvCxnSpPr>
          <p:nvPr/>
        </p:nvCxnSpPr>
        <p:spPr>
          <a:xfrm rot="10800000">
            <a:off x="7733662" y="2950937"/>
            <a:ext cx="144994" cy="1132438"/>
          </a:xfrm>
          <a:prstGeom prst="bentConnector3">
            <a:avLst>
              <a:gd name="adj1" fmla="val 379606"/>
            </a:avLst>
          </a:prstGeom>
          <a:ln w="12700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F610B40D-56A4-E7EB-5549-343CE0F68F5B}"/>
              </a:ext>
            </a:extLst>
          </p:cNvPr>
          <p:cNvSpPr txBox="1"/>
          <p:nvPr/>
        </p:nvSpPr>
        <p:spPr>
          <a:xfrm>
            <a:off x="9576026" y="3389256"/>
            <a:ext cx="6094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/>
              <a:t>False</a:t>
            </a:r>
            <a:endParaRPr lang="zh-CN" altLang="en-US" sz="1100"/>
          </a:p>
        </p:txBody>
      </p:sp>
      <p:cxnSp>
        <p:nvCxnSpPr>
          <p:cNvPr id="16" name="直接箭头连接符 28">
            <a:extLst>
              <a:ext uri="{FF2B5EF4-FFF2-40B4-BE49-F238E27FC236}">
                <a16:creationId xmlns:a16="http://schemas.microsoft.com/office/drawing/2014/main" id="{00799EF0-D8D5-8569-7B66-3A3C0658FA46}"/>
              </a:ext>
            </a:extLst>
          </p:cNvPr>
          <p:cNvCxnSpPr>
            <a:cxnSpLocks/>
            <a:stCxn id="11" idx="3"/>
            <a:endCxn id="20" idx="0"/>
          </p:cNvCxnSpPr>
          <p:nvPr/>
        </p:nvCxnSpPr>
        <p:spPr>
          <a:xfrm flipH="1">
            <a:off x="8537211" y="2950936"/>
            <a:ext cx="803552" cy="2094850"/>
          </a:xfrm>
          <a:prstGeom prst="bentConnector4">
            <a:avLst>
              <a:gd name="adj1" fmla="val -28449"/>
              <a:gd name="adj2" fmla="val 82504"/>
            </a:avLst>
          </a:prstGeom>
          <a:ln w="1270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101922F0-F418-98BA-E18B-E1C60E1D64BA}"/>
              </a:ext>
            </a:extLst>
          </p:cNvPr>
          <p:cNvCxnSpPr>
            <a:cxnSpLocks/>
            <a:stCxn id="11" idx="2"/>
            <a:endCxn id="18" idx="0"/>
          </p:cNvCxnSpPr>
          <p:nvPr/>
        </p:nvCxnSpPr>
        <p:spPr>
          <a:xfrm>
            <a:off x="8537213" y="3252612"/>
            <a:ext cx="1" cy="590667"/>
          </a:xfrm>
          <a:prstGeom prst="straightConnector1">
            <a:avLst/>
          </a:prstGeom>
          <a:ln w="12700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DFA06ED3-0DD2-B81D-5209-DCA7B288C56F}"/>
              </a:ext>
            </a:extLst>
          </p:cNvPr>
          <p:cNvSpPr/>
          <p:nvPr/>
        </p:nvSpPr>
        <p:spPr>
          <a:xfrm>
            <a:off x="7878656" y="3843278"/>
            <a:ext cx="1317114" cy="480194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循环体语句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0068F1B-088F-4F2E-723A-5A53162BB32C}"/>
              </a:ext>
            </a:extLst>
          </p:cNvPr>
          <p:cNvSpPr txBox="1"/>
          <p:nvPr/>
        </p:nvSpPr>
        <p:spPr>
          <a:xfrm>
            <a:off x="8465089" y="3389256"/>
            <a:ext cx="5245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/>
              <a:t>True</a:t>
            </a:r>
            <a:endParaRPr lang="zh-CN" altLang="en-US" sz="1100"/>
          </a:p>
        </p:txBody>
      </p:sp>
      <p:sp>
        <p:nvSpPr>
          <p:cNvPr id="20" name="流程图: 接点 19">
            <a:extLst>
              <a:ext uri="{FF2B5EF4-FFF2-40B4-BE49-F238E27FC236}">
                <a16:creationId xmlns:a16="http://schemas.microsoft.com/office/drawing/2014/main" id="{EDCB5F1B-EAAC-C303-6727-1F95ADE224DF}"/>
              </a:ext>
            </a:extLst>
          </p:cNvPr>
          <p:cNvSpPr/>
          <p:nvPr/>
        </p:nvSpPr>
        <p:spPr>
          <a:xfrm>
            <a:off x="8259344" y="5045786"/>
            <a:ext cx="555734" cy="555734"/>
          </a:xfrm>
          <a:prstGeom prst="flowChartConnector">
            <a:avLst/>
          </a:prstGeom>
          <a:solidFill>
            <a:srgbClr val="C00000">
              <a:alpha val="20000"/>
            </a:srgbClr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75000"/>
                  </a:schemeClr>
                </a:solidFill>
              </a:rPr>
              <a:t>结束</a:t>
            </a:r>
          </a:p>
        </p:txBody>
      </p:sp>
      <p:sp>
        <p:nvSpPr>
          <p:cNvPr id="21" name="流程图: 接点 20">
            <a:extLst>
              <a:ext uri="{FF2B5EF4-FFF2-40B4-BE49-F238E27FC236}">
                <a16:creationId xmlns:a16="http://schemas.microsoft.com/office/drawing/2014/main" id="{ED48B8DE-CE6E-CACF-C2D7-ECCB7E41F7A4}"/>
              </a:ext>
            </a:extLst>
          </p:cNvPr>
          <p:cNvSpPr/>
          <p:nvPr/>
        </p:nvSpPr>
        <p:spPr>
          <a:xfrm>
            <a:off x="8259345" y="1502861"/>
            <a:ext cx="555734" cy="555734"/>
          </a:xfrm>
          <a:prstGeom prst="flowChartConnector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开始</a:t>
            </a:r>
          </a:p>
        </p:txBody>
      </p:sp>
    </p:spTree>
    <p:extLst>
      <p:ext uri="{BB962C8B-B14F-4D97-AF65-F5344CB8AC3E}">
        <p14:creationId xmlns:p14="http://schemas.microsoft.com/office/powerpoint/2010/main" val="1067640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3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-3.33333E-6 L -0.00677 0.08519 " pathEditMode="relative" rAng="0" ptsTypes="AA">
                                      <p:cBhvr>
                                        <p:cTn id="2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9" y="4259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63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677 -0.08519 L -3.125E-6 1.48148E-6 " pathEditMode="relative" rAng="0" ptsTypes="AA">
                                      <p:cBhvr>
                                        <p:cTn id="2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9" y="4259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6" presetClass="emp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9" dur="500" fill="hold"/>
                                        <p:tgtEl>
                                          <p:spTgt spid="71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20470" y="269081"/>
                                    </p:animScale>
                                  </p:childTnLst>
                                </p:cTn>
                              </p:par>
                              <p:par>
                                <p:cTn id="30" presetID="6" presetClass="emp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1" dur="500" fill="hold"/>
                                        <p:tgtEl>
                                          <p:spTgt spid="77"/>
                                        </p:tgtEl>
                                      </p:cBhvr>
                                      <p:by x="150000" y="150000"/>
                                      <p:from x="83009" y="37164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63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7.40741E-7 L -0.00677 0.08426 " pathEditMode="relative" rAng="0" ptsTypes="AA">
                                      <p:cBhvr>
                                        <p:cTn id="49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9" y="4213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63" presetClass="path" presetSubtype="0" accel="50000" decel="5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677 -0.08426 L -3.125E-6 1.48148E-6 " pathEditMode="relative" rAng="0" ptsTypes="AA">
                                      <p:cBhvr>
                                        <p:cTn id="51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9" y="4213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6" presetClass="emp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3" dur="500" fill="hold"/>
                                        <p:tgtEl>
                                          <p:spTgt spid="78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20470" y="269081"/>
                                    </p:animScale>
                                  </p:childTnLst>
                                </p:cTn>
                              </p:par>
                              <p:par>
                                <p:cTn id="54" presetID="6" presetClass="emph" presetSubtype="0" accel="50000" decel="5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5" dur="500" fill="hold"/>
                                        <p:tgtEl>
                                          <p:spTgt spid="77"/>
                                        </p:tgtEl>
                                      </p:cBhvr>
                                      <p:by x="150000" y="150000"/>
                                      <p:from x="83009" y="37164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xit" presetSubtype="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xit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0" presetClass="entr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63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-1.11111E-6 L -0.00677 0.08519 " pathEditMode="relative" rAng="0" ptsTypes="AA">
                                      <p:cBhvr>
                                        <p:cTn id="146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9" y="4259"/>
                                    </p:animMotion>
                                  </p:childTnLst>
                                </p:cTn>
                              </p:par>
                              <p:par>
                                <p:cTn id="147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677 -0.08519 L -3.125E-6 3.7037E-6 " pathEditMode="relative" rAng="0" ptsTypes="AA">
                                      <p:cBhvr>
                                        <p:cTn id="148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9" y="4259"/>
                                    </p:animMotion>
                                  </p:childTnLst>
                                </p:cTn>
                              </p:par>
                              <p:par>
                                <p:cTn id="149" presetID="6" presetClass="emp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0" dur="500" fill="hold"/>
                                        <p:tgtEl>
                                          <p:spTgt spid="75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20469" y="271650"/>
                                    </p:animScale>
                                  </p:childTnLst>
                                </p:cTn>
                              </p:par>
                              <p:par>
                                <p:cTn id="151" presetID="6" presetClass="emp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2" dur="500" fill="hold"/>
                                        <p:tgtEl>
                                          <p:spTgt spid="79"/>
                                        </p:tgtEl>
                                      </p:cBhvr>
                                      <p:by x="150000" y="150000"/>
                                      <p:from x="83009" y="36812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xit" presetSubtype="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xit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0" presetClass="entr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63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-1.11111E-6 L -0.00677 0.08519 " pathEditMode="relative" rAng="0" ptsTypes="AA">
                                      <p:cBhvr>
                                        <p:cTn id="170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9" y="4259"/>
                                    </p:animMotion>
                                  </p:childTnLst>
                                </p:cTn>
                              </p:par>
                              <p:par>
                                <p:cTn id="171" presetID="63" presetClass="pat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677 -0.08519 L -3.125E-6 3.7037E-6 " pathEditMode="relative" rAng="0" ptsTypes="AA">
                                      <p:cBhvr>
                                        <p:cTn id="172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9" y="4259"/>
                                    </p:animMotion>
                                  </p:childTnLst>
                                </p:cTn>
                              </p:par>
                              <p:par>
                                <p:cTn id="173" presetID="6" presetClass="emp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74" dur="500" fill="hold"/>
                                        <p:tgtEl>
                                          <p:spTgt spid="80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20469" y="271650"/>
                                    </p:animScale>
                                  </p:childTnLst>
                                </p:cTn>
                              </p:par>
                              <p:par>
                                <p:cTn id="175" presetID="6" presetClass="emph" presetSubtype="0" accel="50000" decel="5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76" dur="500" fill="hold"/>
                                        <p:tgtEl>
                                          <p:spTgt spid="79"/>
                                        </p:tgtEl>
                                      </p:cBhvr>
                                      <p:by x="150000" y="150000"/>
                                      <p:from x="83009" y="36812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xit" presetSubtype="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9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8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animClr clrSpc="rgb" dir="cw">
                                      <p:cBhvr>
                                        <p:cTn id="189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90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1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3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94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0" presetClass="exit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0" presetClass="entr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63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2.96296E-6 L 0.0155 0.21365 " pathEditMode="relative" rAng="0" ptsTypes="AA">
                                      <p:cBhvr>
                                        <p:cTn id="204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68" y="10671"/>
                                    </p:animMotion>
                                  </p:childTnLst>
                                </p:cTn>
                              </p:par>
                              <p:par>
                                <p:cTn id="205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378 -0.21157 L 2.08333E-7 -4.44444E-6 " pathEditMode="relative" rAng="0" ptsTypes="AA">
                                      <p:cBhvr>
                                        <p:cTn id="206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82" y="10579"/>
                                    </p:animMotion>
                                  </p:childTnLst>
                                </p:cTn>
                              </p:par>
                              <p:par>
                                <p:cTn id="207" presetID="6" presetClass="emp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08" dur="500" fill="hold"/>
                                        <p:tgtEl>
                                          <p:spTgt spid="81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87722" y="100000"/>
                                    </p:animScale>
                                  </p:childTnLst>
                                </p:cTn>
                              </p:par>
                              <p:par>
                                <p:cTn id="209" presetID="6" presetClass="emp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10" dur="500" fill="hold"/>
                                        <p:tgtEl>
                                          <p:spTgt spid="82"/>
                                        </p:tgtEl>
                                      </p:cBhvr>
                                      <p:by x="150000" y="150000"/>
                                      <p:from x="5327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  <p:bldP spid="71" grpId="1" animBg="1"/>
      <p:bldP spid="71" grpId="2" animBg="1"/>
      <p:bldP spid="71" grpId="3" animBg="1"/>
      <p:bldP spid="75" grpId="0" animBg="1"/>
      <p:bldP spid="75" grpId="1" animBg="1"/>
      <p:bldP spid="75" grpId="2" animBg="1"/>
      <p:bldP spid="75" grpId="3" animBg="1"/>
      <p:bldP spid="77" grpId="1" animBg="1"/>
      <p:bldP spid="77" grpId="2" animBg="1"/>
      <p:bldP spid="77" grpId="3" animBg="1"/>
      <p:bldP spid="77" grpId="4" animBg="1"/>
      <p:bldP spid="77" grpId="5" animBg="1"/>
      <p:bldP spid="77" grpId="6" animBg="1"/>
      <p:bldP spid="77" grpId="7" animBg="1"/>
      <p:bldP spid="77" grpId="8" animBg="1"/>
      <p:bldP spid="78" grpId="0" animBg="1"/>
      <p:bldP spid="78" grpId="1" animBg="1"/>
      <p:bldP spid="78" grpId="2" animBg="1"/>
      <p:bldP spid="78" grpId="3" animBg="1"/>
      <p:bldP spid="79" grpId="0" animBg="1"/>
      <p:bldP spid="79" grpId="1" animBg="1"/>
      <p:bldP spid="79" grpId="2" animBg="1"/>
      <p:bldP spid="79" grpId="3" animBg="1"/>
      <p:bldP spid="79" grpId="4" animBg="1"/>
      <p:bldP spid="79" grpId="5" animBg="1"/>
      <p:bldP spid="79" grpId="6" animBg="1"/>
      <p:bldP spid="79" grpId="7" animBg="1"/>
      <p:bldP spid="80" grpId="0" animBg="1"/>
      <p:bldP spid="80" grpId="1" animBg="1"/>
      <p:bldP spid="80" grpId="2" animBg="1"/>
      <p:bldP spid="80" grpId="3" animBg="1"/>
      <p:bldP spid="81" grpId="0" animBg="1"/>
      <p:bldP spid="81" grpId="1" animBg="1"/>
      <p:bldP spid="81" grpId="2" animBg="1"/>
      <p:bldP spid="81" grpId="3" animBg="1"/>
      <p:bldP spid="81" grpId="4" animBg="1"/>
      <p:bldP spid="82" grpId="0" animBg="1"/>
      <p:bldP spid="82" grpId="1" animBg="1"/>
      <p:bldP spid="82" grpId="2" animBg="1"/>
      <p:bldP spid="10" grpId="0" build="p"/>
      <p:bldP spid="11" grpId="0" animBg="1"/>
      <p:bldP spid="14" grpId="0"/>
      <p:bldP spid="18" grpId="0" animBg="1"/>
      <p:bldP spid="19" grpId="0"/>
      <p:bldP spid="20" grpId="0" animBg="1"/>
      <p:bldP spid="2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7C95E-3961-D344-9EE3-DBF11F861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7B9ABEB-411F-5F06-7021-F80E30DEFC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5201751" cy="4744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while</a:t>
            </a:r>
            <a:r>
              <a:rPr lang="zh-CN" altLang="en-US"/>
              <a:t>循环的执行流程：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9069737-1CA6-AF58-D2F3-DE3A9283B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while</a:t>
            </a:r>
            <a:endParaRPr lang="zh-CN" altLang="en-US"/>
          </a:p>
        </p:txBody>
      </p:sp>
      <p:sp>
        <p:nvSpPr>
          <p:cNvPr id="5" name="菱形 4">
            <a:extLst>
              <a:ext uri="{FF2B5EF4-FFF2-40B4-BE49-F238E27FC236}">
                <a16:creationId xmlns:a16="http://schemas.microsoft.com/office/drawing/2014/main" id="{54123E6A-BA98-052F-9A83-AFBB38394C33}"/>
              </a:ext>
            </a:extLst>
          </p:cNvPr>
          <p:cNvSpPr/>
          <p:nvPr/>
        </p:nvSpPr>
        <p:spPr>
          <a:xfrm>
            <a:off x="1319610" y="2722486"/>
            <a:ext cx="1607101" cy="603350"/>
          </a:xfrm>
          <a:prstGeom prst="diamond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bIns="36000" rtlCol="0" anchor="ctr"/>
          <a:lstStyle/>
          <a:p>
            <a:pPr algn="ctr"/>
            <a:r>
              <a:rPr lang="zh-CN" altLang="en-US" sz="1100">
                <a:solidFill>
                  <a:schemeClr val="tx1">
                    <a:lumMod val="50000"/>
                  </a:schemeClr>
                </a:solidFill>
              </a:rPr>
              <a:t>条件表达式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6C797E56-DFBB-A76F-C2CC-EAADDCFD54EA}"/>
              </a:ext>
            </a:extLst>
          </p:cNvPr>
          <p:cNvCxnSpPr>
            <a:cxnSpLocks/>
            <a:stCxn id="52" idx="4"/>
            <a:endCxn id="5" idx="0"/>
          </p:cNvCxnSpPr>
          <p:nvPr/>
        </p:nvCxnSpPr>
        <p:spPr>
          <a:xfrm>
            <a:off x="2123161" y="2131820"/>
            <a:ext cx="0" cy="590667"/>
          </a:xfrm>
          <a:prstGeom prst="straightConnector1">
            <a:avLst/>
          </a:prstGeom>
          <a:ln w="12700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28">
            <a:extLst>
              <a:ext uri="{FF2B5EF4-FFF2-40B4-BE49-F238E27FC236}">
                <a16:creationId xmlns:a16="http://schemas.microsoft.com/office/drawing/2014/main" id="{512D3E91-215E-D55E-13C6-0DF1C939A90E}"/>
              </a:ext>
            </a:extLst>
          </p:cNvPr>
          <p:cNvCxnSpPr>
            <a:cxnSpLocks/>
            <a:stCxn id="26" idx="1"/>
            <a:endCxn id="5" idx="1"/>
          </p:cNvCxnSpPr>
          <p:nvPr/>
        </p:nvCxnSpPr>
        <p:spPr>
          <a:xfrm rot="10800000">
            <a:off x="1319610" y="3024162"/>
            <a:ext cx="144994" cy="1132438"/>
          </a:xfrm>
          <a:prstGeom prst="bentConnector3">
            <a:avLst>
              <a:gd name="adj1" fmla="val 379606"/>
            </a:avLst>
          </a:prstGeom>
          <a:ln w="12700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AE893135-75F1-DEED-29C6-6BFE27260CCA}"/>
              </a:ext>
            </a:extLst>
          </p:cNvPr>
          <p:cNvSpPr txBox="1"/>
          <p:nvPr/>
        </p:nvSpPr>
        <p:spPr>
          <a:xfrm>
            <a:off x="3161974" y="3462481"/>
            <a:ext cx="6094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/>
              <a:t>False</a:t>
            </a:r>
            <a:endParaRPr lang="zh-CN" altLang="en-US" sz="1100"/>
          </a:p>
        </p:txBody>
      </p:sp>
      <p:cxnSp>
        <p:nvCxnSpPr>
          <p:cNvPr id="15" name="直接箭头连接符 28">
            <a:extLst>
              <a:ext uri="{FF2B5EF4-FFF2-40B4-BE49-F238E27FC236}">
                <a16:creationId xmlns:a16="http://schemas.microsoft.com/office/drawing/2014/main" id="{FD2FC7F8-CEC0-0294-413C-501EEB381893}"/>
              </a:ext>
            </a:extLst>
          </p:cNvPr>
          <p:cNvCxnSpPr>
            <a:cxnSpLocks/>
            <a:stCxn id="5" idx="3"/>
            <a:endCxn id="42" idx="0"/>
          </p:cNvCxnSpPr>
          <p:nvPr/>
        </p:nvCxnSpPr>
        <p:spPr>
          <a:xfrm flipH="1">
            <a:off x="2123159" y="3024161"/>
            <a:ext cx="803552" cy="2094850"/>
          </a:xfrm>
          <a:prstGeom prst="bentConnector4">
            <a:avLst>
              <a:gd name="adj1" fmla="val -28449"/>
              <a:gd name="adj2" fmla="val 82504"/>
            </a:avLst>
          </a:prstGeom>
          <a:ln w="1270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C68A4879-35D6-9E3E-E332-D55072253400}"/>
              </a:ext>
            </a:extLst>
          </p:cNvPr>
          <p:cNvCxnSpPr>
            <a:cxnSpLocks/>
            <a:stCxn id="5" idx="2"/>
            <a:endCxn id="26" idx="0"/>
          </p:cNvCxnSpPr>
          <p:nvPr/>
        </p:nvCxnSpPr>
        <p:spPr>
          <a:xfrm>
            <a:off x="2123161" y="3325837"/>
            <a:ext cx="1" cy="590667"/>
          </a:xfrm>
          <a:prstGeom prst="straightConnector1">
            <a:avLst/>
          </a:prstGeom>
          <a:ln w="12700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C981E163-0CBF-3C86-6CB7-A17A1D7D849B}"/>
              </a:ext>
            </a:extLst>
          </p:cNvPr>
          <p:cNvSpPr/>
          <p:nvPr/>
        </p:nvSpPr>
        <p:spPr>
          <a:xfrm>
            <a:off x="1464604" y="3916503"/>
            <a:ext cx="1317114" cy="480194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循环体语句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1D32301-D271-8CAA-63E2-CD0D74D2C06E}"/>
              </a:ext>
            </a:extLst>
          </p:cNvPr>
          <p:cNvSpPr txBox="1"/>
          <p:nvPr/>
        </p:nvSpPr>
        <p:spPr>
          <a:xfrm>
            <a:off x="2051037" y="3462481"/>
            <a:ext cx="5245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/>
              <a:t>True</a:t>
            </a:r>
            <a:endParaRPr lang="zh-CN" altLang="en-US" sz="1100"/>
          </a:p>
        </p:txBody>
      </p:sp>
      <p:sp>
        <p:nvSpPr>
          <p:cNvPr id="42" name="流程图: 接点 41">
            <a:extLst>
              <a:ext uri="{FF2B5EF4-FFF2-40B4-BE49-F238E27FC236}">
                <a16:creationId xmlns:a16="http://schemas.microsoft.com/office/drawing/2014/main" id="{6FBBE0DD-8107-54B1-AA2B-53FF4481E7CE}"/>
              </a:ext>
            </a:extLst>
          </p:cNvPr>
          <p:cNvSpPr/>
          <p:nvPr/>
        </p:nvSpPr>
        <p:spPr>
          <a:xfrm>
            <a:off x="1845292" y="5119011"/>
            <a:ext cx="555734" cy="555734"/>
          </a:xfrm>
          <a:prstGeom prst="flowChartConnector">
            <a:avLst/>
          </a:prstGeom>
          <a:solidFill>
            <a:srgbClr val="C00000">
              <a:alpha val="20000"/>
            </a:srgbClr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75000"/>
                  </a:schemeClr>
                </a:solidFill>
              </a:rPr>
              <a:t>结束</a:t>
            </a:r>
          </a:p>
        </p:txBody>
      </p:sp>
      <p:sp>
        <p:nvSpPr>
          <p:cNvPr id="52" name="流程图: 接点 51">
            <a:extLst>
              <a:ext uri="{FF2B5EF4-FFF2-40B4-BE49-F238E27FC236}">
                <a16:creationId xmlns:a16="http://schemas.microsoft.com/office/drawing/2014/main" id="{26CE9785-BC6F-DBAD-80ED-51ADB18CC388}"/>
              </a:ext>
            </a:extLst>
          </p:cNvPr>
          <p:cNvSpPr/>
          <p:nvPr/>
        </p:nvSpPr>
        <p:spPr>
          <a:xfrm>
            <a:off x="1845293" y="1576086"/>
            <a:ext cx="555734" cy="555734"/>
          </a:xfrm>
          <a:prstGeom prst="flowChartConnector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开始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754F73E7-DEE3-42E7-C29B-656A749CC1E6}"/>
              </a:ext>
            </a:extLst>
          </p:cNvPr>
          <p:cNvGrpSpPr/>
          <p:nvPr/>
        </p:nvGrpSpPr>
        <p:grpSpPr>
          <a:xfrm>
            <a:off x="5000275" y="2249799"/>
            <a:ext cx="4088305" cy="2560739"/>
            <a:chOff x="2297719" y="3660321"/>
            <a:chExt cx="4504552" cy="2560893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8DF84080-C10F-CDCA-4C4A-E7C29E4A3B37}"/>
                </a:ext>
              </a:extLst>
            </p:cNvPr>
            <p:cNvSpPr/>
            <p:nvPr/>
          </p:nvSpPr>
          <p:spPr>
            <a:xfrm>
              <a:off x="2297728" y="3660321"/>
              <a:ext cx="4504543" cy="2560893"/>
            </a:xfrm>
            <a:prstGeom prst="roundRect">
              <a:avLst>
                <a:gd name="adj" fmla="val 2988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200000"/>
                </a:lnSpc>
                <a:buNone/>
              </a:pPr>
              <a:r>
                <a:rPr lang="nn-NO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i = </a:t>
              </a:r>
              <a:r>
                <a:rPr lang="nn-NO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0</a:t>
              </a:r>
              <a:br>
                <a:rPr lang="nn-NO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</a:br>
              <a:r>
                <a:rPr lang="nn-NO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while </a:t>
              </a:r>
              <a:r>
                <a:rPr lang="nn-NO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i &lt; </a:t>
              </a:r>
              <a:r>
                <a:rPr lang="nn-NO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10</a:t>
              </a:r>
              <a:r>
                <a:rPr lang="nn-NO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</a:t>
              </a:r>
              <a:br>
                <a:rPr lang="nn-NO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nn-NO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nn-NO" altLang="zh-CN" sz="1200">
                  <a:solidFill>
                    <a:srgbClr val="000080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nn-NO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nn-NO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nn-NO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人生苦短</a:t>
              </a:r>
              <a:r>
                <a:rPr lang="nn-NO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, </a:t>
              </a:r>
              <a:r>
                <a:rPr lang="zh-CN" altLang="nn-NO" sz="1200">
                  <a:solidFill>
                    <a:srgbClr val="067D17"/>
                  </a:solidFill>
                  <a:effectLst/>
                  <a:latin typeface="Courier New" panose="02070309020205020404" pitchFamily="49" charset="0"/>
                </a:rPr>
                <a:t>我用</a:t>
              </a:r>
              <a:r>
                <a:rPr lang="nn-NO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Python~"</a:t>
              </a:r>
              <a:r>
                <a:rPr lang="nn-NO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  <a:br>
                <a:rPr lang="nn-NO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nn-NO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i += </a:t>
              </a:r>
              <a:r>
                <a:rPr lang="nn-NO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1</a:t>
              </a:r>
            </a:p>
            <a:p>
              <a:pPr>
                <a:lnSpc>
                  <a:spcPct val="200000"/>
                </a:lnSpc>
                <a:buNone/>
              </a:pPr>
              <a:r>
                <a:rPr lang="nn-NO" altLang="zh-CN" sz="1200">
                  <a:solidFill>
                    <a:srgbClr val="0033B3"/>
                  </a:solidFill>
                  <a:latin typeface="Fira Code" panose="020B0809050000020004" pitchFamily="49" charset="0"/>
                </a:rPr>
                <a:t>else:</a:t>
              </a:r>
            </a:p>
            <a:p>
              <a:pPr>
                <a:lnSpc>
                  <a:spcPct val="200000"/>
                </a:lnSpc>
                <a:buNone/>
              </a:pPr>
              <a:r>
                <a:rPr lang="nn-NO" altLang="zh-CN" sz="1200">
                  <a:solidFill>
                    <a:srgbClr val="1750EB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nn-NO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nn-NO" altLang="zh-CN" sz="1200">
                  <a:solidFill>
                    <a:schemeClr val="tx1">
                      <a:lumMod val="50000"/>
                    </a:schemeClr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nn-NO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循环正常结束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,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执行完毕</a:t>
              </a:r>
              <a:r>
                <a:rPr lang="nn-NO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nn-NO" altLang="zh-CN" sz="1200">
                  <a:solidFill>
                    <a:schemeClr val="tx1">
                      <a:lumMod val="50000"/>
                    </a:schemeClr>
                  </a:solidFill>
                  <a:effectLst/>
                  <a:latin typeface="Fira Code" panose="020B0809050000020004" pitchFamily="49" charset="0"/>
                </a:rPr>
                <a:t>)</a:t>
              </a:r>
            </a:p>
          </p:txBody>
        </p:sp>
        <p:sp>
          <p:nvSpPr>
            <p:cNvPr id="10" name="矩形: 圆顶角 9">
              <a:extLst>
                <a:ext uri="{FF2B5EF4-FFF2-40B4-BE49-F238E27FC236}">
                  <a16:creationId xmlns:a16="http://schemas.microsoft.com/office/drawing/2014/main" id="{B5B745CD-D422-F9F9-65B7-9AD6097660F2}"/>
                </a:ext>
              </a:extLst>
            </p:cNvPr>
            <p:cNvSpPr/>
            <p:nvPr/>
          </p:nvSpPr>
          <p:spPr>
            <a:xfrm>
              <a:off x="2297719" y="3660322"/>
              <a:ext cx="4504543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30DB62F-0B05-65A4-B395-A60C5B542298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EEBC294B-B618-AF7F-9983-AF1D07EA0EC4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E72C63DC-F1F0-BC56-F0F3-317EBF360AC8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CBB9BB59-D319-DDC4-1C23-CD67D4902B49}"/>
              </a:ext>
            </a:extLst>
          </p:cNvPr>
          <p:cNvSpPr txBox="1"/>
          <p:nvPr/>
        </p:nvSpPr>
        <p:spPr>
          <a:xfrm>
            <a:off x="5376928" y="1585568"/>
            <a:ext cx="4115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打印</a:t>
            </a:r>
            <a:r>
              <a:rPr lang="en-US" altLang="zh-CN"/>
              <a:t>10</a:t>
            </a:r>
            <a:r>
              <a:rPr lang="zh-CN" altLang="en-US"/>
              <a:t>遍 </a:t>
            </a:r>
            <a:r>
              <a:rPr lang="en-US" altLang="zh-CN"/>
              <a:t>"</a:t>
            </a:r>
            <a:r>
              <a:rPr lang="zh-CN" altLang="en-US"/>
              <a:t>人生苦短，我用</a:t>
            </a:r>
            <a:r>
              <a:rPr lang="en-US" altLang="zh-CN"/>
              <a:t>Python~"</a:t>
            </a:r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26E5C964-6D66-F8FA-54B8-D62489F4988F}"/>
              </a:ext>
            </a:extLst>
          </p:cNvPr>
          <p:cNvSpPr/>
          <p:nvPr/>
        </p:nvSpPr>
        <p:spPr>
          <a:xfrm>
            <a:off x="5376928" y="3314304"/>
            <a:ext cx="2726776" cy="707732"/>
          </a:xfrm>
          <a:prstGeom prst="roundRect">
            <a:avLst>
              <a:gd name="adj" fmla="val 6825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57793BE-FD0E-6C96-F55A-28AB413A6289}"/>
              </a:ext>
            </a:extLst>
          </p:cNvPr>
          <p:cNvSpPr/>
          <p:nvPr/>
        </p:nvSpPr>
        <p:spPr>
          <a:xfrm>
            <a:off x="5565252" y="2970549"/>
            <a:ext cx="630139" cy="298174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4A7A7DEE-118E-6E2F-1F3B-8010A0962EE6}"/>
              </a:ext>
            </a:extLst>
          </p:cNvPr>
          <p:cNvSpPr/>
          <p:nvPr/>
        </p:nvSpPr>
        <p:spPr>
          <a:xfrm>
            <a:off x="5376928" y="4410730"/>
            <a:ext cx="2527994" cy="298174"/>
          </a:xfrm>
          <a:prstGeom prst="roundRect">
            <a:avLst/>
          </a:prstGeom>
          <a:solidFill>
            <a:srgbClr val="C00000">
              <a:alpha val="20000"/>
            </a:srgbClr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149EFE66-8887-2BE8-792A-BCD651D269E5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6195391" y="3119636"/>
            <a:ext cx="3067879" cy="0"/>
          </a:xfrm>
          <a:prstGeom prst="straightConnector1">
            <a:avLst/>
          </a:prstGeom>
          <a:ln w="12700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F3F2957A-0173-0D57-AE02-A378FD086E3B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8103704" y="3668170"/>
            <a:ext cx="1159566" cy="0"/>
          </a:xfrm>
          <a:prstGeom prst="straightConnector1">
            <a:avLst/>
          </a:prstGeom>
          <a:ln w="12700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A1CBD3AD-A428-F97B-C6D5-3F170F7AE4F1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7904922" y="4559817"/>
            <a:ext cx="1358348" cy="0"/>
          </a:xfrm>
          <a:prstGeom prst="straightConnector1">
            <a:avLst/>
          </a:prstGeom>
          <a:ln w="1270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3EBAE922-3162-F32A-CDCD-ABC8D7501F00}"/>
              </a:ext>
            </a:extLst>
          </p:cNvPr>
          <p:cNvSpPr txBox="1"/>
          <p:nvPr/>
        </p:nvSpPr>
        <p:spPr>
          <a:xfrm>
            <a:off x="9266863" y="2960946"/>
            <a:ext cx="10663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/>
              <a:t>循环的条件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043E084-6A60-E67D-AB6F-100EE9FA287E}"/>
              </a:ext>
            </a:extLst>
          </p:cNvPr>
          <p:cNvSpPr txBox="1"/>
          <p:nvPr/>
        </p:nvSpPr>
        <p:spPr>
          <a:xfrm>
            <a:off x="9263270" y="3514281"/>
            <a:ext cx="2653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/>
              <a:t>条件成立时，执行的循环体逻辑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EFD0136-5B10-8CE9-FE89-CF1C9711B445}"/>
              </a:ext>
            </a:extLst>
          </p:cNvPr>
          <p:cNvSpPr txBox="1"/>
          <p:nvPr/>
        </p:nvSpPr>
        <p:spPr>
          <a:xfrm>
            <a:off x="6107897" y="5036936"/>
            <a:ext cx="2653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rgbClr val="C00000"/>
                </a:solidFill>
              </a:rPr>
              <a:t>只要条件满足，会无限循环执行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D94F67E-927B-B43A-8684-22C43FDF5C3C}"/>
              </a:ext>
            </a:extLst>
          </p:cNvPr>
          <p:cNvSpPr txBox="1"/>
          <p:nvPr/>
        </p:nvSpPr>
        <p:spPr>
          <a:xfrm>
            <a:off x="9263270" y="4390348"/>
            <a:ext cx="30059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/>
              <a:t>条件不成立循环结束时，执行的代码</a:t>
            </a:r>
          </a:p>
        </p:txBody>
      </p:sp>
    </p:spTree>
    <p:extLst>
      <p:ext uri="{BB962C8B-B14F-4D97-AF65-F5344CB8AC3E}">
        <p14:creationId xmlns:p14="http://schemas.microsoft.com/office/powerpoint/2010/main" val="26793119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 animBg="1"/>
      <p:bldP spid="17" grpId="0" animBg="1"/>
      <p:bldP spid="18" grpId="0" animBg="1"/>
      <p:bldP spid="22" grpId="0"/>
      <p:bldP spid="23" grpId="0"/>
      <p:bldP spid="25" grpId="0"/>
      <p:bldP spid="27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4329E-9DDE-73AD-E2DF-B275CBA62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76F450C6-B874-8F09-29B8-CA01A564C8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13735" y="2023533"/>
            <a:ext cx="7170081" cy="3298744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zh-CN"/>
              <a:t>while</a:t>
            </a:r>
            <a:r>
              <a:rPr lang="zh-CN" altLang="en-US"/>
              <a:t>循环的语法格式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endParaRPr lang="en-US" altLang="zh-CN"/>
          </a:p>
          <a:p>
            <a:pPr marL="342900" indent="-342900">
              <a:buFont typeface="+mj-lt"/>
              <a:buAutoNum type="arabicPeriod"/>
            </a:pPr>
            <a:endParaRPr lang="en-US" altLang="zh-CN"/>
          </a:p>
          <a:p>
            <a:pPr marL="342900" indent="-342900">
              <a:buFont typeface="+mj-lt"/>
              <a:buAutoNum type="arabicPeriod"/>
            </a:pPr>
            <a:endParaRPr lang="en-US" altLang="zh-CN"/>
          </a:p>
          <a:p>
            <a:pPr marL="342900" indent="-342900">
              <a:buFont typeface="+mj-lt"/>
              <a:buAutoNum type="arabicPeriod"/>
            </a:pP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en-US" altLang="zh-CN"/>
              <a:t>while</a:t>
            </a:r>
            <a:r>
              <a:rPr lang="zh-CN" altLang="en-US"/>
              <a:t>循环的注意事项</a:t>
            </a:r>
            <a:endParaRPr lang="en-US" altLang="zh-CN"/>
          </a:p>
          <a:p>
            <a:pPr marL="612000" lvl="1" indent="-34290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条件表达式的结果为布尔类型</a:t>
            </a:r>
            <a:endParaRPr lang="en-US" altLang="zh-CN" sz="1400"/>
          </a:p>
          <a:p>
            <a:pPr marL="612000" lvl="1" indent="-34290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通过空格缩进表述层级关系</a:t>
            </a:r>
            <a:endParaRPr lang="en-US" altLang="zh-CN" sz="1400"/>
          </a:p>
          <a:p>
            <a:pPr marL="612000" lvl="1" indent="-342900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/>
              <a:t>规划好循环终止的条件，否则将无限循环（死循环）</a:t>
            </a:r>
            <a:endParaRPr lang="en-US" altLang="zh-CN" sz="140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19CEF76-3A36-6721-4725-D1865E6F137C}"/>
              </a:ext>
            </a:extLst>
          </p:cNvPr>
          <p:cNvSpPr/>
          <p:nvPr/>
        </p:nvSpPr>
        <p:spPr>
          <a:xfrm>
            <a:off x="4350213" y="2055760"/>
            <a:ext cx="4213598" cy="2038604"/>
          </a:xfrm>
          <a:prstGeom prst="roundRect">
            <a:avLst>
              <a:gd name="adj" fmla="val 2946"/>
            </a:avLst>
          </a:prstGeom>
          <a:solidFill>
            <a:srgbClr val="F6F6F6"/>
          </a:solidFill>
          <a:ln w="317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t"/>
          <a:lstStyle/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1200">
                <a:solidFill>
                  <a:srgbClr val="0033B3"/>
                </a:solidFill>
                <a:latin typeface="Fira Code" panose="020B0809050000020004" pitchFamily="49" charset="0"/>
              </a:rPr>
              <a:t>while </a:t>
            </a:r>
            <a:r>
              <a:rPr lang="zh-CN" altLang="en-US" sz="12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条件</a:t>
            </a:r>
            <a:r>
              <a:rPr lang="zh-CN" altLang="en-US" sz="1200">
                <a:solidFill>
                  <a:srgbClr val="080808"/>
                </a:solidFill>
                <a:latin typeface="Fira Code" panose="020B0809050000020004" pitchFamily="49" charset="0"/>
              </a:rPr>
              <a:t>表达式</a:t>
            </a:r>
            <a:r>
              <a:rPr lang="en-US" altLang="zh-CN" sz="1200">
                <a:solidFill>
                  <a:srgbClr val="080808"/>
                </a:solidFill>
                <a:latin typeface="Fira Code" panose="020B0809050000020004" pitchFamily="49" charset="0"/>
              </a:rPr>
              <a:t>:</a:t>
            </a:r>
            <a:br>
              <a:rPr lang="en-US" altLang="zh-CN" sz="1200">
                <a:solidFill>
                  <a:srgbClr val="080808"/>
                </a:solidFill>
                <a:latin typeface="Fira Code" panose="020B0809050000020004" pitchFamily="49" charset="0"/>
              </a:rPr>
            </a:br>
            <a:r>
              <a:rPr lang="en-US" altLang="zh-CN" sz="1200">
                <a:solidFill>
                  <a:srgbClr val="080808"/>
                </a:solidFill>
                <a:latin typeface="Fira Code" panose="020B0809050000020004" pitchFamily="49" charset="0"/>
              </a:rPr>
              <a:t>    </a:t>
            </a:r>
            <a:r>
              <a:rPr lang="zh-CN" altLang="en-US" sz="12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条件成立时，执行的操作（循环体语句）</a:t>
            </a:r>
            <a:endParaRPr lang="en-US" altLang="zh-CN" sz="1200">
              <a:solidFill>
                <a:schemeClr val="tx1">
                  <a:lumMod val="50000"/>
                </a:schemeClr>
              </a:solidFill>
              <a:latin typeface="Fira Code" panose="020B0809050000020004" pitchFamily="49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12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    条件成立时，执行的操作（循环体语句）</a:t>
            </a:r>
            <a:endParaRPr lang="en-US" altLang="zh-CN" sz="1200">
              <a:solidFill>
                <a:schemeClr val="tx1">
                  <a:lumMod val="50000"/>
                </a:schemeClr>
              </a:solidFill>
              <a:latin typeface="Fira Code" panose="020B0809050000020004" pitchFamily="49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1200">
                <a:solidFill>
                  <a:schemeClr val="tx1">
                    <a:lumMod val="50000"/>
                  </a:schemeClr>
                </a:solidFill>
                <a:effectLst/>
                <a:latin typeface="Fira Code" panose="020B0809050000020004" pitchFamily="49" charset="0"/>
              </a:rPr>
              <a:t>    ......</a:t>
            </a:r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1200">
                <a:solidFill>
                  <a:srgbClr val="0033B3"/>
                </a:solidFill>
                <a:latin typeface="Fira Code" panose="020B0809050000020004" pitchFamily="49" charset="0"/>
              </a:rPr>
              <a:t>else</a:t>
            </a:r>
            <a:r>
              <a:rPr lang="en-US" altLang="zh-CN" sz="12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:</a:t>
            </a:r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1200">
                <a:solidFill>
                  <a:schemeClr val="tx1">
                    <a:lumMod val="50000"/>
                  </a:schemeClr>
                </a:solidFill>
                <a:effectLst/>
                <a:latin typeface="Fira Code" panose="020B0809050000020004" pitchFamily="49" charset="0"/>
              </a:rPr>
              <a:t>    </a:t>
            </a:r>
            <a:r>
              <a:rPr lang="zh-CN" altLang="en-US" sz="12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循环正常结束时，执行的操作</a:t>
            </a:r>
            <a:endParaRPr lang="en-US" altLang="zh-CN" sz="1200">
              <a:solidFill>
                <a:schemeClr val="tx1">
                  <a:lumMod val="50000"/>
                </a:schemeClr>
              </a:solidFill>
              <a:effectLst/>
              <a:latin typeface="Fira Code" panose="020B0809050000020004" pitchFamily="49" charset="0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410A3F14-A6B9-0623-5B3C-EC4244ED1290}"/>
              </a:ext>
            </a:extLst>
          </p:cNvPr>
          <p:cNvSpPr/>
          <p:nvPr/>
        </p:nvSpPr>
        <p:spPr>
          <a:xfrm>
            <a:off x="4350213" y="3434346"/>
            <a:ext cx="4213598" cy="660018"/>
          </a:xfrm>
          <a:prstGeom prst="roundRect">
            <a:avLst>
              <a:gd name="adj" fmla="val 6250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154CFF0-6692-677A-CE36-D7BDCE768F2E}"/>
              </a:ext>
            </a:extLst>
          </p:cNvPr>
          <p:cNvSpPr txBox="1"/>
          <p:nvPr/>
        </p:nvSpPr>
        <p:spPr>
          <a:xfrm>
            <a:off x="7951919" y="3755810"/>
            <a:ext cx="6118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solidFill>
                  <a:srgbClr val="00B0F0"/>
                </a:solidFill>
              </a:rPr>
              <a:t>可选</a:t>
            </a:r>
          </a:p>
        </p:txBody>
      </p:sp>
    </p:spTree>
    <p:extLst>
      <p:ext uri="{BB962C8B-B14F-4D97-AF65-F5344CB8AC3E}">
        <p14:creationId xmlns:p14="http://schemas.microsoft.com/office/powerpoint/2010/main" val="845157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544B0-2417-8F13-D2F3-8F5FFF88C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5D7A46-2210-DCA4-8149-0886F2FC0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计算</a:t>
            </a:r>
            <a:r>
              <a:rPr lang="en-US" altLang="zh-CN"/>
              <a:t>1-100</a:t>
            </a:r>
            <a:r>
              <a:rPr lang="zh-CN" altLang="en-US"/>
              <a:t>之间所有偶数的累加之和。</a:t>
            </a:r>
            <a:endParaRPr lang="en-US" altLang="zh-CN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1E32624-370E-4796-3E1D-342A25D596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53099" y="1024931"/>
            <a:ext cx="9570540" cy="1592373"/>
          </a:xfrm>
        </p:spPr>
        <p:txBody>
          <a:bodyPr/>
          <a:lstStyle/>
          <a:p>
            <a:pPr indent="-285750">
              <a:lnSpc>
                <a:spcPct val="2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/>
              <a:t>思考</a:t>
            </a:r>
            <a:r>
              <a:rPr lang="en-US" altLang="zh-CN"/>
              <a:t>1</a:t>
            </a:r>
            <a:r>
              <a:rPr lang="zh-CN" altLang="en-US"/>
              <a:t>：如何获取到</a:t>
            </a:r>
            <a:r>
              <a:rPr lang="en-US" altLang="zh-CN"/>
              <a:t>1-100</a:t>
            </a:r>
            <a:r>
              <a:rPr lang="zh-CN" altLang="en-US"/>
              <a:t>之间的偶数 ？</a:t>
            </a:r>
            <a:r>
              <a:rPr lang="zh-CN" altLang="en-US">
                <a:solidFill>
                  <a:srgbClr val="C00000"/>
                </a:solidFill>
              </a:rPr>
              <a:t> </a:t>
            </a:r>
            <a:r>
              <a:rPr lang="en-US" altLang="zh-CN">
                <a:solidFill>
                  <a:srgbClr val="C00000"/>
                </a:solidFill>
              </a:rPr>
              <a:t>num % 2 == 0</a:t>
            </a:r>
          </a:p>
          <a:p>
            <a:pPr indent="-285750">
              <a:lnSpc>
                <a:spcPct val="2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/>
              <a:t>思考</a:t>
            </a:r>
            <a:r>
              <a:rPr lang="en-US" altLang="zh-CN"/>
              <a:t>2</a:t>
            </a:r>
            <a:r>
              <a:rPr lang="zh-CN" altLang="en-US"/>
              <a:t>：累加运算使用什么运算符 ？ </a:t>
            </a:r>
            <a:r>
              <a:rPr lang="en-US" altLang="zh-CN">
                <a:solidFill>
                  <a:srgbClr val="C00000"/>
                </a:solidFill>
              </a:rPr>
              <a:t>+=</a:t>
            </a:r>
            <a:endParaRPr lang="zh-CN" altLang="en-US">
              <a:solidFill>
                <a:srgbClr val="C00000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FB07048-424D-6086-7B95-3F3FA1C81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1877" y="1197976"/>
            <a:ext cx="1838354" cy="43155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13374D5-EB14-5723-C322-534E6BB287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5933" y="1647781"/>
            <a:ext cx="2194542" cy="431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430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FE8EC-5D41-E61D-D9A0-4C4C52F7C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F583FE8-BA2A-CBB1-10B2-63A608A841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循环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15B3F42-9CBF-C096-D15D-58F86E57EB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2482060"/>
          </a:xfrm>
        </p:spPr>
        <p:txBody>
          <a:bodyPr/>
          <a:lstStyle/>
          <a:p>
            <a:r>
              <a:rPr lang="en-US" altLang="zh-CN">
                <a:latin typeface="+mn-lt"/>
              </a:rPr>
              <a:t>while</a:t>
            </a:r>
            <a:r>
              <a:rPr lang="zh-CN" altLang="en-US">
                <a:latin typeface="+mn-lt"/>
              </a:rPr>
              <a:t>循环</a:t>
            </a:r>
            <a:r>
              <a:rPr lang="en-US" altLang="zh-CN">
                <a:latin typeface="+mn-lt"/>
              </a:rPr>
              <a:t> </a:t>
            </a:r>
          </a:p>
          <a:p>
            <a:r>
              <a:rPr lang="en-US" altLang="zh-CN">
                <a:solidFill>
                  <a:srgbClr val="C00000"/>
                </a:solidFill>
                <a:latin typeface="+mn-lt"/>
              </a:rPr>
              <a:t>for</a:t>
            </a:r>
            <a:r>
              <a:rPr lang="zh-CN" altLang="en-US">
                <a:solidFill>
                  <a:srgbClr val="C00000"/>
                </a:solidFill>
                <a:latin typeface="+mn-lt"/>
              </a:rPr>
              <a:t>循环</a:t>
            </a:r>
            <a:endParaRPr lang="en-US" altLang="zh-CN">
              <a:solidFill>
                <a:srgbClr val="C00000"/>
              </a:solidFill>
              <a:latin typeface="+mn-lt"/>
            </a:endParaRPr>
          </a:p>
          <a:p>
            <a:r>
              <a:rPr lang="zh-CN" altLang="en-US"/>
              <a:t>嵌套循环</a:t>
            </a:r>
            <a:endParaRPr lang="en-US" altLang="zh-CN"/>
          </a:p>
          <a:p>
            <a:r>
              <a:rPr lang="zh-CN" altLang="en-US">
                <a:latin typeface="+mn-lt"/>
              </a:rPr>
              <a:t>案例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009222DA-A026-8270-BCB5-A384F6E3D2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825187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1706C91-F28F-C141-F5A6-4191035DC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859307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while</a:t>
            </a:r>
            <a:r>
              <a:rPr lang="zh-CN" altLang="en-US"/>
              <a:t>循环是通过条件表达式来控制是否要进行下一次循环的。而</a:t>
            </a:r>
            <a:r>
              <a:rPr lang="en-US" altLang="zh-CN"/>
              <a:t>for</a:t>
            </a:r>
            <a:r>
              <a:rPr lang="zh-CN" altLang="en-US"/>
              <a:t>循环，本质是一种</a:t>
            </a:r>
            <a:r>
              <a:rPr lang="zh-CN" altLang="en-US" b="1">
                <a:solidFill>
                  <a:srgbClr val="C00000"/>
                </a:solidFill>
              </a:rPr>
              <a:t>轮询遍历</a:t>
            </a:r>
            <a:r>
              <a:rPr lang="zh-CN" altLang="en-US"/>
              <a:t>机制，对一批内容进行逐个处理。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F98948CF-9EB9-EAD6-32B7-58A477C5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for</a:t>
            </a:r>
            <a:r>
              <a:rPr lang="zh-CN" altLang="en-US"/>
              <a:t>循环</a:t>
            </a:r>
          </a:p>
        </p:txBody>
      </p:sp>
      <p:sp>
        <p:nvSpPr>
          <p:cNvPr id="7" name="菱形 6">
            <a:extLst>
              <a:ext uri="{FF2B5EF4-FFF2-40B4-BE49-F238E27FC236}">
                <a16:creationId xmlns:a16="http://schemas.microsoft.com/office/drawing/2014/main" id="{7A1D9A24-BA04-0453-A6AB-FB0F20C0D204}"/>
              </a:ext>
            </a:extLst>
          </p:cNvPr>
          <p:cNvSpPr/>
          <p:nvPr/>
        </p:nvSpPr>
        <p:spPr>
          <a:xfrm>
            <a:off x="8548671" y="3107375"/>
            <a:ext cx="1607101" cy="603350"/>
          </a:xfrm>
          <a:prstGeom prst="diamond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bIns="36000" rtlCol="0" anchor="ctr"/>
          <a:lstStyle/>
          <a:p>
            <a:pPr algn="ctr"/>
            <a:r>
              <a:rPr lang="zh-CN" altLang="en-US" sz="1100">
                <a:solidFill>
                  <a:schemeClr val="tx1">
                    <a:lumMod val="50000"/>
                  </a:schemeClr>
                </a:solidFill>
              </a:rPr>
              <a:t>容器中是否还有元素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E17A2EA5-38BD-59A4-1AE2-9E79BD5D3154}"/>
              </a:ext>
            </a:extLst>
          </p:cNvPr>
          <p:cNvCxnSpPr>
            <a:cxnSpLocks/>
            <a:stCxn id="16" idx="4"/>
            <a:endCxn id="7" idx="0"/>
          </p:cNvCxnSpPr>
          <p:nvPr/>
        </p:nvCxnSpPr>
        <p:spPr>
          <a:xfrm>
            <a:off x="9352222" y="2636133"/>
            <a:ext cx="0" cy="471242"/>
          </a:xfrm>
          <a:prstGeom prst="straightConnector1">
            <a:avLst/>
          </a:prstGeom>
          <a:ln w="12700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28">
            <a:extLst>
              <a:ext uri="{FF2B5EF4-FFF2-40B4-BE49-F238E27FC236}">
                <a16:creationId xmlns:a16="http://schemas.microsoft.com/office/drawing/2014/main" id="{6100084E-DFF0-105A-9ECC-C680362FEA82}"/>
              </a:ext>
            </a:extLst>
          </p:cNvPr>
          <p:cNvCxnSpPr>
            <a:cxnSpLocks/>
            <a:stCxn id="19" idx="2"/>
            <a:endCxn id="7" idx="1"/>
          </p:cNvCxnSpPr>
          <p:nvPr/>
        </p:nvCxnSpPr>
        <p:spPr>
          <a:xfrm rot="5400000" flipH="1">
            <a:off x="8012533" y="3945189"/>
            <a:ext cx="1875828" cy="803551"/>
          </a:xfrm>
          <a:prstGeom prst="bentConnector4">
            <a:avLst>
              <a:gd name="adj1" fmla="val -9008"/>
              <a:gd name="adj2" fmla="val 138344"/>
            </a:avLst>
          </a:prstGeom>
          <a:ln w="12700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2BF5E513-DE8D-0E76-7580-4F0BBB331B5D}"/>
              </a:ext>
            </a:extLst>
          </p:cNvPr>
          <p:cNvSpPr txBox="1"/>
          <p:nvPr/>
        </p:nvSpPr>
        <p:spPr>
          <a:xfrm>
            <a:off x="10360435" y="4256041"/>
            <a:ext cx="4635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/>
              <a:t>没有</a:t>
            </a:r>
          </a:p>
        </p:txBody>
      </p:sp>
      <p:cxnSp>
        <p:nvCxnSpPr>
          <p:cNvPr id="11" name="直接箭头连接符 28">
            <a:extLst>
              <a:ext uri="{FF2B5EF4-FFF2-40B4-BE49-F238E27FC236}">
                <a16:creationId xmlns:a16="http://schemas.microsoft.com/office/drawing/2014/main" id="{74213DA3-3762-CEAB-A844-DFC655552F3D}"/>
              </a:ext>
            </a:extLst>
          </p:cNvPr>
          <p:cNvCxnSpPr>
            <a:cxnSpLocks/>
            <a:stCxn id="7" idx="3"/>
            <a:endCxn id="15" idx="0"/>
          </p:cNvCxnSpPr>
          <p:nvPr/>
        </p:nvCxnSpPr>
        <p:spPr>
          <a:xfrm flipH="1">
            <a:off x="9352220" y="3409050"/>
            <a:ext cx="803552" cy="2624937"/>
          </a:xfrm>
          <a:prstGeom prst="bentConnector4">
            <a:avLst>
              <a:gd name="adj1" fmla="val -28449"/>
              <a:gd name="adj2" fmla="val 89571"/>
            </a:avLst>
          </a:prstGeom>
          <a:ln w="1270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67141BB2-B733-62CB-8AF1-9700739691B0}"/>
              </a:ext>
            </a:extLst>
          </p:cNvPr>
          <p:cNvCxnSpPr>
            <a:cxnSpLocks/>
            <a:stCxn id="7" idx="2"/>
            <a:endCxn id="13" idx="0"/>
          </p:cNvCxnSpPr>
          <p:nvPr/>
        </p:nvCxnSpPr>
        <p:spPr>
          <a:xfrm>
            <a:off x="9352222" y="3710725"/>
            <a:ext cx="0" cy="476994"/>
          </a:xfrm>
          <a:prstGeom prst="straightConnector1">
            <a:avLst/>
          </a:prstGeom>
          <a:ln w="12700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AE7805C-F212-4094-D04D-458A738D462B}"/>
              </a:ext>
            </a:extLst>
          </p:cNvPr>
          <p:cNvSpPr/>
          <p:nvPr/>
        </p:nvSpPr>
        <p:spPr>
          <a:xfrm>
            <a:off x="8693665" y="4187719"/>
            <a:ext cx="1317114" cy="398255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>
                <a:solidFill>
                  <a:schemeClr val="tx1">
                    <a:lumMod val="50000"/>
                  </a:schemeClr>
                </a:solidFill>
              </a:rPr>
              <a:t>取出一个元素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635ED91-4A28-58A5-4BEA-5B1648A65DBF}"/>
              </a:ext>
            </a:extLst>
          </p:cNvPr>
          <p:cNvSpPr txBox="1"/>
          <p:nvPr/>
        </p:nvSpPr>
        <p:spPr>
          <a:xfrm>
            <a:off x="9305959" y="3847370"/>
            <a:ext cx="3241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/>
              <a:t>有</a:t>
            </a:r>
          </a:p>
        </p:txBody>
      </p:sp>
      <p:sp>
        <p:nvSpPr>
          <p:cNvPr id="15" name="流程图: 接点 14">
            <a:extLst>
              <a:ext uri="{FF2B5EF4-FFF2-40B4-BE49-F238E27FC236}">
                <a16:creationId xmlns:a16="http://schemas.microsoft.com/office/drawing/2014/main" id="{2AB3F4BC-3805-BECF-DF90-271BA1C8874B}"/>
              </a:ext>
            </a:extLst>
          </p:cNvPr>
          <p:cNvSpPr/>
          <p:nvPr/>
        </p:nvSpPr>
        <p:spPr>
          <a:xfrm>
            <a:off x="9074353" y="6033987"/>
            <a:ext cx="555734" cy="555734"/>
          </a:xfrm>
          <a:prstGeom prst="flowChartConnector">
            <a:avLst/>
          </a:prstGeom>
          <a:solidFill>
            <a:srgbClr val="C00000">
              <a:alpha val="20000"/>
            </a:srgbClr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100">
                <a:solidFill>
                  <a:schemeClr val="tx1">
                    <a:lumMod val="75000"/>
                  </a:schemeClr>
                </a:solidFill>
              </a:rPr>
              <a:t>结束</a:t>
            </a:r>
          </a:p>
        </p:txBody>
      </p:sp>
      <p:sp>
        <p:nvSpPr>
          <p:cNvPr id="16" name="流程图: 接点 15">
            <a:extLst>
              <a:ext uri="{FF2B5EF4-FFF2-40B4-BE49-F238E27FC236}">
                <a16:creationId xmlns:a16="http://schemas.microsoft.com/office/drawing/2014/main" id="{76904ED4-399A-BEB0-D597-55CF78BAC9ED}"/>
              </a:ext>
            </a:extLst>
          </p:cNvPr>
          <p:cNvSpPr/>
          <p:nvPr/>
        </p:nvSpPr>
        <p:spPr>
          <a:xfrm>
            <a:off x="9074355" y="2080399"/>
            <a:ext cx="555734" cy="555734"/>
          </a:xfrm>
          <a:prstGeom prst="flowChartConnector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100">
                <a:solidFill>
                  <a:schemeClr val="tx1">
                    <a:lumMod val="50000"/>
                  </a:schemeClr>
                </a:solidFill>
              </a:rPr>
              <a:t>开始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D82B48E0-0D58-8508-197A-3E8B39BE7AFA}"/>
              </a:ext>
            </a:extLst>
          </p:cNvPr>
          <p:cNvSpPr/>
          <p:nvPr/>
        </p:nvSpPr>
        <p:spPr>
          <a:xfrm>
            <a:off x="8693665" y="4886623"/>
            <a:ext cx="1317114" cy="398255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>
                <a:solidFill>
                  <a:schemeClr val="tx1">
                    <a:lumMod val="50000"/>
                  </a:schemeClr>
                </a:solidFill>
              </a:rPr>
              <a:t>处理</a:t>
            </a: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642B0AD8-7824-7DEE-D29F-81D835E9DB98}"/>
              </a:ext>
            </a:extLst>
          </p:cNvPr>
          <p:cNvCxnSpPr>
            <a:cxnSpLocks/>
            <a:stCxn id="13" idx="2"/>
            <a:endCxn id="19" idx="0"/>
          </p:cNvCxnSpPr>
          <p:nvPr/>
        </p:nvCxnSpPr>
        <p:spPr>
          <a:xfrm>
            <a:off x="9352222" y="4585974"/>
            <a:ext cx="0" cy="300649"/>
          </a:xfrm>
          <a:prstGeom prst="straightConnector1">
            <a:avLst/>
          </a:prstGeom>
          <a:ln w="12700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图片 37">
            <a:extLst>
              <a:ext uri="{FF2B5EF4-FFF2-40B4-BE49-F238E27FC236}">
                <a16:creationId xmlns:a16="http://schemas.microsoft.com/office/drawing/2014/main" id="{FDF2EF5B-ED47-9B94-8723-78608F262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169" y="3291812"/>
            <a:ext cx="2134530" cy="2034208"/>
          </a:xfrm>
          <a:prstGeom prst="rect">
            <a:avLst/>
          </a:prstGeom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617C30A0-075A-5B32-CC5C-8279ED69EC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6100" y="3796154"/>
            <a:ext cx="1414951" cy="1414951"/>
          </a:xfrm>
          <a:prstGeom prst="rect">
            <a:avLst/>
          </a:prstGeom>
        </p:spPr>
      </p:pic>
      <p:sp>
        <p:nvSpPr>
          <p:cNvPr id="41" name="箭头: 上弧形 40">
            <a:extLst>
              <a:ext uri="{FF2B5EF4-FFF2-40B4-BE49-F238E27FC236}">
                <a16:creationId xmlns:a16="http://schemas.microsoft.com/office/drawing/2014/main" id="{4D03EC43-347B-A88B-5EAD-54A12FC24DDF}"/>
              </a:ext>
            </a:extLst>
          </p:cNvPr>
          <p:cNvSpPr/>
          <p:nvPr/>
        </p:nvSpPr>
        <p:spPr>
          <a:xfrm>
            <a:off x="2810401" y="3643087"/>
            <a:ext cx="1607101" cy="306135"/>
          </a:xfrm>
          <a:prstGeom prst="curvedDown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93689624-46A1-B644-41BC-9F9323DB3D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6100" y="4370281"/>
            <a:ext cx="387370" cy="48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193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13" grpId="0" animBg="1"/>
      <p:bldP spid="14" grpId="0"/>
      <p:bldP spid="15" grpId="0" animBg="1"/>
      <p:bldP spid="16" grpId="0" animBg="1"/>
      <p:bldP spid="19" grpId="0" animBg="1"/>
      <p:bldP spid="4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8A390-899B-1ABA-8144-61148FAB8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6645761-E222-7889-1383-D17CE4A7B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859307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while</a:t>
            </a:r>
            <a:r>
              <a:rPr lang="zh-CN" altLang="en-US"/>
              <a:t>循环是通过条件表达式来控制是否要进行下一次循环的。而</a:t>
            </a:r>
            <a:r>
              <a:rPr lang="en-US" altLang="zh-CN"/>
              <a:t>for</a:t>
            </a:r>
            <a:r>
              <a:rPr lang="zh-CN" altLang="en-US"/>
              <a:t>循环，本质是一种</a:t>
            </a:r>
            <a:r>
              <a:rPr lang="zh-CN" altLang="en-US" b="1">
                <a:solidFill>
                  <a:srgbClr val="C00000"/>
                </a:solidFill>
              </a:rPr>
              <a:t>轮询遍历</a:t>
            </a:r>
            <a:r>
              <a:rPr lang="zh-CN" altLang="en-US"/>
              <a:t>机制，对一批内容进行逐个处理。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7079AC7F-63FC-DA37-589A-03C946E7C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for</a:t>
            </a:r>
            <a:r>
              <a:rPr lang="zh-CN" altLang="en-US"/>
              <a:t>循环</a:t>
            </a:r>
          </a:p>
        </p:txBody>
      </p:sp>
      <p:sp>
        <p:nvSpPr>
          <p:cNvPr id="7" name="菱形 6">
            <a:extLst>
              <a:ext uri="{FF2B5EF4-FFF2-40B4-BE49-F238E27FC236}">
                <a16:creationId xmlns:a16="http://schemas.microsoft.com/office/drawing/2014/main" id="{B9077B2B-4DDC-C037-041C-CE91B1559825}"/>
              </a:ext>
            </a:extLst>
          </p:cNvPr>
          <p:cNvSpPr/>
          <p:nvPr/>
        </p:nvSpPr>
        <p:spPr>
          <a:xfrm>
            <a:off x="1452132" y="3127325"/>
            <a:ext cx="1607101" cy="603350"/>
          </a:xfrm>
          <a:prstGeom prst="diamond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bIns="36000" rtlCol="0" anchor="ctr"/>
          <a:lstStyle/>
          <a:p>
            <a:pPr algn="ctr"/>
            <a:r>
              <a:rPr lang="zh-CN" altLang="en-US" sz="1100">
                <a:solidFill>
                  <a:schemeClr val="tx1">
                    <a:lumMod val="50000"/>
                  </a:schemeClr>
                </a:solidFill>
              </a:rPr>
              <a:t>容器中是否还有元素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9CAE4D6B-194C-E276-5545-B827B9A0BFB8}"/>
              </a:ext>
            </a:extLst>
          </p:cNvPr>
          <p:cNvCxnSpPr>
            <a:cxnSpLocks/>
            <a:stCxn id="16" idx="4"/>
            <a:endCxn id="7" idx="0"/>
          </p:cNvCxnSpPr>
          <p:nvPr/>
        </p:nvCxnSpPr>
        <p:spPr>
          <a:xfrm>
            <a:off x="2255683" y="2656083"/>
            <a:ext cx="0" cy="471242"/>
          </a:xfrm>
          <a:prstGeom prst="straightConnector1">
            <a:avLst/>
          </a:prstGeom>
          <a:ln w="12700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28">
            <a:extLst>
              <a:ext uri="{FF2B5EF4-FFF2-40B4-BE49-F238E27FC236}">
                <a16:creationId xmlns:a16="http://schemas.microsoft.com/office/drawing/2014/main" id="{DB6386E9-DC3F-0787-82B2-FB924D5632A1}"/>
              </a:ext>
            </a:extLst>
          </p:cNvPr>
          <p:cNvCxnSpPr>
            <a:cxnSpLocks/>
            <a:stCxn id="19" idx="2"/>
            <a:endCxn id="7" idx="1"/>
          </p:cNvCxnSpPr>
          <p:nvPr/>
        </p:nvCxnSpPr>
        <p:spPr>
          <a:xfrm rot="5400000" flipH="1">
            <a:off x="915994" y="3965139"/>
            <a:ext cx="1875828" cy="803551"/>
          </a:xfrm>
          <a:prstGeom prst="bentConnector4">
            <a:avLst>
              <a:gd name="adj1" fmla="val -9008"/>
              <a:gd name="adj2" fmla="val 138344"/>
            </a:avLst>
          </a:prstGeom>
          <a:ln w="12700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F8E144E6-A6C5-136F-FC39-6D442B38C7C8}"/>
              </a:ext>
            </a:extLst>
          </p:cNvPr>
          <p:cNvSpPr txBox="1"/>
          <p:nvPr/>
        </p:nvSpPr>
        <p:spPr>
          <a:xfrm>
            <a:off x="3263896" y="4275991"/>
            <a:ext cx="4635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/>
              <a:t>没有</a:t>
            </a:r>
          </a:p>
        </p:txBody>
      </p:sp>
      <p:cxnSp>
        <p:nvCxnSpPr>
          <p:cNvPr id="11" name="直接箭头连接符 28">
            <a:extLst>
              <a:ext uri="{FF2B5EF4-FFF2-40B4-BE49-F238E27FC236}">
                <a16:creationId xmlns:a16="http://schemas.microsoft.com/office/drawing/2014/main" id="{FB156E4A-2F08-73FC-D0A6-A6A646FC399C}"/>
              </a:ext>
            </a:extLst>
          </p:cNvPr>
          <p:cNvCxnSpPr>
            <a:cxnSpLocks/>
            <a:stCxn id="7" idx="3"/>
            <a:endCxn id="15" idx="0"/>
          </p:cNvCxnSpPr>
          <p:nvPr/>
        </p:nvCxnSpPr>
        <p:spPr>
          <a:xfrm flipH="1">
            <a:off x="2255681" y="3429000"/>
            <a:ext cx="803552" cy="2624937"/>
          </a:xfrm>
          <a:prstGeom prst="bentConnector4">
            <a:avLst>
              <a:gd name="adj1" fmla="val -28449"/>
              <a:gd name="adj2" fmla="val 89571"/>
            </a:avLst>
          </a:prstGeom>
          <a:ln w="1270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D264BA87-E5D8-010B-B7D8-B09B9E82B5B4}"/>
              </a:ext>
            </a:extLst>
          </p:cNvPr>
          <p:cNvCxnSpPr>
            <a:cxnSpLocks/>
            <a:stCxn id="7" idx="2"/>
            <a:endCxn id="13" idx="0"/>
          </p:cNvCxnSpPr>
          <p:nvPr/>
        </p:nvCxnSpPr>
        <p:spPr>
          <a:xfrm>
            <a:off x="2255683" y="3730675"/>
            <a:ext cx="0" cy="476994"/>
          </a:xfrm>
          <a:prstGeom prst="straightConnector1">
            <a:avLst/>
          </a:prstGeom>
          <a:ln w="12700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303E28B-4534-00FF-3C74-6F1BDE944907}"/>
              </a:ext>
            </a:extLst>
          </p:cNvPr>
          <p:cNvSpPr/>
          <p:nvPr/>
        </p:nvSpPr>
        <p:spPr>
          <a:xfrm>
            <a:off x="1597126" y="4207669"/>
            <a:ext cx="1317114" cy="398255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>
                <a:solidFill>
                  <a:schemeClr val="tx1">
                    <a:lumMod val="50000"/>
                  </a:schemeClr>
                </a:solidFill>
              </a:rPr>
              <a:t>取出一个元素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CCC3095-DD92-7A25-D10C-B8DC43A3B973}"/>
              </a:ext>
            </a:extLst>
          </p:cNvPr>
          <p:cNvSpPr txBox="1"/>
          <p:nvPr/>
        </p:nvSpPr>
        <p:spPr>
          <a:xfrm>
            <a:off x="2209420" y="3867320"/>
            <a:ext cx="3241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/>
              <a:t>有</a:t>
            </a:r>
          </a:p>
        </p:txBody>
      </p:sp>
      <p:sp>
        <p:nvSpPr>
          <p:cNvPr id="15" name="流程图: 接点 14">
            <a:extLst>
              <a:ext uri="{FF2B5EF4-FFF2-40B4-BE49-F238E27FC236}">
                <a16:creationId xmlns:a16="http://schemas.microsoft.com/office/drawing/2014/main" id="{2233D0E6-34E5-B0B3-AB34-03F12153F137}"/>
              </a:ext>
            </a:extLst>
          </p:cNvPr>
          <p:cNvSpPr/>
          <p:nvPr/>
        </p:nvSpPr>
        <p:spPr>
          <a:xfrm>
            <a:off x="1977814" y="6053937"/>
            <a:ext cx="555734" cy="555734"/>
          </a:xfrm>
          <a:prstGeom prst="flowChartConnector">
            <a:avLst/>
          </a:prstGeom>
          <a:solidFill>
            <a:srgbClr val="C00000">
              <a:alpha val="20000"/>
            </a:srgbClr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100">
                <a:solidFill>
                  <a:schemeClr val="tx1">
                    <a:lumMod val="75000"/>
                  </a:schemeClr>
                </a:solidFill>
              </a:rPr>
              <a:t>结束</a:t>
            </a:r>
          </a:p>
        </p:txBody>
      </p:sp>
      <p:sp>
        <p:nvSpPr>
          <p:cNvPr id="16" name="流程图: 接点 15">
            <a:extLst>
              <a:ext uri="{FF2B5EF4-FFF2-40B4-BE49-F238E27FC236}">
                <a16:creationId xmlns:a16="http://schemas.microsoft.com/office/drawing/2014/main" id="{E8AF5CC0-2934-8F72-2512-4BD84BFD7E5F}"/>
              </a:ext>
            </a:extLst>
          </p:cNvPr>
          <p:cNvSpPr/>
          <p:nvPr/>
        </p:nvSpPr>
        <p:spPr>
          <a:xfrm>
            <a:off x="1977816" y="2100349"/>
            <a:ext cx="555734" cy="555734"/>
          </a:xfrm>
          <a:prstGeom prst="flowChartConnector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100">
                <a:solidFill>
                  <a:schemeClr val="tx1">
                    <a:lumMod val="50000"/>
                  </a:schemeClr>
                </a:solidFill>
              </a:rPr>
              <a:t>开始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04A7D8A2-2952-4454-30F0-75B166EF872E}"/>
              </a:ext>
            </a:extLst>
          </p:cNvPr>
          <p:cNvSpPr/>
          <p:nvPr/>
        </p:nvSpPr>
        <p:spPr>
          <a:xfrm>
            <a:off x="1597126" y="4906573"/>
            <a:ext cx="1317114" cy="398255"/>
          </a:xfrm>
          <a:prstGeom prst="roundRect">
            <a:avLst/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>
                <a:solidFill>
                  <a:schemeClr val="tx1">
                    <a:lumMod val="50000"/>
                  </a:schemeClr>
                </a:solidFill>
              </a:rPr>
              <a:t>处理</a:t>
            </a: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A3AB5EAB-B526-9A46-E045-DE0DCFB5B0B6}"/>
              </a:ext>
            </a:extLst>
          </p:cNvPr>
          <p:cNvCxnSpPr>
            <a:cxnSpLocks/>
            <a:stCxn id="13" idx="2"/>
            <a:endCxn id="19" idx="0"/>
          </p:cNvCxnSpPr>
          <p:nvPr/>
        </p:nvCxnSpPr>
        <p:spPr>
          <a:xfrm>
            <a:off x="2255683" y="4605924"/>
            <a:ext cx="0" cy="300649"/>
          </a:xfrm>
          <a:prstGeom prst="straightConnector1">
            <a:avLst/>
          </a:prstGeom>
          <a:ln w="12700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2">
            <a:extLst>
              <a:ext uri="{FF2B5EF4-FFF2-40B4-BE49-F238E27FC236}">
                <a16:creationId xmlns:a16="http://schemas.microsoft.com/office/drawing/2014/main" id="{16905090-0015-3AA2-DB41-CDE550235FAB}"/>
              </a:ext>
            </a:extLst>
          </p:cNvPr>
          <p:cNvGrpSpPr/>
          <p:nvPr/>
        </p:nvGrpSpPr>
        <p:grpSpPr>
          <a:xfrm>
            <a:off x="5929823" y="1775792"/>
            <a:ext cx="4990729" cy="1766629"/>
            <a:chOff x="2297719" y="3660321"/>
            <a:chExt cx="5498855" cy="1766735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0EEDC0A3-E679-47F2-1BD9-F8B411AE5128}"/>
                </a:ext>
              </a:extLst>
            </p:cNvPr>
            <p:cNvSpPr/>
            <p:nvPr/>
          </p:nvSpPr>
          <p:spPr>
            <a:xfrm>
              <a:off x="2297728" y="3660321"/>
              <a:ext cx="5498846" cy="1766735"/>
            </a:xfrm>
            <a:prstGeom prst="roundRect">
              <a:avLst>
                <a:gd name="adj" fmla="val 4269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ts val="2300"/>
                </a:lnSpc>
                <a:buNone/>
              </a:pPr>
              <a:r>
                <a:rPr lang="en-US" altLang="zh-CN" sz="1200">
                  <a:solidFill>
                    <a:srgbClr val="8C8C8C"/>
                  </a:solidFill>
                  <a:effectLst/>
                </a:rPr>
                <a:t># </a:t>
              </a:r>
              <a:r>
                <a:rPr lang="en-US" altLang="zh-CN" sz="1200">
                  <a:solidFill>
                    <a:srgbClr val="8C8C8C"/>
                  </a:solidFill>
                </a:rPr>
                <a:t>for</a:t>
              </a:r>
              <a:r>
                <a:rPr lang="zh-CN" altLang="en-US" sz="1200">
                  <a:solidFill>
                    <a:srgbClr val="8C8C8C"/>
                  </a:solidFill>
                  <a:effectLst/>
                </a:rPr>
                <a:t>循环结构</a:t>
              </a:r>
              <a:br>
                <a:rPr lang="zh-CN" altLang="en-US" sz="1200" i="1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en-US" altLang="zh-CN" sz="1200">
                  <a:solidFill>
                    <a:srgbClr val="0033B3"/>
                  </a:solidFill>
                  <a:latin typeface="Fira Code" panose="020B0809050000020004" pitchFamily="49" charset="0"/>
                </a:rPr>
                <a:t>for</a:t>
              </a: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 </a:t>
              </a:r>
              <a:r>
                <a:rPr lang="zh-CN" altLang="en-US" sz="1200">
                  <a:solidFill>
                    <a:srgbClr val="080808"/>
                  </a:solidFill>
                  <a:latin typeface="Fira Code" panose="020B0809050000020004" pitchFamily="49" charset="0"/>
                </a:rPr>
                <a:t>元素 </a:t>
              </a:r>
              <a:r>
                <a:rPr lang="en-US" altLang="zh-CN" sz="1200">
                  <a:solidFill>
                    <a:srgbClr val="0033B3"/>
                  </a:solidFill>
                  <a:latin typeface="Fira Code" panose="020B0809050000020004" pitchFamily="49" charset="0"/>
                </a:rPr>
                <a:t>in</a:t>
              </a:r>
              <a:r>
                <a:rPr lang="en-US" altLang="zh-CN" sz="1200">
                  <a:solidFill>
                    <a:srgbClr val="080808"/>
                  </a:solidFill>
                  <a:latin typeface="Fira Code" panose="020B0809050000020004" pitchFamily="49" charset="0"/>
                </a:rPr>
                <a:t> </a:t>
              </a:r>
              <a:r>
                <a:rPr lang="zh-CN" altLang="en-US" sz="1200">
                  <a:solidFill>
                    <a:srgbClr val="080808"/>
                  </a:solidFill>
                  <a:latin typeface="Fira Code" panose="020B0809050000020004" pitchFamily="49" charset="0"/>
                </a:rPr>
                <a:t>待处理数据集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zh-CN" altLang="en-US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循环体代码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zh-CN" altLang="en-US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对元素进行处理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</a:p>
            <a:p>
              <a:pPr>
                <a:lnSpc>
                  <a:spcPts val="2300"/>
                </a:lnSpc>
                <a:buNone/>
              </a:pPr>
              <a:r>
                <a:rPr lang="en-US" altLang="zh-CN" sz="1200">
                  <a:solidFill>
                    <a:srgbClr val="0033B3"/>
                  </a:solidFill>
                  <a:latin typeface="Fira Code" panose="020B0809050000020004" pitchFamily="49" charset="0"/>
                </a:rPr>
                <a:t>else</a:t>
              </a:r>
              <a:r>
                <a:rPr lang="en-US" altLang="zh-CN" sz="1200">
                  <a:solidFill>
                    <a:srgbClr val="080808"/>
                  </a:solidFill>
                  <a:latin typeface="Fira Code" panose="020B0809050000020004" pitchFamily="49" charset="0"/>
                </a:rPr>
                <a:t>:</a:t>
              </a:r>
            </a:p>
            <a:p>
              <a:pPr>
                <a:lnSpc>
                  <a:spcPts val="2300"/>
                </a:lnSpc>
                <a:buNone/>
              </a:pP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zh-CN" altLang="en-US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循环结束</a:t>
              </a:r>
              <a:r>
                <a:rPr lang="zh-CN" altLang="en-US" sz="1200">
                  <a:solidFill>
                    <a:srgbClr val="080808"/>
                  </a:solidFill>
                  <a:latin typeface="Fira Code" panose="020B0809050000020004" pitchFamily="49" charset="0"/>
                </a:rPr>
                <a:t>时</a:t>
              </a:r>
              <a:r>
                <a:rPr lang="en-US" altLang="zh-CN" sz="1200">
                  <a:solidFill>
                    <a:srgbClr val="080808"/>
                  </a:solidFill>
                  <a:latin typeface="Fira Code" panose="020B0809050000020004" pitchFamily="49" charset="0"/>
                </a:rPr>
                <a:t>, </a:t>
              </a:r>
              <a:r>
                <a:rPr lang="zh-CN" altLang="en-US" sz="1200">
                  <a:solidFill>
                    <a:srgbClr val="080808"/>
                  </a:solidFill>
                  <a:latin typeface="Fira Code" panose="020B0809050000020004" pitchFamily="49" charset="0"/>
                </a:rPr>
                <a:t>执行的代码</a:t>
              </a:r>
              <a:endParaRPr lang="en-US" altLang="zh-CN" sz="1200">
                <a:solidFill>
                  <a:srgbClr val="080808"/>
                </a:solidFill>
                <a:effectLst/>
                <a:latin typeface="Fira Code" panose="020B0809050000020004" pitchFamily="49" charset="0"/>
              </a:endParaRPr>
            </a:p>
          </p:txBody>
        </p:sp>
        <p:sp>
          <p:nvSpPr>
            <p:cNvPr id="4" name="矩形: 圆顶角 3">
              <a:extLst>
                <a:ext uri="{FF2B5EF4-FFF2-40B4-BE49-F238E27FC236}">
                  <a16:creationId xmlns:a16="http://schemas.microsoft.com/office/drawing/2014/main" id="{10DE2C0A-5D16-E05C-64EF-026A2F474AF9}"/>
                </a:ext>
              </a:extLst>
            </p:cNvPr>
            <p:cNvSpPr/>
            <p:nvPr/>
          </p:nvSpPr>
          <p:spPr>
            <a:xfrm>
              <a:off x="2297719" y="3660322"/>
              <a:ext cx="5498846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EF3C51CC-630C-1029-AFD0-E1DCC189FAA8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02C651FE-8961-B168-51A2-E966B0F31B12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FC767373-C4F3-99D1-9C27-D04B91276083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" name="!!组合 2">
            <a:extLst>
              <a:ext uri="{FF2B5EF4-FFF2-40B4-BE49-F238E27FC236}">
                <a16:creationId xmlns:a16="http://schemas.microsoft.com/office/drawing/2014/main" id="{84107870-80B6-EC78-55BF-014132ABC4C2}"/>
              </a:ext>
            </a:extLst>
          </p:cNvPr>
          <p:cNvGrpSpPr/>
          <p:nvPr/>
        </p:nvGrpSpPr>
        <p:grpSpPr>
          <a:xfrm>
            <a:off x="5952331" y="4287527"/>
            <a:ext cx="4990729" cy="2471082"/>
            <a:chOff x="2297719" y="3660321"/>
            <a:chExt cx="5498855" cy="2471230"/>
          </a:xfrm>
        </p:grpSpPr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CF3C1D29-8B82-1080-3C6D-E2A4FD9D55E6}"/>
                </a:ext>
              </a:extLst>
            </p:cNvPr>
            <p:cNvSpPr/>
            <p:nvPr/>
          </p:nvSpPr>
          <p:spPr>
            <a:xfrm>
              <a:off x="2297728" y="3660321"/>
              <a:ext cx="5498846" cy="2471230"/>
            </a:xfrm>
            <a:prstGeom prst="roundRect">
              <a:avLst>
                <a:gd name="adj" fmla="val 2897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2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定义要遍历的字符串</a:t>
              </a:r>
              <a:br>
                <a:rPr lang="zh-CN" altLang="en-US" sz="1200" i="1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latin typeface="Fira Code" panose="020B0809050000020004" pitchFamily="49" charset="0"/>
                </a:rPr>
                <a:t>msg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= 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"Hello-Python"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rgbClr val="8C8C8C"/>
                  </a:solidFill>
                  <a:latin typeface="Fira Code" panose="020B0809050000020004" pitchFamily="49" charset="0"/>
                </a:rPr>
                <a:t># </a:t>
              </a:r>
              <a:r>
                <a:rPr lang="zh-CN" altLang="en-US" sz="1200">
                  <a:solidFill>
                    <a:srgbClr val="8C8C8C"/>
                  </a:solidFill>
                  <a:latin typeface="Fira Code" panose="020B0809050000020004" pitchFamily="49" charset="0"/>
                </a:rPr>
                <a:t>遍历字符串</a:t>
              </a:r>
              <a:r>
                <a:rPr lang="en-US" altLang="zh-CN" sz="1200">
                  <a:solidFill>
                    <a:srgbClr val="8C8C8C"/>
                  </a:solidFill>
                  <a:latin typeface="Fira Code" panose="020B0809050000020004" pitchFamily="49" charset="0"/>
                </a:rPr>
                <a:t>,</a:t>
              </a:r>
              <a:r>
                <a:rPr lang="zh-CN" altLang="en-US" sz="1200">
                  <a:solidFill>
                    <a:srgbClr val="8C8C8C"/>
                  </a:solidFill>
                  <a:latin typeface="Fira Code" panose="020B0809050000020004" pitchFamily="49" charset="0"/>
                </a:rPr>
                <a:t>并处理</a:t>
              </a:r>
              <a:b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for 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i </a:t>
              </a: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in </a:t>
              </a:r>
              <a:r>
                <a:rPr lang="en-US" altLang="zh-CN" sz="1200">
                  <a:solidFill>
                    <a:srgbClr val="080808"/>
                  </a:solidFill>
                  <a:latin typeface="Fira Code" panose="020B0809050000020004" pitchFamily="49" charset="0"/>
                </a:rPr>
                <a:t>msg</a:t>
              </a:r>
              <a:r>
                <a:rPr lang="en-US" altLang="zh-CN" sz="1200" i="1">
                  <a:solidFill>
                    <a:srgbClr val="080808"/>
                  </a:solidFill>
                  <a:latin typeface="Fira Code" panose="020B0809050000020004" pitchFamily="49" charset="0"/>
                </a:rPr>
                <a:t> 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(i)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rgbClr val="0033B3"/>
                  </a:solidFill>
                  <a:latin typeface="Fira Code" panose="020B0809050000020004" pitchFamily="49" charset="0"/>
                </a:rPr>
                <a:t>else</a:t>
              </a:r>
              <a:r>
                <a:rPr lang="en-US" altLang="zh-CN" sz="1200">
                  <a:solidFill>
                    <a:srgbClr val="080808"/>
                  </a:solidFill>
                  <a:latin typeface="Fira Code" panose="020B0809050000020004" pitchFamily="49" charset="0"/>
                </a:rPr>
                <a:t>: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buNone/>
              </a:pP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循环结束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</a:p>
          </p:txBody>
        </p:sp>
        <p:sp>
          <p:nvSpPr>
            <p:cNvPr id="23" name="矩形: 圆顶角 22">
              <a:extLst>
                <a:ext uri="{FF2B5EF4-FFF2-40B4-BE49-F238E27FC236}">
                  <a16:creationId xmlns:a16="http://schemas.microsoft.com/office/drawing/2014/main" id="{1F954B10-194B-578A-C81F-B55919DA1648}"/>
                </a:ext>
              </a:extLst>
            </p:cNvPr>
            <p:cNvSpPr/>
            <p:nvPr/>
          </p:nvSpPr>
          <p:spPr>
            <a:xfrm>
              <a:off x="2297719" y="3660322"/>
              <a:ext cx="5498846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A7759210-F8F9-4F20-4B07-DBD719866F8F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4920DD31-EDA9-FDE0-6AC3-5D72B2063136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FEF294DA-8EFB-F1C2-D348-3EF1EC1862E9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DBDE75FA-165A-1A71-5245-772E6C94C6B1}"/>
              </a:ext>
            </a:extLst>
          </p:cNvPr>
          <p:cNvSpPr txBox="1"/>
          <p:nvPr/>
        </p:nvSpPr>
        <p:spPr>
          <a:xfrm>
            <a:off x="6902175" y="3824996"/>
            <a:ext cx="30460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遍历字符串 </a:t>
            </a:r>
            <a:r>
              <a:rPr lang="en-US" altLang="zh-CN" sz="1600"/>
              <a:t>"Hello-Python"</a:t>
            </a:r>
            <a:endParaRPr lang="zh-CN" altLang="en-US" sz="1600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46445C3B-A431-0961-4C89-678C6BEB6A60}"/>
              </a:ext>
            </a:extLst>
          </p:cNvPr>
          <p:cNvSpPr/>
          <p:nvPr/>
        </p:nvSpPr>
        <p:spPr>
          <a:xfrm>
            <a:off x="5929823" y="2968487"/>
            <a:ext cx="4990720" cy="573934"/>
          </a:xfrm>
          <a:prstGeom prst="roundRect">
            <a:avLst>
              <a:gd name="adj" fmla="val 6277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27AB531-AF10-C36A-49C8-AFB0499971C1}"/>
              </a:ext>
            </a:extLst>
          </p:cNvPr>
          <p:cNvSpPr txBox="1"/>
          <p:nvPr/>
        </p:nvSpPr>
        <p:spPr>
          <a:xfrm>
            <a:off x="10345435" y="3255454"/>
            <a:ext cx="5976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rgbClr val="00B0F0"/>
                </a:solidFill>
              </a:rPr>
              <a:t>可选</a:t>
            </a:r>
          </a:p>
        </p:txBody>
      </p:sp>
    </p:spTree>
    <p:extLst>
      <p:ext uri="{BB962C8B-B14F-4D97-AF65-F5344CB8AC3E}">
        <p14:creationId xmlns:p14="http://schemas.microsoft.com/office/powerpoint/2010/main" val="16215465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 animBg="1"/>
      <p:bldP spid="3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56E6F-1831-08F6-5729-DA04DEB5B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9E8F0C91-2D19-0E91-5BB2-ED5659DDC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for</a:t>
            </a:r>
            <a:r>
              <a:rPr lang="zh-CN" altLang="en-US"/>
              <a:t>循环</a:t>
            </a:r>
          </a:p>
        </p:txBody>
      </p:sp>
      <p:grpSp>
        <p:nvGrpSpPr>
          <p:cNvPr id="21" name="!!组合 2">
            <a:extLst>
              <a:ext uri="{FF2B5EF4-FFF2-40B4-BE49-F238E27FC236}">
                <a16:creationId xmlns:a16="http://schemas.microsoft.com/office/drawing/2014/main" id="{B6B29FE5-0707-4717-A801-82691C233D42}"/>
              </a:ext>
            </a:extLst>
          </p:cNvPr>
          <p:cNvGrpSpPr/>
          <p:nvPr/>
        </p:nvGrpSpPr>
        <p:grpSpPr>
          <a:xfrm>
            <a:off x="3203988" y="1438861"/>
            <a:ext cx="4990729" cy="2888525"/>
            <a:chOff x="2297719" y="3660320"/>
            <a:chExt cx="5498855" cy="2888698"/>
          </a:xfrm>
        </p:grpSpPr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7B29B9B9-4811-CDA2-4AA0-BB452333C967}"/>
                </a:ext>
              </a:extLst>
            </p:cNvPr>
            <p:cNvSpPr/>
            <p:nvPr/>
          </p:nvSpPr>
          <p:spPr>
            <a:xfrm>
              <a:off x="2297728" y="3660320"/>
              <a:ext cx="5498846" cy="2888698"/>
            </a:xfrm>
            <a:prstGeom prst="roundRect">
              <a:avLst>
                <a:gd name="adj" fmla="val 2897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ct val="200000"/>
                </a:lnSpc>
                <a:buNone/>
              </a:pPr>
              <a:r>
                <a:rPr lang="en-US" altLang="zh-CN" sz="1200">
                  <a:solidFill>
                    <a:srgbClr val="8C8C8C"/>
                  </a:solidFill>
                  <a:effectLst/>
                  <a:latin typeface="Fira Code" panose="020B0809050000020004" pitchFamily="49" charset="0"/>
                </a:rPr>
                <a:t># </a:t>
              </a:r>
              <a:r>
                <a:rPr lang="zh-CN" altLang="en-US" sz="1200">
                  <a:solidFill>
                    <a:srgbClr val="8C8C8C"/>
                  </a:solidFill>
                  <a:latin typeface="Courier New" panose="02070309020205020404" pitchFamily="49" charset="0"/>
                </a:rPr>
                <a:t>定义要遍历的</a:t>
              </a:r>
              <a:r>
                <a:rPr lang="zh-CN" altLang="en-US" sz="1200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  <a:t>字符串</a:t>
              </a:r>
              <a:br>
                <a:rPr lang="zh-CN" altLang="en-US" sz="1200" i="1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msg = 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"Hello-Python"</a:t>
              </a:r>
            </a:p>
            <a:p>
              <a:pPr>
                <a:lnSpc>
                  <a:spcPct val="200000"/>
                </a:lnSpc>
                <a:buNone/>
              </a:pPr>
              <a:r>
                <a:rPr lang="en-US" altLang="zh-CN" sz="1200">
                  <a:solidFill>
                    <a:srgbClr val="8C8C8C"/>
                  </a:solidFill>
                  <a:latin typeface="Fira Code" panose="020B0809050000020004" pitchFamily="49" charset="0"/>
                </a:rPr>
                <a:t># </a:t>
              </a:r>
              <a:r>
                <a:rPr lang="zh-CN" altLang="en-US" sz="1200">
                  <a:solidFill>
                    <a:srgbClr val="8C8C8C"/>
                  </a:solidFill>
                  <a:latin typeface="Fira Code" panose="020B0809050000020004" pitchFamily="49" charset="0"/>
                </a:rPr>
                <a:t>遍历字符串</a:t>
              </a:r>
              <a:r>
                <a:rPr lang="en-US" altLang="zh-CN" sz="1200">
                  <a:solidFill>
                    <a:srgbClr val="8C8C8C"/>
                  </a:solidFill>
                  <a:latin typeface="Fira Code" panose="020B0809050000020004" pitchFamily="49" charset="0"/>
                </a:rPr>
                <a:t>,</a:t>
              </a:r>
              <a:r>
                <a:rPr lang="zh-CN" altLang="en-US" sz="1200">
                  <a:solidFill>
                    <a:srgbClr val="8C8C8C"/>
                  </a:solidFill>
                  <a:latin typeface="Fira Code" panose="020B0809050000020004" pitchFamily="49" charset="0"/>
                </a:rPr>
                <a:t>并处理</a:t>
              </a:r>
              <a:b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for 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i </a:t>
              </a: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in 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msg: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(i)</a:t>
              </a:r>
            </a:p>
            <a:p>
              <a:pPr>
                <a:lnSpc>
                  <a:spcPct val="200000"/>
                </a:lnSpc>
                <a:buNone/>
              </a:pPr>
              <a:r>
                <a:rPr lang="en-US" altLang="zh-CN" sz="1200">
                  <a:solidFill>
                    <a:srgbClr val="0033B3"/>
                  </a:solidFill>
                  <a:latin typeface="Fira Code" panose="020B0809050000020004" pitchFamily="49" charset="0"/>
                </a:rPr>
                <a:t>else</a:t>
              </a:r>
              <a:r>
                <a:rPr lang="en-US" altLang="zh-CN" sz="1200">
                  <a:solidFill>
                    <a:srgbClr val="080808"/>
                  </a:solidFill>
                  <a:latin typeface="Fira Code" panose="020B0809050000020004" pitchFamily="49" charset="0"/>
                </a:rPr>
                <a:t>:</a:t>
              </a:r>
            </a:p>
            <a:p>
              <a:pPr>
                <a:lnSpc>
                  <a:spcPct val="200000"/>
                </a:lnSpc>
                <a:buNone/>
              </a:pP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print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(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zh-CN" altLang="en-US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循环结束</a:t>
              </a:r>
              <a:r>
                <a:rPr lang="en-US" altLang="zh-CN" sz="1200">
                  <a:solidFill>
                    <a:srgbClr val="067D17"/>
                  </a:solidFill>
                  <a:effectLst/>
                  <a:latin typeface="Fira Code" panose="020B0809050000020004" pitchFamily="49" charset="0"/>
                </a:rPr>
                <a:t>"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)</a:t>
              </a:r>
            </a:p>
          </p:txBody>
        </p:sp>
        <p:sp>
          <p:nvSpPr>
            <p:cNvPr id="23" name="矩形: 圆顶角 22">
              <a:extLst>
                <a:ext uri="{FF2B5EF4-FFF2-40B4-BE49-F238E27FC236}">
                  <a16:creationId xmlns:a16="http://schemas.microsoft.com/office/drawing/2014/main" id="{F4284322-D181-DA97-7D0E-75B80512EAFC}"/>
                </a:ext>
              </a:extLst>
            </p:cNvPr>
            <p:cNvSpPr/>
            <p:nvPr/>
          </p:nvSpPr>
          <p:spPr>
            <a:xfrm>
              <a:off x="2297719" y="3660322"/>
              <a:ext cx="5498846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CC05677C-EB3E-F4AF-3618-91FA479E1DA7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AD4EA94F-CFE0-AAE8-C991-E5F7C2061572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5C1B1399-D15E-89FF-BAF1-2E059988FF7C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2293E212-D6A4-2789-FB2C-59733BD1C62B}"/>
              </a:ext>
            </a:extLst>
          </p:cNvPr>
          <p:cNvSpPr/>
          <p:nvPr/>
        </p:nvSpPr>
        <p:spPr>
          <a:xfrm>
            <a:off x="5350838" y="2157343"/>
            <a:ext cx="335608" cy="343149"/>
          </a:xfrm>
          <a:prstGeom prst="roundRect">
            <a:avLst/>
          </a:prstGeom>
          <a:solidFill>
            <a:srgbClr val="FFC000">
              <a:alpha val="20000"/>
            </a:srgbClr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H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13475DFD-2254-DF7C-7BA2-CDA90AEB9299}"/>
              </a:ext>
            </a:extLst>
          </p:cNvPr>
          <p:cNvSpPr/>
          <p:nvPr/>
        </p:nvSpPr>
        <p:spPr>
          <a:xfrm>
            <a:off x="5701529" y="2157343"/>
            <a:ext cx="335608" cy="343149"/>
          </a:xfrm>
          <a:prstGeom prst="roundRect">
            <a:avLst/>
          </a:prstGeom>
          <a:solidFill>
            <a:srgbClr val="FFC000">
              <a:alpha val="20000"/>
            </a:srgbClr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e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5EBB3045-B2CD-9B24-75EA-1DA22063E33F}"/>
              </a:ext>
            </a:extLst>
          </p:cNvPr>
          <p:cNvSpPr/>
          <p:nvPr/>
        </p:nvSpPr>
        <p:spPr>
          <a:xfrm>
            <a:off x="6052220" y="2157343"/>
            <a:ext cx="335608" cy="343149"/>
          </a:xfrm>
          <a:prstGeom prst="roundRect">
            <a:avLst/>
          </a:prstGeom>
          <a:solidFill>
            <a:srgbClr val="FFC000">
              <a:alpha val="20000"/>
            </a:srgbClr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l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00B27333-8C51-3F5E-CCCE-C83A5C005211}"/>
              </a:ext>
            </a:extLst>
          </p:cNvPr>
          <p:cNvSpPr/>
          <p:nvPr/>
        </p:nvSpPr>
        <p:spPr>
          <a:xfrm>
            <a:off x="6402912" y="2157343"/>
            <a:ext cx="335608" cy="343149"/>
          </a:xfrm>
          <a:prstGeom prst="roundRect">
            <a:avLst/>
          </a:prstGeom>
          <a:solidFill>
            <a:srgbClr val="FFC000">
              <a:alpha val="20000"/>
            </a:srgbClr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l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FB057918-DFE2-1AF4-4B14-065E1FF122F6}"/>
              </a:ext>
            </a:extLst>
          </p:cNvPr>
          <p:cNvSpPr/>
          <p:nvPr/>
        </p:nvSpPr>
        <p:spPr>
          <a:xfrm>
            <a:off x="6753603" y="2157343"/>
            <a:ext cx="335608" cy="343149"/>
          </a:xfrm>
          <a:prstGeom prst="roundRect">
            <a:avLst/>
          </a:prstGeom>
          <a:solidFill>
            <a:srgbClr val="FFC000">
              <a:alpha val="20000"/>
            </a:srgbClr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o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07E07C0B-8056-C672-38CE-532DB6A4EF6B}"/>
              </a:ext>
            </a:extLst>
          </p:cNvPr>
          <p:cNvSpPr/>
          <p:nvPr/>
        </p:nvSpPr>
        <p:spPr>
          <a:xfrm>
            <a:off x="7104294" y="2157343"/>
            <a:ext cx="335608" cy="343149"/>
          </a:xfrm>
          <a:prstGeom prst="roundRect">
            <a:avLst/>
          </a:prstGeom>
          <a:solidFill>
            <a:srgbClr val="FFC000">
              <a:alpha val="20000"/>
            </a:srgbClr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- 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5DE12644-D546-BBE4-C741-5E8C252F136D}"/>
              </a:ext>
            </a:extLst>
          </p:cNvPr>
          <p:cNvSpPr/>
          <p:nvPr/>
        </p:nvSpPr>
        <p:spPr>
          <a:xfrm>
            <a:off x="7454985" y="2157343"/>
            <a:ext cx="335608" cy="343149"/>
          </a:xfrm>
          <a:prstGeom prst="roundRect">
            <a:avLst/>
          </a:prstGeom>
          <a:solidFill>
            <a:srgbClr val="FFC000">
              <a:alpha val="20000"/>
            </a:srgbClr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P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1FC469F3-2BFE-FDF9-D0F4-EDB64FAA6630}"/>
              </a:ext>
            </a:extLst>
          </p:cNvPr>
          <p:cNvSpPr/>
          <p:nvPr/>
        </p:nvSpPr>
        <p:spPr>
          <a:xfrm>
            <a:off x="7805676" y="2157343"/>
            <a:ext cx="335608" cy="343149"/>
          </a:xfrm>
          <a:prstGeom prst="roundRect">
            <a:avLst/>
          </a:prstGeom>
          <a:solidFill>
            <a:srgbClr val="FFC000">
              <a:alpha val="20000"/>
            </a:srgbClr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y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EF8EE715-98EF-37C8-4ADA-777AEC779E5B}"/>
              </a:ext>
            </a:extLst>
          </p:cNvPr>
          <p:cNvSpPr/>
          <p:nvPr/>
        </p:nvSpPr>
        <p:spPr>
          <a:xfrm>
            <a:off x="8156368" y="2157343"/>
            <a:ext cx="335608" cy="343149"/>
          </a:xfrm>
          <a:prstGeom prst="roundRect">
            <a:avLst/>
          </a:prstGeom>
          <a:solidFill>
            <a:srgbClr val="FFC000">
              <a:alpha val="20000"/>
            </a:srgbClr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t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FE87D6F9-8EC3-32CF-516B-05589C05811A}"/>
              </a:ext>
            </a:extLst>
          </p:cNvPr>
          <p:cNvSpPr/>
          <p:nvPr/>
        </p:nvSpPr>
        <p:spPr>
          <a:xfrm>
            <a:off x="8507059" y="2157343"/>
            <a:ext cx="335608" cy="343149"/>
          </a:xfrm>
          <a:prstGeom prst="roundRect">
            <a:avLst/>
          </a:prstGeom>
          <a:solidFill>
            <a:srgbClr val="FFC000">
              <a:alpha val="20000"/>
            </a:srgbClr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h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6C197997-3032-D827-DE27-49E962CE2366}"/>
              </a:ext>
            </a:extLst>
          </p:cNvPr>
          <p:cNvSpPr/>
          <p:nvPr/>
        </p:nvSpPr>
        <p:spPr>
          <a:xfrm>
            <a:off x="8857750" y="2157343"/>
            <a:ext cx="335608" cy="343149"/>
          </a:xfrm>
          <a:prstGeom prst="roundRect">
            <a:avLst/>
          </a:prstGeom>
          <a:solidFill>
            <a:srgbClr val="FFC000">
              <a:alpha val="20000"/>
            </a:srgbClr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o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23E18B9E-622B-8EC8-B799-0928FC09B9D1}"/>
              </a:ext>
            </a:extLst>
          </p:cNvPr>
          <p:cNvSpPr/>
          <p:nvPr/>
        </p:nvSpPr>
        <p:spPr>
          <a:xfrm>
            <a:off x="9208441" y="2157343"/>
            <a:ext cx="335608" cy="343149"/>
          </a:xfrm>
          <a:prstGeom prst="roundRect">
            <a:avLst/>
          </a:prstGeom>
          <a:solidFill>
            <a:srgbClr val="FFC000">
              <a:alpha val="20000"/>
            </a:srgbClr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n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06102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3.33333E-6 L 0.00039 0.15857 " pathEditMode="relative" rAng="0" ptsTypes="AA">
                                      <p:cBhvr>
                                        <p:cTn id="4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79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3.33333E-6 L -2.08333E-7 0.15857 " pathEditMode="relative" rAng="0" ptsTypes="AA">
                                      <p:cBhvr>
                                        <p:cTn id="4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9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-3.33333E-6 L -0.00039 0.15857 " pathEditMode="relative" rAng="0" ptsTypes="AA">
                                      <p:cBhvr>
                                        <p:cTn id="5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79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-3.33333E-6 L -2.29167E-6 0.15857 " pathEditMode="relative" rAng="0" ptsTypes="AA">
                                      <p:cBhvr>
                                        <p:cTn id="5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9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3.33333E-6 L 1.66667E-6 0.15857 " pathEditMode="relative" rAng="0" ptsTypes="AA">
                                      <p:cBhvr>
                                        <p:cTn id="6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9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-3.33333E-6 L -4.375E-6 0.15857 " pathEditMode="relative" rAng="0" ptsTypes="AA">
                                      <p:cBhvr>
                                        <p:cTn id="6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9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3.33333E-6 L -2.08333E-7 0.15857 " pathEditMode="relative" rAng="0" ptsTypes="AA">
                                      <p:cBhvr>
                                        <p:cTn id="6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9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-3.33333E-6 L 3.75E-6 0.15857 " pathEditMode="relative" rAng="0" ptsTypes="AA">
                                      <p:cBhvr>
                                        <p:cTn id="7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9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-3.33333E-6 L -2.29167E-6 0.15857 " pathEditMode="relative" rAng="0" ptsTypes="AA">
                                      <p:cBhvr>
                                        <p:cTn id="7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9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3.33333E-6 L 1.66667E-6 0.15857 " pathEditMode="relative" rAng="0" ptsTypes="AA">
                                      <p:cBhvr>
                                        <p:cTn id="8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9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-3.33333E-6 L -4.375E-6 0.15857 " pathEditMode="relative" rAng="0" ptsTypes="AA">
                                      <p:cBhvr>
                                        <p:cTn id="8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9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-3.33333E-6 L -4.16667E-7 0.15857 " pathEditMode="relative" rAng="0" ptsTypes="AA">
                                      <p:cBhvr>
                                        <p:cTn id="8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9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6" grpId="1" animBg="1"/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A9092-662F-266B-C71C-40AA4E80D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764C45C-7F4B-E1B2-C64D-42555DBDDD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97301" y="1359878"/>
            <a:ext cx="8312150" cy="3580422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zh-CN"/>
              <a:t>for</a:t>
            </a:r>
            <a:r>
              <a:rPr lang="zh-CN" altLang="en-US"/>
              <a:t>循环的语法格式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endParaRPr lang="en-US" altLang="zh-CN"/>
          </a:p>
          <a:p>
            <a:pPr marL="342900" indent="-342900">
              <a:buFont typeface="+mj-lt"/>
              <a:buAutoNum type="arabicPeriod"/>
            </a:pPr>
            <a:endParaRPr lang="en-US" altLang="zh-CN"/>
          </a:p>
          <a:p>
            <a:pPr marL="342900" indent="-342900">
              <a:buFont typeface="+mj-lt"/>
              <a:buAutoNum type="arabicPeriod"/>
            </a:pP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en-US" altLang="zh-CN"/>
              <a:t>for</a:t>
            </a:r>
            <a:r>
              <a:rPr lang="zh-CN" altLang="en-US"/>
              <a:t>循环与</a:t>
            </a:r>
            <a:r>
              <a:rPr lang="en-US" altLang="zh-CN"/>
              <a:t>while</a:t>
            </a:r>
            <a:r>
              <a:rPr lang="zh-CN" altLang="en-US"/>
              <a:t>循环的场景</a:t>
            </a:r>
            <a:endParaRPr lang="en-US" altLang="zh-CN"/>
          </a:p>
          <a:p>
            <a:pPr marL="684000" lvl="1" indent="-34290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/>
              <a:t>while</a:t>
            </a:r>
            <a:r>
              <a:rPr lang="zh-CN" altLang="en-US" sz="1400"/>
              <a:t>循环：用于在某个条件满足时一直循环，循环的次数通常是未知的，只知道循环开始</a:t>
            </a:r>
            <a:r>
              <a:rPr lang="en-US" altLang="zh-CN" sz="1400"/>
              <a:t>/</a:t>
            </a:r>
            <a:r>
              <a:rPr lang="zh-CN" altLang="en-US" sz="1400"/>
              <a:t>结束的条件。（关注的是循环的条件）</a:t>
            </a:r>
            <a:endParaRPr lang="en-US" altLang="zh-CN" sz="1400"/>
          </a:p>
          <a:p>
            <a:pPr marL="684000" lvl="1" indent="-34290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/>
              <a:t>for</a:t>
            </a:r>
            <a:r>
              <a:rPr lang="zh-CN" altLang="en-US" sz="1400"/>
              <a:t>循环：用于对一个已知的数据集进行遍历或已知次数的循环。（关注的是遍历每一个元素）</a:t>
            </a:r>
            <a:endParaRPr lang="en-US" altLang="zh-CN" sz="1400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7A5805F1-8C8F-1A10-C73F-C2F73E9709D7}"/>
              </a:ext>
            </a:extLst>
          </p:cNvPr>
          <p:cNvSpPr/>
          <p:nvPr/>
        </p:nvSpPr>
        <p:spPr>
          <a:xfrm>
            <a:off x="4242263" y="1919856"/>
            <a:ext cx="4213598" cy="1393668"/>
          </a:xfrm>
          <a:prstGeom prst="roundRect">
            <a:avLst>
              <a:gd name="adj" fmla="val 3857"/>
            </a:avLst>
          </a:prstGeom>
          <a:solidFill>
            <a:srgbClr val="F6F6F6"/>
          </a:solidFill>
          <a:ln w="317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t"/>
          <a:lstStyle/>
          <a:p>
            <a:pPr lvl="0">
              <a:lnSpc>
                <a:spcPts val="2300"/>
              </a:lnSpc>
            </a:pPr>
            <a:r>
              <a:rPr lang="en-US" altLang="zh-CN" sz="1200">
                <a:solidFill>
                  <a:srgbClr val="0033B3"/>
                </a:solidFill>
                <a:latin typeface="Fira Code" panose="020B0809050000020004" pitchFamily="49" charset="0"/>
              </a:rPr>
              <a:t>for </a:t>
            </a:r>
            <a:r>
              <a:rPr lang="zh-CN" altLang="en-US" sz="12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元素</a:t>
            </a:r>
            <a:r>
              <a:rPr lang="zh-CN" altLang="en-US" sz="1200">
                <a:solidFill>
                  <a:srgbClr val="0033B3"/>
                </a:solidFill>
                <a:latin typeface="Fira Code" panose="020B0809050000020004" pitchFamily="49" charset="0"/>
              </a:rPr>
              <a:t> </a:t>
            </a:r>
            <a:r>
              <a:rPr lang="en-US" altLang="zh-CN" sz="1200">
                <a:solidFill>
                  <a:srgbClr val="0033B3"/>
                </a:solidFill>
                <a:latin typeface="Fira Code" panose="020B0809050000020004" pitchFamily="49" charset="0"/>
              </a:rPr>
              <a:t>in </a:t>
            </a:r>
            <a:r>
              <a:rPr lang="zh-CN" altLang="en-US" sz="12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待处理数据集</a:t>
            </a:r>
            <a:r>
              <a:rPr lang="en-US" altLang="zh-CN" sz="1200">
                <a:solidFill>
                  <a:srgbClr val="080808"/>
                </a:solidFill>
                <a:latin typeface="Fira Code" panose="020B0809050000020004" pitchFamily="49" charset="0"/>
              </a:rPr>
              <a:t>:</a:t>
            </a:r>
            <a:br>
              <a:rPr lang="en-US" altLang="zh-CN" sz="1200">
                <a:solidFill>
                  <a:srgbClr val="080808"/>
                </a:solidFill>
                <a:latin typeface="Fira Code" panose="020B0809050000020004" pitchFamily="49" charset="0"/>
              </a:rPr>
            </a:br>
            <a:r>
              <a:rPr lang="en-US" altLang="zh-CN" sz="1200">
                <a:solidFill>
                  <a:srgbClr val="080808"/>
                </a:solidFill>
                <a:latin typeface="Fira Code" panose="020B0809050000020004" pitchFamily="49" charset="0"/>
              </a:rPr>
              <a:t>    </a:t>
            </a:r>
            <a:r>
              <a:rPr lang="zh-CN" altLang="en-US" sz="1200">
                <a:solidFill>
                  <a:srgbClr val="080808"/>
                </a:solidFill>
                <a:latin typeface="Fira Code" panose="020B0809050000020004" pitchFamily="49" charset="0"/>
              </a:rPr>
              <a:t>循环体代码</a:t>
            </a:r>
            <a:r>
              <a:rPr lang="en-US" altLang="zh-CN" sz="1200">
                <a:solidFill>
                  <a:srgbClr val="080808"/>
                </a:solidFill>
                <a:latin typeface="Fira Code" panose="020B0809050000020004" pitchFamily="49" charset="0"/>
              </a:rPr>
              <a:t>(</a:t>
            </a:r>
            <a:r>
              <a:rPr lang="zh-CN" altLang="en-US" sz="1200">
                <a:solidFill>
                  <a:srgbClr val="080808"/>
                </a:solidFill>
                <a:latin typeface="Fira Code" panose="020B0809050000020004" pitchFamily="49" charset="0"/>
              </a:rPr>
              <a:t>对元素进行处理</a:t>
            </a:r>
            <a:r>
              <a:rPr lang="en-US" altLang="zh-CN" sz="1200">
                <a:solidFill>
                  <a:srgbClr val="080808"/>
                </a:solidFill>
                <a:latin typeface="Fira Code" panose="020B0809050000020004" pitchFamily="49" charset="0"/>
              </a:rPr>
              <a:t>)</a:t>
            </a:r>
            <a:endParaRPr lang="en-US" altLang="zh-CN" sz="1200">
              <a:solidFill>
                <a:schemeClr val="tx1">
                  <a:lumMod val="50000"/>
                </a:schemeClr>
              </a:solidFill>
              <a:latin typeface="Fira Code" panose="020B0809050000020004" pitchFamily="49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1200">
                <a:solidFill>
                  <a:srgbClr val="0033B3"/>
                </a:solidFill>
                <a:latin typeface="Fira Code" panose="020B0809050000020004" pitchFamily="49" charset="0"/>
              </a:rPr>
              <a:t>else</a:t>
            </a:r>
            <a:r>
              <a:rPr lang="en-US" altLang="zh-CN" sz="12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:</a:t>
            </a:r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1200">
                <a:solidFill>
                  <a:schemeClr val="tx1">
                    <a:lumMod val="50000"/>
                  </a:schemeClr>
                </a:solidFill>
                <a:effectLst/>
                <a:latin typeface="Fira Code" panose="020B0809050000020004" pitchFamily="49" charset="0"/>
              </a:rPr>
              <a:t>    </a:t>
            </a:r>
            <a:r>
              <a:rPr lang="zh-CN" altLang="en-US" sz="1200">
                <a:solidFill>
                  <a:schemeClr val="tx1">
                    <a:lumMod val="50000"/>
                  </a:schemeClr>
                </a:solidFill>
                <a:effectLst/>
                <a:latin typeface="Fira Code" panose="020B0809050000020004" pitchFamily="49" charset="0"/>
              </a:rPr>
              <a:t>不</a:t>
            </a:r>
            <a:r>
              <a:rPr lang="zh-CN" altLang="en-US" sz="12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满足循环条件</a:t>
            </a:r>
            <a:r>
              <a:rPr lang="zh-CN" altLang="en-US" sz="1200">
                <a:solidFill>
                  <a:schemeClr val="tx1">
                    <a:lumMod val="50000"/>
                  </a:schemeClr>
                </a:solidFill>
                <a:effectLst/>
                <a:latin typeface="Fira Code" panose="020B0809050000020004" pitchFamily="49" charset="0"/>
              </a:rPr>
              <a:t>时</a:t>
            </a:r>
            <a:r>
              <a:rPr lang="zh-CN" altLang="en-US" sz="12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，执行的操作</a:t>
            </a:r>
            <a:endParaRPr lang="en-US" altLang="zh-CN" sz="1200">
              <a:solidFill>
                <a:schemeClr val="tx1">
                  <a:lumMod val="50000"/>
                </a:schemeClr>
              </a:solidFill>
              <a:effectLst/>
              <a:latin typeface="Fira Code" panose="020B0809050000020004" pitchFamily="49" charset="0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B9F23B8C-A05D-E65E-CF1C-699AC83BF767}"/>
              </a:ext>
            </a:extLst>
          </p:cNvPr>
          <p:cNvSpPr/>
          <p:nvPr/>
        </p:nvSpPr>
        <p:spPr>
          <a:xfrm>
            <a:off x="4242263" y="2623797"/>
            <a:ext cx="4213598" cy="573934"/>
          </a:xfrm>
          <a:prstGeom prst="roundRect">
            <a:avLst>
              <a:gd name="adj" fmla="val 6277"/>
            </a:avLst>
          </a:prstGeom>
          <a:solidFill>
            <a:srgbClr val="00B0F0">
              <a:alpha val="20000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D51192F-BFF2-A3EF-D1D8-EBA69012A241}"/>
              </a:ext>
            </a:extLst>
          </p:cNvPr>
          <p:cNvSpPr txBox="1"/>
          <p:nvPr/>
        </p:nvSpPr>
        <p:spPr>
          <a:xfrm>
            <a:off x="7918534" y="2889954"/>
            <a:ext cx="5373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solidFill>
                  <a:srgbClr val="00B0F0"/>
                </a:solidFill>
              </a:rPr>
              <a:t>可选</a:t>
            </a:r>
          </a:p>
        </p:txBody>
      </p:sp>
    </p:spTree>
    <p:extLst>
      <p:ext uri="{BB962C8B-B14F-4D97-AF65-F5344CB8AC3E}">
        <p14:creationId xmlns:p14="http://schemas.microsoft.com/office/powerpoint/2010/main" val="263406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7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4C05A-FD9F-6E70-DBAB-0A10FE2DA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48659D-EC2F-6D4A-A3D0-375586211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基于</a:t>
            </a:r>
            <a:r>
              <a:rPr lang="en-US" altLang="zh-CN"/>
              <a:t>for</a:t>
            </a:r>
            <a:r>
              <a:rPr lang="zh-CN" altLang="en-US"/>
              <a:t>循环完成如下需求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24DE12-55A0-1F54-7207-A662BB5D3B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53098" y="1024932"/>
            <a:ext cx="9735967" cy="1042407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计算</a:t>
            </a:r>
            <a:r>
              <a:rPr lang="en-US" altLang="zh-CN"/>
              <a:t>1-100</a:t>
            </a:r>
            <a:r>
              <a:rPr lang="zh-CN" altLang="en-US"/>
              <a:t>之间所有奇数之和。 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计算</a:t>
            </a:r>
            <a:r>
              <a:rPr lang="en-US" altLang="zh-CN"/>
              <a:t>100-500</a:t>
            </a:r>
            <a:r>
              <a:rPr lang="zh-CN" altLang="en-US"/>
              <a:t>之间所有</a:t>
            </a:r>
            <a:r>
              <a:rPr lang="en-US" altLang="zh-CN"/>
              <a:t>3</a:t>
            </a:r>
            <a:r>
              <a:rPr lang="zh-CN" altLang="en-US"/>
              <a:t>的倍数的数字之和。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C58F07B-314F-6ED6-E238-34E5B4ECAA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3340" y="2832652"/>
            <a:ext cx="1911626" cy="1911626"/>
          </a:xfrm>
          <a:prstGeom prst="rect">
            <a:avLst/>
          </a:prstGeom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61FA0AA6-C09B-CF0C-FBA2-2357F9444C36}"/>
              </a:ext>
            </a:extLst>
          </p:cNvPr>
          <p:cNvSpPr/>
          <p:nvPr/>
        </p:nvSpPr>
        <p:spPr>
          <a:xfrm>
            <a:off x="7767342" y="1237167"/>
            <a:ext cx="4213598" cy="617935"/>
          </a:xfrm>
          <a:prstGeom prst="roundRect">
            <a:avLst>
              <a:gd name="adj" fmla="val 9218"/>
            </a:avLst>
          </a:prstGeom>
          <a:solidFill>
            <a:srgbClr val="F6F6F6"/>
          </a:solidFill>
          <a:ln w="317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t"/>
          <a:lstStyle/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1200">
                <a:solidFill>
                  <a:srgbClr val="0033B3"/>
                </a:solidFill>
                <a:latin typeface="Fira Code" panose="020B0809050000020004" pitchFamily="49" charset="0"/>
              </a:rPr>
              <a:t>for </a:t>
            </a:r>
            <a:r>
              <a:rPr lang="zh-CN" altLang="en-US" sz="12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元素</a:t>
            </a:r>
            <a:r>
              <a:rPr lang="zh-CN" altLang="en-US" sz="1200">
                <a:solidFill>
                  <a:srgbClr val="0033B3"/>
                </a:solidFill>
                <a:latin typeface="Fira Code" panose="020B0809050000020004" pitchFamily="49" charset="0"/>
              </a:rPr>
              <a:t> </a:t>
            </a:r>
            <a:r>
              <a:rPr lang="en-US" altLang="zh-CN" sz="1200">
                <a:solidFill>
                  <a:srgbClr val="0033B3"/>
                </a:solidFill>
                <a:latin typeface="Fira Code" panose="020B0809050000020004" pitchFamily="49" charset="0"/>
              </a:rPr>
              <a:t>in </a:t>
            </a:r>
            <a:r>
              <a:rPr lang="zh-CN" altLang="en-US" sz="12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待处理数据集</a:t>
            </a:r>
            <a:r>
              <a:rPr lang="en-US" altLang="zh-CN" sz="1200">
                <a:solidFill>
                  <a:srgbClr val="080808"/>
                </a:solidFill>
                <a:latin typeface="Fira Code" panose="020B0809050000020004" pitchFamily="49" charset="0"/>
              </a:rPr>
              <a:t>:</a:t>
            </a:r>
            <a:br>
              <a:rPr lang="en-US" altLang="zh-CN" sz="1200">
                <a:solidFill>
                  <a:srgbClr val="080808"/>
                </a:solidFill>
                <a:latin typeface="Fira Code" panose="020B0809050000020004" pitchFamily="49" charset="0"/>
              </a:rPr>
            </a:br>
            <a:r>
              <a:rPr lang="en-US" altLang="zh-CN" sz="1200">
                <a:solidFill>
                  <a:srgbClr val="080808"/>
                </a:solidFill>
                <a:latin typeface="Fira Code" panose="020B0809050000020004" pitchFamily="49" charset="0"/>
              </a:rPr>
              <a:t>    </a:t>
            </a:r>
            <a:r>
              <a:rPr lang="zh-CN" altLang="en-US" sz="12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循环体语句</a:t>
            </a:r>
            <a:r>
              <a:rPr lang="en-US" altLang="zh-CN" sz="12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(</a:t>
            </a:r>
            <a:r>
              <a:rPr lang="zh-CN" altLang="en-US" sz="12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对元素进行处理</a:t>
            </a:r>
            <a:r>
              <a:rPr lang="en-US" altLang="zh-CN" sz="12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)</a:t>
            </a:r>
          </a:p>
        </p:txBody>
      </p:sp>
      <p:sp>
        <p:nvSpPr>
          <p:cNvPr id="9" name="思想气泡: 云 8">
            <a:extLst>
              <a:ext uri="{FF2B5EF4-FFF2-40B4-BE49-F238E27FC236}">
                <a16:creationId xmlns:a16="http://schemas.microsoft.com/office/drawing/2014/main" id="{25B78AE6-0D5D-F67C-F5A5-0A0944F1DBB7}"/>
              </a:ext>
            </a:extLst>
          </p:cNvPr>
          <p:cNvSpPr/>
          <p:nvPr/>
        </p:nvSpPr>
        <p:spPr>
          <a:xfrm>
            <a:off x="6394173" y="2498034"/>
            <a:ext cx="2332383" cy="669235"/>
          </a:xfrm>
          <a:prstGeom prst="cloudCallout">
            <a:avLst>
              <a:gd name="adj1" fmla="val -58603"/>
              <a:gd name="adj2" fmla="val 69431"/>
            </a:avLst>
          </a:prstGeom>
          <a:solidFill>
            <a:srgbClr val="FFC000">
              <a:alpha val="20000"/>
            </a:srgbClr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如果获取到</a:t>
            </a:r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1-100</a:t>
            </a:r>
            <a:r>
              <a:rPr lang="zh-CN" altLang="en-US" sz="1200">
                <a:solidFill>
                  <a:schemeClr val="tx1">
                    <a:lumMod val="50000"/>
                  </a:schemeClr>
                </a:solidFill>
              </a:rPr>
              <a:t>之间的数据集</a:t>
            </a:r>
            <a:r>
              <a:rPr lang="en-US" altLang="zh-CN" sz="1200">
                <a:solidFill>
                  <a:schemeClr val="tx1">
                    <a:lumMod val="50000"/>
                  </a:schemeClr>
                </a:solidFill>
              </a:rPr>
              <a:t>??</a:t>
            </a:r>
            <a:endParaRPr lang="zh-CN" altLang="en-US" sz="12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0" name="!!文本框 9">
            <a:extLst>
              <a:ext uri="{FF2B5EF4-FFF2-40B4-BE49-F238E27FC236}">
                <a16:creationId xmlns:a16="http://schemas.microsoft.com/office/drawing/2014/main" id="{F47193D3-8029-5B1C-72CA-C7D34532F6B9}"/>
              </a:ext>
            </a:extLst>
          </p:cNvPr>
          <p:cNvSpPr txBox="1"/>
          <p:nvPr/>
        </p:nvSpPr>
        <p:spPr>
          <a:xfrm>
            <a:off x="7149548" y="4194314"/>
            <a:ext cx="13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C00000"/>
                </a:solidFill>
              </a:rPr>
              <a:t>range</a:t>
            </a:r>
            <a:r>
              <a:rPr lang="zh-CN" altLang="en-US">
                <a:solidFill>
                  <a:srgbClr val="C00000"/>
                </a:solidFill>
              </a:rPr>
              <a:t>语句</a:t>
            </a:r>
          </a:p>
        </p:txBody>
      </p:sp>
    </p:spTree>
    <p:extLst>
      <p:ext uri="{BB962C8B-B14F-4D97-AF65-F5344CB8AC3E}">
        <p14:creationId xmlns:p14="http://schemas.microsoft.com/office/powerpoint/2010/main" val="3345850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2C89B-D1CD-21B1-7411-7ADBA51C4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0F3168-FD8B-681B-42C9-46920A7AAC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3344089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1"/>
              <a:t>作用：</a:t>
            </a:r>
            <a:r>
              <a:rPr lang="zh-CN" altLang="en-US"/>
              <a:t>生成指定规则的数字序列</a:t>
            </a:r>
            <a:endParaRPr lang="en-US" altLang="zh-CN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1"/>
              <a:t>用法</a:t>
            </a:r>
            <a:r>
              <a:rPr lang="en-US" altLang="zh-CN" b="1"/>
              <a:t>1</a:t>
            </a:r>
            <a:r>
              <a:rPr lang="zh-CN" altLang="en-US" b="1"/>
              <a:t>：</a:t>
            </a:r>
            <a:r>
              <a:rPr lang="en-US" altLang="zh-CN">
                <a:solidFill>
                  <a:srgbClr val="0033B3"/>
                </a:solidFill>
              </a:rPr>
              <a:t>range(end) </a:t>
            </a:r>
            <a:r>
              <a:rPr lang="en-US" altLang="zh-CN"/>
              <a:t>-&gt; </a:t>
            </a:r>
            <a:r>
              <a:rPr lang="zh-CN" altLang="en-US"/>
              <a:t>获取一个从</a:t>
            </a:r>
            <a:r>
              <a:rPr lang="en-US" altLang="zh-CN"/>
              <a:t>0</a:t>
            </a:r>
            <a:r>
              <a:rPr lang="zh-CN" altLang="en-US"/>
              <a:t>开始，到</a:t>
            </a:r>
            <a:r>
              <a:rPr lang="en-US" altLang="zh-CN"/>
              <a:t>end</a:t>
            </a:r>
            <a:r>
              <a:rPr lang="zh-CN" altLang="en-US"/>
              <a:t>结束的数字序列（不含</a:t>
            </a:r>
            <a:r>
              <a:rPr lang="en-US" altLang="zh-CN"/>
              <a:t>end</a:t>
            </a:r>
            <a:r>
              <a:rPr lang="zh-CN" altLang="en-US"/>
              <a:t>本身）</a:t>
            </a:r>
            <a:endParaRPr lang="en-US" altLang="zh-CN"/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/>
              <a:t>range(5)</a:t>
            </a:r>
            <a:r>
              <a:rPr lang="zh-CN" altLang="en-US" sz="1400"/>
              <a:t>获取的数据就是 </a:t>
            </a:r>
            <a:r>
              <a:rPr lang="en-US" altLang="zh-CN" sz="1400"/>
              <a:t>0,1,2,3,4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1"/>
              <a:t>用法</a:t>
            </a:r>
            <a:r>
              <a:rPr lang="en-US" altLang="zh-CN" b="1"/>
              <a:t>2</a:t>
            </a:r>
            <a:r>
              <a:rPr lang="zh-CN" altLang="en-US" b="1"/>
              <a:t>：</a:t>
            </a:r>
            <a:r>
              <a:rPr lang="en-US" altLang="zh-CN">
                <a:solidFill>
                  <a:srgbClr val="0033B3"/>
                </a:solidFill>
              </a:rPr>
              <a:t>range(start,end) </a:t>
            </a:r>
            <a:r>
              <a:rPr lang="en-US" altLang="zh-CN"/>
              <a:t>-&gt; </a:t>
            </a:r>
            <a:r>
              <a:rPr lang="zh-CN" altLang="en-US"/>
              <a:t>获取一个从</a:t>
            </a:r>
            <a:r>
              <a:rPr lang="en-US" altLang="zh-CN"/>
              <a:t>start</a:t>
            </a:r>
            <a:r>
              <a:rPr lang="zh-CN" altLang="en-US"/>
              <a:t>开始，到</a:t>
            </a:r>
            <a:r>
              <a:rPr lang="en-US" altLang="zh-CN"/>
              <a:t>end</a:t>
            </a:r>
            <a:r>
              <a:rPr lang="zh-CN" altLang="en-US"/>
              <a:t>结束的数字序列（不含</a:t>
            </a:r>
            <a:r>
              <a:rPr lang="en-US" altLang="zh-CN"/>
              <a:t>end</a:t>
            </a:r>
            <a:r>
              <a:rPr lang="zh-CN" altLang="en-US"/>
              <a:t>本身）</a:t>
            </a:r>
            <a:endParaRPr lang="en-US" altLang="zh-CN"/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/>
              <a:t>range(2,8)</a:t>
            </a:r>
            <a:r>
              <a:rPr lang="zh-CN" altLang="en-US" sz="1400"/>
              <a:t>获取的数据就是 </a:t>
            </a:r>
            <a:r>
              <a:rPr lang="en-US" altLang="zh-CN" sz="1400"/>
              <a:t>2,3,4,5,6,7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1"/>
              <a:t>用法</a:t>
            </a:r>
            <a:r>
              <a:rPr lang="en-US" altLang="zh-CN" b="1"/>
              <a:t>3</a:t>
            </a:r>
            <a:r>
              <a:rPr lang="zh-CN" altLang="en-US" b="1"/>
              <a:t>：</a:t>
            </a:r>
            <a:r>
              <a:rPr lang="en-US" altLang="zh-CN">
                <a:solidFill>
                  <a:srgbClr val="0033B3"/>
                </a:solidFill>
              </a:rPr>
              <a:t>range(start,end,step) </a:t>
            </a:r>
            <a:r>
              <a:rPr lang="en-US" altLang="zh-CN"/>
              <a:t>-&gt; </a:t>
            </a:r>
            <a:r>
              <a:rPr lang="zh-CN" altLang="en-US"/>
              <a:t>获取一个从</a:t>
            </a:r>
            <a:r>
              <a:rPr lang="en-US" altLang="zh-CN"/>
              <a:t>start</a:t>
            </a:r>
            <a:r>
              <a:rPr lang="zh-CN" altLang="en-US"/>
              <a:t>开始，到</a:t>
            </a:r>
            <a:r>
              <a:rPr lang="en-US" altLang="zh-CN"/>
              <a:t>end</a:t>
            </a:r>
            <a:r>
              <a:rPr lang="zh-CN" altLang="en-US"/>
              <a:t>结束的数字序列，</a:t>
            </a:r>
            <a:r>
              <a:rPr lang="en-US" altLang="zh-CN"/>
              <a:t>step</a:t>
            </a:r>
            <a:r>
              <a:rPr lang="zh-CN" altLang="en-US"/>
              <a:t>步长（不含</a:t>
            </a:r>
            <a:r>
              <a:rPr lang="en-US" altLang="zh-CN"/>
              <a:t>end</a:t>
            </a:r>
            <a:r>
              <a:rPr lang="zh-CN" altLang="en-US"/>
              <a:t>本身）</a:t>
            </a:r>
            <a:endParaRPr lang="en-US" altLang="zh-CN"/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/>
              <a:t>range(0,10,2)</a:t>
            </a:r>
            <a:r>
              <a:rPr lang="zh-CN" altLang="en-US" sz="1400"/>
              <a:t>获取的数据就是 </a:t>
            </a:r>
            <a:r>
              <a:rPr lang="en-US" altLang="zh-CN" sz="1400"/>
              <a:t>0,2,4,6,8</a:t>
            </a:r>
            <a:endParaRPr lang="zh-CN" altLang="en-US" sz="1400"/>
          </a:p>
        </p:txBody>
      </p:sp>
      <p:sp>
        <p:nvSpPr>
          <p:cNvPr id="4" name="!!文本框 9">
            <a:extLst>
              <a:ext uri="{FF2B5EF4-FFF2-40B4-BE49-F238E27FC236}">
                <a16:creationId xmlns:a16="http://schemas.microsoft.com/office/drawing/2014/main" id="{188888FF-539A-0EBA-99D1-3BF4BB731E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6263" y="336550"/>
            <a:ext cx="1822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rgbClr val="C00000"/>
                </a:solidFill>
              </a:rPr>
              <a:t>range</a:t>
            </a:r>
            <a:r>
              <a:rPr lang="zh-CN" altLang="en-US">
                <a:solidFill>
                  <a:srgbClr val="C00000"/>
                </a:solidFill>
              </a:rPr>
              <a:t>语句</a:t>
            </a:r>
          </a:p>
        </p:txBody>
      </p:sp>
    </p:spTree>
    <p:extLst>
      <p:ext uri="{BB962C8B-B14F-4D97-AF65-F5344CB8AC3E}">
        <p14:creationId xmlns:p14="http://schemas.microsoft.com/office/powerpoint/2010/main" val="16908795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5B1F7-0333-340A-231D-8E9713331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EA7829-8D8B-C64F-F711-380A9F2BE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基于</a:t>
            </a:r>
            <a:r>
              <a:rPr lang="en-US" altLang="zh-CN"/>
              <a:t>for</a:t>
            </a:r>
            <a:r>
              <a:rPr lang="zh-CN" altLang="en-US"/>
              <a:t>循环完成如下需求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16E999-BE55-128E-8BF8-0BCEAB45A1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53098" y="1024932"/>
            <a:ext cx="9735967" cy="1042407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计算</a:t>
            </a:r>
            <a:r>
              <a:rPr lang="en-US" altLang="zh-CN"/>
              <a:t>1-100</a:t>
            </a:r>
            <a:r>
              <a:rPr lang="zh-CN" altLang="en-US"/>
              <a:t>之间所有奇数之和。 </a:t>
            </a:r>
            <a:r>
              <a:rPr lang="en-US" altLang="zh-CN">
                <a:solidFill>
                  <a:srgbClr val="C00000"/>
                </a:solidFill>
              </a:rPr>
              <a:t>range(1,101)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计算</a:t>
            </a:r>
            <a:r>
              <a:rPr lang="en-US" altLang="zh-CN"/>
              <a:t>100-500</a:t>
            </a:r>
            <a:r>
              <a:rPr lang="zh-CN" altLang="en-US"/>
              <a:t>之间所有</a:t>
            </a:r>
            <a:r>
              <a:rPr lang="en-US" altLang="zh-CN"/>
              <a:t>3</a:t>
            </a:r>
            <a:r>
              <a:rPr lang="zh-CN" altLang="en-US"/>
              <a:t>的倍数的数字之和。 </a:t>
            </a:r>
            <a:r>
              <a:rPr lang="en-US" altLang="zh-CN">
                <a:solidFill>
                  <a:srgbClr val="C00000"/>
                </a:solidFill>
              </a:rPr>
              <a:t>range(100,501)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A68A030-F26A-FF22-AACE-93CF767E7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978" y="1021619"/>
            <a:ext cx="2362321" cy="45087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AC6C791-13EB-8012-74C9-B70BBF30A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2138" y="1616466"/>
            <a:ext cx="2362321" cy="450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682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5A230-13CB-7922-9559-231A39D7C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FB9689CD-B785-0688-D465-801DAE7503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zh-CN"/>
              <a:t>range(..)</a:t>
            </a:r>
            <a:r>
              <a:rPr lang="zh-CN" altLang="en-US"/>
              <a:t>语句的作用是什么</a:t>
            </a:r>
            <a:r>
              <a:rPr lang="en-US" altLang="zh-CN"/>
              <a:t>?</a:t>
            </a:r>
          </a:p>
          <a:p>
            <a:pPr marL="612000" indent="-285750">
              <a:buFont typeface="Arial" panose="020B0604020202020204" pitchFamily="34" charset="0"/>
              <a:buChar char="•"/>
            </a:pPr>
            <a:r>
              <a:rPr lang="zh-CN" altLang="en-US"/>
              <a:t>生成指定规则的数字序列</a:t>
            </a:r>
            <a:endParaRPr lang="en-US" altLang="zh-CN"/>
          </a:p>
          <a:p>
            <a:pPr marL="612000" indent="-285750">
              <a:buFont typeface="Arial" panose="020B0604020202020204" pitchFamily="34" charset="0"/>
              <a:buChar char="•"/>
            </a:pPr>
            <a:r>
              <a:rPr lang="zh-CN" altLang="en-US"/>
              <a:t>用法：</a:t>
            </a:r>
            <a:endParaRPr lang="en-US" altLang="zh-CN"/>
          </a:p>
          <a:p>
            <a:pPr marL="971550" lvl="1" indent="-28575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/>
              <a:t>range(end)</a:t>
            </a:r>
          </a:p>
          <a:p>
            <a:pPr marL="971550" lvl="1" indent="-28575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/>
              <a:t>range(start,end)</a:t>
            </a:r>
          </a:p>
          <a:p>
            <a:pPr marL="971550" lvl="1" indent="-28575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/>
              <a:t>range(start,end,step)</a:t>
            </a:r>
          </a:p>
        </p:txBody>
      </p:sp>
    </p:spTree>
    <p:extLst>
      <p:ext uri="{BB962C8B-B14F-4D97-AF65-F5344CB8AC3E}">
        <p14:creationId xmlns:p14="http://schemas.microsoft.com/office/powerpoint/2010/main" val="2073235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21908-2AAF-76DE-513F-B8DAEE1A0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FB02B12-A9BE-2424-C9F0-60930FCC596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循环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21D0476-75CB-F439-9055-28F84D26B7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2482060"/>
          </a:xfrm>
        </p:spPr>
        <p:txBody>
          <a:bodyPr/>
          <a:lstStyle/>
          <a:p>
            <a:r>
              <a:rPr lang="en-US" altLang="zh-CN">
                <a:latin typeface="+mn-lt"/>
              </a:rPr>
              <a:t>while</a:t>
            </a:r>
            <a:r>
              <a:rPr lang="zh-CN" altLang="en-US">
                <a:latin typeface="+mn-lt"/>
              </a:rPr>
              <a:t>循环</a:t>
            </a:r>
            <a:r>
              <a:rPr lang="en-US" altLang="zh-CN">
                <a:latin typeface="+mn-lt"/>
              </a:rPr>
              <a:t> </a:t>
            </a:r>
          </a:p>
          <a:p>
            <a:r>
              <a:rPr lang="en-US" altLang="zh-CN">
                <a:solidFill>
                  <a:schemeClr val="tx1">
                    <a:lumMod val="75000"/>
                  </a:schemeClr>
                </a:solidFill>
                <a:latin typeface="+mn-lt"/>
              </a:rPr>
              <a:t>for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+mn-lt"/>
              </a:rPr>
              <a:t>循环</a:t>
            </a:r>
            <a:endParaRPr lang="en-US" altLang="zh-CN" sz="2400">
              <a:solidFill>
                <a:schemeClr val="tx1">
                  <a:lumMod val="75000"/>
                </a:schemeClr>
              </a:solidFill>
              <a:latin typeface="+mn-lt"/>
            </a:endParaRPr>
          </a:p>
          <a:p>
            <a:r>
              <a:rPr lang="zh-CN" altLang="en-US">
                <a:solidFill>
                  <a:srgbClr val="C00000"/>
                </a:solidFill>
                <a:latin typeface="+mn-lt"/>
              </a:rPr>
              <a:t>嵌套循环</a:t>
            </a:r>
            <a:r>
              <a:rPr lang="en-US" altLang="zh-CN">
                <a:solidFill>
                  <a:srgbClr val="C00000"/>
                </a:solidFill>
                <a:latin typeface="+mn-lt"/>
              </a:rPr>
              <a:t> </a:t>
            </a:r>
          </a:p>
          <a:p>
            <a:r>
              <a:rPr lang="zh-CN" altLang="en-US">
                <a:latin typeface="+mn-lt"/>
              </a:rPr>
              <a:t>案例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519FBC7C-F49A-A101-4599-79A5E32C14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111405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977FA-8BE3-43B2-6417-ADBFFA843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C6BD881-514D-F74D-3870-21F8BE4BC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5373739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语法：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A14CE98C-F8B8-CF06-257D-37059519D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嵌套循环</a:t>
            </a:r>
          </a:p>
        </p:txBody>
      </p:sp>
      <p:grpSp>
        <p:nvGrpSpPr>
          <p:cNvPr id="2" name="组合 2">
            <a:extLst>
              <a:ext uri="{FF2B5EF4-FFF2-40B4-BE49-F238E27FC236}">
                <a16:creationId xmlns:a16="http://schemas.microsoft.com/office/drawing/2014/main" id="{24AE3EC0-1CE3-1313-A193-48C3CAE70E7C}"/>
              </a:ext>
            </a:extLst>
          </p:cNvPr>
          <p:cNvGrpSpPr/>
          <p:nvPr/>
        </p:nvGrpSpPr>
        <p:grpSpPr>
          <a:xfrm>
            <a:off x="959215" y="1517373"/>
            <a:ext cx="4990729" cy="3306418"/>
            <a:chOff x="2297719" y="3660320"/>
            <a:chExt cx="5498855" cy="3306616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31FC3D13-BD2C-FB81-75A2-205B6B6C2C1E}"/>
                </a:ext>
              </a:extLst>
            </p:cNvPr>
            <p:cNvSpPr/>
            <p:nvPr/>
          </p:nvSpPr>
          <p:spPr>
            <a:xfrm>
              <a:off x="2297728" y="3660320"/>
              <a:ext cx="5498846" cy="3306616"/>
            </a:xfrm>
            <a:prstGeom prst="roundRect">
              <a:avLst>
                <a:gd name="adj" fmla="val 1737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52000" rIns="36000" bIns="0" rtlCol="0" anchor="t"/>
            <a:lstStyle/>
            <a:p>
              <a:pPr>
                <a:lnSpc>
                  <a:spcPts val="2300"/>
                </a:lnSpc>
                <a:buNone/>
              </a:pPr>
              <a:r>
                <a:rPr lang="en-US" altLang="zh-CN" sz="1200">
                  <a:solidFill>
                    <a:srgbClr val="8C8C8C"/>
                  </a:solidFill>
                  <a:effectLst/>
                </a:rPr>
                <a:t># </a:t>
              </a:r>
              <a:r>
                <a:rPr lang="en-US" altLang="zh-CN" sz="1200">
                  <a:solidFill>
                    <a:srgbClr val="8C8C8C"/>
                  </a:solidFill>
                </a:rPr>
                <a:t>for</a:t>
              </a:r>
              <a:r>
                <a:rPr lang="zh-CN" altLang="en-US" sz="1200">
                  <a:solidFill>
                    <a:srgbClr val="8C8C8C"/>
                  </a:solidFill>
                  <a:effectLst/>
                </a:rPr>
                <a:t>循环结构</a:t>
              </a:r>
              <a:br>
                <a:rPr lang="zh-CN" altLang="en-US" sz="1200" i="1">
                  <a:solidFill>
                    <a:srgbClr val="8C8C8C"/>
                  </a:solidFill>
                  <a:effectLst/>
                  <a:latin typeface="Courier New" panose="02070309020205020404" pitchFamily="49" charset="0"/>
                </a:rPr>
              </a:br>
              <a:r>
                <a:rPr lang="en-US" altLang="zh-CN" sz="1200">
                  <a:solidFill>
                    <a:srgbClr val="0033B3"/>
                  </a:solidFill>
                  <a:latin typeface="Fira Code" panose="020B0809050000020004" pitchFamily="49" charset="0"/>
                </a:rPr>
                <a:t>for</a:t>
              </a:r>
              <a:r>
                <a:rPr lang="en-US" altLang="zh-CN" sz="1200">
                  <a:solidFill>
                    <a:srgbClr val="0033B3"/>
                  </a:solidFill>
                  <a:effectLst/>
                  <a:latin typeface="Fira Code" panose="020B0809050000020004" pitchFamily="49" charset="0"/>
                </a:rPr>
                <a:t> </a:t>
              </a:r>
              <a:r>
                <a:rPr lang="zh-CN" altLang="en-US" sz="1200">
                  <a:solidFill>
                    <a:srgbClr val="080808"/>
                  </a:solidFill>
                  <a:latin typeface="Fira Code" panose="020B0809050000020004" pitchFamily="49" charset="0"/>
                </a:rPr>
                <a:t>元素 </a:t>
              </a:r>
              <a:r>
                <a:rPr lang="en-US" altLang="zh-CN" sz="1200">
                  <a:solidFill>
                    <a:srgbClr val="0033B3"/>
                  </a:solidFill>
                  <a:latin typeface="Fira Code" panose="020B0809050000020004" pitchFamily="49" charset="0"/>
                </a:rPr>
                <a:t>in</a:t>
              </a:r>
              <a:r>
                <a:rPr lang="en-US" altLang="zh-CN" sz="1200">
                  <a:solidFill>
                    <a:srgbClr val="080808"/>
                  </a:solidFill>
                  <a:latin typeface="Fira Code" panose="020B0809050000020004" pitchFamily="49" charset="0"/>
                </a:rPr>
                <a:t> </a:t>
              </a:r>
              <a:r>
                <a:rPr lang="zh-CN" altLang="en-US" sz="1200">
                  <a:solidFill>
                    <a:srgbClr val="080808"/>
                  </a:solidFill>
                  <a:latin typeface="Fira Code" panose="020B0809050000020004" pitchFamily="49" charset="0"/>
                </a:rPr>
                <a:t>待处理数据集</a:t>
              </a:r>
              <a:r>
                <a:rPr lang="en-US" altLang="zh-CN" sz="1200">
                  <a:solidFill>
                    <a:srgbClr val="080808"/>
                  </a:solidFill>
                  <a:latin typeface="Fira Code" panose="020B0809050000020004" pitchFamily="49" charset="0"/>
                </a:rPr>
                <a:t>1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:</a:t>
              </a:r>
            </a:p>
            <a:p>
              <a:pPr>
                <a:lnSpc>
                  <a:spcPts val="2300"/>
                </a:lnSpc>
              </a:pPr>
              <a:r>
                <a:rPr lang="zh-CN" altLang="en-US" sz="1200">
                  <a:solidFill>
                    <a:srgbClr val="080808"/>
                  </a:solidFill>
                  <a:latin typeface="Fira Code" panose="020B0809050000020004" pitchFamily="49" charset="0"/>
                </a:rPr>
                <a:t>    循环体的代码</a:t>
              </a:r>
              <a:r>
                <a:rPr lang="en-US" altLang="zh-CN" sz="1200">
                  <a:solidFill>
                    <a:srgbClr val="080808"/>
                  </a:solidFill>
                  <a:latin typeface="Fira Code" panose="020B0809050000020004" pitchFamily="49" charset="0"/>
                </a:rPr>
                <a:t>1</a:t>
              </a:r>
            </a:p>
            <a:p>
              <a:pPr>
                <a:lnSpc>
                  <a:spcPts val="2300"/>
                </a:lnSpc>
              </a:pPr>
              <a:r>
                <a:rPr lang="zh-CN" altLang="en-US" sz="1200">
                  <a:solidFill>
                    <a:srgbClr val="080808"/>
                  </a:solidFill>
                  <a:latin typeface="Fira Code" panose="020B0809050000020004" pitchFamily="49" charset="0"/>
                </a:rPr>
                <a:t>    循环体的代码</a:t>
              </a:r>
              <a:r>
                <a:rPr lang="en-US" altLang="zh-CN" sz="1200">
                  <a:solidFill>
                    <a:srgbClr val="080808"/>
                  </a:solidFill>
                  <a:latin typeface="Fira Code" panose="020B0809050000020004" pitchFamily="49" charset="0"/>
                </a:rPr>
                <a:t>2</a:t>
              </a:r>
            </a:p>
            <a:p>
              <a:pPr>
                <a:lnSpc>
                  <a:spcPts val="2300"/>
                </a:lnSpc>
              </a:pPr>
              <a:r>
                <a:rPr lang="en-US" altLang="zh-CN" sz="1200">
                  <a:solidFill>
                    <a:srgbClr val="080808"/>
                  </a:solidFill>
                  <a:latin typeface="Fira Code" panose="020B0809050000020004" pitchFamily="49" charset="0"/>
                </a:rPr>
                <a:t>    ...</a:t>
              </a:r>
              <a:endParaRPr lang="en-US" altLang="zh-CN" sz="1200">
                <a:solidFill>
                  <a:srgbClr val="080808"/>
                </a:solidFill>
                <a:effectLst/>
                <a:latin typeface="Fira Code" panose="020B0809050000020004" pitchFamily="49" charset="0"/>
              </a:endParaRPr>
            </a:p>
            <a:p>
              <a:pPr>
                <a:lnSpc>
                  <a:spcPts val="2300"/>
                </a:lnSpc>
                <a:buNone/>
              </a:pPr>
              <a:r>
                <a:rPr lang="en-US" altLang="zh-CN" sz="1200">
                  <a:solidFill>
                    <a:srgbClr val="080808"/>
                  </a:solidFill>
                  <a:latin typeface="Fira Code" panose="020B0809050000020004" pitchFamily="49" charset="0"/>
                </a:rPr>
                <a:t>    </a:t>
              </a:r>
              <a:r>
                <a:rPr lang="en-US" altLang="zh-CN" sz="1200">
                  <a:solidFill>
                    <a:srgbClr val="0033B3"/>
                  </a:solidFill>
                  <a:latin typeface="Fira Code" panose="020B0809050000020004" pitchFamily="49" charset="0"/>
                </a:rPr>
                <a:t>for</a:t>
              </a:r>
              <a:r>
                <a:rPr lang="en-US" altLang="zh-CN" sz="1200">
                  <a:solidFill>
                    <a:srgbClr val="080808"/>
                  </a:solidFill>
                  <a:latin typeface="Fira Code" panose="020B0809050000020004" pitchFamily="49" charset="0"/>
                </a:rPr>
                <a:t> </a:t>
              </a:r>
              <a:r>
                <a:rPr lang="zh-CN" altLang="en-US" sz="1200">
                  <a:solidFill>
                    <a:srgbClr val="080808"/>
                  </a:solidFill>
                  <a:latin typeface="Fira Code" panose="020B0809050000020004" pitchFamily="49" charset="0"/>
                </a:rPr>
                <a:t>元素 </a:t>
              </a:r>
              <a:r>
                <a:rPr lang="en-US" altLang="zh-CN" sz="1200">
                  <a:solidFill>
                    <a:srgbClr val="0033B3"/>
                  </a:solidFill>
                  <a:latin typeface="Fira Code" panose="020B0809050000020004" pitchFamily="49" charset="0"/>
                </a:rPr>
                <a:t>in</a:t>
              </a:r>
              <a:r>
                <a:rPr lang="en-US" altLang="zh-CN" sz="1200">
                  <a:solidFill>
                    <a:srgbClr val="080808"/>
                  </a:solidFill>
                  <a:latin typeface="Fira Code" panose="020B0809050000020004" pitchFamily="49" charset="0"/>
                </a:rPr>
                <a:t> </a:t>
              </a:r>
              <a:r>
                <a:rPr lang="zh-CN" altLang="en-US" sz="1200">
                  <a:solidFill>
                    <a:srgbClr val="080808"/>
                  </a:solidFill>
                  <a:latin typeface="Fira Code" panose="020B0809050000020004" pitchFamily="49" charset="0"/>
                </a:rPr>
                <a:t>待处理数据集</a:t>
              </a:r>
              <a:r>
                <a:rPr lang="en-US" altLang="zh-CN" sz="1200">
                  <a:solidFill>
                    <a:srgbClr val="080808"/>
                  </a:solidFill>
                  <a:latin typeface="Fira Code" panose="020B0809050000020004" pitchFamily="49" charset="0"/>
                </a:rPr>
                <a:t>2:</a:t>
              </a:r>
              <a:b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</a:b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        </a:t>
              </a:r>
              <a:r>
                <a:rPr lang="zh-CN" altLang="en-US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循环体的代码</a:t>
              </a:r>
              <a:r>
                <a:rPr lang="en-US" altLang="zh-CN" sz="1200">
                  <a:solidFill>
                    <a:srgbClr val="080808"/>
                  </a:solidFill>
                  <a:effectLst/>
                  <a:latin typeface="Fira Code" panose="020B0809050000020004" pitchFamily="49" charset="0"/>
                </a:rPr>
                <a:t>1</a:t>
              </a:r>
            </a:p>
            <a:p>
              <a:pPr>
                <a:lnSpc>
                  <a:spcPts val="2300"/>
                </a:lnSpc>
                <a:buNone/>
              </a:pPr>
              <a:r>
                <a:rPr lang="zh-CN" altLang="en-US" sz="1200">
                  <a:solidFill>
                    <a:srgbClr val="080808"/>
                  </a:solidFill>
                  <a:latin typeface="Fira Code" panose="020B0809050000020004" pitchFamily="49" charset="0"/>
                </a:rPr>
                <a:t>        循环体的代码</a:t>
              </a:r>
              <a:r>
                <a:rPr lang="en-US" altLang="zh-CN" sz="1200">
                  <a:solidFill>
                    <a:srgbClr val="080808"/>
                  </a:solidFill>
                  <a:latin typeface="Fira Code" panose="020B0809050000020004" pitchFamily="49" charset="0"/>
                </a:rPr>
                <a:t>2</a:t>
              </a:r>
            </a:p>
            <a:p>
              <a:pPr>
                <a:lnSpc>
                  <a:spcPts val="2300"/>
                </a:lnSpc>
                <a:buNone/>
              </a:pPr>
              <a:r>
                <a:rPr lang="en-US" altLang="zh-CN" sz="1200">
                  <a:solidFill>
                    <a:srgbClr val="080808"/>
                  </a:solidFill>
                  <a:latin typeface="Fira Code" panose="020B0809050000020004" pitchFamily="49" charset="0"/>
                </a:rPr>
                <a:t>        ...</a:t>
              </a:r>
              <a:endParaRPr lang="en-US" altLang="zh-CN" sz="1200">
                <a:solidFill>
                  <a:srgbClr val="080808"/>
                </a:solidFill>
                <a:effectLst/>
                <a:latin typeface="Fira Code" panose="020B0809050000020004" pitchFamily="49" charset="0"/>
              </a:endParaRPr>
            </a:p>
            <a:p>
              <a:pPr>
                <a:lnSpc>
                  <a:spcPts val="2300"/>
                </a:lnSpc>
                <a:buNone/>
              </a:pPr>
              <a:r>
                <a:rPr lang="en-US" altLang="zh-CN" sz="1200">
                  <a:solidFill>
                    <a:srgbClr val="080808"/>
                  </a:solidFill>
                  <a:latin typeface="Fira Code" panose="020B0809050000020004" pitchFamily="49" charset="0"/>
                </a:rPr>
                <a:t>    ...</a:t>
              </a:r>
              <a:endParaRPr lang="en-US" altLang="zh-CN" sz="1200">
                <a:solidFill>
                  <a:srgbClr val="080808"/>
                </a:solidFill>
                <a:effectLst/>
                <a:latin typeface="Fira Code" panose="020B0809050000020004" pitchFamily="49" charset="0"/>
              </a:endParaRPr>
            </a:p>
          </p:txBody>
        </p:sp>
        <p:sp>
          <p:nvSpPr>
            <p:cNvPr id="4" name="矩形: 圆顶角 3">
              <a:extLst>
                <a:ext uri="{FF2B5EF4-FFF2-40B4-BE49-F238E27FC236}">
                  <a16:creationId xmlns:a16="http://schemas.microsoft.com/office/drawing/2014/main" id="{0F664F5B-3CE5-C41C-02A8-B0612D776507}"/>
                </a:ext>
              </a:extLst>
            </p:cNvPr>
            <p:cNvSpPr/>
            <p:nvPr/>
          </p:nvSpPr>
          <p:spPr>
            <a:xfrm>
              <a:off x="2297719" y="3660322"/>
              <a:ext cx="5498846" cy="270190"/>
            </a:xfrm>
            <a:prstGeom prst="round2SameRect">
              <a:avLst>
                <a:gd name="adj1" fmla="val 22255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4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6BDD83C-2534-196B-B4A2-0E3CE178B060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4EC0AE59-348A-CAFB-7A41-337FA3E352A8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E4D84B1B-94C0-67E5-67B3-6CA6AA0F5907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7" name="图片 16">
            <a:extLst>
              <a:ext uri="{FF2B5EF4-FFF2-40B4-BE49-F238E27FC236}">
                <a16:creationId xmlns:a16="http://schemas.microsoft.com/office/drawing/2014/main" id="{37013DFD-B46D-76E7-E8B0-773447B69A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1831"/>
          <a:stretch>
            <a:fillRect/>
          </a:stretch>
        </p:blipFill>
        <p:spPr>
          <a:xfrm>
            <a:off x="7613595" y="3193773"/>
            <a:ext cx="2984058" cy="1720449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48E297A5-8DE4-7AD6-746C-4DAE067034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890" y="2137215"/>
            <a:ext cx="4163580" cy="1057839"/>
          </a:xfrm>
          <a:prstGeom prst="rect">
            <a:avLst/>
          </a:prstGeom>
        </p:spPr>
      </p:pic>
      <p:sp>
        <p:nvSpPr>
          <p:cNvPr id="23" name="内容占位符 5">
            <a:extLst>
              <a:ext uri="{FF2B5EF4-FFF2-40B4-BE49-F238E27FC236}">
                <a16:creationId xmlns:a16="http://schemas.microsoft.com/office/drawing/2014/main" id="{F1C2F9CA-42F4-B8E7-FC46-12C36D435661}"/>
              </a:ext>
            </a:extLst>
          </p:cNvPr>
          <p:cNvSpPr txBox="1">
            <a:spLocks/>
          </p:cNvSpPr>
          <p:nvPr/>
        </p:nvSpPr>
        <p:spPr>
          <a:xfrm>
            <a:off x="7454186" y="2575212"/>
            <a:ext cx="3590270" cy="47441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打印一个长度为</a:t>
            </a:r>
            <a:r>
              <a:rPr lang="en-US" altLang="zh-CN"/>
              <a:t>m</a:t>
            </a:r>
            <a:r>
              <a:rPr lang="zh-CN" altLang="en-US"/>
              <a:t>，宽度为</a:t>
            </a:r>
            <a:r>
              <a:rPr lang="en-US" altLang="zh-CN"/>
              <a:t>n</a:t>
            </a:r>
            <a:r>
              <a:rPr lang="zh-CN" altLang="en-US"/>
              <a:t>的长方形</a:t>
            </a:r>
          </a:p>
        </p:txBody>
      </p:sp>
      <p:sp>
        <p:nvSpPr>
          <p:cNvPr id="10" name="流程图: 接点 9">
            <a:extLst>
              <a:ext uri="{FF2B5EF4-FFF2-40B4-BE49-F238E27FC236}">
                <a16:creationId xmlns:a16="http://schemas.microsoft.com/office/drawing/2014/main" id="{2E7DE09C-BE42-7EF4-8E78-FE9A03748285}"/>
              </a:ext>
            </a:extLst>
          </p:cNvPr>
          <p:cNvSpPr>
            <a:spLocks noChangeAspect="1"/>
          </p:cNvSpPr>
          <p:nvPr/>
        </p:nvSpPr>
        <p:spPr>
          <a:xfrm>
            <a:off x="8049460" y="652565"/>
            <a:ext cx="1747304" cy="1729615"/>
          </a:xfrm>
          <a:prstGeom prst="flowChartConnector">
            <a:avLst/>
          </a:prstGeom>
          <a:blipFill dpi="0" rotWithShape="1">
            <a:blip r:embed="rId4"/>
            <a:srcRect/>
            <a:stretch>
              <a:fillRect l="-36587" t="-9437" r="-38048" b="-817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dk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79571C54-957E-C7E5-87A4-74B4907DCD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14" y="4507235"/>
            <a:ext cx="4163580" cy="270174"/>
          </a:xfrm>
          <a:prstGeom prst="rect">
            <a:avLst/>
          </a:prstGeom>
        </p:spPr>
      </p:pic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C7449E0-538C-09F3-F658-AF62645B9616}"/>
              </a:ext>
            </a:extLst>
          </p:cNvPr>
          <p:cNvSpPr/>
          <p:nvPr/>
        </p:nvSpPr>
        <p:spPr>
          <a:xfrm>
            <a:off x="985719" y="2076421"/>
            <a:ext cx="4845237" cy="2654605"/>
          </a:xfrm>
          <a:prstGeom prst="roundRect">
            <a:avLst>
              <a:gd name="adj" fmla="val 2186"/>
            </a:avLst>
          </a:prstGeom>
          <a:solidFill>
            <a:srgbClr val="FFC000">
              <a:alpha val="10196"/>
            </a:srgbClr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solidFill>
                  <a:srgbClr val="FFC000"/>
                </a:solidFill>
              </a:rPr>
              <a:t>外层循环</a:t>
            </a:r>
            <a:endParaRPr lang="en-US" altLang="zh-CN" sz="1400">
              <a:solidFill>
                <a:srgbClr val="FFC000"/>
              </a:solidFill>
            </a:endParaRPr>
          </a:p>
          <a:p>
            <a:pPr algn="r"/>
            <a:endParaRPr lang="en-US" altLang="zh-CN" sz="1400">
              <a:solidFill>
                <a:srgbClr val="FFC000"/>
              </a:solidFill>
            </a:endParaRPr>
          </a:p>
          <a:p>
            <a:pPr algn="r"/>
            <a:endParaRPr lang="en-US" altLang="zh-CN" sz="1400">
              <a:solidFill>
                <a:srgbClr val="FFC000"/>
              </a:solidFill>
            </a:endParaRPr>
          </a:p>
          <a:p>
            <a:pPr algn="r"/>
            <a:endParaRPr lang="en-US" altLang="zh-CN" sz="1400">
              <a:solidFill>
                <a:srgbClr val="FFC000"/>
              </a:solidFill>
            </a:endParaRPr>
          </a:p>
          <a:p>
            <a:pPr algn="r"/>
            <a:endParaRPr lang="en-US" altLang="zh-CN" sz="1400">
              <a:solidFill>
                <a:srgbClr val="FFC000"/>
              </a:solidFill>
            </a:endParaRPr>
          </a:p>
          <a:p>
            <a:pPr algn="r"/>
            <a:endParaRPr lang="en-US" altLang="zh-CN" sz="1400">
              <a:solidFill>
                <a:srgbClr val="FFC000"/>
              </a:solidFill>
            </a:endParaRPr>
          </a:p>
          <a:p>
            <a:pPr algn="r"/>
            <a:endParaRPr lang="zh-CN" altLang="en-US" sz="1400">
              <a:solidFill>
                <a:srgbClr val="FFC000"/>
              </a:solidFill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E7FB19D-AFF6-7E97-AF13-3A03FE371F72}"/>
              </a:ext>
            </a:extLst>
          </p:cNvPr>
          <p:cNvSpPr/>
          <p:nvPr/>
        </p:nvSpPr>
        <p:spPr>
          <a:xfrm>
            <a:off x="1335868" y="3293165"/>
            <a:ext cx="4355941" cy="1167688"/>
          </a:xfrm>
          <a:prstGeom prst="roundRect">
            <a:avLst>
              <a:gd name="adj" fmla="val 4183"/>
            </a:avLst>
          </a:prstGeom>
          <a:solidFill>
            <a:srgbClr val="00B0F0">
              <a:alpha val="10196"/>
            </a:srgbClr>
          </a:solidFill>
          <a:ln w="63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solidFill>
                  <a:srgbClr val="00B0F0"/>
                </a:solidFill>
              </a:rPr>
              <a:t>内层循环</a:t>
            </a:r>
          </a:p>
        </p:txBody>
      </p:sp>
    </p:spTree>
    <p:extLst>
      <p:ext uri="{BB962C8B-B14F-4D97-AF65-F5344CB8AC3E}">
        <p14:creationId xmlns:p14="http://schemas.microsoft.com/office/powerpoint/2010/main" val="2130257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10" grpId="0" animBg="1"/>
      <p:bldP spid="12" grpId="0" animBg="1"/>
      <p:bldP spid="11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579AA-FF5C-6E1B-5076-7CC6AF677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21D6DD-6E9F-4118-2281-AC0D74F37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打印</a:t>
            </a:r>
            <a:r>
              <a:rPr lang="en-US" altLang="zh-CN"/>
              <a:t>99</a:t>
            </a:r>
            <a:r>
              <a:rPr lang="zh-CN" altLang="en-US"/>
              <a:t>乘法表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174C4FB-CC7A-CEBE-0842-D54F1DEB7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998" y="946080"/>
            <a:ext cx="9932283" cy="2654370"/>
          </a:xfrm>
          <a:prstGeom prst="rect">
            <a:avLst/>
          </a:prstGeom>
        </p:spPr>
      </p:pic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1429D635-6543-B083-000A-077B8B3319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551795"/>
              </p:ext>
            </p:extLst>
          </p:nvPr>
        </p:nvGraphicFramePr>
        <p:xfrm>
          <a:off x="1769066" y="922796"/>
          <a:ext cx="10044000" cy="272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6000">
                  <a:extLst>
                    <a:ext uri="{9D8B030D-6E8A-4147-A177-3AD203B41FA5}">
                      <a16:colId xmlns:a16="http://schemas.microsoft.com/office/drawing/2014/main" val="121132369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556718820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592334667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3831417759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3383316480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856719253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876183976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318127762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231054172"/>
                    </a:ext>
                  </a:extLst>
                </a:gridCol>
              </a:tblGrid>
              <a:tr h="302400"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3864840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94046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2317004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6850265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872326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5730414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806069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602340"/>
                  </a:ext>
                </a:extLst>
              </a:tr>
              <a:tr h="302400"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9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8510995"/>
                  </a:ext>
                </a:extLst>
              </a:tr>
            </a:tbl>
          </a:graphicData>
        </a:graphic>
      </p:graphicFrame>
      <p:pic>
        <p:nvPicPr>
          <p:cNvPr id="12" name="图片 11">
            <a:extLst>
              <a:ext uri="{FF2B5EF4-FFF2-40B4-BE49-F238E27FC236}">
                <a16:creationId xmlns:a16="http://schemas.microsoft.com/office/drawing/2014/main" id="{7767A0FE-6F4D-5A9D-68F1-55CA7801C5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9110" y="852469"/>
            <a:ext cx="8996888" cy="15529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B87CB5D7-D455-FBA3-3527-17FF4A55E0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1769125" y="686503"/>
            <a:ext cx="126667" cy="2654371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D60E898C-A2B4-5B1A-7EC3-2DB3C0562889}"/>
              </a:ext>
            </a:extLst>
          </p:cNvPr>
          <p:cNvSpPr/>
          <p:nvPr/>
        </p:nvSpPr>
        <p:spPr>
          <a:xfrm>
            <a:off x="2234654" y="946080"/>
            <a:ext cx="126667" cy="250937"/>
          </a:xfrm>
          <a:prstGeom prst="roundRect">
            <a:avLst/>
          </a:prstGeom>
          <a:solidFill>
            <a:srgbClr val="00B0F0">
              <a:alpha val="20000"/>
            </a:srgbClr>
          </a:solidFill>
          <a:ln w="31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BEAD53E-ED2D-179E-7244-D70686F2333F}"/>
              </a:ext>
            </a:extLst>
          </p:cNvPr>
          <p:cNvSpPr/>
          <p:nvPr/>
        </p:nvSpPr>
        <p:spPr>
          <a:xfrm>
            <a:off x="2234654" y="1249932"/>
            <a:ext cx="126667" cy="250937"/>
          </a:xfrm>
          <a:prstGeom prst="roundRect">
            <a:avLst/>
          </a:prstGeom>
          <a:solidFill>
            <a:srgbClr val="00B0F0">
              <a:alpha val="20000"/>
            </a:srgbClr>
          </a:solidFill>
          <a:ln w="31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DEEF45AD-370F-7FDA-EF08-1D40666D4497}"/>
              </a:ext>
            </a:extLst>
          </p:cNvPr>
          <p:cNvSpPr/>
          <p:nvPr/>
        </p:nvSpPr>
        <p:spPr>
          <a:xfrm>
            <a:off x="3339554" y="1249932"/>
            <a:ext cx="126667" cy="250937"/>
          </a:xfrm>
          <a:prstGeom prst="roundRect">
            <a:avLst/>
          </a:prstGeom>
          <a:solidFill>
            <a:srgbClr val="00B0F0">
              <a:alpha val="20000"/>
            </a:srgbClr>
          </a:solidFill>
          <a:ln w="31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598EB610-78FD-FA2D-14AC-63A9EAB0BCBD}"/>
              </a:ext>
            </a:extLst>
          </p:cNvPr>
          <p:cNvSpPr/>
          <p:nvPr/>
        </p:nvSpPr>
        <p:spPr>
          <a:xfrm>
            <a:off x="2234653" y="1549551"/>
            <a:ext cx="126667" cy="250937"/>
          </a:xfrm>
          <a:prstGeom prst="roundRect">
            <a:avLst/>
          </a:prstGeom>
          <a:solidFill>
            <a:srgbClr val="00B0F0">
              <a:alpha val="20000"/>
            </a:srgbClr>
          </a:solidFill>
          <a:ln w="31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B97399F2-DB9A-81DE-A46C-0B07CEB7ED7D}"/>
              </a:ext>
            </a:extLst>
          </p:cNvPr>
          <p:cNvSpPr/>
          <p:nvPr/>
        </p:nvSpPr>
        <p:spPr>
          <a:xfrm>
            <a:off x="3339553" y="1549551"/>
            <a:ext cx="126667" cy="250937"/>
          </a:xfrm>
          <a:prstGeom prst="roundRect">
            <a:avLst/>
          </a:prstGeom>
          <a:solidFill>
            <a:srgbClr val="00B0F0">
              <a:alpha val="20000"/>
            </a:srgbClr>
          </a:solidFill>
          <a:ln w="31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FD7ABDDC-98EE-E0ED-4407-63AEC3D057E5}"/>
              </a:ext>
            </a:extLst>
          </p:cNvPr>
          <p:cNvSpPr/>
          <p:nvPr/>
        </p:nvSpPr>
        <p:spPr>
          <a:xfrm>
            <a:off x="4444453" y="1549551"/>
            <a:ext cx="126667" cy="250937"/>
          </a:xfrm>
          <a:prstGeom prst="roundRect">
            <a:avLst/>
          </a:prstGeom>
          <a:solidFill>
            <a:srgbClr val="00B0F0">
              <a:alpha val="20000"/>
            </a:srgbClr>
          </a:solidFill>
          <a:ln w="31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17189597-48B4-13F8-9F43-BFA4D833CCD7}"/>
              </a:ext>
            </a:extLst>
          </p:cNvPr>
          <p:cNvSpPr/>
          <p:nvPr/>
        </p:nvSpPr>
        <p:spPr>
          <a:xfrm>
            <a:off x="2234652" y="1854526"/>
            <a:ext cx="126667" cy="250937"/>
          </a:xfrm>
          <a:prstGeom prst="roundRect">
            <a:avLst/>
          </a:prstGeom>
          <a:solidFill>
            <a:srgbClr val="00B0F0">
              <a:alpha val="20000"/>
            </a:srgbClr>
          </a:solidFill>
          <a:ln w="31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018879CA-2F7A-743C-D2D2-7F6842C06CD1}"/>
              </a:ext>
            </a:extLst>
          </p:cNvPr>
          <p:cNvSpPr/>
          <p:nvPr/>
        </p:nvSpPr>
        <p:spPr>
          <a:xfrm>
            <a:off x="3339553" y="1854526"/>
            <a:ext cx="126667" cy="250937"/>
          </a:xfrm>
          <a:prstGeom prst="roundRect">
            <a:avLst/>
          </a:prstGeom>
          <a:solidFill>
            <a:srgbClr val="00B0F0">
              <a:alpha val="20000"/>
            </a:srgbClr>
          </a:solidFill>
          <a:ln w="31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37B67296-A865-AD75-2910-27FC175CACAF}"/>
              </a:ext>
            </a:extLst>
          </p:cNvPr>
          <p:cNvSpPr/>
          <p:nvPr/>
        </p:nvSpPr>
        <p:spPr>
          <a:xfrm>
            <a:off x="4444453" y="1854526"/>
            <a:ext cx="126667" cy="250937"/>
          </a:xfrm>
          <a:prstGeom prst="roundRect">
            <a:avLst/>
          </a:prstGeom>
          <a:solidFill>
            <a:srgbClr val="00B0F0">
              <a:alpha val="20000"/>
            </a:srgbClr>
          </a:solidFill>
          <a:ln w="31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4C9C32FC-7099-EE1C-8727-049D986C5031}"/>
              </a:ext>
            </a:extLst>
          </p:cNvPr>
          <p:cNvSpPr/>
          <p:nvPr/>
        </p:nvSpPr>
        <p:spPr>
          <a:xfrm>
            <a:off x="5557819" y="1854526"/>
            <a:ext cx="126667" cy="250937"/>
          </a:xfrm>
          <a:prstGeom prst="roundRect">
            <a:avLst/>
          </a:prstGeom>
          <a:solidFill>
            <a:srgbClr val="00B0F0">
              <a:alpha val="20000"/>
            </a:srgbClr>
          </a:solidFill>
          <a:ln w="31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DE3CD7EE-6B24-08B2-086D-ACEAE3879AFE}"/>
              </a:ext>
            </a:extLst>
          </p:cNvPr>
          <p:cNvSpPr/>
          <p:nvPr/>
        </p:nvSpPr>
        <p:spPr>
          <a:xfrm>
            <a:off x="1857639" y="946080"/>
            <a:ext cx="126667" cy="250937"/>
          </a:xfrm>
          <a:prstGeom prst="roundRect">
            <a:avLst/>
          </a:prstGeom>
          <a:solidFill>
            <a:srgbClr val="FFC000">
              <a:alpha val="20000"/>
            </a:srgbClr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6F0AFB60-9F4B-8313-6C1D-F688278DEAC8}"/>
              </a:ext>
            </a:extLst>
          </p:cNvPr>
          <p:cNvSpPr/>
          <p:nvPr/>
        </p:nvSpPr>
        <p:spPr>
          <a:xfrm>
            <a:off x="1857639" y="1249932"/>
            <a:ext cx="126667" cy="250937"/>
          </a:xfrm>
          <a:prstGeom prst="roundRect">
            <a:avLst/>
          </a:prstGeom>
          <a:solidFill>
            <a:srgbClr val="FFC000">
              <a:alpha val="20000"/>
            </a:srgbClr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949EE5EC-9A35-A7CF-3243-75395AC0ED20}"/>
              </a:ext>
            </a:extLst>
          </p:cNvPr>
          <p:cNvSpPr/>
          <p:nvPr/>
        </p:nvSpPr>
        <p:spPr>
          <a:xfrm>
            <a:off x="2970158" y="1249932"/>
            <a:ext cx="126667" cy="250937"/>
          </a:xfrm>
          <a:prstGeom prst="roundRect">
            <a:avLst/>
          </a:prstGeom>
          <a:solidFill>
            <a:srgbClr val="FFC000">
              <a:alpha val="20000"/>
            </a:srgbClr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710CDB49-4C74-68D2-DF52-749EF4BC416C}"/>
              </a:ext>
            </a:extLst>
          </p:cNvPr>
          <p:cNvSpPr/>
          <p:nvPr/>
        </p:nvSpPr>
        <p:spPr>
          <a:xfrm>
            <a:off x="1857638" y="1554414"/>
            <a:ext cx="126667" cy="250937"/>
          </a:xfrm>
          <a:prstGeom prst="roundRect">
            <a:avLst/>
          </a:prstGeom>
          <a:solidFill>
            <a:srgbClr val="FFC000">
              <a:alpha val="20000"/>
            </a:srgbClr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66A3E763-A5C6-A155-4473-8050FA42A7E1}"/>
              </a:ext>
            </a:extLst>
          </p:cNvPr>
          <p:cNvSpPr/>
          <p:nvPr/>
        </p:nvSpPr>
        <p:spPr>
          <a:xfrm>
            <a:off x="2970158" y="1558822"/>
            <a:ext cx="126667" cy="250937"/>
          </a:xfrm>
          <a:prstGeom prst="roundRect">
            <a:avLst/>
          </a:prstGeom>
          <a:solidFill>
            <a:srgbClr val="FFC000">
              <a:alpha val="20000"/>
            </a:srgbClr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70ED611C-F164-2798-C6AC-866AB77A6935}"/>
              </a:ext>
            </a:extLst>
          </p:cNvPr>
          <p:cNvSpPr/>
          <p:nvPr/>
        </p:nvSpPr>
        <p:spPr>
          <a:xfrm>
            <a:off x="4085619" y="1551926"/>
            <a:ext cx="126667" cy="250937"/>
          </a:xfrm>
          <a:prstGeom prst="roundRect">
            <a:avLst/>
          </a:prstGeom>
          <a:solidFill>
            <a:srgbClr val="FFC000">
              <a:alpha val="20000"/>
            </a:srgbClr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4B52C611-6F02-EF3A-263C-3384AA2757ED}"/>
              </a:ext>
            </a:extLst>
          </p:cNvPr>
          <p:cNvSpPr/>
          <p:nvPr/>
        </p:nvSpPr>
        <p:spPr>
          <a:xfrm>
            <a:off x="1857638" y="1854526"/>
            <a:ext cx="126667" cy="250937"/>
          </a:xfrm>
          <a:prstGeom prst="roundRect">
            <a:avLst/>
          </a:prstGeom>
          <a:solidFill>
            <a:srgbClr val="FFC000">
              <a:alpha val="20000"/>
            </a:srgbClr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28E827EE-7E3B-F4AD-F027-D5E2853A2632}"/>
              </a:ext>
            </a:extLst>
          </p:cNvPr>
          <p:cNvSpPr/>
          <p:nvPr/>
        </p:nvSpPr>
        <p:spPr>
          <a:xfrm>
            <a:off x="2965924" y="1854526"/>
            <a:ext cx="126667" cy="250937"/>
          </a:xfrm>
          <a:prstGeom prst="roundRect">
            <a:avLst/>
          </a:prstGeom>
          <a:solidFill>
            <a:srgbClr val="FFC000">
              <a:alpha val="20000"/>
            </a:srgbClr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FC8A4446-F952-DEF9-6F7B-DFE9F1041D70}"/>
              </a:ext>
            </a:extLst>
          </p:cNvPr>
          <p:cNvSpPr/>
          <p:nvPr/>
        </p:nvSpPr>
        <p:spPr>
          <a:xfrm>
            <a:off x="4085619" y="1854526"/>
            <a:ext cx="126667" cy="250937"/>
          </a:xfrm>
          <a:prstGeom prst="roundRect">
            <a:avLst/>
          </a:prstGeom>
          <a:solidFill>
            <a:srgbClr val="FFC000">
              <a:alpha val="20000"/>
            </a:srgbClr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BAA4F2AD-DFB8-647B-B4E8-1837B29E6227}"/>
              </a:ext>
            </a:extLst>
          </p:cNvPr>
          <p:cNvSpPr/>
          <p:nvPr/>
        </p:nvSpPr>
        <p:spPr>
          <a:xfrm>
            <a:off x="5198985" y="1854525"/>
            <a:ext cx="126667" cy="250937"/>
          </a:xfrm>
          <a:prstGeom prst="roundRect">
            <a:avLst/>
          </a:prstGeom>
          <a:solidFill>
            <a:srgbClr val="FFC000">
              <a:alpha val="20000"/>
            </a:srgbClr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199163A6-D0EA-BD5D-DEEB-248494FC6406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2297985" y="2105463"/>
            <a:ext cx="1" cy="1846777"/>
          </a:xfrm>
          <a:prstGeom prst="straightConnector1">
            <a:avLst/>
          </a:prstGeom>
          <a:ln w="952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F727DDCE-4051-FF48-3B4F-FAC3D9732615}"/>
              </a:ext>
            </a:extLst>
          </p:cNvPr>
          <p:cNvCxnSpPr>
            <a:cxnSpLocks/>
            <a:stCxn id="30" idx="2"/>
          </p:cNvCxnSpPr>
          <p:nvPr/>
        </p:nvCxnSpPr>
        <p:spPr>
          <a:xfrm>
            <a:off x="1920972" y="2105463"/>
            <a:ext cx="0" cy="2248097"/>
          </a:xfrm>
          <a:prstGeom prst="straightConnector1">
            <a:avLst/>
          </a:prstGeom>
          <a:ln w="9525">
            <a:solidFill>
              <a:srgbClr val="FFC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1DB0BFAF-0619-6289-854D-F0A069FBDDE9}"/>
              </a:ext>
            </a:extLst>
          </p:cNvPr>
          <p:cNvSpPr txBox="1"/>
          <p:nvPr/>
        </p:nvSpPr>
        <p:spPr>
          <a:xfrm>
            <a:off x="2100111" y="3952240"/>
            <a:ext cx="20281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/>
              <a:t>外层循环控制行</a:t>
            </a:r>
            <a:r>
              <a:rPr lang="en-US" altLang="zh-CN" sz="1200"/>
              <a:t>(</a:t>
            </a:r>
            <a:r>
              <a:rPr lang="zh-CN" altLang="en-US" sz="1200"/>
              <a:t>第二个数</a:t>
            </a:r>
            <a:r>
              <a:rPr lang="en-US" altLang="zh-CN" sz="1200"/>
              <a:t>)</a:t>
            </a:r>
            <a:endParaRPr lang="zh-CN" altLang="en-US" sz="120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80090221-1656-D5B1-8997-3B369CA9BA68}"/>
              </a:ext>
            </a:extLst>
          </p:cNvPr>
          <p:cNvSpPr txBox="1"/>
          <p:nvPr/>
        </p:nvSpPr>
        <p:spPr>
          <a:xfrm>
            <a:off x="1753098" y="4352655"/>
            <a:ext cx="20281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/>
              <a:t>内层循环控制列</a:t>
            </a:r>
            <a:r>
              <a:rPr lang="en-US" altLang="zh-CN" sz="1200"/>
              <a:t>(</a:t>
            </a:r>
            <a:r>
              <a:rPr lang="zh-CN" altLang="en-US" sz="1200"/>
              <a:t>第一个数</a:t>
            </a:r>
            <a:r>
              <a:rPr lang="en-US" altLang="zh-CN" sz="1200"/>
              <a:t>)</a:t>
            </a:r>
            <a:endParaRPr lang="zh-CN" altLang="en-US" sz="1200"/>
          </a:p>
        </p:txBody>
      </p: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D498392A-B1FE-F862-FBD2-6FF0ED230FCE}"/>
              </a:ext>
            </a:extLst>
          </p:cNvPr>
          <p:cNvCxnSpPr>
            <a:cxnSpLocks/>
          </p:cNvCxnSpPr>
          <p:nvPr/>
        </p:nvCxnSpPr>
        <p:spPr>
          <a:xfrm flipH="1">
            <a:off x="2919063" y="1067403"/>
            <a:ext cx="1215615" cy="0"/>
          </a:xfrm>
          <a:prstGeom prst="straightConnector1">
            <a:avLst/>
          </a:prstGeom>
          <a:ln w="1270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4889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4.44444E-6 L 0.08972 0.04513 " pathEditMode="relative" rAng="0" ptsTypes="AA">
                                      <p:cBhvr>
                                        <p:cTn id="13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79" y="224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972 0.04513 L 0.1806 0.0905 " pathEditMode="relative" rAng="0" ptsTypes="AA">
                                      <p:cBhvr>
                                        <p:cTn id="137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44" y="22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06 0.0905 L 0.27357 0.12963 " pathEditMode="relative" rAng="0" ptsTypes="AA">
                                      <p:cBhvr>
                                        <p:cTn id="141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48" y="19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500"/>
                            </p:stCondLst>
                            <p:childTnLst>
                              <p:par>
                                <p:cTn id="14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500"/>
                            </p:stCondLst>
                            <p:childTnLst>
                              <p:par>
                                <p:cTn id="15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40" grpId="0"/>
      <p:bldP spid="4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2105918-A232-6B32-55E6-2D651FB25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基于嵌套循环完成如下需求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DBDCCD8-3894-67EC-57A8-5DDD47255E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需求</a:t>
            </a:r>
            <a:r>
              <a:rPr lang="en-US" altLang="zh-CN"/>
              <a:t>1</a:t>
            </a:r>
            <a:r>
              <a:rPr lang="zh-CN" altLang="en-US"/>
              <a:t>：根据输入的直角边的边长，打印等腰直角三角形 （如下为直角边为</a:t>
            </a:r>
            <a:r>
              <a:rPr lang="en-US" altLang="zh-CN"/>
              <a:t>5</a:t>
            </a:r>
            <a:r>
              <a:rPr lang="zh-CN" altLang="en-US"/>
              <a:t>的等腰直角三角形）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需求</a:t>
            </a:r>
            <a:r>
              <a:rPr lang="en-US" altLang="zh-CN"/>
              <a:t>2</a:t>
            </a:r>
            <a:r>
              <a:rPr lang="zh-CN" altLang="en-US"/>
              <a:t>：根据输入的数字，打印对应的数字金字塔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需求</a:t>
            </a:r>
            <a:r>
              <a:rPr lang="en-US" altLang="zh-CN"/>
              <a:t>3</a:t>
            </a:r>
            <a:r>
              <a:rPr lang="zh-CN" altLang="en-US"/>
              <a:t>：打印国际象棋棋盘</a:t>
            </a:r>
            <a:endParaRPr lang="en-US" altLang="zh-CN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D2E75E8-7175-D9B3-1CDE-84F3C80CD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4728" y="1463636"/>
            <a:ext cx="1422473" cy="149232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44CF34A-B98C-D58E-EE33-67D5BB701C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4728" y="3394668"/>
            <a:ext cx="1494405" cy="159477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783CC36-78BD-28C1-3CFD-93A006CEA7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1555" y="4682386"/>
            <a:ext cx="1997462" cy="2175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79352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C38B3-34C3-1595-7C09-63225D326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5576EED-7DCA-A2FA-AD72-FD3B83BAEF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循环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A3C2623E-7271-26B4-6FEC-E39E62778E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2137503"/>
          </a:xfrm>
        </p:spPr>
        <p:txBody>
          <a:bodyPr/>
          <a:lstStyle/>
          <a:p>
            <a:r>
              <a:rPr lang="en-US" altLang="zh-CN">
                <a:latin typeface="+mn-lt"/>
              </a:rPr>
              <a:t>while</a:t>
            </a:r>
            <a:r>
              <a:rPr lang="zh-CN" altLang="en-US">
                <a:latin typeface="+mn-lt"/>
              </a:rPr>
              <a:t>循环</a:t>
            </a:r>
            <a:r>
              <a:rPr lang="en-US" altLang="zh-CN">
                <a:latin typeface="+mn-lt"/>
              </a:rPr>
              <a:t> </a:t>
            </a:r>
          </a:p>
          <a:p>
            <a:r>
              <a:rPr lang="en-US" altLang="zh-CN">
                <a:solidFill>
                  <a:schemeClr val="tx1">
                    <a:lumMod val="75000"/>
                  </a:schemeClr>
                </a:solidFill>
                <a:latin typeface="+mn-lt"/>
              </a:rPr>
              <a:t>for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+mn-lt"/>
              </a:rPr>
              <a:t>循环</a:t>
            </a:r>
            <a:endParaRPr lang="en-US" altLang="zh-CN">
              <a:solidFill>
                <a:schemeClr val="tx1">
                  <a:lumMod val="75000"/>
                </a:schemeClr>
              </a:solidFill>
              <a:latin typeface="+mn-lt"/>
            </a:endParaRPr>
          </a:p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+mn-lt"/>
              </a:rPr>
              <a:t>嵌套循环</a:t>
            </a:r>
            <a:r>
              <a:rPr lang="en-US" altLang="zh-CN">
                <a:solidFill>
                  <a:schemeClr val="tx1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zh-CN" altLang="en-US">
                <a:solidFill>
                  <a:srgbClr val="C00000"/>
                </a:solidFill>
                <a:latin typeface="+mn-lt"/>
              </a:rPr>
              <a:t>案例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B7C370D3-7E3C-285D-901D-C30478572C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863785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0A530-6D20-F7B1-FF40-F4426F29F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FF3E8388-5585-E0F4-D5EC-51FD3A6B0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根据需求完成如下案例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67179062-1246-7D36-F690-D4D1D73CBD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53099" y="1024931"/>
            <a:ext cx="9869058" cy="297722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需求：根据输入的用户名密码执行登录操作，具体要求如下：</a:t>
            </a:r>
            <a:endParaRPr lang="en-US" altLang="zh-CN"/>
          </a:p>
          <a:p>
            <a:pPr marL="648000" indent="-342900">
              <a:spcBef>
                <a:spcPts val="1200"/>
              </a:spcBef>
              <a:buFont typeface="+mj-lt"/>
              <a:buAutoNum type="arabicPeriod"/>
            </a:pPr>
            <a:r>
              <a:rPr lang="zh-CN" altLang="en-US" sz="1400"/>
              <a:t>正确的用户名和密码为</a:t>
            </a:r>
            <a:r>
              <a:rPr lang="en-US" altLang="zh-CN" sz="1400"/>
              <a:t>admin/666888 </a:t>
            </a:r>
            <a:r>
              <a:rPr lang="zh-CN" altLang="en-US" sz="1400"/>
              <a:t>、</a:t>
            </a:r>
            <a:r>
              <a:rPr lang="en-US" altLang="zh-CN" sz="1400"/>
              <a:t>zhangsan/123456</a:t>
            </a:r>
            <a:r>
              <a:rPr lang="zh-CN" altLang="en-US" sz="1400"/>
              <a:t>、</a:t>
            </a:r>
            <a:r>
              <a:rPr lang="en-US" altLang="zh-CN" sz="1400"/>
              <a:t>taoge/888666</a:t>
            </a:r>
          </a:p>
          <a:p>
            <a:pPr marL="648000" indent="-342900">
              <a:spcBef>
                <a:spcPts val="1200"/>
              </a:spcBef>
              <a:buFont typeface="+mj-lt"/>
              <a:buAutoNum type="arabicPeriod"/>
            </a:pPr>
            <a:r>
              <a:rPr lang="zh-CN" altLang="en-US" sz="1400"/>
              <a:t>输入用户名和密码进行登录，直到登录成功，程序结束运行</a:t>
            </a:r>
            <a:r>
              <a:rPr lang="en-US" altLang="zh-CN" sz="1400"/>
              <a:t>; </a:t>
            </a:r>
            <a:r>
              <a:rPr lang="zh-CN" altLang="en-US" sz="1400"/>
              <a:t>如果登录失败，则继续输入用户名和密码进行登录</a:t>
            </a:r>
            <a:endParaRPr lang="en-US" altLang="zh-CN" sz="1400"/>
          </a:p>
          <a:p>
            <a:pPr marL="648000" indent="-342900">
              <a:spcBef>
                <a:spcPts val="1200"/>
              </a:spcBef>
              <a:buFont typeface="+mj-lt"/>
              <a:buAutoNum type="arabicPeriod"/>
            </a:pPr>
            <a:r>
              <a:rPr lang="zh-CN" altLang="en-US" sz="1400"/>
              <a:t>输入的用户名和密码不能为空！</a:t>
            </a:r>
            <a:endParaRPr lang="en-US" altLang="zh-CN" sz="1400"/>
          </a:p>
          <a:p>
            <a:pPr marL="648000" indent="-342900">
              <a:spcBef>
                <a:spcPts val="1200"/>
              </a:spcBef>
              <a:buFont typeface="+mj-lt"/>
              <a:buAutoNum type="arabicPeriod"/>
            </a:pPr>
            <a:r>
              <a:rPr lang="zh-CN" altLang="en-US" sz="1400"/>
              <a:t>登录成功：输出 </a:t>
            </a:r>
            <a:r>
              <a:rPr lang="en-US" altLang="zh-CN" sz="1400"/>
              <a:t>"</a:t>
            </a:r>
            <a:r>
              <a:rPr lang="zh-CN" altLang="en-US" sz="1400"/>
              <a:t>登录成功，进入</a:t>
            </a:r>
            <a:r>
              <a:rPr lang="en-US" altLang="zh-CN" sz="1400"/>
              <a:t>B</a:t>
            </a:r>
            <a:r>
              <a:rPr lang="zh-CN" altLang="en-US" sz="1400"/>
              <a:t>站首页</a:t>
            </a:r>
            <a:r>
              <a:rPr lang="en-US" altLang="zh-CN" sz="1400"/>
              <a:t>~"</a:t>
            </a:r>
          </a:p>
          <a:p>
            <a:pPr marL="648000" indent="-342900">
              <a:spcBef>
                <a:spcPts val="1200"/>
              </a:spcBef>
              <a:buFont typeface="+mj-lt"/>
              <a:buAutoNum type="arabicPeriod"/>
            </a:pPr>
            <a:r>
              <a:rPr lang="zh-CN" altLang="en-US" sz="1400"/>
              <a:t>登录失败：输出 </a:t>
            </a:r>
            <a:r>
              <a:rPr lang="en-US" altLang="zh-CN" sz="1400"/>
              <a:t>"</a:t>
            </a:r>
            <a:r>
              <a:rPr lang="zh-CN" altLang="en-US" sz="1400"/>
              <a:t>用户名或密码错误</a:t>
            </a:r>
            <a:r>
              <a:rPr lang="en-US" altLang="zh-CN" sz="1400"/>
              <a:t>, </a:t>
            </a:r>
            <a:r>
              <a:rPr lang="zh-CN" altLang="en-US" sz="1400"/>
              <a:t>请重新输入</a:t>
            </a:r>
            <a:r>
              <a:rPr lang="en-US" altLang="zh-CN" sz="1400"/>
              <a:t>!"</a:t>
            </a:r>
          </a:p>
        </p:txBody>
      </p:sp>
    </p:spTree>
    <p:extLst>
      <p:ext uri="{BB962C8B-B14F-4D97-AF65-F5344CB8AC3E}">
        <p14:creationId xmlns:p14="http://schemas.microsoft.com/office/powerpoint/2010/main" val="160529694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6B88B-DDE9-13EB-BC85-9EDCE17A7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3C385B6-9573-9666-8B7F-02B375AF80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36505" y="1359878"/>
            <a:ext cx="7347312" cy="3962399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break</a:t>
            </a:r>
            <a:r>
              <a:rPr lang="zh-CN" altLang="en-US"/>
              <a:t>关键字的作用 </a:t>
            </a:r>
            <a:r>
              <a:rPr lang="en-US" altLang="zh-CN"/>
              <a:t>?</a:t>
            </a:r>
          </a:p>
          <a:p>
            <a:pPr marL="612000" lvl="1" indent="-285750">
              <a:lnSpc>
                <a:spcPct val="200000"/>
              </a:lnSpc>
              <a:spcBef>
                <a:spcPts val="0"/>
              </a:spcBef>
            </a:pPr>
            <a:r>
              <a:rPr lang="zh-CN" altLang="en-US" sz="1400"/>
              <a:t>不能够单独书写，只能出现循环中，表示结束、跳出的意思。</a:t>
            </a:r>
            <a:endParaRPr lang="en-US" altLang="zh-CN" sz="140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continue</a:t>
            </a:r>
            <a:r>
              <a:rPr lang="zh-CN" altLang="en-US"/>
              <a:t>关键字的作用 </a:t>
            </a:r>
            <a:r>
              <a:rPr lang="en-US" altLang="zh-CN"/>
              <a:t>?</a:t>
            </a:r>
          </a:p>
          <a:p>
            <a:pPr marL="612000" lvl="1" indent="-285750">
              <a:lnSpc>
                <a:spcPct val="200000"/>
              </a:lnSpc>
              <a:spcBef>
                <a:spcPts val="0"/>
              </a:spcBef>
            </a:pPr>
            <a:r>
              <a:rPr lang="zh-CN" altLang="en-US" sz="1400"/>
              <a:t>不能够单独书写，只能出现循环中，表示中断本次循环，直接进入下一次循环。</a:t>
            </a:r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4230250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3101E2B-EE0D-4E4E-7DCE-A0016C3D4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根据需求完成如下练习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97A2B1A-4300-9EC0-8A0A-C19E0A0E6F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53099" y="1024932"/>
            <a:ext cx="9879720" cy="949918"/>
          </a:xfrm>
        </p:spPr>
        <p:txBody>
          <a:bodyPr/>
          <a:lstStyle/>
          <a:p>
            <a:r>
              <a:rPr lang="zh-CN" altLang="en-US"/>
              <a:t>需求：用户名密码登录，正确的用户名和密码为</a:t>
            </a:r>
            <a:r>
              <a:rPr lang="en-US" altLang="zh-CN"/>
              <a:t>admin/666888 </a:t>
            </a:r>
            <a:r>
              <a:rPr lang="zh-CN" altLang="en-US"/>
              <a:t>、</a:t>
            </a:r>
            <a:r>
              <a:rPr lang="en-US" altLang="zh-CN"/>
              <a:t>zhangsan/123456</a:t>
            </a:r>
            <a:r>
              <a:rPr lang="zh-CN" altLang="en-US"/>
              <a:t>、</a:t>
            </a:r>
            <a:r>
              <a:rPr lang="en-US" altLang="zh-CN"/>
              <a:t>taoge/888666, 5</a:t>
            </a:r>
            <a:r>
              <a:rPr lang="zh-CN" altLang="en-US"/>
              <a:t>次登录机会，输入错误五次，不允许再操作了。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0442376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87DA93D7-9B51-6588-7C0A-C7F5F59D4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猜数字游戏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D42C36-E17E-20D6-19FC-18E782B08F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53099" y="1024932"/>
            <a:ext cx="9570540" cy="2034527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系统随机生成一个随机数 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用户根据提示猜数字，并将所猜的数字输入系统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如果猜错，系统给出提示是猜大了，还是猜小了，然后继续输入猜的数字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如果猜对，系统自动退出，游戏结束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7A3EA6F-5D2C-3223-6911-A362634D52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7" r="-1"/>
          <a:stretch>
            <a:fillRect/>
          </a:stretch>
        </p:blipFill>
        <p:spPr>
          <a:xfrm>
            <a:off x="4841278" y="934700"/>
            <a:ext cx="4334680" cy="615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008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E8D0E-6E54-88CE-7C8D-C34F86395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12CCAB-6AD2-F33B-10B0-C50275B8D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完成如下需求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089B267-1A9D-78A0-F274-0F82F700F8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53098" y="1024933"/>
            <a:ext cx="9968449" cy="1082164"/>
          </a:xfrm>
        </p:spPr>
        <p:txBody>
          <a:bodyPr/>
          <a:lstStyle/>
          <a:p>
            <a:r>
              <a:rPr lang="zh-CN" altLang="en-US"/>
              <a:t>需求</a:t>
            </a:r>
            <a:r>
              <a:rPr lang="en-US" altLang="zh-CN"/>
              <a:t>1</a:t>
            </a:r>
            <a:r>
              <a:rPr lang="zh-CN" altLang="en-US"/>
              <a:t>：将</a:t>
            </a:r>
            <a:r>
              <a:rPr lang="en-US" altLang="zh-CN"/>
              <a:t>1-1000</a:t>
            </a:r>
            <a:r>
              <a:rPr lang="zh-CN" altLang="en-US"/>
              <a:t>之间（含</a:t>
            </a:r>
            <a:r>
              <a:rPr lang="en-US" altLang="zh-CN"/>
              <a:t>1000</a:t>
            </a:r>
            <a:r>
              <a:rPr lang="zh-CN" altLang="en-US"/>
              <a:t>）所有的</a:t>
            </a:r>
            <a:r>
              <a:rPr lang="en-US" altLang="zh-CN"/>
              <a:t>5</a:t>
            </a:r>
            <a:r>
              <a:rPr lang="zh-CN" altLang="en-US"/>
              <a:t>的倍数的数字累加起来。</a:t>
            </a:r>
            <a:endParaRPr lang="en-US" altLang="zh-CN"/>
          </a:p>
          <a:p>
            <a:r>
              <a:rPr lang="zh-CN" altLang="en-US"/>
              <a:t>需求</a:t>
            </a:r>
            <a:r>
              <a:rPr lang="en-US" altLang="zh-CN"/>
              <a:t>2</a:t>
            </a:r>
            <a:r>
              <a:rPr lang="zh-CN" altLang="en-US"/>
              <a:t>：统计字符串 </a:t>
            </a:r>
            <a:r>
              <a:rPr lang="en-US" altLang="zh-CN"/>
              <a:t>"akiwksjakdiklowiqaamnvbamvaxnsjdsjkaaxkjd" </a:t>
            </a:r>
            <a:r>
              <a:rPr lang="zh-CN" altLang="en-US"/>
              <a:t>字符串中有多少个</a:t>
            </a:r>
            <a:r>
              <a:rPr lang="en-US" altLang="zh-CN"/>
              <a:t>a</a:t>
            </a:r>
            <a:r>
              <a:rPr lang="zh-CN" altLang="en-US"/>
              <a:t>和</a:t>
            </a:r>
            <a:r>
              <a:rPr lang="en-US" altLang="zh-CN"/>
              <a:t>k</a:t>
            </a:r>
            <a:r>
              <a:rPr lang="zh-CN" altLang="en-US"/>
              <a:t>。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3189824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A59DA7CF-2171-C782-E7F8-6E40359A92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1665" y="-436704"/>
            <a:ext cx="3853092" cy="3853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987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  <p:tag name="ISLIDE.THEME" val="#782110"/>
  <p:tag name="ISLIDE.TEMPLATE" val="1f6b6247-00f9-4185-bb3e-6a09396f8e3b"/>
</p:tagLst>
</file>

<file path=ppt/theme/theme1.xml><?xml version="1.0" encoding="utf-8"?>
<a:theme xmlns:a="http://schemas.openxmlformats.org/drawingml/2006/main" name="内容模板">
  <a:themeElements>
    <a:clrScheme name="传智-红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2.xml><?xml version="1.0" encoding="utf-8"?>
<a:theme xmlns:a="http://schemas.openxmlformats.org/drawingml/2006/main" name="封面">
  <a:themeElements>
    <a:clrScheme name="传智-红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章节目录模板">
  <a:themeElements>
    <a:clrScheme name="传智-红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小结思考模板2">
  <a:themeElements>
    <a:clrScheme name="传智-红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Seven</Template>
  <TotalTime>11166</TotalTime>
  <Words>3913</Words>
  <Application>Microsoft Office PowerPoint</Application>
  <PresentationFormat>宽屏</PresentationFormat>
  <Paragraphs>480</Paragraphs>
  <Slides>62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62</vt:i4>
      </vt:variant>
    </vt:vector>
  </HeadingPairs>
  <TitlesOfParts>
    <vt:vector size="81" baseType="lpstr">
      <vt:lpstr>Alibaba PuHuiTi B</vt:lpstr>
      <vt:lpstr>阿里巴巴普惠体 Heavy</vt:lpstr>
      <vt:lpstr>阿里巴巴普惠体 Medium</vt:lpstr>
      <vt:lpstr>等线</vt:lpstr>
      <vt:lpstr>汉仪尚巍流云体简</vt:lpstr>
      <vt:lpstr>荆南波波黑</vt:lpstr>
      <vt:lpstr>楷体</vt:lpstr>
      <vt:lpstr>微软雅黑</vt:lpstr>
      <vt:lpstr>Arial</vt:lpstr>
      <vt:lpstr>Calisto MT</vt:lpstr>
      <vt:lpstr>Courier New</vt:lpstr>
      <vt:lpstr>Fira Code</vt:lpstr>
      <vt:lpstr>Lato Black</vt:lpstr>
      <vt:lpstr>Source Code Pro</vt:lpstr>
      <vt:lpstr>Wingdings</vt:lpstr>
      <vt:lpstr>内容模板</vt:lpstr>
      <vt:lpstr>封面</vt:lpstr>
      <vt:lpstr>章节目录模板</vt:lpstr>
      <vt:lpstr>小结思考模板2</vt:lpstr>
      <vt:lpstr>Python核心语法</vt:lpstr>
      <vt:lpstr>Python核心语法</vt:lpstr>
      <vt:lpstr>PowerPoint 演示文稿</vt:lpstr>
      <vt:lpstr>PowerPoint 演示文稿</vt:lpstr>
      <vt:lpstr>PowerPoint 演示文稿</vt:lpstr>
      <vt:lpstr>Python核心语法</vt:lpstr>
      <vt:lpstr>Python核心语法</vt:lpstr>
      <vt:lpstr>PowerPoint 演示文稿</vt:lpstr>
      <vt:lpstr>PowerPoint 演示文稿</vt:lpstr>
      <vt:lpstr>if条件判断</vt:lpstr>
      <vt:lpstr>PowerPoint 演示文稿</vt:lpstr>
      <vt:lpstr>输入账号密码后登录B站</vt:lpstr>
      <vt:lpstr>PowerPoint 演示文稿</vt:lpstr>
      <vt:lpstr>PowerPoint 演示文稿</vt:lpstr>
      <vt:lpstr>if语句进阶-if...else</vt:lpstr>
      <vt:lpstr>完成如下需求</vt:lpstr>
      <vt:lpstr>PowerPoint 演示文稿</vt:lpstr>
      <vt:lpstr>完成如下需求</vt:lpstr>
      <vt:lpstr>PowerPoint 演示文稿</vt:lpstr>
      <vt:lpstr>if语句进阶-if...elif...else</vt:lpstr>
      <vt:lpstr>完成如下需求</vt:lpstr>
      <vt:lpstr>PowerPoint 演示文稿</vt:lpstr>
      <vt:lpstr>完成如下需求</vt:lpstr>
      <vt:lpstr>PowerPoint 演示文稿</vt:lpstr>
      <vt:lpstr>完成如下需求</vt:lpstr>
      <vt:lpstr>完成如下需求</vt:lpstr>
      <vt:lpstr>PowerPoint 演示文稿</vt:lpstr>
      <vt:lpstr>PowerPoint 演示文稿</vt:lpstr>
      <vt:lpstr>PowerPoint 演示文稿</vt:lpstr>
      <vt:lpstr>模式匹配 match...case</vt:lpstr>
      <vt:lpstr>模式匹配 match...case</vt:lpstr>
      <vt:lpstr>简易计算器</vt:lpstr>
      <vt:lpstr>PowerPoint 演示文稿</vt:lpstr>
      <vt:lpstr>简单游戏指令系统</vt:lpstr>
      <vt:lpstr>PowerPoint 演示文稿</vt:lpstr>
      <vt:lpstr>循环</vt:lpstr>
      <vt:lpstr>循环</vt:lpstr>
      <vt:lpstr>PowerPoint 演示文稿</vt:lpstr>
      <vt:lpstr>while</vt:lpstr>
      <vt:lpstr>while</vt:lpstr>
      <vt:lpstr>PowerPoint 演示文稿</vt:lpstr>
      <vt:lpstr>计算1-100之间所有偶数的累加之和。</vt:lpstr>
      <vt:lpstr>PowerPoint 演示文稿</vt:lpstr>
      <vt:lpstr>for循环</vt:lpstr>
      <vt:lpstr>for循环</vt:lpstr>
      <vt:lpstr>for循环</vt:lpstr>
      <vt:lpstr>PowerPoint 演示文稿</vt:lpstr>
      <vt:lpstr>基于for循环完成如下需求</vt:lpstr>
      <vt:lpstr>range语句</vt:lpstr>
      <vt:lpstr>基于for循环完成如下需求</vt:lpstr>
      <vt:lpstr>PowerPoint 演示文稿</vt:lpstr>
      <vt:lpstr>PowerPoint 演示文稿</vt:lpstr>
      <vt:lpstr>嵌套循环</vt:lpstr>
      <vt:lpstr>打印99乘法表</vt:lpstr>
      <vt:lpstr>基于嵌套循环完成如下需求</vt:lpstr>
      <vt:lpstr>PowerPoint 演示文稿</vt:lpstr>
      <vt:lpstr>根据需求完成如下案例</vt:lpstr>
      <vt:lpstr>PowerPoint 演示文稿</vt:lpstr>
      <vt:lpstr>根据需求完成如下练习</vt:lpstr>
      <vt:lpstr>猜数字游戏</vt:lpstr>
      <vt:lpstr>完成如下需求</vt:lpstr>
      <vt:lpstr>PowerPoint 演示文稿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Seven</dc:creator>
  <cp:lastModifiedBy>changtao deng</cp:lastModifiedBy>
  <cp:revision>1281</cp:revision>
  <cp:lastPrinted>2022-05-29T16:00:00Z</cp:lastPrinted>
  <dcterms:created xsi:type="dcterms:W3CDTF">2022-05-29T16:00:00Z</dcterms:created>
  <dcterms:modified xsi:type="dcterms:W3CDTF">2025-11-09T09:38:53Z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EMPLATE">
    <vt:lpwstr>1f6b6247-00f9-4185-bb3e-6a09396f8e3b</vt:lpwstr>
  </property>
</Properties>
</file>